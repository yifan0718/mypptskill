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Override PartName="/docProps/thumbnail.jpeg" ContentType="image/jpeg"/>
</Types>
</file>

<file path=_rels/.rels><?xml version='1.0' encoding='UTF-8'?>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6" r:id="rId3"/>
    <p:sldMasterId id="2147483690" r:id="rId4"/>
    <p:sldMasterId id="2147483704" r:id="rId5"/>
    <p:sldMasterId id="2147483718" r:id="rId6"/>
  </p:sldMasterIdLst>
  <p:notesMasterIdLst>
    <p:notesMasterId r:id="rId37"/>
  </p:notesMasterIdLst>
  <p:handoutMasterIdLst>
    <p:handoutMasterId r:id="rId38"/>
  </p:handoutMasterIdLst>
  <p:sldIdLst>
    <p:sldId id="944" r:id="rId7"/>
    <p:sldId id="945" r:id="rId8"/>
    <p:sldId id="946" r:id="rId9"/>
    <p:sldId id="947" r:id="rId10"/>
    <p:sldId id="948" r:id="rId11"/>
    <p:sldId id="949" r:id="rId12"/>
    <p:sldId id="952" r:id="rId13"/>
    <p:sldId id="950" r:id="rId14"/>
    <p:sldId id="951" r:id="rId15"/>
    <p:sldId id="955" r:id="rId16"/>
    <p:sldId id="958" r:id="rId17"/>
    <p:sldId id="956" r:id="rId18"/>
    <p:sldId id="965" r:id="rId19"/>
    <p:sldId id="974" r:id="rId20"/>
    <p:sldId id="976" r:id="rId21"/>
    <p:sldId id="980" r:id="rId22"/>
    <p:sldId id="983" r:id="rId23"/>
    <p:sldId id="985" r:id="rId24"/>
    <p:sldId id="986" r:id="rId25"/>
    <p:sldId id="987" r:id="rId26"/>
    <p:sldId id="991" r:id="rId27"/>
    <p:sldId id="997" r:id="rId28"/>
    <p:sldId id="1000" r:id="rId29"/>
    <p:sldId id="1003" r:id="rId30"/>
    <p:sldId id="1005" r:id="rId31"/>
    <p:sldId id="1021" r:id="rId32"/>
    <p:sldId id="1028" r:id="rId33"/>
    <p:sldId id="1031" r:id="rId34"/>
    <p:sldId id="1035" r:id="rId35"/>
    <p:sldId id="1036" r:id="rId36"/>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6" userDrawn="1">
          <p15:clr>
            <a:srgbClr val="A4A3A4"/>
          </p15:clr>
        </p15:guide>
        <p15:guide id="2" pos="7488" userDrawn="1">
          <p15:clr>
            <a:srgbClr val="A4A3A4"/>
          </p15:clr>
        </p15:guide>
        <p15:guide id="3" orient="horz" pos="2772" userDrawn="1">
          <p15:clr>
            <a:srgbClr val="A4A3A4"/>
          </p15:clr>
        </p15:guide>
        <p15:guide id="4" orient="horz" pos="48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0" clrIdx="0"/>
  <p:cmAuthor id="2" name="isakoff" initials="i"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864B8"/>
    <a:srgbClr val="9C6ABA"/>
    <a:srgbClr val="A070BE"/>
    <a:srgbClr val="F8F4FA"/>
    <a:srgbClr val="F3FA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View">
  <p:normalViewPr horzBarState="restored" preferSingleView="0" vertBarState="restored">
    <p:restoredLeft sz="18000" autoAdjust="0"/>
    <p:restoredTop sz="90000"/>
  </p:normalViewPr>
  <p:slideViewPr>
    <p:cSldViewPr snapToGrid="0" showGuides="1">
      <p:cViewPr varScale="1">
        <p:scale>
          <a:sx n="124" d="100"/>
          <a:sy n="124" d="100"/>
        </p:scale>
        <p:origin x="312" y="168"/>
      </p:cViewPr>
      <p:guideLst>
        <p:guide pos="3846"/>
        <p:guide pos="7488"/>
        <p:guide orient="horz" pos="2772"/>
        <p:guide orient="horz" pos="482"/>
      </p:guideLst>
    </p:cSldViewPr>
  </p:slideViewPr>
  <p:notesTextViewPr>
    <p:cViewPr>
      <p:scale>
        <a:sx n="1" d="1"/>
        <a:sy n="1" d="1"/>
      </p:scale>
      <p:origin x="0" y="0"/>
    </p:cViewPr>
  </p:notesTextViewPr>
  <p:sorterViewPr>
    <p:cViewPr>
      <p:scale>
        <a:sx n="1" d="1"/>
        <a:sy n="1" d="1"/>
      </p:scale>
      <p:origin x="0" y="-8961"/>
    </p:cViewPr>
  </p:sorterViewPr>
  <p:gridSpacing cx="72008" cy="72008"/>
</p:viewPr>
</file>

<file path=ppt/_rels/presentation.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 Id="rId38" Type="http://schemas.openxmlformats.org/officeDocument/2006/relationships/handoutMaster" Target="handoutMasters/handoutMaster1.xml"/><Relationship Id="rId39" Type="http://schemas.openxmlformats.org/officeDocument/2006/relationships/tags" Target="tags/tag1.xml"/><Relationship Id="rId40" Type="http://schemas.openxmlformats.org/officeDocument/2006/relationships/commentAuthors" Target="commentAuthors.xml"/><Relationship Id="rId41" Type="http://schemas.openxmlformats.org/officeDocument/2006/relationships/presProps" Target="presProps.xml"/><Relationship Id="rId43" Type="http://schemas.openxmlformats.org/officeDocument/2006/relationships/theme" Target="theme/theme1.xml"/><Relationship Id="rId44" Type="http://schemas.openxmlformats.org/officeDocument/2006/relationships/tableStyles" Target="tableStyles.xml"/><Relationship Id="rId4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w="19050">
              <a:noFill/>
            </a:ln>
          </c:spPr>
          <c:dPt>
            <c:idx val="0"/>
            <c:bubble3D val="0"/>
            <c:spPr>
              <a:solidFill>
                <a:schemeClr val="accent1"/>
              </a:solidFill>
              <a:ln w="19050">
                <a:noFill/>
              </a:ln>
              <a:effectLst>
                <a:outerShdw blurRad="254000" dist="127000" algn="ctr" rotWithShape="0">
                  <a:schemeClr val="accent1">
                    <a:lumMod val="60000"/>
                    <a:lumOff val="40000"/>
                    <a:alpha val="40000"/>
                  </a:schemeClr>
                </a:outerShdw>
              </a:effectLst>
            </c:spPr>
            <c:extLst>
              <c:ext xmlns:c16="http://schemas.microsoft.com/office/drawing/2014/chart" uri="{C3380CC4-5D6E-409C-BE32-E72D297353CC}">
                <c16:uniqueId val="{00000001-35AF-3243-9D76-5144FF53655F}"/>
              </c:ext>
            </c:extLst>
          </c:dPt>
          <c:dPt>
            <c:idx val="1"/>
            <c:bubble3D val="0"/>
            <c:spPr>
              <a:solidFill>
                <a:schemeClr val="accent1">
                  <a:lumMod val="20000"/>
                  <a:lumOff val="80000"/>
                </a:schemeClr>
              </a:solidFill>
              <a:ln w="19050">
                <a:noFill/>
              </a:ln>
              <a:effectLst/>
            </c:spPr>
            <c:extLst>
              <c:ext xmlns:c16="http://schemas.microsoft.com/office/drawing/2014/chart" uri="{C3380CC4-5D6E-409C-BE32-E72D297353CC}">
                <c16:uniqueId val="{00000003-35AF-3243-9D76-5144FF53655F}"/>
              </c:ext>
            </c:extLst>
          </c:dPt>
          <c:cat>
            <c:strRef>
              <c:f>Sheet1!$A$2:$A$3</c:f>
              <c:strCache>
                <c:ptCount val="2"/>
                <c:pt idx="0">
                  <c:v>NO.1</c:v>
                </c:pt>
                <c:pt idx="1">
                  <c:v>NO.2</c:v>
                </c:pt>
              </c:strCache>
            </c:strRef>
          </c:cat>
          <c:val>
            <c:numRef>
              <c:f>Sheet1!$B$2:$B$3</c:f>
              <c:numCache>
                <c:formatCode>0%</c:formatCode>
                <c:ptCount val="2"/>
                <c:pt idx="0">
                  <c:v>0.72</c:v>
                </c:pt>
                <c:pt idx="1">
                  <c:v>0.28000000000000003</c:v>
                </c:pt>
              </c:numCache>
            </c:numRef>
          </c:val>
          <c:extLst>
            <c:ext xmlns:c16="http://schemas.microsoft.com/office/drawing/2014/chart" uri="{C3380CC4-5D6E-409C-BE32-E72D297353CC}">
              <c16:uniqueId val="{00000004-35AF-3243-9D76-5144FF53655F}"/>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uri="{0b15fc19-7d7d-44ad-8c2d-2c3a37ce22c3}">
        <chartProps xmlns="https://web.wps.cn/et/2018/main" chartId="{0d21e41e-5d66-4e55-a2c3-e3ec1aae6bc5}"/>
      </c:ext>
    </c:extLst>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w="19050">
              <a:noFill/>
            </a:ln>
          </c:spPr>
          <c:dPt>
            <c:idx val="0"/>
            <c:bubble3D val="0"/>
            <c:spPr>
              <a:solidFill>
                <a:schemeClr val="accent1"/>
              </a:solidFill>
              <a:ln w="19050">
                <a:noFill/>
              </a:ln>
              <a:effectLst>
                <a:outerShdw blurRad="254000" dist="127000" algn="ctr" rotWithShape="0">
                  <a:schemeClr val="accent2">
                    <a:lumMod val="60000"/>
                    <a:lumOff val="40000"/>
                    <a:alpha val="40000"/>
                  </a:schemeClr>
                </a:outerShdw>
              </a:effectLst>
            </c:spPr>
            <c:extLst>
              <c:ext xmlns:c16="http://schemas.microsoft.com/office/drawing/2014/chart" uri="{C3380CC4-5D6E-409C-BE32-E72D297353CC}">
                <c16:uniqueId val="{00000001-A8C5-464E-AB5C-7AEEFAC4E574}"/>
              </c:ext>
            </c:extLst>
          </c:dPt>
          <c:dPt>
            <c:idx val="1"/>
            <c:bubble3D val="0"/>
            <c:spPr>
              <a:solidFill>
                <a:schemeClr val="accent1">
                  <a:lumMod val="20000"/>
                  <a:lumOff val="80000"/>
                </a:schemeClr>
              </a:solidFill>
              <a:ln w="19050">
                <a:noFill/>
              </a:ln>
              <a:effectLst/>
            </c:spPr>
            <c:extLst>
              <c:ext xmlns:c16="http://schemas.microsoft.com/office/drawing/2014/chart" uri="{C3380CC4-5D6E-409C-BE32-E72D297353CC}">
                <c16:uniqueId val="{00000003-A8C5-464E-AB5C-7AEEFAC4E574}"/>
              </c:ext>
            </c:extLst>
          </c:dPt>
          <c:cat>
            <c:strRef>
              <c:f>Sheet1!$A$2:$A$3</c:f>
              <c:strCache>
                <c:ptCount val="2"/>
                <c:pt idx="0">
                  <c:v>NO.1</c:v>
                </c:pt>
                <c:pt idx="1">
                  <c:v>NO.2</c:v>
                </c:pt>
              </c:strCache>
            </c:strRef>
          </c:cat>
          <c:val>
            <c:numRef>
              <c:f>Sheet1!$B$2:$B$3</c:f>
              <c:numCache>
                <c:formatCode>0%</c:formatCode>
                <c:ptCount val="2"/>
                <c:pt idx="0">
                  <c:v>0.63</c:v>
                </c:pt>
                <c:pt idx="1">
                  <c:v>0.37</c:v>
                </c:pt>
              </c:numCache>
            </c:numRef>
          </c:val>
          <c:extLst>
            <c:ext xmlns:c16="http://schemas.microsoft.com/office/drawing/2014/chart" uri="{C3380CC4-5D6E-409C-BE32-E72D297353CC}">
              <c16:uniqueId val="{00000004-A8C5-464E-AB5C-7AEEFAC4E57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uri="{0b15fc19-7d7d-44ad-8c2d-2c3a37ce22c3}">
        <chartProps xmlns="https://web.wps.cn/et/2018/main" chartId="{d2f6b953-7fa8-4bf5-ab40-057c3a95c796}"/>
      </c:ext>
    </c:extLst>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宋体 CN Heavy" panose="02020900000000000000" pitchFamily="18" charset="-122"/>
                <a:ea typeface="思源宋体 CN Heavy" panose="02020900000000000000" pitchFamily="18" charset="-122"/>
                <a:cs typeface="思源宋体 CN Heavy" panose="02020900000000000000" pitchFamily="18" charset="-122"/>
              </a:rPr>
              <a:t>2026/6/22</a:t>
            </a:fld>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宋体 CN Heavy" panose="02020900000000000000" pitchFamily="18" charset="-122"/>
                <a:ea typeface="思源宋体 CN Heavy" panose="02020900000000000000" pitchFamily="18" charset="-122"/>
                <a:cs typeface="思源宋体 CN Heavy" panose="02020900000000000000" pitchFamily="18" charset="-122"/>
              </a:rPr>
              <a:t>‹#›</a:t>
            </a:fld>
            <a:endParaRPr lang="zh-CN" altLang="en-US">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D2A48B96-639E-45A3-A0BA-2464DFDB1FAA}" type="datetimeFigureOut">
              <a:rPr lang="zh-CN" altLang="en-US" smtClean="0"/>
              <a:t>2026/6/22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4572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9144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3716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1828800" algn="l" defTabSz="914400" rtl="0" eaLnBrk="1" latinLnBrk="0" hangingPunct="1">
      <a:defRPr sz="12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1A6C77-DE7A-44DE-925F-D54CD3A0657D}" type="slidenum">
              <a:rPr lang="zh-CN" altLang="en-US" smtClean="0"/>
              <a:t>‹#›</a:t>
            </a:fld>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9" Type="http://schemas.openxmlformats.org/officeDocument/2006/relationships/slideLayout" Target="../slideLayouts/slideLayout48.xml"/><Relationship Id="rId10" Type="http://schemas.openxmlformats.org/officeDocument/2006/relationships/slideLayout" Target="../slideLayouts/slideLayout49.xml"/><Relationship Id="rId11" Type="http://schemas.openxmlformats.org/officeDocument/2006/relationships/slideLayout" Target="../slideLayouts/slideLayout50.xml"/><Relationship Id="rId12" Type="http://schemas.openxmlformats.org/officeDocument/2006/relationships/slideLayout" Target="../slideLayouts/slideLayout51.xml"/><Relationship Id="rId13" Type="http://schemas.openxmlformats.org/officeDocument/2006/relationships/slideLayout" Target="../slideLayouts/slideLayout52.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slideLayout" Target="../slideLayouts/slideLayout54.xml"/><Relationship Id="rId3" Type="http://schemas.openxmlformats.org/officeDocument/2006/relationships/slideLayout" Target="../slideLayouts/slideLayout55.xml"/><Relationship Id="rId4" Type="http://schemas.openxmlformats.org/officeDocument/2006/relationships/slideLayout" Target="../slideLayouts/slideLayout56.xml"/><Relationship Id="rId5" Type="http://schemas.openxmlformats.org/officeDocument/2006/relationships/slideLayout" Target="../slideLayouts/slideLayout57.xml"/><Relationship Id="rId6" Type="http://schemas.openxmlformats.org/officeDocument/2006/relationships/slideLayout" Target="../slideLayouts/slideLayout58.xml"/><Relationship Id="rId7" Type="http://schemas.openxmlformats.org/officeDocument/2006/relationships/slideLayout" Target="../slideLayouts/slideLayout59.xml"/><Relationship Id="rId8" Type="http://schemas.openxmlformats.org/officeDocument/2006/relationships/slideLayout" Target="../slideLayouts/slideLayout60.xml"/><Relationship Id="rId9" Type="http://schemas.openxmlformats.org/officeDocument/2006/relationships/slideLayout" Target="../slideLayouts/slideLayout61.xml"/><Relationship Id="rId10" Type="http://schemas.openxmlformats.org/officeDocument/2006/relationships/slideLayout" Target="../slideLayouts/slideLayout62.xml"/><Relationship Id="rId11" Type="http://schemas.openxmlformats.org/officeDocument/2006/relationships/slideLayout" Target="../slideLayouts/slideLayout63.xml"/><Relationship Id="rId12" Type="http://schemas.openxmlformats.org/officeDocument/2006/relationships/slideLayout" Target="../slideLayouts/slideLayout64.xml"/><Relationship Id="rId13" Type="http://schemas.openxmlformats.org/officeDocument/2006/relationships/slideLayout" Target="../slideLayouts/slideLayout65.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slideLayout" Target="../slideLayouts/slideLayout67.xml"/><Relationship Id="rId3" Type="http://schemas.openxmlformats.org/officeDocument/2006/relationships/slideLayout" Target="../slideLayouts/slideLayout68.xml"/><Relationship Id="rId4" Type="http://schemas.openxmlformats.org/officeDocument/2006/relationships/slideLayout" Target="../slideLayouts/slideLayout69.xml"/><Relationship Id="rId5" Type="http://schemas.openxmlformats.org/officeDocument/2006/relationships/slideLayout" Target="../slideLayouts/slideLayout70.xml"/><Relationship Id="rId6" Type="http://schemas.openxmlformats.org/officeDocument/2006/relationships/slideLayout" Target="../slideLayouts/slideLayout71.xml"/><Relationship Id="rId7" Type="http://schemas.openxmlformats.org/officeDocument/2006/relationships/slideLayout" Target="../slideLayouts/slideLayout72.xml"/><Relationship Id="rId8" Type="http://schemas.openxmlformats.org/officeDocument/2006/relationships/slideLayout" Target="../slideLayouts/slideLayout73.xml"/><Relationship Id="rId9" Type="http://schemas.openxmlformats.org/officeDocument/2006/relationships/slideLayout" Target="../slideLayouts/slideLayout74.xml"/><Relationship Id="rId10" Type="http://schemas.openxmlformats.org/officeDocument/2006/relationships/slideLayout" Target="../slideLayouts/slideLayout75.xml"/><Relationship Id="rId11" Type="http://schemas.openxmlformats.org/officeDocument/2006/relationships/slideLayout" Target="../slideLayouts/slideLayout76.xml"/><Relationship Id="rId12" Type="http://schemas.openxmlformats.org/officeDocument/2006/relationships/slideLayout" Target="../slideLayouts/slideLayout77.xml"/><Relationship Id="rId13"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02ED42CD-C330-4C2A-96AC-233DE8C49872}" type="datetimeFigureOut">
              <a:rPr lang="zh-CN" altLang="en-US" smtClean="0"/>
              <a:t>2026/6/22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stStyle>
          <a:p>
            <a:fld id="{5F1A6C77-DE7A-44DE-925F-D54CD3A0657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Lst>
  <p:txStyles>
    <p:titleStyle>
      <a:lvl1pPr algn="l" defTabSz="914400" rtl="0" eaLnBrk="1" latinLnBrk="0" hangingPunct="1">
        <a:lnSpc>
          <a:spcPct val="90000"/>
        </a:lnSpc>
        <a:spcBef>
          <a:spcPct val="0"/>
        </a:spcBef>
        <a:buNone/>
        <a:defRPr sz="4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tags" Target="../tags/tag6.xml"/><Relationship Id="rId6" Type="http://schemas.openxmlformats.org/officeDocument/2006/relationships/tags" Target="../tags/tag7.xml"/><Relationship Id="rId7" Type="http://schemas.openxmlformats.org/officeDocument/2006/relationships/slideLayout" Target="../slideLayouts/slideLayout67.xml"/><Relationship Id="rId8" Type="http://schemas.openxmlformats.org/officeDocument/2006/relationships/image" Target="../media/image1.jpeg"/><Relationship Id="rId9"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tags" Target="../tags/tag10.xml"/><Relationship Id="rId4" Type="http://schemas.openxmlformats.org/officeDocument/2006/relationships/tags" Target="../tags/tag11.xml"/><Relationship Id="rId5" Type="http://schemas.openxmlformats.org/officeDocument/2006/relationships/tags" Target="../tags/tag12.xml"/><Relationship Id="rId6"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tags" Target="../tags/tag14.xml"/><Relationship Id="rId3" Type="http://schemas.openxmlformats.org/officeDocument/2006/relationships/tags" Target="../tags/tag15.xml"/><Relationship Id="rId4" Type="http://schemas.openxmlformats.org/officeDocument/2006/relationships/tags" Target="../tags/tag16.xml"/><Relationship Id="rId5" Type="http://schemas.openxmlformats.org/officeDocument/2006/relationships/tags" Target="../tags/tag17.xml"/><Relationship Id="rId6" Type="http://schemas.openxmlformats.org/officeDocument/2006/relationships/tags" Target="../tags/tag18.xml"/><Relationship Id="rId7" Type="http://schemas.openxmlformats.org/officeDocument/2006/relationships/tags" Target="../tags/tag19.xml"/><Relationship Id="rId8" Type="http://schemas.openxmlformats.org/officeDocument/2006/relationships/tags" Target="../tags/tag20.xml"/><Relationship Id="rId9" Type="http://schemas.openxmlformats.org/officeDocument/2006/relationships/tags" Target="../tags/tag21.xml"/><Relationship Id="rId10" Type="http://schemas.openxmlformats.org/officeDocument/2006/relationships/tags" Target="../tags/tag22.xml"/><Relationship Id="rId11" Type="http://schemas.openxmlformats.org/officeDocument/2006/relationships/tags" Target="../tags/tag23.xml"/><Relationship Id="rId12" Type="http://schemas.openxmlformats.org/officeDocument/2006/relationships/tags" Target="../tags/tag24.xml"/><Relationship Id="rId13" Type="http://schemas.openxmlformats.org/officeDocument/2006/relationships/slideLayout" Target="../slideLayouts/slideLayout72.xml"/><Relationship Id="rId14" Type="http://schemas.openxmlformats.org/officeDocument/2006/relationships/image" Target="../media/image2.jpeg"/><Relationship Id="rId15" Type="http://schemas.openxmlformats.org/officeDocument/2006/relationships/image" Target="../media/image3.jpeg"/><Relationship Id="rId16" Type="http://schemas.openxmlformats.org/officeDocument/2006/relationships/image" Target="../media/image4.jpeg"/><Relationship Id="rId17" Type="http://schemas.microsoft.com/office/2007/relationships/hdphoto" Target="../media/hdphoto1.wdp"/><Relationship Id="rId18" Type="http://schemas.openxmlformats.org/officeDocument/2006/relationships/image" Target="../media/image5.jpeg"/><Relationship Id="rId19" Type="http://schemas.microsoft.com/office/2007/relationships/hdphoto" Target="../media/hdphoto2.wdp"/></Relationships>
</file>

<file path=ppt/slides/_rels/slide5.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tags" Target="../tags/tag26.xml"/><Relationship Id="rId3" Type="http://schemas.openxmlformats.org/officeDocument/2006/relationships/tags" Target="../tags/tag27.xml"/><Relationship Id="rId4" Type="http://schemas.openxmlformats.org/officeDocument/2006/relationships/tags" Target="../tags/tag28.xml"/><Relationship Id="rId5" Type="http://schemas.openxmlformats.org/officeDocument/2006/relationships/tags" Target="../tags/tag29.xml"/><Relationship Id="rId6" Type="http://schemas.openxmlformats.org/officeDocument/2006/relationships/tags" Target="../tags/tag30.xml"/><Relationship Id="rId7" Type="http://schemas.openxmlformats.org/officeDocument/2006/relationships/tags" Target="../tags/tag31.xml"/><Relationship Id="rId8" Type="http://schemas.openxmlformats.org/officeDocument/2006/relationships/slideLayout" Target="../slideLayouts/slideLayout72.xml"/><Relationship Id="rId9" Type="http://schemas.openxmlformats.org/officeDocument/2006/relationships/image" Target="../media/image6.jpeg"/><Relationship Id="rId10" Type="http://schemas.microsoft.com/office/2007/relationships/hdphoto" Target="../media/hdphoto3.wdp"/><Relationship Id="rId11" Type="http://schemas.openxmlformats.org/officeDocument/2006/relationships/image" Target="../media/image7.jpeg"/><Relationship Id="rId12" Type="http://schemas.openxmlformats.org/officeDocument/2006/relationships/image" Target="../media/image8.jpeg"/><Relationship Id="rId13" Type="http://schemas.openxmlformats.org/officeDocument/2006/relationships/image" Target="../media/image9.jpeg"/><Relationship Id="rId14" Type="http://schemas.microsoft.com/office/2007/relationships/hdphoto" Target="../media/hdphoto4.wdp"/></Relationships>
</file>

<file path=ppt/slides/_rels/slide6.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tags" Target="../tags/tag34.xml"/><Relationship Id="rId4" Type="http://schemas.openxmlformats.org/officeDocument/2006/relationships/tags" Target="../tags/tag35.xml"/><Relationship Id="rId5" Type="http://schemas.openxmlformats.org/officeDocument/2006/relationships/tags" Target="../tags/tag36.xml"/><Relationship Id="rId6" Type="http://schemas.openxmlformats.org/officeDocument/2006/relationships/tags" Target="../tags/tag37.xml"/><Relationship Id="rId7" Type="http://schemas.openxmlformats.org/officeDocument/2006/relationships/tags" Target="../tags/tag38.xml"/><Relationship Id="rId8" Type="http://schemas.openxmlformats.org/officeDocument/2006/relationships/slideLayout" Target="../slideLayouts/slideLayout72.xml"/><Relationship Id="rId9" Type="http://schemas.openxmlformats.org/officeDocument/2006/relationships/image" Target="../media/image10.jpeg"/><Relationship Id="rId10" Type="http://schemas.microsoft.com/office/2007/relationships/hdphoto" Target="../media/hdphoto5.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8.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tags" Target="../tags/tag40.xml"/><Relationship Id="rId3" Type="http://schemas.openxmlformats.org/officeDocument/2006/relationships/tags" Target="../tags/tag41.xml"/><Relationship Id="rId4" Type="http://schemas.openxmlformats.org/officeDocument/2006/relationships/tags" Target="../tags/tag42.xml"/><Relationship Id="rId5" Type="http://schemas.openxmlformats.org/officeDocument/2006/relationships/tags" Target="../tags/tag43.xml"/><Relationship Id="rId6" Type="http://schemas.openxmlformats.org/officeDocument/2006/relationships/tags" Target="../tags/tag44.xml"/><Relationship Id="rId7" Type="http://schemas.openxmlformats.org/officeDocument/2006/relationships/slideLayout" Target="../slideLayouts/slideLayout72.xml"/><Relationship Id="rId8" Type="http://schemas.openxmlformats.org/officeDocument/2006/relationships/image" Target="../media/image11.jpeg"/><Relationship Id="rId9" Type="http://schemas.openxmlformats.org/officeDocument/2006/relationships/image" Target="../media/image12.jpeg"/><Relationship Id="rId10" Type="http://schemas.openxmlformats.org/officeDocument/2006/relationships/chart" Target="../charts/chart1.xml"/><Relationship Id="rId11"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tags" Target="../tags/tag46.xml"/><Relationship Id="rId3" Type="http://schemas.openxmlformats.org/officeDocument/2006/relationships/tags" Target="../tags/tag47.xml"/><Relationship Id="rId4" Type="http://schemas.openxmlformats.org/officeDocument/2006/relationships/tags" Target="../tags/tag48.xml"/><Relationship Id="rId5" Type="http://schemas.openxmlformats.org/officeDocument/2006/relationships/tags" Target="../tags/tag49.xml"/><Relationship Id="rId6" Type="http://schemas.openxmlformats.org/officeDocument/2006/relationships/tags" Target="../tags/tag50.xml"/><Relationship Id="rId7"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13.jpeg"/><Relationship Id="rId3" Type="http://schemas.openxmlformats.org/officeDocument/2006/relationships/image" Target="../media/image14.jpeg"/><Relationship Id="rId4" Type="http://schemas.openxmlformats.org/officeDocument/2006/relationships/image" Target="../media/image15.jpeg"/><Relationship Id="rId5" Type="http://schemas.microsoft.com/office/2007/relationships/hdphoto" Target="../media/hdphoto6.wdp"/><Relationship Id="rId6" Type="http://schemas.openxmlformats.org/officeDocument/2006/relationships/image" Target="../media/image16.jpeg"/><Relationship Id="rId7" Type="http://schemas.microsoft.com/office/2007/relationships/hdphoto" Target="../media/hdphoto7.wdp"/></Relationships>
</file>

<file path=ppt/slides/_rels/slide13.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 Id="rId7" Type="http://schemas.openxmlformats.org/officeDocument/2006/relationships/tags" Target="../tags/tag57.xml"/><Relationship Id="rId8" Type="http://schemas.openxmlformats.org/officeDocument/2006/relationships/tags" Target="../tags/tag58.xml"/><Relationship Id="rId9" Type="http://schemas.openxmlformats.org/officeDocument/2006/relationships/tags" Target="../tags/tag59.xml"/><Relationship Id="rId10" Type="http://schemas.openxmlformats.org/officeDocument/2006/relationships/tags" Target="../tags/tag60.xml"/><Relationship Id="rId11" Type="http://schemas.openxmlformats.org/officeDocument/2006/relationships/tags" Target="../tags/tag61.xml"/><Relationship Id="rId12" Type="http://schemas.openxmlformats.org/officeDocument/2006/relationships/tags" Target="../tags/tag62.xml"/><Relationship Id="rId13" Type="http://schemas.openxmlformats.org/officeDocument/2006/relationships/tags" Target="../tags/tag63.xml"/><Relationship Id="rId14" Type="http://schemas.openxmlformats.org/officeDocument/2006/relationships/tags" Target="../tags/tag64.xml"/><Relationship Id="rId15" Type="http://schemas.openxmlformats.org/officeDocument/2006/relationships/tags" Target="../tags/tag65.xml"/><Relationship Id="rId16" Type="http://schemas.openxmlformats.org/officeDocument/2006/relationships/tags" Target="../tags/tag66.xml"/><Relationship Id="rId17" Type="http://schemas.openxmlformats.org/officeDocument/2006/relationships/tags" Target="../tags/tag67.xml"/><Relationship Id="rId18" Type="http://schemas.openxmlformats.org/officeDocument/2006/relationships/tags" Target="../tags/tag68.xml"/><Relationship Id="rId19" Type="http://schemas.openxmlformats.org/officeDocument/2006/relationships/tags" Target="../tags/tag69.xml"/><Relationship Id="rId20" Type="http://schemas.openxmlformats.org/officeDocument/2006/relationships/tags" Target="../tags/tag70.xml"/><Relationship Id="rId21" Type="http://schemas.openxmlformats.org/officeDocument/2006/relationships/tags" Target="../tags/tag71.xml"/><Relationship Id="rId22" Type="http://schemas.openxmlformats.org/officeDocument/2006/relationships/tags" Target="../tags/tag72.xml"/><Relationship Id="rId23" Type="http://schemas.openxmlformats.org/officeDocument/2006/relationships/tags" Target="../tags/tag73.xml"/><Relationship Id="rId24" Type="http://schemas.openxmlformats.org/officeDocument/2006/relationships/slideLayout" Target="../slideLayouts/slideLayout72.xml"/><Relationship Id="rId25" Type="http://schemas.openxmlformats.org/officeDocument/2006/relationships/image" Target="../media/image17.png"/><Relationship Id="rId26"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tags" Target="../tags/tag74.xml"/><Relationship Id="rId2" Type="http://schemas.openxmlformats.org/officeDocument/2006/relationships/tags" Target="../tags/tag75.xml"/><Relationship Id="rId3" Type="http://schemas.openxmlformats.org/officeDocument/2006/relationships/tags" Target="../tags/tag76.xml"/><Relationship Id="rId4" Type="http://schemas.openxmlformats.org/officeDocument/2006/relationships/tags" Target="../tags/tag77.xml"/><Relationship Id="rId5" Type="http://schemas.openxmlformats.org/officeDocument/2006/relationships/tags" Target="../tags/tag78.xml"/><Relationship Id="rId6" Type="http://schemas.openxmlformats.org/officeDocument/2006/relationships/tags" Target="../tags/tag79.xml"/><Relationship Id="rId7" Type="http://schemas.openxmlformats.org/officeDocument/2006/relationships/tags" Target="../tags/tag80.xml"/><Relationship Id="rId8" Type="http://schemas.openxmlformats.org/officeDocument/2006/relationships/tags" Target="../tags/tag81.xml"/><Relationship Id="rId9" Type="http://schemas.openxmlformats.org/officeDocument/2006/relationships/tags" Target="../tags/tag82.xml"/><Relationship Id="rId10" Type="http://schemas.openxmlformats.org/officeDocument/2006/relationships/tags" Target="../tags/tag83.xml"/><Relationship Id="rId11" Type="http://schemas.openxmlformats.org/officeDocument/2006/relationships/tags" Target="../tags/tag84.xml"/><Relationship Id="rId12" Type="http://schemas.openxmlformats.org/officeDocument/2006/relationships/tags" Target="../tags/tag85.xml"/><Relationship Id="rId13" Type="http://schemas.openxmlformats.org/officeDocument/2006/relationships/tags" Target="../tags/tag86.xml"/><Relationship Id="rId14" Type="http://schemas.openxmlformats.org/officeDocument/2006/relationships/tags" Target="../tags/tag87.xml"/><Relationship Id="rId15" Type="http://schemas.openxmlformats.org/officeDocument/2006/relationships/tags" Target="../tags/tag88.xml"/><Relationship Id="rId16" Type="http://schemas.openxmlformats.org/officeDocument/2006/relationships/tags" Target="../tags/tag89.xml"/><Relationship Id="rId17" Type="http://schemas.openxmlformats.org/officeDocument/2006/relationships/tags" Target="../tags/tag90.xml"/><Relationship Id="rId18" Type="http://schemas.openxmlformats.org/officeDocument/2006/relationships/tags" Target="../tags/tag91.xml"/><Relationship Id="rId19" Type="http://schemas.openxmlformats.org/officeDocument/2006/relationships/tags" Target="../tags/tag92.xml"/><Relationship Id="rId20" Type="http://schemas.openxmlformats.org/officeDocument/2006/relationships/tags" Target="../tags/tag93.xml"/><Relationship Id="rId21" Type="http://schemas.openxmlformats.org/officeDocument/2006/relationships/tags" Target="../tags/tag94.xml"/><Relationship Id="rId22" Type="http://schemas.openxmlformats.org/officeDocument/2006/relationships/tags" Target="../tags/tag95.xml"/><Relationship Id="rId23" Type="http://schemas.openxmlformats.org/officeDocument/2006/relationships/tags" Target="../tags/tag96.xml"/><Relationship Id="rId24" Type="http://schemas.openxmlformats.org/officeDocument/2006/relationships/tags" Target="../tags/tag97.xml"/><Relationship Id="rId25" Type="http://schemas.openxmlformats.org/officeDocument/2006/relationships/tags" Target="../tags/tag98.xml"/><Relationship Id="rId26" Type="http://schemas.openxmlformats.org/officeDocument/2006/relationships/tags" Target="../tags/tag99.xml"/><Relationship Id="rId27" Type="http://schemas.openxmlformats.org/officeDocument/2006/relationships/tags" Target="../tags/tag100.xml"/><Relationship Id="rId28" Type="http://schemas.openxmlformats.org/officeDocument/2006/relationships/tags" Target="../tags/tag101.xml"/><Relationship Id="rId29" Type="http://schemas.openxmlformats.org/officeDocument/2006/relationships/tags" Target="../tags/tag102.xml"/><Relationship Id="rId30" Type="http://schemas.openxmlformats.org/officeDocument/2006/relationships/tags" Target="../tags/tag103.xml"/><Relationship Id="rId31" Type="http://schemas.openxmlformats.org/officeDocument/2006/relationships/tags" Target="../tags/tag104.xml"/><Relationship Id="rId32" Type="http://schemas.openxmlformats.org/officeDocument/2006/relationships/slideLayout" Target="../slideLayouts/slideLayout6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6.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tags" Target="../tags/tag106.xml"/><Relationship Id="rId3" Type="http://schemas.openxmlformats.org/officeDocument/2006/relationships/tags" Target="../tags/tag107.xml"/><Relationship Id="rId4" Type="http://schemas.openxmlformats.org/officeDocument/2006/relationships/tags" Target="../tags/tag108.xml"/><Relationship Id="rId5" Type="http://schemas.openxmlformats.org/officeDocument/2006/relationships/tags" Target="../tags/tag109.xml"/><Relationship Id="rId6" Type="http://schemas.openxmlformats.org/officeDocument/2006/relationships/slideLayout" Target="../slideLayouts/slideLayout67.xml"/><Relationship Id="rId7" Type="http://schemas.openxmlformats.org/officeDocument/2006/relationships/image" Target="../media/image18.jpeg"/><Relationship Id="rId8" Type="http://schemas.microsoft.com/office/2007/relationships/hdphoto" Target="../media/hdphoto8.wdp"/><Relationship Id="rId9" Type="http://schemas.openxmlformats.org/officeDocument/2006/relationships/image" Target="../media/image19.jpeg"/><Relationship Id="rId10" Type="http://schemas.microsoft.com/office/2007/relationships/hdphoto" Target="../media/hdphoto9.wdp"/><Relationship Id="rId11" Type="http://schemas.openxmlformats.org/officeDocument/2006/relationships/image" Target="../media/image20.jpeg"/><Relationship Id="rId12" Type="http://schemas.microsoft.com/office/2007/relationships/hdphoto" Target="../media/hdphoto10.wdp"/><Relationship Id="rId13" Type="http://schemas.openxmlformats.org/officeDocument/2006/relationships/image" Target="../media/image21.jpeg"/><Relationship Id="rId14" Type="http://schemas.microsoft.com/office/2007/relationships/hdphoto" Target="../media/hdphoto11.wd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8.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tags" Target="../tags/tag111.xml"/><Relationship Id="rId3" Type="http://schemas.openxmlformats.org/officeDocument/2006/relationships/tags" Target="../tags/tag112.xml"/><Relationship Id="rId4" Type="http://schemas.openxmlformats.org/officeDocument/2006/relationships/tags" Target="../tags/tag113.xml"/><Relationship Id="rId5" Type="http://schemas.openxmlformats.org/officeDocument/2006/relationships/tags" Target="../tags/tag114.xml"/><Relationship Id="rId6" Type="http://schemas.openxmlformats.org/officeDocument/2006/relationships/slideLayout" Target="../slideLayouts/slideLayout67.xml"/><Relationship Id="rId7"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0.xml.rels><?xml version='1.0' encoding='UTF-8' standalone='yes'?>
<Relationships xmlns="http://schemas.openxmlformats.org/package/2006/relationships"><Relationship Id="rId1" Type="http://schemas.openxmlformats.org/officeDocument/2006/relationships/tags" Target="../tags/tag115.xml"/><Relationship Id="rId2" Type="http://schemas.openxmlformats.org/officeDocument/2006/relationships/tags" Target="../tags/tag116.xml"/><Relationship Id="rId3" Type="http://schemas.openxmlformats.org/officeDocument/2006/relationships/tags" Target="../tags/tag117.xml"/><Relationship Id="rId4" Type="http://schemas.openxmlformats.org/officeDocument/2006/relationships/slideLayout" Target="../slideLayouts/slideLayout67.xml"/></Relationships>
</file>

<file path=ppt/slides/_rels/slide21.xml.rels><?xml version='1.0' encoding='UTF-8' standalone='yes'?>
<Relationships xmlns="http://schemas.openxmlformats.org/package/2006/relationships"><Relationship Id="rId1" Type="http://schemas.openxmlformats.org/officeDocument/2006/relationships/tags" Target="../tags/tag118.xml"/><Relationship Id="rId2" Type="http://schemas.openxmlformats.org/officeDocument/2006/relationships/tags" Target="../tags/tag119.xml"/><Relationship Id="rId3" Type="http://schemas.openxmlformats.org/officeDocument/2006/relationships/tags" Target="../tags/tag120.xml"/><Relationship Id="rId4" Type="http://schemas.openxmlformats.org/officeDocument/2006/relationships/tags" Target="../tags/tag121.xml"/><Relationship Id="rId5" Type="http://schemas.openxmlformats.org/officeDocument/2006/relationships/tags" Target="../tags/tag122.xml"/><Relationship Id="rId6" Type="http://schemas.openxmlformats.org/officeDocument/2006/relationships/tags" Target="../tags/tag123.xml"/><Relationship Id="rId7" Type="http://schemas.openxmlformats.org/officeDocument/2006/relationships/tags" Target="../tags/tag124.xml"/><Relationship Id="rId8" Type="http://schemas.openxmlformats.org/officeDocument/2006/relationships/tags" Target="../tags/tag125.xml"/><Relationship Id="rId9" Type="http://schemas.openxmlformats.org/officeDocument/2006/relationships/tags" Target="../tags/tag126.xml"/><Relationship Id="rId10" Type="http://schemas.openxmlformats.org/officeDocument/2006/relationships/tags" Target="../tags/tag127.xml"/><Relationship Id="rId11" Type="http://schemas.openxmlformats.org/officeDocument/2006/relationships/tags" Target="../tags/tag128.xml"/><Relationship Id="rId12" Type="http://schemas.openxmlformats.org/officeDocument/2006/relationships/tags" Target="../tags/tag129.xml"/><Relationship Id="rId13" Type="http://schemas.openxmlformats.org/officeDocument/2006/relationships/tags" Target="../tags/tag130.xml"/><Relationship Id="rId14" Type="http://schemas.openxmlformats.org/officeDocument/2006/relationships/tags" Target="../tags/tag131.xml"/><Relationship Id="rId15" Type="http://schemas.openxmlformats.org/officeDocument/2006/relationships/tags" Target="../tags/tag132.xml"/><Relationship Id="rId16" Type="http://schemas.openxmlformats.org/officeDocument/2006/relationships/tags" Target="../tags/tag133.xml"/><Relationship Id="rId17" Type="http://schemas.openxmlformats.org/officeDocument/2006/relationships/slideLayout" Target="../slideLayouts/slideLayout67.xml"/><Relationship Id="rId18" Type="http://schemas.openxmlformats.org/officeDocument/2006/relationships/image" Target="../media/image22.jpeg"/><Relationship Id="rId19" Type="http://schemas.openxmlformats.org/officeDocument/2006/relationships/image" Target="../media/image23.jpeg"/></Relationships>
</file>

<file path=ppt/slides/_rels/slide22.xml.rels><?xml version='1.0' encoding='UTF-8' standalone='yes'?>
<Relationships xmlns="http://schemas.openxmlformats.org/package/2006/relationships"><Relationship Id="rId1" Type="http://schemas.openxmlformats.org/officeDocument/2006/relationships/tags" Target="../tags/tag134.xml"/><Relationship Id="rId2" Type="http://schemas.openxmlformats.org/officeDocument/2006/relationships/tags" Target="../tags/tag135.xml"/><Relationship Id="rId3" Type="http://schemas.openxmlformats.org/officeDocument/2006/relationships/tags" Target="../tags/tag136.xml"/><Relationship Id="rId4" Type="http://schemas.openxmlformats.org/officeDocument/2006/relationships/tags" Target="../tags/tag137.xml"/><Relationship Id="rId5" Type="http://schemas.openxmlformats.org/officeDocument/2006/relationships/tags" Target="../tags/tag138.xml"/><Relationship Id="rId6" Type="http://schemas.openxmlformats.org/officeDocument/2006/relationships/tags" Target="../tags/tag139.xml"/><Relationship Id="rId7" Type="http://schemas.openxmlformats.org/officeDocument/2006/relationships/tags" Target="../tags/tag140.xml"/><Relationship Id="rId8" Type="http://schemas.openxmlformats.org/officeDocument/2006/relationships/tags" Target="../tags/tag141.xml"/><Relationship Id="rId9" Type="http://schemas.openxmlformats.org/officeDocument/2006/relationships/tags" Target="../tags/tag142.xml"/><Relationship Id="rId10" Type="http://schemas.openxmlformats.org/officeDocument/2006/relationships/tags" Target="../tags/tag143.xml"/><Relationship Id="rId11" Type="http://schemas.openxmlformats.org/officeDocument/2006/relationships/tags" Target="../tags/tag144.xml"/><Relationship Id="rId12" Type="http://schemas.openxmlformats.org/officeDocument/2006/relationships/tags" Target="../tags/tag145.xml"/><Relationship Id="rId13" Type="http://schemas.openxmlformats.org/officeDocument/2006/relationships/tags" Target="../tags/tag146.xml"/><Relationship Id="rId14" Type="http://schemas.openxmlformats.org/officeDocument/2006/relationships/tags" Target="../tags/tag147.xml"/><Relationship Id="rId15" Type="http://schemas.openxmlformats.org/officeDocument/2006/relationships/tags" Target="../tags/tag148.xml"/><Relationship Id="rId16" Type="http://schemas.openxmlformats.org/officeDocument/2006/relationships/tags" Target="../tags/tag149.xml"/><Relationship Id="rId17" Type="http://schemas.openxmlformats.org/officeDocument/2006/relationships/slideLayout" Target="../slideLayouts/slideLayout72.xml"/><Relationship Id="rId18"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25.xml.rels><?xml version='1.0' encoding='UTF-8' standalone='yes'?>
<Relationships xmlns="http://schemas.openxmlformats.org/package/2006/relationships"><Relationship Id="rId1" Type="http://schemas.openxmlformats.org/officeDocument/2006/relationships/tags" Target="../tags/tag150.xml"/><Relationship Id="rId2" Type="http://schemas.openxmlformats.org/officeDocument/2006/relationships/tags" Target="../tags/tag151.xml"/><Relationship Id="rId3" Type="http://schemas.openxmlformats.org/officeDocument/2006/relationships/tags" Target="../tags/tag152.xml"/><Relationship Id="rId4" Type="http://schemas.openxmlformats.org/officeDocument/2006/relationships/tags" Target="../tags/tag153.xml"/><Relationship Id="rId5" Type="http://schemas.openxmlformats.org/officeDocument/2006/relationships/tags" Target="../tags/tag154.xml"/><Relationship Id="rId6" Type="http://schemas.openxmlformats.org/officeDocument/2006/relationships/tags" Target="../tags/tag155.xml"/><Relationship Id="rId7" Type="http://schemas.openxmlformats.org/officeDocument/2006/relationships/tags" Target="../tags/tag156.xml"/><Relationship Id="rId8" Type="http://schemas.openxmlformats.org/officeDocument/2006/relationships/tags" Target="../tags/tag157.xml"/><Relationship Id="rId9" Type="http://schemas.openxmlformats.org/officeDocument/2006/relationships/tags" Target="../tags/tag158.xml"/><Relationship Id="rId10" Type="http://schemas.openxmlformats.org/officeDocument/2006/relationships/tags" Target="../tags/tag159.xml"/><Relationship Id="rId11" Type="http://schemas.openxmlformats.org/officeDocument/2006/relationships/slideLayout" Target="../slideLayouts/slideLayout7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tags" Target="../tags/tag160.xml"/><Relationship Id="rId2" Type="http://schemas.openxmlformats.org/officeDocument/2006/relationships/tags" Target="../tags/tag161.xml"/><Relationship Id="rId3" Type="http://schemas.openxmlformats.org/officeDocument/2006/relationships/tags" Target="../tags/tag162.xml"/><Relationship Id="rId4" Type="http://schemas.openxmlformats.org/officeDocument/2006/relationships/tags" Target="../tags/tag163.xml"/><Relationship Id="rId5" Type="http://schemas.openxmlformats.org/officeDocument/2006/relationships/tags" Target="../tags/tag164.xml"/><Relationship Id="rId6" Type="http://schemas.openxmlformats.org/officeDocument/2006/relationships/tags" Target="../tags/tag165.xml"/><Relationship Id="rId7" Type="http://schemas.openxmlformats.org/officeDocument/2006/relationships/tags" Target="../tags/tag166.xml"/><Relationship Id="rId8" Type="http://schemas.openxmlformats.org/officeDocument/2006/relationships/tags" Target="../tags/tag167.xml"/><Relationship Id="rId9" Type="http://schemas.openxmlformats.org/officeDocument/2006/relationships/tags" Target="../tags/tag168.xml"/><Relationship Id="rId10" Type="http://schemas.openxmlformats.org/officeDocument/2006/relationships/tags" Target="../tags/tag169.xml"/><Relationship Id="rId1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tags" Target="../tags/tag171.xml"/><Relationship Id="rId3" Type="http://schemas.openxmlformats.org/officeDocument/2006/relationships/tags" Target="../tags/tag172.xml"/><Relationship Id="rId4" Type="http://schemas.openxmlformats.org/officeDocument/2006/relationships/tags" Target="../tags/tag173.xml"/><Relationship Id="rId5" Type="http://schemas.openxmlformats.org/officeDocument/2006/relationships/tags" Target="../tags/tag174.xml"/><Relationship Id="rId6" Type="http://schemas.openxmlformats.org/officeDocument/2006/relationships/tags" Target="../tags/tag175.xml"/><Relationship Id="rId7" Type="http://schemas.openxmlformats.org/officeDocument/2006/relationships/tags" Target="../tags/tag176.xml"/><Relationship Id="rId8" Type="http://schemas.openxmlformats.org/officeDocument/2006/relationships/tags" Target="../tags/tag177.xml"/><Relationship Id="rId9" Type="http://schemas.openxmlformats.org/officeDocument/2006/relationships/tags" Target="../tags/tag178.xml"/><Relationship Id="rId10" Type="http://schemas.openxmlformats.org/officeDocument/2006/relationships/tags" Target="../tags/tag179.xml"/><Relationship Id="rId11" Type="http://schemas.openxmlformats.org/officeDocument/2006/relationships/tags" Target="../tags/tag180.xml"/><Relationship Id="rId12" Type="http://schemas.openxmlformats.org/officeDocument/2006/relationships/tags" Target="../tags/tag181.xml"/><Relationship Id="rId13" Type="http://schemas.openxmlformats.org/officeDocument/2006/relationships/tags" Target="../tags/tag182.xml"/><Relationship Id="rId14" Type="http://schemas.openxmlformats.org/officeDocument/2006/relationships/tags" Target="../tags/tag183.xml"/><Relationship Id="rId15" Type="http://schemas.openxmlformats.org/officeDocument/2006/relationships/tags" Target="../tags/tag184.xml"/><Relationship Id="rId16" Type="http://schemas.openxmlformats.org/officeDocument/2006/relationships/tags" Target="../tags/tag185.xml"/><Relationship Id="rId17" Type="http://schemas.openxmlformats.org/officeDocument/2006/relationships/tags" Target="../tags/tag186.xml"/><Relationship Id="rId18" Type="http://schemas.openxmlformats.org/officeDocument/2006/relationships/tags" Target="../tags/tag187.xml"/><Relationship Id="rId19" Type="http://schemas.openxmlformats.org/officeDocument/2006/relationships/tags" Target="../tags/tag188.xml"/><Relationship Id="rId20" Type="http://schemas.openxmlformats.org/officeDocument/2006/relationships/tags" Target="../tags/tag189.xml"/><Relationship Id="rId21" Type="http://schemas.openxmlformats.org/officeDocument/2006/relationships/tags" Target="../tags/tag190.xml"/><Relationship Id="rId22" Type="http://schemas.openxmlformats.org/officeDocument/2006/relationships/tags" Target="../tags/tag191.xml"/><Relationship Id="rId23" Type="http://schemas.openxmlformats.org/officeDocument/2006/relationships/tags" Target="../tags/tag192.xml"/><Relationship Id="rId24" Type="http://schemas.openxmlformats.org/officeDocument/2006/relationships/tags" Target="../tags/tag193.xml"/><Relationship Id="rId25" Type="http://schemas.openxmlformats.org/officeDocument/2006/relationships/tags" Target="../tags/tag194.xml"/><Relationship Id="rId26" Type="http://schemas.openxmlformats.org/officeDocument/2006/relationships/tags" Target="../tags/tag195.xml"/><Relationship Id="rId27" Type="http://schemas.openxmlformats.org/officeDocument/2006/relationships/tags" Target="../tags/tag196.xml"/><Relationship Id="rId28" Type="http://schemas.openxmlformats.org/officeDocument/2006/relationships/tags" Target="../tags/tag197.xml"/><Relationship Id="rId29" Type="http://schemas.openxmlformats.org/officeDocument/2006/relationships/tags" Target="../tags/tag198.xml"/><Relationship Id="rId30" Type="http://schemas.openxmlformats.org/officeDocument/2006/relationships/tags" Target="../tags/tag199.xml"/><Relationship Id="rId31" Type="http://schemas.openxmlformats.org/officeDocument/2006/relationships/tags" Target="../tags/tag200.xml"/><Relationship Id="rId32" Type="http://schemas.openxmlformats.org/officeDocument/2006/relationships/tags" Target="../tags/tag201.xml"/><Relationship Id="rId33" Type="http://schemas.openxmlformats.org/officeDocument/2006/relationships/tags" Target="../tags/tag202.xml"/><Relationship Id="rId34" Type="http://schemas.openxmlformats.org/officeDocument/2006/relationships/tags" Target="../tags/tag203.xml"/><Relationship Id="rId35" Type="http://schemas.openxmlformats.org/officeDocument/2006/relationships/tags" Target="../tags/tag204.xml"/><Relationship Id="rId36" Type="http://schemas.openxmlformats.org/officeDocument/2006/relationships/tags" Target="../tags/tag205.xml"/><Relationship Id="rId37" Type="http://schemas.openxmlformats.org/officeDocument/2006/relationships/tags" Target="../tags/tag206.xml"/><Relationship Id="rId38" Type="http://schemas.openxmlformats.org/officeDocument/2006/relationships/tags" Target="../tags/tag207.xml"/><Relationship Id="rId39" Type="http://schemas.openxmlformats.org/officeDocument/2006/relationships/slideLayout" Target="../slideLayouts/slideLayout67.xml"/></Relationships>
</file>

<file path=ppt/slides/_rels/slide29.xml.rels><?xml version='1.0' encoding='UTF-8' standalone='yes'?>
<Relationships xmlns="http://schemas.openxmlformats.org/package/2006/relationships"><Relationship Id="rId1" Type="http://schemas.openxmlformats.org/officeDocument/2006/relationships/tags" Target="../tags/tag208.xml"/><Relationship Id="rId2" Type="http://schemas.openxmlformats.org/officeDocument/2006/relationships/tags" Target="../tags/tag209.xml"/><Relationship Id="rId3" Type="http://schemas.openxmlformats.org/officeDocument/2006/relationships/tags" Target="../tags/tag210.xml"/><Relationship Id="rId4" Type="http://schemas.openxmlformats.org/officeDocument/2006/relationships/tags" Target="../tags/tag211.xml"/><Relationship Id="rId5" Type="http://schemas.openxmlformats.org/officeDocument/2006/relationships/tags" Target="../tags/tag212.xml"/><Relationship Id="rId6" Type="http://schemas.openxmlformats.org/officeDocument/2006/relationships/tags" Target="../tags/tag213.xml"/><Relationship Id="rId7" Type="http://schemas.openxmlformats.org/officeDocument/2006/relationships/tags" Target="../tags/tag214.xml"/><Relationship Id="rId8" Type="http://schemas.openxmlformats.org/officeDocument/2006/relationships/tags" Target="../tags/tag215.xml"/><Relationship Id="rId9" Type="http://schemas.openxmlformats.org/officeDocument/2006/relationships/tags" Target="../tags/tag216.xml"/><Relationship Id="rId10" Type="http://schemas.openxmlformats.org/officeDocument/2006/relationships/tags" Target="../tags/tag217.xml"/><Relationship Id="rId11" Type="http://schemas.openxmlformats.org/officeDocument/2006/relationships/tags" Target="../tags/tag218.xml"/><Relationship Id="rId12" Type="http://schemas.openxmlformats.org/officeDocument/2006/relationships/tags" Target="../tags/tag219.xml"/><Relationship Id="rId13" Type="http://schemas.openxmlformats.org/officeDocument/2006/relationships/tags" Target="../tags/tag220.xml"/><Relationship Id="rId14" Type="http://schemas.openxmlformats.org/officeDocument/2006/relationships/tags" Target="../tags/tag221.xml"/><Relationship Id="rId15" Type="http://schemas.openxmlformats.org/officeDocument/2006/relationships/tags" Target="../tags/tag222.xml"/><Relationship Id="rId16" Type="http://schemas.openxmlformats.org/officeDocument/2006/relationships/tags" Target="../tags/tag223.xml"/><Relationship Id="rId17" Type="http://schemas.openxmlformats.org/officeDocument/2006/relationships/tags" Target="../tags/tag224.xml"/><Relationship Id="rId18" Type="http://schemas.openxmlformats.org/officeDocument/2006/relationships/tags" Target="../tags/tag225.xml"/><Relationship Id="rId19" Type="http://schemas.openxmlformats.org/officeDocument/2006/relationships/tags" Target="../tags/tag226.xml"/><Relationship Id="rId20" Type="http://schemas.openxmlformats.org/officeDocument/2006/relationships/tags" Target="../tags/tag227.xml"/><Relationship Id="rId21" Type="http://schemas.openxmlformats.org/officeDocument/2006/relationships/tags" Target="../tags/tag228.xml"/><Relationship Id="rId22" Type="http://schemas.openxmlformats.org/officeDocument/2006/relationships/tags" Target="../tags/tag229.xml"/><Relationship Id="rId23" Type="http://schemas.openxmlformats.org/officeDocument/2006/relationships/tags" Target="../tags/tag230.xml"/><Relationship Id="rId24" Type="http://schemas.openxmlformats.org/officeDocument/2006/relationships/tags" Target="../tags/tag231.xml"/><Relationship Id="rId25" Type="http://schemas.openxmlformats.org/officeDocument/2006/relationships/tags" Target="../tags/tag232.xml"/><Relationship Id="rId26" Type="http://schemas.openxmlformats.org/officeDocument/2006/relationships/tags" Target="../tags/tag233.xml"/><Relationship Id="rId27" Type="http://schemas.openxmlformats.org/officeDocument/2006/relationships/tags" Target="../tags/tag234.xml"/><Relationship Id="rId28" Type="http://schemas.openxmlformats.org/officeDocument/2006/relationships/tags" Target="../tags/tag235.xml"/><Relationship Id="rId29" Type="http://schemas.openxmlformats.org/officeDocument/2006/relationships/tags" Target="../tags/tag236.xml"/><Relationship Id="rId30" Type="http://schemas.openxmlformats.org/officeDocument/2006/relationships/tags" Target="../tags/tag237.xml"/><Relationship Id="rId31" Type="http://schemas.openxmlformats.org/officeDocument/2006/relationships/tags" Target="../tags/tag238.xml"/><Relationship Id="rId32" Type="http://schemas.openxmlformats.org/officeDocument/2006/relationships/tags" Target="../tags/tag239.xml"/><Relationship Id="rId33" Type="http://schemas.openxmlformats.org/officeDocument/2006/relationships/tags" Target="../tags/tag240.xml"/><Relationship Id="rId34" Type="http://schemas.openxmlformats.org/officeDocument/2006/relationships/tags" Target="../tags/tag241.xml"/><Relationship Id="rId35" Type="http://schemas.openxmlformats.org/officeDocument/2006/relationships/tags" Target="../tags/tag242.xml"/><Relationship Id="rId36" Type="http://schemas.openxmlformats.org/officeDocument/2006/relationships/tags" Target="../tags/tag243.xml"/><Relationship Id="rId37" Type="http://schemas.openxmlformats.org/officeDocument/2006/relationships/slideLayout" Target="../slideLayouts/slideLayout67.xml"/><Relationship Id="rId38" Type="http://schemas.openxmlformats.org/officeDocument/2006/relationships/image" Target="../media/image28.jpeg"/><Relationship Id="rId39" Type="http://schemas.microsoft.com/office/2007/relationships/hdphoto" Target="../media/hdphoto12.wdp"/><Relationship Id="rId40" Type="http://schemas.openxmlformats.org/officeDocument/2006/relationships/image" Target="../media/image29.jpeg"/></Relationships>
</file>

<file path=ppt/slides/_rels/slide30.xml.rels><?xml version='1.0' encoding='UTF-8' standalone='yes'?>
<Relationships xmlns="http://schemas.openxmlformats.org/package/2006/relationships"><Relationship Id="rId1" Type="http://schemas.openxmlformats.org/officeDocument/2006/relationships/tags" Target="../tags/tag244.xml"/><Relationship Id="rId2" Type="http://schemas.openxmlformats.org/officeDocument/2006/relationships/tags" Target="../tags/tag245.xml"/><Relationship Id="rId3" Type="http://schemas.openxmlformats.org/officeDocument/2006/relationships/tags" Target="../tags/tag246.xml"/><Relationship Id="rId4" Type="http://schemas.openxmlformats.org/officeDocument/2006/relationships/tags" Target="../tags/tag247.xml"/><Relationship Id="rId5" Type="http://schemas.openxmlformats.org/officeDocument/2006/relationships/tags" Target="../tags/tag248.xml"/><Relationship Id="rId6" Type="http://schemas.openxmlformats.org/officeDocument/2006/relationships/tags" Target="../tags/tag249.xml"/><Relationship Id="rId7" Type="http://schemas.openxmlformats.org/officeDocument/2006/relationships/tags" Target="../tags/tag250.xml"/><Relationship Id="rId8" Type="http://schemas.openxmlformats.org/officeDocument/2006/relationships/tags" Target="../tags/tag251.xml"/><Relationship Id="rId9" Type="http://schemas.openxmlformats.org/officeDocument/2006/relationships/tags" Target="../tags/tag252.xml"/><Relationship Id="rId10" Type="http://schemas.openxmlformats.org/officeDocument/2006/relationships/slideLayout" Target="../slideLayouts/slideLayout67.xml"/><Relationship Id="rId1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教学内容图</a:t>
            </a:r>
          </a:p>
        </p:txBody>
      </p:sp>
      <p:cxnSp>
        <p:nvCxnSpPr>
          <p:cNvPr id="17" name="直接连接符 16"/>
          <p:cNvCxnSpPr/>
          <p:nvPr/>
        </p:nvCxnSpPr>
        <p:spPr>
          <a:xfrm>
            <a:off x="292554"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87" name="组合 86"/>
          <p:cNvGrpSpPr/>
          <p:nvPr/>
        </p:nvGrpSpPr>
        <p:grpSpPr>
          <a:xfrm>
            <a:off x="4051002" y="2387807"/>
            <a:ext cx="4180186" cy="2844532"/>
            <a:chOff x="4051002" y="2387807"/>
            <a:chExt cx="4180186" cy="2844532"/>
          </a:xfrm>
        </p:grpSpPr>
        <p:sp>
          <p:nvSpPr>
            <p:cNvPr id="23" name="Freeform 39"/>
            <p:cNvSpPr>
              <a:spLocks noEditPoints="1"/>
            </p:cNvSpPr>
            <p:nvPr/>
          </p:nvSpPr>
          <p:spPr bwMode="auto">
            <a:xfrm>
              <a:off x="4051002" y="2760151"/>
              <a:ext cx="2143958" cy="2149799"/>
            </a:xfrm>
            <a:custGeom>
              <a:avLst/>
              <a:gdLst>
                <a:gd name="T0" fmla="*/ 430 w 917"/>
                <a:gd name="T1" fmla="*/ 900 h 917"/>
                <a:gd name="T2" fmla="*/ 459 w 917"/>
                <a:gd name="T3" fmla="*/ 862 h 917"/>
                <a:gd name="T4" fmla="*/ 556 w 917"/>
                <a:gd name="T5" fmla="*/ 869 h 917"/>
                <a:gd name="T6" fmla="*/ 591 w 917"/>
                <a:gd name="T7" fmla="*/ 899 h 917"/>
                <a:gd name="T8" fmla="*/ 655 w 917"/>
                <a:gd name="T9" fmla="*/ 855 h 917"/>
                <a:gd name="T10" fmla="*/ 661 w 917"/>
                <a:gd name="T11" fmla="*/ 807 h 917"/>
                <a:gd name="T12" fmla="*/ 748 w 917"/>
                <a:gd name="T13" fmla="*/ 766 h 917"/>
                <a:gd name="T14" fmla="*/ 793 w 917"/>
                <a:gd name="T15" fmla="*/ 774 h 917"/>
                <a:gd name="T16" fmla="*/ 827 w 917"/>
                <a:gd name="T17" fmla="*/ 704 h 917"/>
                <a:gd name="T18" fmla="*/ 808 w 917"/>
                <a:gd name="T19" fmla="*/ 660 h 917"/>
                <a:gd name="T20" fmla="*/ 863 w 917"/>
                <a:gd name="T21" fmla="*/ 580 h 917"/>
                <a:gd name="T22" fmla="*/ 906 w 917"/>
                <a:gd name="T23" fmla="*/ 564 h 917"/>
                <a:gd name="T24" fmla="*/ 900 w 917"/>
                <a:gd name="T25" fmla="*/ 487 h 917"/>
                <a:gd name="T26" fmla="*/ 862 w 917"/>
                <a:gd name="T27" fmla="*/ 458 h 917"/>
                <a:gd name="T28" fmla="*/ 869 w 917"/>
                <a:gd name="T29" fmla="*/ 361 h 917"/>
                <a:gd name="T30" fmla="*/ 899 w 917"/>
                <a:gd name="T31" fmla="*/ 326 h 917"/>
                <a:gd name="T32" fmla="*/ 855 w 917"/>
                <a:gd name="T33" fmla="*/ 262 h 917"/>
                <a:gd name="T34" fmla="*/ 808 w 917"/>
                <a:gd name="T35" fmla="*/ 256 h 917"/>
                <a:gd name="T36" fmla="*/ 766 w 917"/>
                <a:gd name="T37" fmla="*/ 169 h 917"/>
                <a:gd name="T38" fmla="*/ 774 w 917"/>
                <a:gd name="T39" fmla="*/ 124 h 917"/>
                <a:gd name="T40" fmla="*/ 704 w 917"/>
                <a:gd name="T41" fmla="*/ 90 h 917"/>
                <a:gd name="T42" fmla="*/ 660 w 917"/>
                <a:gd name="T43" fmla="*/ 109 h 917"/>
                <a:gd name="T44" fmla="*/ 580 w 917"/>
                <a:gd name="T45" fmla="*/ 54 h 917"/>
                <a:gd name="T46" fmla="*/ 564 w 917"/>
                <a:gd name="T47" fmla="*/ 11 h 917"/>
                <a:gd name="T48" fmla="*/ 487 w 917"/>
                <a:gd name="T49" fmla="*/ 17 h 917"/>
                <a:gd name="T50" fmla="*/ 458 w 917"/>
                <a:gd name="T51" fmla="*/ 55 h 917"/>
                <a:gd name="T52" fmla="*/ 361 w 917"/>
                <a:gd name="T53" fmla="*/ 47 h 917"/>
                <a:gd name="T54" fmla="*/ 326 w 917"/>
                <a:gd name="T55" fmla="*/ 18 h 917"/>
                <a:gd name="T56" fmla="*/ 263 w 917"/>
                <a:gd name="T57" fmla="*/ 62 h 917"/>
                <a:gd name="T58" fmla="*/ 256 w 917"/>
                <a:gd name="T59" fmla="*/ 109 h 917"/>
                <a:gd name="T60" fmla="*/ 169 w 917"/>
                <a:gd name="T61" fmla="*/ 151 h 917"/>
                <a:gd name="T62" fmla="*/ 124 w 917"/>
                <a:gd name="T63" fmla="*/ 143 h 917"/>
                <a:gd name="T64" fmla="*/ 90 w 917"/>
                <a:gd name="T65" fmla="*/ 213 h 917"/>
                <a:gd name="T66" fmla="*/ 109 w 917"/>
                <a:gd name="T67" fmla="*/ 257 h 917"/>
                <a:gd name="T68" fmla="*/ 54 w 917"/>
                <a:gd name="T69" fmla="*/ 337 h 917"/>
                <a:gd name="T70" fmla="*/ 11 w 917"/>
                <a:gd name="T71" fmla="*/ 353 h 917"/>
                <a:gd name="T72" fmla="*/ 17 w 917"/>
                <a:gd name="T73" fmla="*/ 430 h 917"/>
                <a:gd name="T74" fmla="*/ 55 w 917"/>
                <a:gd name="T75" fmla="*/ 459 h 917"/>
                <a:gd name="T76" fmla="*/ 47 w 917"/>
                <a:gd name="T77" fmla="*/ 556 h 917"/>
                <a:gd name="T78" fmla="*/ 18 w 917"/>
                <a:gd name="T79" fmla="*/ 591 h 917"/>
                <a:gd name="T80" fmla="*/ 62 w 917"/>
                <a:gd name="T81" fmla="*/ 654 h 917"/>
                <a:gd name="T82" fmla="*/ 109 w 917"/>
                <a:gd name="T83" fmla="*/ 661 h 917"/>
                <a:gd name="T84" fmla="*/ 151 w 917"/>
                <a:gd name="T85" fmla="*/ 748 h 917"/>
                <a:gd name="T86" fmla="*/ 143 w 917"/>
                <a:gd name="T87" fmla="*/ 793 h 917"/>
                <a:gd name="T88" fmla="*/ 213 w 917"/>
                <a:gd name="T89" fmla="*/ 827 h 917"/>
                <a:gd name="T90" fmla="*/ 257 w 917"/>
                <a:gd name="T91" fmla="*/ 808 h 917"/>
                <a:gd name="T92" fmla="*/ 337 w 917"/>
                <a:gd name="T93" fmla="*/ 863 h 917"/>
                <a:gd name="T94" fmla="*/ 353 w 917"/>
                <a:gd name="T95" fmla="*/ 906 h 917"/>
                <a:gd name="T96" fmla="*/ 195 w 917"/>
                <a:gd name="T97" fmla="*/ 411 h 917"/>
                <a:gd name="T98" fmla="*/ 722 w 917"/>
                <a:gd name="T99" fmla="*/ 504 h 917"/>
                <a:gd name="T100" fmla="*/ 195 w 917"/>
                <a:gd name="T101" fmla="*/ 411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17" h="917">
                  <a:moveTo>
                    <a:pt x="406" y="915"/>
                  </a:moveTo>
                  <a:cubicBezTo>
                    <a:pt x="416" y="917"/>
                    <a:pt x="427" y="910"/>
                    <a:pt x="430" y="900"/>
                  </a:cubicBezTo>
                  <a:cubicBezTo>
                    <a:pt x="435" y="880"/>
                    <a:pt x="435" y="880"/>
                    <a:pt x="435" y="880"/>
                  </a:cubicBezTo>
                  <a:cubicBezTo>
                    <a:pt x="438" y="870"/>
                    <a:pt x="449" y="862"/>
                    <a:pt x="459" y="862"/>
                  </a:cubicBezTo>
                  <a:cubicBezTo>
                    <a:pt x="483" y="862"/>
                    <a:pt x="506" y="860"/>
                    <a:pt x="529" y="856"/>
                  </a:cubicBezTo>
                  <a:cubicBezTo>
                    <a:pt x="539" y="854"/>
                    <a:pt x="551" y="860"/>
                    <a:pt x="556" y="869"/>
                  </a:cubicBezTo>
                  <a:cubicBezTo>
                    <a:pt x="565" y="888"/>
                    <a:pt x="565" y="888"/>
                    <a:pt x="565" y="888"/>
                  </a:cubicBezTo>
                  <a:cubicBezTo>
                    <a:pt x="569" y="898"/>
                    <a:pt x="581" y="903"/>
                    <a:pt x="591" y="899"/>
                  </a:cubicBezTo>
                  <a:cubicBezTo>
                    <a:pt x="642" y="880"/>
                    <a:pt x="642" y="880"/>
                    <a:pt x="642" y="880"/>
                  </a:cubicBezTo>
                  <a:cubicBezTo>
                    <a:pt x="651" y="877"/>
                    <a:pt x="657" y="866"/>
                    <a:pt x="655" y="855"/>
                  </a:cubicBezTo>
                  <a:cubicBezTo>
                    <a:pt x="649" y="835"/>
                    <a:pt x="649" y="835"/>
                    <a:pt x="649" y="835"/>
                  </a:cubicBezTo>
                  <a:cubicBezTo>
                    <a:pt x="646" y="825"/>
                    <a:pt x="652" y="813"/>
                    <a:pt x="661" y="807"/>
                  </a:cubicBezTo>
                  <a:cubicBezTo>
                    <a:pt x="681" y="796"/>
                    <a:pt x="700" y="782"/>
                    <a:pt x="718" y="767"/>
                  </a:cubicBezTo>
                  <a:cubicBezTo>
                    <a:pt x="726" y="760"/>
                    <a:pt x="740" y="759"/>
                    <a:pt x="748" y="766"/>
                  </a:cubicBezTo>
                  <a:cubicBezTo>
                    <a:pt x="765" y="777"/>
                    <a:pt x="765" y="777"/>
                    <a:pt x="765" y="777"/>
                  </a:cubicBezTo>
                  <a:cubicBezTo>
                    <a:pt x="774" y="784"/>
                    <a:pt x="787" y="782"/>
                    <a:pt x="793" y="774"/>
                  </a:cubicBezTo>
                  <a:cubicBezTo>
                    <a:pt x="828" y="732"/>
                    <a:pt x="828" y="732"/>
                    <a:pt x="828" y="732"/>
                  </a:cubicBezTo>
                  <a:cubicBezTo>
                    <a:pt x="835" y="724"/>
                    <a:pt x="834" y="712"/>
                    <a:pt x="827" y="704"/>
                  </a:cubicBezTo>
                  <a:cubicBezTo>
                    <a:pt x="812" y="690"/>
                    <a:pt x="812" y="690"/>
                    <a:pt x="812" y="690"/>
                  </a:cubicBezTo>
                  <a:cubicBezTo>
                    <a:pt x="804" y="682"/>
                    <a:pt x="803" y="669"/>
                    <a:pt x="808" y="660"/>
                  </a:cubicBezTo>
                  <a:cubicBezTo>
                    <a:pt x="820" y="640"/>
                    <a:pt x="830" y="618"/>
                    <a:pt x="838" y="596"/>
                  </a:cubicBezTo>
                  <a:cubicBezTo>
                    <a:pt x="841" y="586"/>
                    <a:pt x="852" y="579"/>
                    <a:pt x="863" y="580"/>
                  </a:cubicBezTo>
                  <a:cubicBezTo>
                    <a:pt x="884" y="581"/>
                    <a:pt x="884" y="581"/>
                    <a:pt x="884" y="581"/>
                  </a:cubicBezTo>
                  <a:cubicBezTo>
                    <a:pt x="894" y="582"/>
                    <a:pt x="904" y="575"/>
                    <a:pt x="906" y="564"/>
                  </a:cubicBezTo>
                  <a:cubicBezTo>
                    <a:pt x="915" y="511"/>
                    <a:pt x="915" y="511"/>
                    <a:pt x="915" y="511"/>
                  </a:cubicBezTo>
                  <a:cubicBezTo>
                    <a:pt x="917" y="500"/>
                    <a:pt x="910" y="490"/>
                    <a:pt x="900" y="487"/>
                  </a:cubicBezTo>
                  <a:cubicBezTo>
                    <a:pt x="880" y="482"/>
                    <a:pt x="880" y="482"/>
                    <a:pt x="880" y="482"/>
                  </a:cubicBezTo>
                  <a:cubicBezTo>
                    <a:pt x="870" y="479"/>
                    <a:pt x="862" y="468"/>
                    <a:pt x="862" y="458"/>
                  </a:cubicBezTo>
                  <a:cubicBezTo>
                    <a:pt x="862" y="434"/>
                    <a:pt x="860" y="411"/>
                    <a:pt x="856" y="388"/>
                  </a:cubicBezTo>
                  <a:cubicBezTo>
                    <a:pt x="854" y="377"/>
                    <a:pt x="860" y="365"/>
                    <a:pt x="869" y="361"/>
                  </a:cubicBezTo>
                  <a:cubicBezTo>
                    <a:pt x="888" y="352"/>
                    <a:pt x="888" y="352"/>
                    <a:pt x="888" y="352"/>
                  </a:cubicBezTo>
                  <a:cubicBezTo>
                    <a:pt x="898" y="348"/>
                    <a:pt x="903" y="336"/>
                    <a:pt x="899" y="326"/>
                  </a:cubicBezTo>
                  <a:cubicBezTo>
                    <a:pt x="880" y="275"/>
                    <a:pt x="880" y="275"/>
                    <a:pt x="880" y="275"/>
                  </a:cubicBezTo>
                  <a:cubicBezTo>
                    <a:pt x="877" y="265"/>
                    <a:pt x="866" y="260"/>
                    <a:pt x="855" y="262"/>
                  </a:cubicBezTo>
                  <a:cubicBezTo>
                    <a:pt x="835" y="268"/>
                    <a:pt x="835" y="268"/>
                    <a:pt x="835" y="268"/>
                  </a:cubicBezTo>
                  <a:cubicBezTo>
                    <a:pt x="825" y="271"/>
                    <a:pt x="813" y="265"/>
                    <a:pt x="808" y="256"/>
                  </a:cubicBezTo>
                  <a:cubicBezTo>
                    <a:pt x="796" y="236"/>
                    <a:pt x="782" y="217"/>
                    <a:pt x="767" y="199"/>
                  </a:cubicBezTo>
                  <a:cubicBezTo>
                    <a:pt x="760" y="191"/>
                    <a:pt x="760" y="177"/>
                    <a:pt x="766" y="169"/>
                  </a:cubicBezTo>
                  <a:cubicBezTo>
                    <a:pt x="778" y="152"/>
                    <a:pt x="778" y="152"/>
                    <a:pt x="778" y="152"/>
                  </a:cubicBezTo>
                  <a:cubicBezTo>
                    <a:pt x="784" y="143"/>
                    <a:pt x="782" y="130"/>
                    <a:pt x="774" y="124"/>
                  </a:cubicBezTo>
                  <a:cubicBezTo>
                    <a:pt x="732" y="89"/>
                    <a:pt x="732" y="89"/>
                    <a:pt x="732" y="89"/>
                  </a:cubicBezTo>
                  <a:cubicBezTo>
                    <a:pt x="724" y="82"/>
                    <a:pt x="712" y="83"/>
                    <a:pt x="704" y="90"/>
                  </a:cubicBezTo>
                  <a:cubicBezTo>
                    <a:pt x="690" y="105"/>
                    <a:pt x="690" y="105"/>
                    <a:pt x="690" y="105"/>
                  </a:cubicBezTo>
                  <a:cubicBezTo>
                    <a:pt x="682" y="112"/>
                    <a:pt x="669" y="114"/>
                    <a:pt x="660" y="109"/>
                  </a:cubicBezTo>
                  <a:cubicBezTo>
                    <a:pt x="640" y="97"/>
                    <a:pt x="618" y="87"/>
                    <a:pt x="596" y="79"/>
                  </a:cubicBezTo>
                  <a:cubicBezTo>
                    <a:pt x="586" y="75"/>
                    <a:pt x="579" y="64"/>
                    <a:pt x="580" y="54"/>
                  </a:cubicBezTo>
                  <a:cubicBezTo>
                    <a:pt x="581" y="33"/>
                    <a:pt x="581" y="33"/>
                    <a:pt x="581" y="33"/>
                  </a:cubicBezTo>
                  <a:cubicBezTo>
                    <a:pt x="582" y="23"/>
                    <a:pt x="575" y="13"/>
                    <a:pt x="564" y="11"/>
                  </a:cubicBezTo>
                  <a:cubicBezTo>
                    <a:pt x="511" y="1"/>
                    <a:pt x="511" y="1"/>
                    <a:pt x="511" y="1"/>
                  </a:cubicBezTo>
                  <a:cubicBezTo>
                    <a:pt x="501" y="0"/>
                    <a:pt x="490" y="6"/>
                    <a:pt x="487" y="17"/>
                  </a:cubicBezTo>
                  <a:cubicBezTo>
                    <a:pt x="482" y="37"/>
                    <a:pt x="482" y="37"/>
                    <a:pt x="482" y="37"/>
                  </a:cubicBezTo>
                  <a:cubicBezTo>
                    <a:pt x="479" y="47"/>
                    <a:pt x="468" y="55"/>
                    <a:pt x="458" y="55"/>
                  </a:cubicBezTo>
                  <a:cubicBezTo>
                    <a:pt x="434" y="55"/>
                    <a:pt x="411" y="57"/>
                    <a:pt x="388" y="61"/>
                  </a:cubicBezTo>
                  <a:cubicBezTo>
                    <a:pt x="378" y="63"/>
                    <a:pt x="366" y="57"/>
                    <a:pt x="361" y="47"/>
                  </a:cubicBezTo>
                  <a:cubicBezTo>
                    <a:pt x="352" y="29"/>
                    <a:pt x="352" y="29"/>
                    <a:pt x="352" y="29"/>
                  </a:cubicBezTo>
                  <a:cubicBezTo>
                    <a:pt x="348" y="19"/>
                    <a:pt x="336" y="14"/>
                    <a:pt x="326" y="18"/>
                  </a:cubicBezTo>
                  <a:cubicBezTo>
                    <a:pt x="276" y="36"/>
                    <a:pt x="276" y="36"/>
                    <a:pt x="276" y="36"/>
                  </a:cubicBezTo>
                  <a:cubicBezTo>
                    <a:pt x="266" y="40"/>
                    <a:pt x="260" y="51"/>
                    <a:pt x="263" y="62"/>
                  </a:cubicBezTo>
                  <a:cubicBezTo>
                    <a:pt x="268" y="82"/>
                    <a:pt x="268" y="82"/>
                    <a:pt x="268" y="82"/>
                  </a:cubicBezTo>
                  <a:cubicBezTo>
                    <a:pt x="271" y="92"/>
                    <a:pt x="265" y="104"/>
                    <a:pt x="256" y="109"/>
                  </a:cubicBezTo>
                  <a:cubicBezTo>
                    <a:pt x="236" y="121"/>
                    <a:pt x="217" y="135"/>
                    <a:pt x="199" y="150"/>
                  </a:cubicBezTo>
                  <a:cubicBezTo>
                    <a:pt x="191" y="156"/>
                    <a:pt x="177" y="157"/>
                    <a:pt x="169" y="151"/>
                  </a:cubicBezTo>
                  <a:cubicBezTo>
                    <a:pt x="152" y="139"/>
                    <a:pt x="152" y="139"/>
                    <a:pt x="152" y="139"/>
                  </a:cubicBezTo>
                  <a:cubicBezTo>
                    <a:pt x="143" y="133"/>
                    <a:pt x="130" y="135"/>
                    <a:pt x="124" y="143"/>
                  </a:cubicBezTo>
                  <a:cubicBezTo>
                    <a:pt x="89" y="184"/>
                    <a:pt x="89" y="184"/>
                    <a:pt x="89" y="184"/>
                  </a:cubicBezTo>
                  <a:cubicBezTo>
                    <a:pt x="82" y="193"/>
                    <a:pt x="83" y="205"/>
                    <a:pt x="90" y="213"/>
                  </a:cubicBezTo>
                  <a:cubicBezTo>
                    <a:pt x="105" y="227"/>
                    <a:pt x="105" y="227"/>
                    <a:pt x="105" y="227"/>
                  </a:cubicBezTo>
                  <a:cubicBezTo>
                    <a:pt x="113" y="235"/>
                    <a:pt x="114" y="248"/>
                    <a:pt x="109" y="257"/>
                  </a:cubicBezTo>
                  <a:cubicBezTo>
                    <a:pt x="97" y="277"/>
                    <a:pt x="87" y="299"/>
                    <a:pt x="79" y="321"/>
                  </a:cubicBezTo>
                  <a:cubicBezTo>
                    <a:pt x="75" y="331"/>
                    <a:pt x="64" y="338"/>
                    <a:pt x="54" y="337"/>
                  </a:cubicBezTo>
                  <a:cubicBezTo>
                    <a:pt x="33" y="335"/>
                    <a:pt x="33" y="335"/>
                    <a:pt x="33" y="335"/>
                  </a:cubicBezTo>
                  <a:cubicBezTo>
                    <a:pt x="23" y="335"/>
                    <a:pt x="13" y="342"/>
                    <a:pt x="11" y="353"/>
                  </a:cubicBezTo>
                  <a:cubicBezTo>
                    <a:pt x="2" y="406"/>
                    <a:pt x="2" y="406"/>
                    <a:pt x="2" y="406"/>
                  </a:cubicBezTo>
                  <a:cubicBezTo>
                    <a:pt x="0" y="416"/>
                    <a:pt x="7" y="427"/>
                    <a:pt x="17" y="430"/>
                  </a:cubicBezTo>
                  <a:cubicBezTo>
                    <a:pt x="37" y="435"/>
                    <a:pt x="37" y="435"/>
                    <a:pt x="37" y="435"/>
                  </a:cubicBezTo>
                  <a:cubicBezTo>
                    <a:pt x="47" y="438"/>
                    <a:pt x="55" y="449"/>
                    <a:pt x="55" y="459"/>
                  </a:cubicBezTo>
                  <a:cubicBezTo>
                    <a:pt x="55" y="483"/>
                    <a:pt x="57" y="506"/>
                    <a:pt x="61" y="529"/>
                  </a:cubicBezTo>
                  <a:cubicBezTo>
                    <a:pt x="63" y="539"/>
                    <a:pt x="57" y="551"/>
                    <a:pt x="47" y="556"/>
                  </a:cubicBezTo>
                  <a:cubicBezTo>
                    <a:pt x="29" y="565"/>
                    <a:pt x="29" y="565"/>
                    <a:pt x="29" y="565"/>
                  </a:cubicBezTo>
                  <a:cubicBezTo>
                    <a:pt x="19" y="569"/>
                    <a:pt x="14" y="581"/>
                    <a:pt x="18" y="591"/>
                  </a:cubicBezTo>
                  <a:cubicBezTo>
                    <a:pt x="37" y="641"/>
                    <a:pt x="37" y="641"/>
                    <a:pt x="37" y="641"/>
                  </a:cubicBezTo>
                  <a:cubicBezTo>
                    <a:pt x="40" y="651"/>
                    <a:pt x="51" y="657"/>
                    <a:pt x="62" y="654"/>
                  </a:cubicBezTo>
                  <a:cubicBezTo>
                    <a:pt x="82" y="649"/>
                    <a:pt x="82" y="649"/>
                    <a:pt x="82" y="649"/>
                  </a:cubicBezTo>
                  <a:cubicBezTo>
                    <a:pt x="92" y="646"/>
                    <a:pt x="104" y="652"/>
                    <a:pt x="109" y="661"/>
                  </a:cubicBezTo>
                  <a:cubicBezTo>
                    <a:pt x="121" y="681"/>
                    <a:pt x="135" y="700"/>
                    <a:pt x="150" y="718"/>
                  </a:cubicBezTo>
                  <a:cubicBezTo>
                    <a:pt x="156" y="726"/>
                    <a:pt x="157" y="740"/>
                    <a:pt x="151" y="748"/>
                  </a:cubicBezTo>
                  <a:cubicBezTo>
                    <a:pt x="139" y="765"/>
                    <a:pt x="139" y="765"/>
                    <a:pt x="139" y="765"/>
                  </a:cubicBezTo>
                  <a:cubicBezTo>
                    <a:pt x="133" y="774"/>
                    <a:pt x="135" y="786"/>
                    <a:pt x="143" y="793"/>
                  </a:cubicBezTo>
                  <a:cubicBezTo>
                    <a:pt x="185" y="828"/>
                    <a:pt x="185" y="828"/>
                    <a:pt x="185" y="828"/>
                  </a:cubicBezTo>
                  <a:cubicBezTo>
                    <a:pt x="193" y="835"/>
                    <a:pt x="205" y="834"/>
                    <a:pt x="213" y="827"/>
                  </a:cubicBezTo>
                  <a:cubicBezTo>
                    <a:pt x="227" y="812"/>
                    <a:pt x="227" y="812"/>
                    <a:pt x="227" y="812"/>
                  </a:cubicBezTo>
                  <a:cubicBezTo>
                    <a:pt x="235" y="804"/>
                    <a:pt x="248" y="803"/>
                    <a:pt x="257" y="808"/>
                  </a:cubicBezTo>
                  <a:cubicBezTo>
                    <a:pt x="277" y="820"/>
                    <a:pt x="299" y="830"/>
                    <a:pt x="321" y="838"/>
                  </a:cubicBezTo>
                  <a:cubicBezTo>
                    <a:pt x="331" y="841"/>
                    <a:pt x="338" y="852"/>
                    <a:pt x="337" y="863"/>
                  </a:cubicBezTo>
                  <a:cubicBezTo>
                    <a:pt x="336" y="884"/>
                    <a:pt x="336" y="884"/>
                    <a:pt x="336" y="884"/>
                  </a:cubicBezTo>
                  <a:cubicBezTo>
                    <a:pt x="335" y="894"/>
                    <a:pt x="342" y="904"/>
                    <a:pt x="353" y="906"/>
                  </a:cubicBezTo>
                  <a:lnTo>
                    <a:pt x="406" y="915"/>
                  </a:lnTo>
                  <a:close/>
                  <a:moveTo>
                    <a:pt x="195" y="411"/>
                  </a:moveTo>
                  <a:cubicBezTo>
                    <a:pt x="221" y="266"/>
                    <a:pt x="359" y="169"/>
                    <a:pt x="505" y="194"/>
                  </a:cubicBezTo>
                  <a:cubicBezTo>
                    <a:pt x="650" y="219"/>
                    <a:pt x="748" y="358"/>
                    <a:pt x="722" y="504"/>
                  </a:cubicBezTo>
                  <a:cubicBezTo>
                    <a:pt x="697" y="649"/>
                    <a:pt x="558" y="747"/>
                    <a:pt x="413" y="721"/>
                  </a:cubicBezTo>
                  <a:cubicBezTo>
                    <a:pt x="267" y="696"/>
                    <a:pt x="170" y="557"/>
                    <a:pt x="195" y="411"/>
                  </a:cubicBezTo>
                  <a:close/>
                </a:path>
              </a:pathLst>
            </a:custGeom>
            <a:solidFill>
              <a:schemeClr val="accent1"/>
            </a:solidFill>
            <a:ln>
              <a:noFill/>
            </a:ln>
            <a:effectLst/>
          </p:spPr>
          <p:txBody>
            <a:bodyPr vert="horz" wrap="square" lIns="82387" tIns="41194" rIns="82387" bIns="41194" numCol="1" anchor="t" anchorCtr="0" compatLnSpc="1"/>
            <a:lstStyle/>
            <a:p>
              <a:endParaRPr lang="en-US" sz="1620"/>
            </a:p>
          </p:txBody>
        </p:sp>
        <p:sp>
          <p:nvSpPr>
            <p:cNvPr id="24" name="Oval 70"/>
            <p:cNvSpPr/>
            <p:nvPr/>
          </p:nvSpPr>
          <p:spPr>
            <a:xfrm rot="13500000">
              <a:off x="4305346" y="3020122"/>
              <a:ext cx="1639087" cy="1639085"/>
            </a:xfrm>
            <a:prstGeom prst="ellipse">
              <a:avLst/>
            </a:prstGeom>
            <a:gradFill>
              <a:gsLst>
                <a:gs pos="0">
                  <a:schemeClr val="bg1">
                    <a:alpha val="50000"/>
                  </a:schemeClr>
                </a:gs>
                <a:gs pos="61000">
                  <a:schemeClr val="bg1">
                    <a:alpha val="0"/>
                  </a:schemeClr>
                </a:gs>
              </a:gsLst>
              <a:lin ang="108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387" tIns="41194" rIns="82387" bIns="41194" rtlCol="0" anchor="ctr"/>
            <a:lstStyle/>
            <a:p>
              <a:pPr algn="ctr"/>
              <a:endParaRPr lang="en-US" sz="1865"/>
            </a:p>
          </p:txBody>
        </p:sp>
        <p:sp>
          <p:nvSpPr>
            <p:cNvPr id="25" name="Oval 70"/>
            <p:cNvSpPr/>
            <p:nvPr/>
          </p:nvSpPr>
          <p:spPr>
            <a:xfrm rot="13500000">
              <a:off x="6099906" y="4060468"/>
              <a:ext cx="1004805" cy="1004804"/>
            </a:xfrm>
            <a:prstGeom prst="ellipse">
              <a:avLst/>
            </a:prstGeom>
            <a:gradFill>
              <a:gsLst>
                <a:gs pos="0">
                  <a:schemeClr val="bg1">
                    <a:alpha val="50000"/>
                  </a:schemeClr>
                </a:gs>
                <a:gs pos="61000">
                  <a:schemeClr val="bg1">
                    <a:alpha val="0"/>
                  </a:schemeClr>
                </a:gs>
              </a:gsLst>
              <a:lin ang="108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387" tIns="41194" rIns="82387" bIns="41194" rtlCol="0" anchor="ctr"/>
            <a:lstStyle/>
            <a:p>
              <a:pPr algn="ctr"/>
              <a:endParaRPr lang="en-US" sz="1865"/>
            </a:p>
          </p:txBody>
        </p:sp>
        <p:sp>
          <p:nvSpPr>
            <p:cNvPr id="26" name="Freeform 37"/>
            <p:cNvSpPr>
              <a:spLocks noEditPoints="1"/>
            </p:cNvSpPr>
            <p:nvPr/>
          </p:nvSpPr>
          <p:spPr bwMode="auto">
            <a:xfrm rot="20727094">
              <a:off x="6477465" y="2387807"/>
              <a:ext cx="1753723" cy="1758396"/>
            </a:xfrm>
            <a:custGeom>
              <a:avLst/>
              <a:gdLst>
                <a:gd name="T0" fmla="*/ 416 w 750"/>
                <a:gd name="T1" fmla="*/ 717 h 750"/>
                <a:gd name="T2" fmla="*/ 511 w 750"/>
                <a:gd name="T3" fmla="*/ 692 h 750"/>
                <a:gd name="T4" fmla="*/ 582 w 750"/>
                <a:gd name="T5" fmla="*/ 688 h 750"/>
                <a:gd name="T6" fmla="*/ 587 w 750"/>
                <a:gd name="T7" fmla="*/ 627 h 750"/>
                <a:gd name="T8" fmla="*/ 667 w 750"/>
                <a:gd name="T9" fmla="*/ 588 h 750"/>
                <a:gd name="T10" fmla="*/ 706 w 750"/>
                <a:gd name="T11" fmla="*/ 521 h 750"/>
                <a:gd name="T12" fmla="*/ 700 w 750"/>
                <a:gd name="T13" fmla="*/ 432 h 750"/>
                <a:gd name="T14" fmla="*/ 750 w 750"/>
                <a:gd name="T15" fmla="*/ 397 h 750"/>
                <a:gd name="T16" fmla="*/ 718 w 750"/>
                <a:gd name="T17" fmla="*/ 334 h 750"/>
                <a:gd name="T18" fmla="*/ 692 w 750"/>
                <a:gd name="T19" fmla="*/ 239 h 750"/>
                <a:gd name="T20" fmla="*/ 689 w 750"/>
                <a:gd name="T21" fmla="*/ 168 h 750"/>
                <a:gd name="T22" fmla="*/ 628 w 750"/>
                <a:gd name="T23" fmla="*/ 163 h 750"/>
                <a:gd name="T24" fmla="*/ 589 w 750"/>
                <a:gd name="T25" fmla="*/ 83 h 750"/>
                <a:gd name="T26" fmla="*/ 521 w 750"/>
                <a:gd name="T27" fmla="*/ 44 h 750"/>
                <a:gd name="T28" fmla="*/ 433 w 750"/>
                <a:gd name="T29" fmla="*/ 50 h 750"/>
                <a:gd name="T30" fmla="*/ 397 w 750"/>
                <a:gd name="T31" fmla="*/ 0 h 750"/>
                <a:gd name="T32" fmla="*/ 335 w 750"/>
                <a:gd name="T33" fmla="*/ 32 h 750"/>
                <a:gd name="T34" fmla="*/ 239 w 750"/>
                <a:gd name="T35" fmla="*/ 58 h 750"/>
                <a:gd name="T36" fmla="*/ 169 w 750"/>
                <a:gd name="T37" fmla="*/ 61 h 750"/>
                <a:gd name="T38" fmla="*/ 163 w 750"/>
                <a:gd name="T39" fmla="*/ 122 h 750"/>
                <a:gd name="T40" fmla="*/ 84 w 750"/>
                <a:gd name="T41" fmla="*/ 161 h 750"/>
                <a:gd name="T42" fmla="*/ 45 w 750"/>
                <a:gd name="T43" fmla="*/ 229 h 750"/>
                <a:gd name="T44" fmla="*/ 51 w 750"/>
                <a:gd name="T45" fmla="*/ 317 h 750"/>
                <a:gd name="T46" fmla="*/ 0 w 750"/>
                <a:gd name="T47" fmla="*/ 353 h 750"/>
                <a:gd name="T48" fmla="*/ 33 w 750"/>
                <a:gd name="T49" fmla="*/ 415 h 750"/>
                <a:gd name="T50" fmla="*/ 58 w 750"/>
                <a:gd name="T51" fmla="*/ 511 h 750"/>
                <a:gd name="T52" fmla="*/ 62 w 750"/>
                <a:gd name="T53" fmla="*/ 581 h 750"/>
                <a:gd name="T54" fmla="*/ 123 w 750"/>
                <a:gd name="T55" fmla="*/ 587 h 750"/>
                <a:gd name="T56" fmla="*/ 162 w 750"/>
                <a:gd name="T57" fmla="*/ 666 h 750"/>
                <a:gd name="T58" fmla="*/ 229 w 750"/>
                <a:gd name="T59" fmla="*/ 705 h 750"/>
                <a:gd name="T60" fmla="*/ 318 w 750"/>
                <a:gd name="T61" fmla="*/ 699 h 750"/>
                <a:gd name="T62" fmla="*/ 353 w 750"/>
                <a:gd name="T63" fmla="*/ 750 h 750"/>
                <a:gd name="T64" fmla="*/ 325 w 750"/>
                <a:gd name="T65" fmla="*/ 656 h 750"/>
                <a:gd name="T66" fmla="*/ 217 w 750"/>
                <a:gd name="T67" fmla="*/ 611 h 750"/>
                <a:gd name="T68" fmla="*/ 139 w 750"/>
                <a:gd name="T69" fmla="*/ 533 h 750"/>
                <a:gd name="T70" fmla="*/ 94 w 750"/>
                <a:gd name="T71" fmla="*/ 425 h 750"/>
                <a:gd name="T72" fmla="*/ 94 w 750"/>
                <a:gd name="T73" fmla="*/ 324 h 750"/>
                <a:gd name="T74" fmla="*/ 139 w 750"/>
                <a:gd name="T75" fmla="*/ 217 h 750"/>
                <a:gd name="T76" fmla="*/ 217 w 750"/>
                <a:gd name="T77" fmla="*/ 138 h 750"/>
                <a:gd name="T78" fmla="*/ 325 w 750"/>
                <a:gd name="T79" fmla="*/ 93 h 750"/>
                <a:gd name="T80" fmla="*/ 426 w 750"/>
                <a:gd name="T81" fmla="*/ 93 h 750"/>
                <a:gd name="T82" fmla="*/ 533 w 750"/>
                <a:gd name="T83" fmla="*/ 138 h 750"/>
                <a:gd name="T84" fmla="*/ 612 w 750"/>
                <a:gd name="T85" fmla="*/ 217 h 750"/>
                <a:gd name="T86" fmla="*/ 657 w 750"/>
                <a:gd name="T87" fmla="*/ 324 h 750"/>
                <a:gd name="T88" fmla="*/ 657 w 750"/>
                <a:gd name="T89" fmla="*/ 425 h 750"/>
                <a:gd name="T90" fmla="*/ 612 w 750"/>
                <a:gd name="T91" fmla="*/ 533 h 750"/>
                <a:gd name="T92" fmla="*/ 533 w 750"/>
                <a:gd name="T93" fmla="*/ 611 h 750"/>
                <a:gd name="T94" fmla="*/ 426 w 750"/>
                <a:gd name="T95" fmla="*/ 656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50" h="750">
                  <a:moveTo>
                    <a:pt x="397" y="750"/>
                  </a:moveTo>
                  <a:cubicBezTo>
                    <a:pt x="406" y="750"/>
                    <a:pt x="414" y="743"/>
                    <a:pt x="414" y="734"/>
                  </a:cubicBezTo>
                  <a:cubicBezTo>
                    <a:pt x="416" y="717"/>
                    <a:pt x="416" y="717"/>
                    <a:pt x="416" y="717"/>
                  </a:cubicBezTo>
                  <a:cubicBezTo>
                    <a:pt x="417" y="709"/>
                    <a:pt x="424" y="701"/>
                    <a:pt x="433" y="699"/>
                  </a:cubicBezTo>
                  <a:cubicBezTo>
                    <a:pt x="452" y="696"/>
                    <a:pt x="470" y="691"/>
                    <a:pt x="488" y="684"/>
                  </a:cubicBezTo>
                  <a:cubicBezTo>
                    <a:pt x="496" y="681"/>
                    <a:pt x="507" y="684"/>
                    <a:pt x="511" y="692"/>
                  </a:cubicBezTo>
                  <a:cubicBezTo>
                    <a:pt x="521" y="705"/>
                    <a:pt x="521" y="705"/>
                    <a:pt x="521" y="705"/>
                  </a:cubicBezTo>
                  <a:cubicBezTo>
                    <a:pt x="526" y="712"/>
                    <a:pt x="536" y="715"/>
                    <a:pt x="544" y="710"/>
                  </a:cubicBezTo>
                  <a:cubicBezTo>
                    <a:pt x="582" y="688"/>
                    <a:pt x="582" y="688"/>
                    <a:pt x="582" y="688"/>
                  </a:cubicBezTo>
                  <a:cubicBezTo>
                    <a:pt x="589" y="684"/>
                    <a:pt x="592" y="674"/>
                    <a:pt x="589" y="666"/>
                  </a:cubicBezTo>
                  <a:cubicBezTo>
                    <a:pt x="582" y="651"/>
                    <a:pt x="582" y="651"/>
                    <a:pt x="582" y="651"/>
                  </a:cubicBezTo>
                  <a:cubicBezTo>
                    <a:pt x="578" y="643"/>
                    <a:pt x="581" y="633"/>
                    <a:pt x="587" y="627"/>
                  </a:cubicBezTo>
                  <a:cubicBezTo>
                    <a:pt x="602" y="615"/>
                    <a:pt x="615" y="601"/>
                    <a:pt x="628" y="587"/>
                  </a:cubicBezTo>
                  <a:cubicBezTo>
                    <a:pt x="633" y="580"/>
                    <a:pt x="644" y="577"/>
                    <a:pt x="652" y="581"/>
                  </a:cubicBezTo>
                  <a:cubicBezTo>
                    <a:pt x="667" y="588"/>
                    <a:pt x="667" y="588"/>
                    <a:pt x="667" y="588"/>
                  </a:cubicBezTo>
                  <a:cubicBezTo>
                    <a:pt x="675" y="592"/>
                    <a:pt x="685" y="589"/>
                    <a:pt x="689" y="581"/>
                  </a:cubicBezTo>
                  <a:cubicBezTo>
                    <a:pt x="711" y="543"/>
                    <a:pt x="711" y="543"/>
                    <a:pt x="711" y="543"/>
                  </a:cubicBezTo>
                  <a:cubicBezTo>
                    <a:pt x="715" y="536"/>
                    <a:pt x="713" y="525"/>
                    <a:pt x="706" y="521"/>
                  </a:cubicBezTo>
                  <a:cubicBezTo>
                    <a:pt x="692" y="511"/>
                    <a:pt x="692" y="511"/>
                    <a:pt x="692" y="511"/>
                  </a:cubicBezTo>
                  <a:cubicBezTo>
                    <a:pt x="685" y="506"/>
                    <a:pt x="682" y="495"/>
                    <a:pt x="685" y="487"/>
                  </a:cubicBezTo>
                  <a:cubicBezTo>
                    <a:pt x="691" y="470"/>
                    <a:pt x="696" y="451"/>
                    <a:pt x="700" y="432"/>
                  </a:cubicBezTo>
                  <a:cubicBezTo>
                    <a:pt x="701" y="424"/>
                    <a:pt x="709" y="416"/>
                    <a:pt x="718" y="415"/>
                  </a:cubicBezTo>
                  <a:cubicBezTo>
                    <a:pt x="735" y="414"/>
                    <a:pt x="735" y="414"/>
                    <a:pt x="735" y="414"/>
                  </a:cubicBezTo>
                  <a:cubicBezTo>
                    <a:pt x="743" y="413"/>
                    <a:pt x="750" y="405"/>
                    <a:pt x="750" y="397"/>
                  </a:cubicBezTo>
                  <a:cubicBezTo>
                    <a:pt x="750" y="353"/>
                    <a:pt x="750" y="353"/>
                    <a:pt x="750" y="353"/>
                  </a:cubicBezTo>
                  <a:cubicBezTo>
                    <a:pt x="750" y="344"/>
                    <a:pt x="743" y="336"/>
                    <a:pt x="735" y="336"/>
                  </a:cubicBezTo>
                  <a:cubicBezTo>
                    <a:pt x="718" y="334"/>
                    <a:pt x="718" y="334"/>
                    <a:pt x="718" y="334"/>
                  </a:cubicBezTo>
                  <a:cubicBezTo>
                    <a:pt x="709" y="333"/>
                    <a:pt x="701" y="326"/>
                    <a:pt x="700" y="317"/>
                  </a:cubicBezTo>
                  <a:cubicBezTo>
                    <a:pt x="696" y="298"/>
                    <a:pt x="691" y="280"/>
                    <a:pt x="685" y="262"/>
                  </a:cubicBezTo>
                  <a:cubicBezTo>
                    <a:pt x="682" y="254"/>
                    <a:pt x="685" y="243"/>
                    <a:pt x="692" y="239"/>
                  </a:cubicBezTo>
                  <a:cubicBezTo>
                    <a:pt x="706" y="229"/>
                    <a:pt x="706" y="229"/>
                    <a:pt x="706" y="229"/>
                  </a:cubicBezTo>
                  <a:cubicBezTo>
                    <a:pt x="713" y="224"/>
                    <a:pt x="715" y="214"/>
                    <a:pt x="711" y="206"/>
                  </a:cubicBezTo>
                  <a:cubicBezTo>
                    <a:pt x="689" y="168"/>
                    <a:pt x="689" y="168"/>
                    <a:pt x="689" y="168"/>
                  </a:cubicBezTo>
                  <a:cubicBezTo>
                    <a:pt x="685" y="161"/>
                    <a:pt x="675" y="158"/>
                    <a:pt x="667" y="161"/>
                  </a:cubicBezTo>
                  <a:cubicBezTo>
                    <a:pt x="652" y="168"/>
                    <a:pt x="652" y="168"/>
                    <a:pt x="652" y="168"/>
                  </a:cubicBezTo>
                  <a:cubicBezTo>
                    <a:pt x="644" y="172"/>
                    <a:pt x="633" y="169"/>
                    <a:pt x="628" y="163"/>
                  </a:cubicBezTo>
                  <a:cubicBezTo>
                    <a:pt x="615" y="148"/>
                    <a:pt x="602" y="135"/>
                    <a:pt x="587" y="122"/>
                  </a:cubicBezTo>
                  <a:cubicBezTo>
                    <a:pt x="581" y="117"/>
                    <a:pt x="578" y="106"/>
                    <a:pt x="582" y="98"/>
                  </a:cubicBezTo>
                  <a:cubicBezTo>
                    <a:pt x="589" y="83"/>
                    <a:pt x="589" y="83"/>
                    <a:pt x="589" y="83"/>
                  </a:cubicBezTo>
                  <a:cubicBezTo>
                    <a:pt x="592" y="75"/>
                    <a:pt x="589" y="65"/>
                    <a:pt x="582" y="61"/>
                  </a:cubicBezTo>
                  <a:cubicBezTo>
                    <a:pt x="544" y="39"/>
                    <a:pt x="544" y="39"/>
                    <a:pt x="544" y="39"/>
                  </a:cubicBezTo>
                  <a:cubicBezTo>
                    <a:pt x="536" y="35"/>
                    <a:pt x="526" y="37"/>
                    <a:pt x="521" y="44"/>
                  </a:cubicBezTo>
                  <a:cubicBezTo>
                    <a:pt x="511" y="58"/>
                    <a:pt x="511" y="58"/>
                    <a:pt x="511" y="58"/>
                  </a:cubicBezTo>
                  <a:cubicBezTo>
                    <a:pt x="507" y="65"/>
                    <a:pt x="496" y="68"/>
                    <a:pt x="488" y="65"/>
                  </a:cubicBezTo>
                  <a:cubicBezTo>
                    <a:pt x="470" y="59"/>
                    <a:pt x="452" y="54"/>
                    <a:pt x="433" y="50"/>
                  </a:cubicBezTo>
                  <a:cubicBezTo>
                    <a:pt x="424" y="49"/>
                    <a:pt x="417" y="41"/>
                    <a:pt x="416" y="32"/>
                  </a:cubicBezTo>
                  <a:cubicBezTo>
                    <a:pt x="414" y="15"/>
                    <a:pt x="414" y="15"/>
                    <a:pt x="414" y="15"/>
                  </a:cubicBezTo>
                  <a:cubicBezTo>
                    <a:pt x="414" y="7"/>
                    <a:pt x="406" y="0"/>
                    <a:pt x="397" y="0"/>
                  </a:cubicBezTo>
                  <a:cubicBezTo>
                    <a:pt x="353" y="0"/>
                    <a:pt x="353" y="0"/>
                    <a:pt x="353" y="0"/>
                  </a:cubicBezTo>
                  <a:cubicBezTo>
                    <a:pt x="345" y="0"/>
                    <a:pt x="337" y="7"/>
                    <a:pt x="336" y="15"/>
                  </a:cubicBezTo>
                  <a:cubicBezTo>
                    <a:pt x="335" y="32"/>
                    <a:pt x="335" y="32"/>
                    <a:pt x="335" y="32"/>
                  </a:cubicBezTo>
                  <a:cubicBezTo>
                    <a:pt x="334" y="41"/>
                    <a:pt x="326" y="49"/>
                    <a:pt x="318" y="50"/>
                  </a:cubicBezTo>
                  <a:cubicBezTo>
                    <a:pt x="299" y="54"/>
                    <a:pt x="280" y="59"/>
                    <a:pt x="263" y="65"/>
                  </a:cubicBezTo>
                  <a:cubicBezTo>
                    <a:pt x="255" y="68"/>
                    <a:pt x="244" y="65"/>
                    <a:pt x="239" y="58"/>
                  </a:cubicBezTo>
                  <a:cubicBezTo>
                    <a:pt x="229" y="44"/>
                    <a:pt x="229" y="44"/>
                    <a:pt x="229" y="44"/>
                  </a:cubicBezTo>
                  <a:cubicBezTo>
                    <a:pt x="225" y="37"/>
                    <a:pt x="214" y="35"/>
                    <a:pt x="207" y="39"/>
                  </a:cubicBezTo>
                  <a:cubicBezTo>
                    <a:pt x="169" y="61"/>
                    <a:pt x="169" y="61"/>
                    <a:pt x="169" y="61"/>
                  </a:cubicBezTo>
                  <a:cubicBezTo>
                    <a:pt x="161" y="65"/>
                    <a:pt x="158" y="75"/>
                    <a:pt x="162" y="83"/>
                  </a:cubicBezTo>
                  <a:cubicBezTo>
                    <a:pt x="169" y="98"/>
                    <a:pt x="169" y="98"/>
                    <a:pt x="169" y="98"/>
                  </a:cubicBezTo>
                  <a:cubicBezTo>
                    <a:pt x="173" y="106"/>
                    <a:pt x="170" y="117"/>
                    <a:pt x="163" y="122"/>
                  </a:cubicBezTo>
                  <a:cubicBezTo>
                    <a:pt x="149" y="135"/>
                    <a:pt x="135" y="148"/>
                    <a:pt x="123" y="163"/>
                  </a:cubicBezTo>
                  <a:cubicBezTo>
                    <a:pt x="117" y="169"/>
                    <a:pt x="107" y="172"/>
                    <a:pt x="99" y="168"/>
                  </a:cubicBezTo>
                  <a:cubicBezTo>
                    <a:pt x="84" y="161"/>
                    <a:pt x="84" y="161"/>
                    <a:pt x="84" y="161"/>
                  </a:cubicBezTo>
                  <a:cubicBezTo>
                    <a:pt x="76" y="158"/>
                    <a:pt x="66" y="161"/>
                    <a:pt x="62" y="168"/>
                  </a:cubicBezTo>
                  <a:cubicBezTo>
                    <a:pt x="40" y="206"/>
                    <a:pt x="40" y="206"/>
                    <a:pt x="40" y="206"/>
                  </a:cubicBezTo>
                  <a:cubicBezTo>
                    <a:pt x="35" y="214"/>
                    <a:pt x="38" y="224"/>
                    <a:pt x="45" y="229"/>
                  </a:cubicBezTo>
                  <a:cubicBezTo>
                    <a:pt x="58" y="238"/>
                    <a:pt x="58" y="238"/>
                    <a:pt x="58" y="238"/>
                  </a:cubicBezTo>
                  <a:cubicBezTo>
                    <a:pt x="66" y="243"/>
                    <a:pt x="69" y="254"/>
                    <a:pt x="66" y="262"/>
                  </a:cubicBezTo>
                  <a:cubicBezTo>
                    <a:pt x="59" y="280"/>
                    <a:pt x="54" y="298"/>
                    <a:pt x="51" y="317"/>
                  </a:cubicBezTo>
                  <a:cubicBezTo>
                    <a:pt x="49" y="326"/>
                    <a:pt x="41" y="333"/>
                    <a:pt x="33" y="334"/>
                  </a:cubicBezTo>
                  <a:cubicBezTo>
                    <a:pt x="16" y="336"/>
                    <a:pt x="16" y="336"/>
                    <a:pt x="16" y="336"/>
                  </a:cubicBezTo>
                  <a:cubicBezTo>
                    <a:pt x="7" y="336"/>
                    <a:pt x="0" y="344"/>
                    <a:pt x="0" y="353"/>
                  </a:cubicBezTo>
                  <a:cubicBezTo>
                    <a:pt x="0" y="397"/>
                    <a:pt x="0" y="397"/>
                    <a:pt x="0" y="397"/>
                  </a:cubicBezTo>
                  <a:cubicBezTo>
                    <a:pt x="0" y="405"/>
                    <a:pt x="7" y="413"/>
                    <a:pt x="16" y="414"/>
                  </a:cubicBezTo>
                  <a:cubicBezTo>
                    <a:pt x="33" y="415"/>
                    <a:pt x="33" y="415"/>
                    <a:pt x="33" y="415"/>
                  </a:cubicBezTo>
                  <a:cubicBezTo>
                    <a:pt x="41" y="416"/>
                    <a:pt x="49" y="424"/>
                    <a:pt x="51" y="432"/>
                  </a:cubicBezTo>
                  <a:cubicBezTo>
                    <a:pt x="54" y="451"/>
                    <a:pt x="59" y="470"/>
                    <a:pt x="66" y="487"/>
                  </a:cubicBezTo>
                  <a:cubicBezTo>
                    <a:pt x="69" y="495"/>
                    <a:pt x="66" y="506"/>
                    <a:pt x="58" y="511"/>
                  </a:cubicBezTo>
                  <a:cubicBezTo>
                    <a:pt x="45" y="520"/>
                    <a:pt x="45" y="520"/>
                    <a:pt x="45" y="520"/>
                  </a:cubicBezTo>
                  <a:cubicBezTo>
                    <a:pt x="38" y="525"/>
                    <a:pt x="35" y="536"/>
                    <a:pt x="40" y="543"/>
                  </a:cubicBezTo>
                  <a:cubicBezTo>
                    <a:pt x="62" y="581"/>
                    <a:pt x="62" y="581"/>
                    <a:pt x="62" y="581"/>
                  </a:cubicBezTo>
                  <a:cubicBezTo>
                    <a:pt x="66" y="589"/>
                    <a:pt x="76" y="592"/>
                    <a:pt x="84" y="588"/>
                  </a:cubicBezTo>
                  <a:cubicBezTo>
                    <a:pt x="99" y="581"/>
                    <a:pt x="99" y="581"/>
                    <a:pt x="99" y="581"/>
                  </a:cubicBezTo>
                  <a:cubicBezTo>
                    <a:pt x="107" y="577"/>
                    <a:pt x="117" y="580"/>
                    <a:pt x="123" y="587"/>
                  </a:cubicBezTo>
                  <a:cubicBezTo>
                    <a:pt x="135" y="601"/>
                    <a:pt x="149" y="615"/>
                    <a:pt x="163" y="627"/>
                  </a:cubicBezTo>
                  <a:cubicBezTo>
                    <a:pt x="170" y="633"/>
                    <a:pt x="173" y="643"/>
                    <a:pt x="169" y="651"/>
                  </a:cubicBezTo>
                  <a:cubicBezTo>
                    <a:pt x="162" y="666"/>
                    <a:pt x="162" y="666"/>
                    <a:pt x="162" y="666"/>
                  </a:cubicBezTo>
                  <a:cubicBezTo>
                    <a:pt x="158" y="674"/>
                    <a:pt x="161" y="684"/>
                    <a:pt x="169" y="688"/>
                  </a:cubicBezTo>
                  <a:cubicBezTo>
                    <a:pt x="207" y="710"/>
                    <a:pt x="207" y="710"/>
                    <a:pt x="207" y="710"/>
                  </a:cubicBezTo>
                  <a:cubicBezTo>
                    <a:pt x="214" y="715"/>
                    <a:pt x="225" y="712"/>
                    <a:pt x="229" y="705"/>
                  </a:cubicBezTo>
                  <a:cubicBezTo>
                    <a:pt x="239" y="692"/>
                    <a:pt x="239" y="692"/>
                    <a:pt x="239" y="692"/>
                  </a:cubicBezTo>
                  <a:cubicBezTo>
                    <a:pt x="244" y="684"/>
                    <a:pt x="255" y="681"/>
                    <a:pt x="263" y="684"/>
                  </a:cubicBezTo>
                  <a:cubicBezTo>
                    <a:pt x="280" y="691"/>
                    <a:pt x="299" y="696"/>
                    <a:pt x="318" y="699"/>
                  </a:cubicBezTo>
                  <a:cubicBezTo>
                    <a:pt x="326" y="701"/>
                    <a:pt x="334" y="709"/>
                    <a:pt x="335" y="717"/>
                  </a:cubicBezTo>
                  <a:cubicBezTo>
                    <a:pt x="336" y="734"/>
                    <a:pt x="336" y="734"/>
                    <a:pt x="336" y="734"/>
                  </a:cubicBezTo>
                  <a:cubicBezTo>
                    <a:pt x="337" y="743"/>
                    <a:pt x="345" y="750"/>
                    <a:pt x="353" y="750"/>
                  </a:cubicBezTo>
                  <a:lnTo>
                    <a:pt x="397" y="750"/>
                  </a:lnTo>
                  <a:close/>
                  <a:moveTo>
                    <a:pt x="356" y="659"/>
                  </a:moveTo>
                  <a:cubicBezTo>
                    <a:pt x="347" y="659"/>
                    <a:pt x="333" y="658"/>
                    <a:pt x="325" y="656"/>
                  </a:cubicBezTo>
                  <a:cubicBezTo>
                    <a:pt x="309" y="653"/>
                    <a:pt x="293" y="649"/>
                    <a:pt x="278" y="644"/>
                  </a:cubicBezTo>
                  <a:cubicBezTo>
                    <a:pt x="270" y="641"/>
                    <a:pt x="257" y="634"/>
                    <a:pt x="250" y="630"/>
                  </a:cubicBezTo>
                  <a:cubicBezTo>
                    <a:pt x="217" y="611"/>
                    <a:pt x="217" y="611"/>
                    <a:pt x="217" y="611"/>
                  </a:cubicBezTo>
                  <a:cubicBezTo>
                    <a:pt x="210" y="607"/>
                    <a:pt x="198" y="599"/>
                    <a:pt x="192" y="594"/>
                  </a:cubicBezTo>
                  <a:cubicBezTo>
                    <a:pt x="179" y="583"/>
                    <a:pt x="167" y="571"/>
                    <a:pt x="156" y="558"/>
                  </a:cubicBezTo>
                  <a:cubicBezTo>
                    <a:pt x="151" y="552"/>
                    <a:pt x="143" y="540"/>
                    <a:pt x="139" y="533"/>
                  </a:cubicBezTo>
                  <a:cubicBezTo>
                    <a:pt x="120" y="500"/>
                    <a:pt x="120" y="500"/>
                    <a:pt x="120" y="500"/>
                  </a:cubicBezTo>
                  <a:cubicBezTo>
                    <a:pt x="115" y="493"/>
                    <a:pt x="109" y="480"/>
                    <a:pt x="106" y="472"/>
                  </a:cubicBezTo>
                  <a:cubicBezTo>
                    <a:pt x="101" y="457"/>
                    <a:pt x="97" y="441"/>
                    <a:pt x="94" y="425"/>
                  </a:cubicBezTo>
                  <a:cubicBezTo>
                    <a:pt x="92" y="417"/>
                    <a:pt x="91" y="403"/>
                    <a:pt x="91" y="394"/>
                  </a:cubicBezTo>
                  <a:cubicBezTo>
                    <a:pt x="91" y="355"/>
                    <a:pt x="91" y="355"/>
                    <a:pt x="91" y="355"/>
                  </a:cubicBezTo>
                  <a:cubicBezTo>
                    <a:pt x="91" y="346"/>
                    <a:pt x="92" y="332"/>
                    <a:pt x="94" y="324"/>
                  </a:cubicBezTo>
                  <a:cubicBezTo>
                    <a:pt x="96" y="308"/>
                    <a:pt x="101" y="293"/>
                    <a:pt x="106" y="278"/>
                  </a:cubicBezTo>
                  <a:cubicBezTo>
                    <a:pt x="109" y="269"/>
                    <a:pt x="115" y="257"/>
                    <a:pt x="120" y="249"/>
                  </a:cubicBezTo>
                  <a:cubicBezTo>
                    <a:pt x="139" y="217"/>
                    <a:pt x="139" y="217"/>
                    <a:pt x="139" y="217"/>
                  </a:cubicBezTo>
                  <a:cubicBezTo>
                    <a:pt x="143" y="209"/>
                    <a:pt x="151" y="198"/>
                    <a:pt x="156" y="191"/>
                  </a:cubicBezTo>
                  <a:cubicBezTo>
                    <a:pt x="167" y="178"/>
                    <a:pt x="179" y="166"/>
                    <a:pt x="191" y="156"/>
                  </a:cubicBezTo>
                  <a:cubicBezTo>
                    <a:pt x="198" y="150"/>
                    <a:pt x="210" y="142"/>
                    <a:pt x="217" y="138"/>
                  </a:cubicBezTo>
                  <a:cubicBezTo>
                    <a:pt x="250" y="119"/>
                    <a:pt x="250" y="119"/>
                    <a:pt x="250" y="119"/>
                  </a:cubicBezTo>
                  <a:cubicBezTo>
                    <a:pt x="257" y="115"/>
                    <a:pt x="270" y="109"/>
                    <a:pt x="278" y="106"/>
                  </a:cubicBezTo>
                  <a:cubicBezTo>
                    <a:pt x="293" y="100"/>
                    <a:pt x="309" y="96"/>
                    <a:pt x="325" y="93"/>
                  </a:cubicBezTo>
                  <a:cubicBezTo>
                    <a:pt x="333" y="92"/>
                    <a:pt x="347" y="91"/>
                    <a:pt x="356" y="91"/>
                  </a:cubicBezTo>
                  <a:cubicBezTo>
                    <a:pt x="395" y="91"/>
                    <a:pt x="395" y="91"/>
                    <a:pt x="395" y="91"/>
                  </a:cubicBezTo>
                  <a:cubicBezTo>
                    <a:pt x="403" y="91"/>
                    <a:pt x="417" y="91"/>
                    <a:pt x="426" y="93"/>
                  </a:cubicBezTo>
                  <a:cubicBezTo>
                    <a:pt x="442" y="96"/>
                    <a:pt x="457" y="100"/>
                    <a:pt x="472" y="106"/>
                  </a:cubicBezTo>
                  <a:cubicBezTo>
                    <a:pt x="481" y="108"/>
                    <a:pt x="493" y="115"/>
                    <a:pt x="501" y="119"/>
                  </a:cubicBezTo>
                  <a:cubicBezTo>
                    <a:pt x="533" y="138"/>
                    <a:pt x="533" y="138"/>
                    <a:pt x="533" y="138"/>
                  </a:cubicBezTo>
                  <a:cubicBezTo>
                    <a:pt x="541" y="142"/>
                    <a:pt x="552" y="150"/>
                    <a:pt x="559" y="155"/>
                  </a:cubicBezTo>
                  <a:cubicBezTo>
                    <a:pt x="572" y="166"/>
                    <a:pt x="584" y="178"/>
                    <a:pt x="594" y="191"/>
                  </a:cubicBezTo>
                  <a:cubicBezTo>
                    <a:pt x="600" y="198"/>
                    <a:pt x="608" y="209"/>
                    <a:pt x="612" y="217"/>
                  </a:cubicBezTo>
                  <a:cubicBezTo>
                    <a:pt x="631" y="249"/>
                    <a:pt x="631" y="249"/>
                    <a:pt x="631" y="249"/>
                  </a:cubicBezTo>
                  <a:cubicBezTo>
                    <a:pt x="635" y="257"/>
                    <a:pt x="642" y="269"/>
                    <a:pt x="645" y="278"/>
                  </a:cubicBezTo>
                  <a:cubicBezTo>
                    <a:pt x="650" y="293"/>
                    <a:pt x="654" y="308"/>
                    <a:pt x="657" y="324"/>
                  </a:cubicBezTo>
                  <a:cubicBezTo>
                    <a:pt x="659" y="333"/>
                    <a:pt x="659" y="347"/>
                    <a:pt x="659" y="355"/>
                  </a:cubicBezTo>
                  <a:cubicBezTo>
                    <a:pt x="659" y="394"/>
                    <a:pt x="659" y="394"/>
                    <a:pt x="659" y="394"/>
                  </a:cubicBezTo>
                  <a:cubicBezTo>
                    <a:pt x="659" y="403"/>
                    <a:pt x="659" y="417"/>
                    <a:pt x="657" y="425"/>
                  </a:cubicBezTo>
                  <a:cubicBezTo>
                    <a:pt x="654" y="441"/>
                    <a:pt x="650" y="457"/>
                    <a:pt x="644" y="472"/>
                  </a:cubicBezTo>
                  <a:cubicBezTo>
                    <a:pt x="642" y="480"/>
                    <a:pt x="635" y="493"/>
                    <a:pt x="631" y="500"/>
                  </a:cubicBezTo>
                  <a:cubicBezTo>
                    <a:pt x="612" y="533"/>
                    <a:pt x="612" y="533"/>
                    <a:pt x="612" y="533"/>
                  </a:cubicBezTo>
                  <a:cubicBezTo>
                    <a:pt x="608" y="540"/>
                    <a:pt x="600" y="552"/>
                    <a:pt x="594" y="558"/>
                  </a:cubicBezTo>
                  <a:cubicBezTo>
                    <a:pt x="584" y="571"/>
                    <a:pt x="572" y="583"/>
                    <a:pt x="559" y="594"/>
                  </a:cubicBezTo>
                  <a:cubicBezTo>
                    <a:pt x="552" y="599"/>
                    <a:pt x="541" y="607"/>
                    <a:pt x="533" y="611"/>
                  </a:cubicBezTo>
                  <a:cubicBezTo>
                    <a:pt x="501" y="630"/>
                    <a:pt x="501" y="630"/>
                    <a:pt x="501" y="630"/>
                  </a:cubicBezTo>
                  <a:cubicBezTo>
                    <a:pt x="493" y="635"/>
                    <a:pt x="481" y="641"/>
                    <a:pt x="473" y="644"/>
                  </a:cubicBezTo>
                  <a:cubicBezTo>
                    <a:pt x="458" y="649"/>
                    <a:pt x="442" y="653"/>
                    <a:pt x="426" y="656"/>
                  </a:cubicBezTo>
                  <a:cubicBezTo>
                    <a:pt x="417" y="658"/>
                    <a:pt x="403" y="659"/>
                    <a:pt x="395" y="659"/>
                  </a:cubicBezTo>
                  <a:lnTo>
                    <a:pt x="356" y="659"/>
                  </a:lnTo>
                  <a:close/>
                </a:path>
              </a:pathLst>
            </a:custGeom>
            <a:solidFill>
              <a:schemeClr val="accent3"/>
            </a:solidFill>
            <a:ln>
              <a:noFill/>
            </a:ln>
            <a:effectLst/>
          </p:spPr>
          <p:txBody>
            <a:bodyPr vert="horz" wrap="square" lIns="82387" tIns="41194" rIns="82387" bIns="41194" numCol="1" anchor="t" anchorCtr="0" compatLnSpc="1"/>
            <a:lstStyle/>
            <a:p>
              <a:endParaRPr lang="en-US" sz="1620"/>
            </a:p>
          </p:txBody>
        </p:sp>
        <p:sp>
          <p:nvSpPr>
            <p:cNvPr id="27" name="Freeform 38"/>
            <p:cNvSpPr>
              <a:spLocks noEditPoints="1"/>
            </p:cNvSpPr>
            <p:nvPr/>
          </p:nvSpPr>
          <p:spPr bwMode="auto">
            <a:xfrm>
              <a:off x="5961587" y="3909745"/>
              <a:ext cx="1319090" cy="1322594"/>
            </a:xfrm>
            <a:custGeom>
              <a:avLst/>
              <a:gdLst>
                <a:gd name="T0" fmla="*/ 393 w 564"/>
                <a:gd name="T1" fmla="*/ 546 h 564"/>
                <a:gd name="T2" fmla="*/ 395 w 564"/>
                <a:gd name="T3" fmla="*/ 503 h 564"/>
                <a:gd name="T4" fmla="*/ 461 w 564"/>
                <a:gd name="T5" fmla="*/ 438 h 564"/>
                <a:gd name="T6" fmla="*/ 505 w 564"/>
                <a:gd name="T7" fmla="*/ 445 h 564"/>
                <a:gd name="T8" fmla="*/ 547 w 564"/>
                <a:gd name="T9" fmla="*/ 390 h 564"/>
                <a:gd name="T10" fmla="*/ 518 w 564"/>
                <a:gd name="T11" fmla="*/ 358 h 564"/>
                <a:gd name="T12" fmla="*/ 518 w 564"/>
                <a:gd name="T13" fmla="*/ 266 h 564"/>
                <a:gd name="T14" fmla="*/ 555 w 564"/>
                <a:gd name="T15" fmla="*/ 240 h 564"/>
                <a:gd name="T16" fmla="*/ 545 w 564"/>
                <a:gd name="T17" fmla="*/ 171 h 564"/>
                <a:gd name="T18" fmla="*/ 502 w 564"/>
                <a:gd name="T19" fmla="*/ 169 h 564"/>
                <a:gd name="T20" fmla="*/ 438 w 564"/>
                <a:gd name="T21" fmla="*/ 104 h 564"/>
                <a:gd name="T22" fmla="*/ 445 w 564"/>
                <a:gd name="T23" fmla="*/ 59 h 564"/>
                <a:gd name="T24" fmla="*/ 389 w 564"/>
                <a:gd name="T25" fmla="*/ 17 h 564"/>
                <a:gd name="T26" fmla="*/ 358 w 564"/>
                <a:gd name="T27" fmla="*/ 46 h 564"/>
                <a:gd name="T28" fmla="*/ 266 w 564"/>
                <a:gd name="T29" fmla="*/ 46 h 564"/>
                <a:gd name="T30" fmla="*/ 239 w 564"/>
                <a:gd name="T31" fmla="*/ 9 h 564"/>
                <a:gd name="T32" fmla="*/ 171 w 564"/>
                <a:gd name="T33" fmla="*/ 19 h 564"/>
                <a:gd name="T34" fmla="*/ 169 w 564"/>
                <a:gd name="T35" fmla="*/ 62 h 564"/>
                <a:gd name="T36" fmla="*/ 103 w 564"/>
                <a:gd name="T37" fmla="*/ 126 h 564"/>
                <a:gd name="T38" fmla="*/ 59 w 564"/>
                <a:gd name="T39" fmla="*/ 119 h 564"/>
                <a:gd name="T40" fmla="*/ 17 w 564"/>
                <a:gd name="T41" fmla="*/ 175 h 564"/>
                <a:gd name="T42" fmla="*/ 46 w 564"/>
                <a:gd name="T43" fmla="*/ 207 h 564"/>
                <a:gd name="T44" fmla="*/ 45 w 564"/>
                <a:gd name="T45" fmla="*/ 298 h 564"/>
                <a:gd name="T46" fmla="*/ 9 w 564"/>
                <a:gd name="T47" fmla="*/ 325 h 564"/>
                <a:gd name="T48" fmla="*/ 19 w 564"/>
                <a:gd name="T49" fmla="*/ 394 h 564"/>
                <a:gd name="T50" fmla="*/ 61 w 564"/>
                <a:gd name="T51" fmla="*/ 396 h 564"/>
                <a:gd name="T52" fmla="*/ 126 w 564"/>
                <a:gd name="T53" fmla="*/ 461 h 564"/>
                <a:gd name="T54" fmla="*/ 119 w 564"/>
                <a:gd name="T55" fmla="*/ 505 h 564"/>
                <a:gd name="T56" fmla="*/ 174 w 564"/>
                <a:gd name="T57" fmla="*/ 547 h 564"/>
                <a:gd name="T58" fmla="*/ 206 w 564"/>
                <a:gd name="T59" fmla="*/ 518 h 564"/>
                <a:gd name="T60" fmla="*/ 298 w 564"/>
                <a:gd name="T61" fmla="*/ 519 h 564"/>
                <a:gd name="T62" fmla="*/ 324 w 564"/>
                <a:gd name="T63" fmla="*/ 555 h 564"/>
                <a:gd name="T64" fmla="*/ 228 w 564"/>
                <a:gd name="T65" fmla="*/ 109 h 564"/>
                <a:gd name="T66" fmla="*/ 336 w 564"/>
                <a:gd name="T67" fmla="*/ 455 h 564"/>
                <a:gd name="T68" fmla="*/ 228 w 564"/>
                <a:gd name="T69" fmla="*/ 109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4" h="564">
                  <a:moveTo>
                    <a:pt x="340" y="562"/>
                  </a:moveTo>
                  <a:cubicBezTo>
                    <a:pt x="393" y="546"/>
                    <a:pt x="393" y="546"/>
                    <a:pt x="393" y="546"/>
                  </a:cubicBezTo>
                  <a:cubicBezTo>
                    <a:pt x="399" y="544"/>
                    <a:pt x="403" y="537"/>
                    <a:pt x="402" y="531"/>
                  </a:cubicBezTo>
                  <a:cubicBezTo>
                    <a:pt x="395" y="503"/>
                    <a:pt x="395" y="503"/>
                    <a:pt x="395" y="503"/>
                  </a:cubicBezTo>
                  <a:cubicBezTo>
                    <a:pt x="394" y="497"/>
                    <a:pt x="397" y="489"/>
                    <a:pt x="403" y="486"/>
                  </a:cubicBezTo>
                  <a:cubicBezTo>
                    <a:pt x="425" y="473"/>
                    <a:pt x="444" y="457"/>
                    <a:pt x="461" y="438"/>
                  </a:cubicBezTo>
                  <a:cubicBezTo>
                    <a:pt x="465" y="433"/>
                    <a:pt x="472" y="431"/>
                    <a:pt x="478" y="434"/>
                  </a:cubicBezTo>
                  <a:cubicBezTo>
                    <a:pt x="505" y="445"/>
                    <a:pt x="505" y="445"/>
                    <a:pt x="505" y="445"/>
                  </a:cubicBezTo>
                  <a:cubicBezTo>
                    <a:pt x="511" y="448"/>
                    <a:pt x="518" y="445"/>
                    <a:pt x="521" y="440"/>
                  </a:cubicBezTo>
                  <a:cubicBezTo>
                    <a:pt x="547" y="390"/>
                    <a:pt x="547" y="390"/>
                    <a:pt x="547" y="390"/>
                  </a:cubicBezTo>
                  <a:cubicBezTo>
                    <a:pt x="550" y="384"/>
                    <a:pt x="548" y="377"/>
                    <a:pt x="543" y="374"/>
                  </a:cubicBezTo>
                  <a:cubicBezTo>
                    <a:pt x="518" y="358"/>
                    <a:pt x="518" y="358"/>
                    <a:pt x="518" y="358"/>
                  </a:cubicBezTo>
                  <a:cubicBezTo>
                    <a:pt x="513" y="355"/>
                    <a:pt x="510" y="347"/>
                    <a:pt x="512" y="341"/>
                  </a:cubicBezTo>
                  <a:cubicBezTo>
                    <a:pt x="518" y="317"/>
                    <a:pt x="520" y="292"/>
                    <a:pt x="518" y="266"/>
                  </a:cubicBezTo>
                  <a:cubicBezTo>
                    <a:pt x="518" y="260"/>
                    <a:pt x="522" y="253"/>
                    <a:pt x="528" y="251"/>
                  </a:cubicBezTo>
                  <a:cubicBezTo>
                    <a:pt x="555" y="240"/>
                    <a:pt x="555" y="240"/>
                    <a:pt x="555" y="240"/>
                  </a:cubicBezTo>
                  <a:cubicBezTo>
                    <a:pt x="561" y="237"/>
                    <a:pt x="564" y="231"/>
                    <a:pt x="562" y="225"/>
                  </a:cubicBezTo>
                  <a:cubicBezTo>
                    <a:pt x="545" y="171"/>
                    <a:pt x="545" y="171"/>
                    <a:pt x="545" y="171"/>
                  </a:cubicBezTo>
                  <a:cubicBezTo>
                    <a:pt x="543" y="165"/>
                    <a:pt x="537" y="161"/>
                    <a:pt x="531" y="163"/>
                  </a:cubicBezTo>
                  <a:cubicBezTo>
                    <a:pt x="502" y="169"/>
                    <a:pt x="502" y="169"/>
                    <a:pt x="502" y="169"/>
                  </a:cubicBezTo>
                  <a:cubicBezTo>
                    <a:pt x="496" y="170"/>
                    <a:pt x="489" y="167"/>
                    <a:pt x="486" y="162"/>
                  </a:cubicBezTo>
                  <a:cubicBezTo>
                    <a:pt x="473" y="140"/>
                    <a:pt x="457" y="120"/>
                    <a:pt x="438" y="104"/>
                  </a:cubicBezTo>
                  <a:cubicBezTo>
                    <a:pt x="433" y="100"/>
                    <a:pt x="431" y="92"/>
                    <a:pt x="433" y="86"/>
                  </a:cubicBezTo>
                  <a:cubicBezTo>
                    <a:pt x="445" y="59"/>
                    <a:pt x="445" y="59"/>
                    <a:pt x="445" y="59"/>
                  </a:cubicBezTo>
                  <a:cubicBezTo>
                    <a:pt x="447" y="54"/>
                    <a:pt x="445" y="47"/>
                    <a:pt x="439" y="44"/>
                  </a:cubicBezTo>
                  <a:cubicBezTo>
                    <a:pt x="389" y="17"/>
                    <a:pt x="389" y="17"/>
                    <a:pt x="389" y="17"/>
                  </a:cubicBezTo>
                  <a:cubicBezTo>
                    <a:pt x="384" y="15"/>
                    <a:pt x="377" y="16"/>
                    <a:pt x="373" y="22"/>
                  </a:cubicBezTo>
                  <a:cubicBezTo>
                    <a:pt x="358" y="46"/>
                    <a:pt x="358" y="46"/>
                    <a:pt x="358" y="46"/>
                  </a:cubicBezTo>
                  <a:cubicBezTo>
                    <a:pt x="354" y="52"/>
                    <a:pt x="347" y="54"/>
                    <a:pt x="341" y="53"/>
                  </a:cubicBezTo>
                  <a:cubicBezTo>
                    <a:pt x="317" y="46"/>
                    <a:pt x="291" y="44"/>
                    <a:pt x="266" y="46"/>
                  </a:cubicBezTo>
                  <a:cubicBezTo>
                    <a:pt x="260" y="46"/>
                    <a:pt x="253" y="42"/>
                    <a:pt x="250" y="36"/>
                  </a:cubicBezTo>
                  <a:cubicBezTo>
                    <a:pt x="239" y="9"/>
                    <a:pt x="239" y="9"/>
                    <a:pt x="239" y="9"/>
                  </a:cubicBezTo>
                  <a:cubicBezTo>
                    <a:pt x="237" y="4"/>
                    <a:pt x="230" y="0"/>
                    <a:pt x="224" y="2"/>
                  </a:cubicBezTo>
                  <a:cubicBezTo>
                    <a:pt x="171" y="19"/>
                    <a:pt x="171" y="19"/>
                    <a:pt x="171" y="19"/>
                  </a:cubicBezTo>
                  <a:cubicBezTo>
                    <a:pt x="165" y="21"/>
                    <a:pt x="161" y="27"/>
                    <a:pt x="162" y="33"/>
                  </a:cubicBezTo>
                  <a:cubicBezTo>
                    <a:pt x="169" y="62"/>
                    <a:pt x="169" y="62"/>
                    <a:pt x="169" y="62"/>
                  </a:cubicBezTo>
                  <a:cubicBezTo>
                    <a:pt x="170" y="68"/>
                    <a:pt x="167" y="75"/>
                    <a:pt x="161" y="78"/>
                  </a:cubicBezTo>
                  <a:cubicBezTo>
                    <a:pt x="139" y="91"/>
                    <a:pt x="120" y="108"/>
                    <a:pt x="103" y="126"/>
                  </a:cubicBezTo>
                  <a:cubicBezTo>
                    <a:pt x="99" y="131"/>
                    <a:pt x="91" y="133"/>
                    <a:pt x="86" y="131"/>
                  </a:cubicBezTo>
                  <a:cubicBezTo>
                    <a:pt x="59" y="119"/>
                    <a:pt x="59" y="119"/>
                    <a:pt x="59" y="119"/>
                  </a:cubicBezTo>
                  <a:cubicBezTo>
                    <a:pt x="53" y="117"/>
                    <a:pt x="46" y="120"/>
                    <a:pt x="43" y="125"/>
                  </a:cubicBezTo>
                  <a:cubicBezTo>
                    <a:pt x="17" y="175"/>
                    <a:pt x="17" y="175"/>
                    <a:pt x="17" y="175"/>
                  </a:cubicBezTo>
                  <a:cubicBezTo>
                    <a:pt x="14" y="180"/>
                    <a:pt x="16" y="188"/>
                    <a:pt x="21" y="191"/>
                  </a:cubicBezTo>
                  <a:cubicBezTo>
                    <a:pt x="46" y="207"/>
                    <a:pt x="46" y="207"/>
                    <a:pt x="46" y="207"/>
                  </a:cubicBezTo>
                  <a:cubicBezTo>
                    <a:pt x="51" y="210"/>
                    <a:pt x="54" y="217"/>
                    <a:pt x="52" y="223"/>
                  </a:cubicBezTo>
                  <a:cubicBezTo>
                    <a:pt x="46" y="248"/>
                    <a:pt x="44" y="273"/>
                    <a:pt x="45" y="298"/>
                  </a:cubicBezTo>
                  <a:cubicBezTo>
                    <a:pt x="46" y="305"/>
                    <a:pt x="42" y="312"/>
                    <a:pt x="36" y="314"/>
                  </a:cubicBezTo>
                  <a:cubicBezTo>
                    <a:pt x="9" y="325"/>
                    <a:pt x="9" y="325"/>
                    <a:pt x="9" y="325"/>
                  </a:cubicBezTo>
                  <a:cubicBezTo>
                    <a:pt x="3" y="327"/>
                    <a:pt x="0" y="334"/>
                    <a:pt x="2" y="340"/>
                  </a:cubicBezTo>
                  <a:cubicBezTo>
                    <a:pt x="19" y="394"/>
                    <a:pt x="19" y="394"/>
                    <a:pt x="19" y="394"/>
                  </a:cubicBezTo>
                  <a:cubicBezTo>
                    <a:pt x="20" y="400"/>
                    <a:pt x="27" y="403"/>
                    <a:pt x="33" y="402"/>
                  </a:cubicBezTo>
                  <a:cubicBezTo>
                    <a:pt x="61" y="396"/>
                    <a:pt x="61" y="396"/>
                    <a:pt x="61" y="396"/>
                  </a:cubicBezTo>
                  <a:cubicBezTo>
                    <a:pt x="68" y="394"/>
                    <a:pt x="75" y="398"/>
                    <a:pt x="78" y="403"/>
                  </a:cubicBezTo>
                  <a:cubicBezTo>
                    <a:pt x="91" y="425"/>
                    <a:pt x="107" y="445"/>
                    <a:pt x="126" y="461"/>
                  </a:cubicBezTo>
                  <a:cubicBezTo>
                    <a:pt x="131" y="465"/>
                    <a:pt x="133" y="473"/>
                    <a:pt x="130" y="479"/>
                  </a:cubicBezTo>
                  <a:cubicBezTo>
                    <a:pt x="119" y="505"/>
                    <a:pt x="119" y="505"/>
                    <a:pt x="119" y="505"/>
                  </a:cubicBezTo>
                  <a:cubicBezTo>
                    <a:pt x="117" y="511"/>
                    <a:pt x="119" y="518"/>
                    <a:pt x="125" y="521"/>
                  </a:cubicBezTo>
                  <a:cubicBezTo>
                    <a:pt x="174" y="547"/>
                    <a:pt x="174" y="547"/>
                    <a:pt x="174" y="547"/>
                  </a:cubicBezTo>
                  <a:cubicBezTo>
                    <a:pt x="180" y="550"/>
                    <a:pt x="187" y="548"/>
                    <a:pt x="191" y="543"/>
                  </a:cubicBezTo>
                  <a:cubicBezTo>
                    <a:pt x="206" y="518"/>
                    <a:pt x="206" y="518"/>
                    <a:pt x="206" y="518"/>
                  </a:cubicBezTo>
                  <a:cubicBezTo>
                    <a:pt x="210" y="513"/>
                    <a:pt x="217" y="510"/>
                    <a:pt x="223" y="512"/>
                  </a:cubicBezTo>
                  <a:cubicBezTo>
                    <a:pt x="247" y="518"/>
                    <a:pt x="272" y="521"/>
                    <a:pt x="298" y="519"/>
                  </a:cubicBezTo>
                  <a:cubicBezTo>
                    <a:pt x="304" y="518"/>
                    <a:pt x="311" y="522"/>
                    <a:pt x="314" y="528"/>
                  </a:cubicBezTo>
                  <a:cubicBezTo>
                    <a:pt x="324" y="555"/>
                    <a:pt x="324" y="555"/>
                    <a:pt x="324" y="555"/>
                  </a:cubicBezTo>
                  <a:cubicBezTo>
                    <a:pt x="327" y="561"/>
                    <a:pt x="334" y="564"/>
                    <a:pt x="340" y="562"/>
                  </a:cubicBezTo>
                  <a:close/>
                  <a:moveTo>
                    <a:pt x="228" y="109"/>
                  </a:moveTo>
                  <a:cubicBezTo>
                    <a:pt x="324" y="80"/>
                    <a:pt x="425" y="133"/>
                    <a:pt x="455" y="229"/>
                  </a:cubicBezTo>
                  <a:cubicBezTo>
                    <a:pt x="485" y="324"/>
                    <a:pt x="431" y="426"/>
                    <a:pt x="336" y="455"/>
                  </a:cubicBezTo>
                  <a:cubicBezTo>
                    <a:pt x="240" y="485"/>
                    <a:pt x="138" y="432"/>
                    <a:pt x="109" y="336"/>
                  </a:cubicBezTo>
                  <a:cubicBezTo>
                    <a:pt x="79" y="241"/>
                    <a:pt x="133" y="139"/>
                    <a:pt x="228" y="109"/>
                  </a:cubicBezTo>
                  <a:close/>
                </a:path>
              </a:pathLst>
            </a:custGeom>
            <a:solidFill>
              <a:schemeClr val="accent2"/>
            </a:solidFill>
            <a:ln>
              <a:noFill/>
            </a:ln>
            <a:effectLst/>
          </p:spPr>
          <p:txBody>
            <a:bodyPr vert="horz" wrap="square" lIns="82387" tIns="41194" rIns="82387" bIns="41194" numCol="1" anchor="t" anchorCtr="0" compatLnSpc="1"/>
            <a:lstStyle/>
            <a:p>
              <a:endParaRPr lang="en-US" sz="1620"/>
            </a:p>
          </p:txBody>
        </p:sp>
        <p:sp>
          <p:nvSpPr>
            <p:cNvPr id="28" name="Oval 42"/>
            <p:cNvSpPr>
              <a:spLocks noChangeArrowheads="1"/>
            </p:cNvSpPr>
            <p:nvPr/>
          </p:nvSpPr>
          <p:spPr bwMode="auto">
            <a:xfrm>
              <a:off x="6853858" y="2764808"/>
              <a:ext cx="1001831" cy="1003236"/>
            </a:xfrm>
            <a:prstGeom prst="ellipse">
              <a:avLst/>
            </a:prstGeom>
            <a:solidFill>
              <a:schemeClr val="accent3">
                <a:lumMod val="75000"/>
              </a:schemeClr>
            </a:solidFill>
            <a:ln>
              <a:noFill/>
            </a:ln>
            <a:effectLst/>
          </p:spPr>
          <p:txBody>
            <a:bodyPr vert="horz" wrap="square" lIns="82387" tIns="41194" rIns="82387" bIns="41194" numCol="1" anchor="t" anchorCtr="0" compatLnSpc="1"/>
            <a:lstStyle/>
            <a:p>
              <a:endParaRPr lang="en-US" sz="1620"/>
            </a:p>
          </p:txBody>
        </p:sp>
        <p:sp>
          <p:nvSpPr>
            <p:cNvPr id="29" name="Oval 43"/>
            <p:cNvSpPr>
              <a:spLocks noChangeArrowheads="1"/>
            </p:cNvSpPr>
            <p:nvPr/>
          </p:nvSpPr>
          <p:spPr bwMode="auto">
            <a:xfrm>
              <a:off x="4622065" y="3333432"/>
              <a:ext cx="1001831" cy="1003236"/>
            </a:xfrm>
            <a:prstGeom prst="ellipse">
              <a:avLst/>
            </a:prstGeom>
            <a:solidFill>
              <a:schemeClr val="accent1">
                <a:lumMod val="75000"/>
              </a:schemeClr>
            </a:solidFill>
            <a:ln>
              <a:noFill/>
            </a:ln>
            <a:effectLst/>
          </p:spPr>
          <p:txBody>
            <a:bodyPr vert="horz" wrap="square" lIns="82387" tIns="41194" rIns="82387" bIns="41194" numCol="1" anchor="t" anchorCtr="0" compatLnSpc="1"/>
            <a:lstStyle/>
            <a:p>
              <a:endParaRPr lang="en-US" sz="1620"/>
            </a:p>
          </p:txBody>
        </p:sp>
        <p:grpSp>
          <p:nvGrpSpPr>
            <p:cNvPr id="30" name="组合 29"/>
            <p:cNvGrpSpPr/>
            <p:nvPr/>
          </p:nvGrpSpPr>
          <p:grpSpPr>
            <a:xfrm>
              <a:off x="4743222" y="3455293"/>
              <a:ext cx="759515" cy="759514"/>
              <a:chOff x="4282426" y="4124132"/>
              <a:chExt cx="759515" cy="759514"/>
            </a:xfrm>
          </p:grpSpPr>
          <p:sp>
            <p:nvSpPr>
              <p:cNvPr id="46" name="弧形 45"/>
              <p:cNvSpPr/>
              <p:nvPr/>
            </p:nvSpPr>
            <p:spPr>
              <a:xfrm>
                <a:off x="4282427" y="4124132"/>
                <a:ext cx="759514" cy="759512"/>
              </a:xfrm>
              <a:prstGeom prst="arc">
                <a:avLst>
                  <a:gd name="adj1" fmla="val 16200000"/>
                  <a:gd name="adj2" fmla="val 2488734"/>
                </a:avLst>
              </a:prstGeom>
              <a:ln w="11443">
                <a:solidFill>
                  <a:schemeClr val="bg1"/>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sp>
            <p:nvSpPr>
              <p:cNvPr id="47" name="Arc 130+"/>
              <p:cNvSpPr/>
              <p:nvPr/>
            </p:nvSpPr>
            <p:spPr>
              <a:xfrm rot="10800000">
                <a:off x="4282426" y="4124134"/>
                <a:ext cx="759514" cy="759512"/>
              </a:xfrm>
              <a:prstGeom prst="arc">
                <a:avLst>
                  <a:gd name="adj1" fmla="val 16200000"/>
                  <a:gd name="adj2" fmla="val 2488736"/>
                </a:avLst>
              </a:prstGeom>
              <a:ln w="11443">
                <a:solidFill>
                  <a:schemeClr val="bg1"/>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grpSp>
        <p:grpSp>
          <p:nvGrpSpPr>
            <p:cNvPr id="31" name="组合 30"/>
            <p:cNvGrpSpPr/>
            <p:nvPr/>
          </p:nvGrpSpPr>
          <p:grpSpPr>
            <a:xfrm>
              <a:off x="6975018" y="2886670"/>
              <a:ext cx="759515" cy="759513"/>
              <a:chOff x="4037203" y="4186612"/>
              <a:chExt cx="759515" cy="759513"/>
            </a:xfrm>
          </p:grpSpPr>
          <p:sp>
            <p:nvSpPr>
              <p:cNvPr id="44" name="弧形 43"/>
              <p:cNvSpPr/>
              <p:nvPr/>
            </p:nvSpPr>
            <p:spPr>
              <a:xfrm>
                <a:off x="4037204" y="4186612"/>
                <a:ext cx="759514" cy="759512"/>
              </a:xfrm>
              <a:prstGeom prst="arc">
                <a:avLst>
                  <a:gd name="adj1" fmla="val 16200000"/>
                  <a:gd name="adj2" fmla="val 2488734"/>
                </a:avLst>
              </a:prstGeom>
              <a:ln w="11443">
                <a:solidFill>
                  <a:schemeClr val="bg1"/>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sp>
            <p:nvSpPr>
              <p:cNvPr id="45" name="Arc 130+"/>
              <p:cNvSpPr/>
              <p:nvPr/>
            </p:nvSpPr>
            <p:spPr>
              <a:xfrm rot="10800000">
                <a:off x="4037203" y="4186613"/>
                <a:ext cx="759514" cy="759512"/>
              </a:xfrm>
              <a:prstGeom prst="arc">
                <a:avLst>
                  <a:gd name="adj1" fmla="val 16200000"/>
                  <a:gd name="adj2" fmla="val 2488736"/>
                </a:avLst>
              </a:prstGeom>
              <a:ln w="11443">
                <a:solidFill>
                  <a:schemeClr val="bg1"/>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grpSp>
        <p:grpSp>
          <p:nvGrpSpPr>
            <p:cNvPr id="32" name="组合 31"/>
            <p:cNvGrpSpPr/>
            <p:nvPr/>
          </p:nvGrpSpPr>
          <p:grpSpPr>
            <a:xfrm>
              <a:off x="6310309" y="4260221"/>
              <a:ext cx="621648" cy="621646"/>
              <a:chOff x="4106134" y="4027163"/>
              <a:chExt cx="759521" cy="759514"/>
            </a:xfrm>
          </p:grpSpPr>
          <p:sp>
            <p:nvSpPr>
              <p:cNvPr id="42" name="弧形 41"/>
              <p:cNvSpPr/>
              <p:nvPr/>
            </p:nvSpPr>
            <p:spPr>
              <a:xfrm>
                <a:off x="4106139" y="4027167"/>
                <a:ext cx="759516" cy="759510"/>
              </a:xfrm>
              <a:prstGeom prst="arc">
                <a:avLst>
                  <a:gd name="adj1" fmla="val 16200000"/>
                  <a:gd name="adj2" fmla="val 2488736"/>
                </a:avLst>
              </a:prstGeom>
              <a:ln w="11443">
                <a:solidFill>
                  <a:schemeClr val="accent2"/>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sp>
            <p:nvSpPr>
              <p:cNvPr id="43" name="Arc 130+"/>
              <p:cNvSpPr/>
              <p:nvPr/>
            </p:nvSpPr>
            <p:spPr>
              <a:xfrm rot="10800000">
                <a:off x="4106134" y="4027163"/>
                <a:ext cx="759506" cy="759510"/>
              </a:xfrm>
              <a:prstGeom prst="arc">
                <a:avLst>
                  <a:gd name="adj1" fmla="val 16200000"/>
                  <a:gd name="adj2" fmla="val 2488738"/>
                </a:avLst>
              </a:prstGeom>
              <a:ln w="11443">
                <a:solidFill>
                  <a:schemeClr val="accent2"/>
                </a:solidFill>
                <a:headEnd type="triangle"/>
              </a:ln>
              <a:effectLst/>
            </p:spPr>
            <p:style>
              <a:lnRef idx="1">
                <a:schemeClr val="accent1"/>
              </a:lnRef>
              <a:fillRef idx="0">
                <a:schemeClr val="accent1"/>
              </a:fillRef>
              <a:effectRef idx="0">
                <a:schemeClr val="accent1"/>
              </a:effectRef>
              <a:fontRef idx="minor">
                <a:schemeClr val="tx1"/>
              </a:fontRef>
            </p:style>
            <p:txBody>
              <a:bodyPr lIns="82387" tIns="41194" rIns="82387" bIns="41194" rtlCol="0" anchor="ctr"/>
              <a:lstStyle/>
              <a:p>
                <a:pPr algn="ctr"/>
                <a:endParaRPr lang="zh-CN" altLang="en-US" sz="1620" dirty="0">
                  <a:solidFill>
                    <a:schemeClr val="bg1"/>
                  </a:solidFill>
                  <a:latin typeface="+mj-ea"/>
                  <a:ea typeface="+mj-ea"/>
                </a:endParaRPr>
              </a:p>
            </p:txBody>
          </p:sp>
        </p:grpSp>
        <p:sp>
          <p:nvSpPr>
            <p:cNvPr id="33" name="文本框 32"/>
            <p:cNvSpPr txBox="1"/>
            <p:nvPr/>
          </p:nvSpPr>
          <p:spPr>
            <a:xfrm>
              <a:off x="6459371" y="4376930"/>
              <a:ext cx="340210" cy="388055"/>
            </a:xfrm>
            <a:prstGeom prst="rect">
              <a:avLst/>
            </a:prstGeom>
            <a:noFill/>
            <a:effectLst/>
          </p:spPr>
          <p:txBody>
            <a:bodyPr wrap="square" lIns="0" tIns="0" rIns="0" bIns="0">
              <a:spAutoFit/>
            </a:bodyPr>
            <a:lstStyle/>
            <a:p>
              <a:r>
                <a:rPr lang="zh-CN" altLang="en-US" sz="1260">
                  <a:solidFill>
                    <a:schemeClr val="accent2"/>
                  </a:solidFill>
                  <a:latin typeface="思源黑体 CN Bold" panose="020B0800000000000000" pitchFamily="34" charset="-122"/>
                  <a:ea typeface="思源黑体 CN Bold" panose="020B0800000000000000" pitchFamily="34" charset="-122"/>
                  <a:cs typeface="+mn-ea"/>
                  <a:sym typeface="+mn-lt"/>
                </a:rPr>
                <a:t>真实案例</a:t>
              </a:r>
              <a:endParaRPr lang="zh-CN" altLang="en-US" sz="1260" dirty="0">
                <a:solidFill>
                  <a:schemeClr val="accent2"/>
                </a:solidFill>
              </a:endParaRPr>
            </a:p>
          </p:txBody>
        </p:sp>
        <p:sp>
          <p:nvSpPr>
            <p:cNvPr id="34" name="文本框 33"/>
            <p:cNvSpPr txBox="1"/>
            <p:nvPr/>
          </p:nvSpPr>
          <p:spPr>
            <a:xfrm>
              <a:off x="7169904" y="3044582"/>
              <a:ext cx="387368" cy="443839"/>
            </a:xfrm>
            <a:prstGeom prst="rect">
              <a:avLst/>
            </a:prstGeom>
            <a:noFill/>
            <a:effectLst/>
          </p:spPr>
          <p:txBody>
            <a:bodyPr wrap="square" lIns="0" tIns="0" rIns="0" bIns="0">
              <a:spAutoFit/>
            </a:bodyPr>
            <a:lstStyle/>
            <a:p>
              <a:r>
                <a:rPr lang="zh-CN" altLang="en-US" sz="1440">
                  <a:solidFill>
                    <a:schemeClr val="bg1"/>
                  </a:solidFill>
                  <a:latin typeface="思源黑体 CN Bold" panose="020B0800000000000000" pitchFamily="34" charset="-122"/>
                  <a:ea typeface="思源黑体 CN Bold" panose="020B0800000000000000" pitchFamily="34" charset="-122"/>
                  <a:cs typeface="+mn-ea"/>
                  <a:sym typeface="+mn-lt"/>
                </a:rPr>
                <a:t>教学模板</a:t>
              </a:r>
              <a:endParaRPr lang="zh-CN" altLang="en-US" sz="1440" dirty="0">
                <a:solidFill>
                  <a:schemeClr val="bg1"/>
                </a:solidFill>
              </a:endParaRPr>
            </a:p>
          </p:txBody>
        </p:sp>
        <p:sp>
          <p:nvSpPr>
            <p:cNvPr id="35" name="文本框 34"/>
            <p:cNvSpPr txBox="1"/>
            <p:nvPr/>
          </p:nvSpPr>
          <p:spPr>
            <a:xfrm>
              <a:off x="4938110" y="3613206"/>
              <a:ext cx="387368" cy="443839"/>
            </a:xfrm>
            <a:prstGeom prst="rect">
              <a:avLst/>
            </a:prstGeom>
            <a:noFill/>
            <a:effectLst/>
          </p:spPr>
          <p:txBody>
            <a:bodyPr wrap="square" lIns="0" tIns="0" rIns="0" bIns="0">
              <a:spAutoFit/>
            </a:bodyPr>
            <a:lstStyle/>
            <a:p>
              <a:r>
                <a:rPr lang="zh-CN" altLang="en-US" sz="1440" dirty="0">
                  <a:solidFill>
                    <a:schemeClr val="bg1"/>
                  </a:solidFill>
                  <a:latin typeface="思源黑体 CN Bold" panose="020B0800000000000000" pitchFamily="34" charset="-122"/>
                  <a:ea typeface="思源黑体 CN Bold" panose="020B0800000000000000" pitchFamily="34" charset="-122"/>
                  <a:cs typeface="+mn-ea"/>
                  <a:sym typeface="+mn-lt"/>
                </a:rPr>
                <a:t>四维映射</a:t>
              </a:r>
              <a:endParaRPr lang="zh-CN" altLang="en-US" sz="1440" dirty="0">
                <a:solidFill>
                  <a:schemeClr val="bg1"/>
                </a:solidFill>
              </a:endParaRPr>
            </a:p>
          </p:txBody>
        </p:sp>
      </p:grpSp>
      <p:grpSp>
        <p:nvGrpSpPr>
          <p:cNvPr id="85" name="组合 84"/>
          <p:cNvGrpSpPr/>
          <p:nvPr/>
        </p:nvGrpSpPr>
        <p:grpSpPr>
          <a:xfrm>
            <a:off x="5467205" y="2524217"/>
            <a:ext cx="2466014" cy="2910893"/>
            <a:chOff x="5467205" y="2524217"/>
            <a:chExt cx="2466014" cy="2910893"/>
          </a:xfrm>
        </p:grpSpPr>
        <p:pic>
          <p:nvPicPr>
            <p:cNvPr id="36" name="图形 35"/>
            <p:cNvPicPr>
              <a:picLocks noChangeAspect="1"/>
            </p:cNvPicPr>
            <p:nvPr/>
          </p:nvPicPr>
          <p:blipFill>
            <a:blip r:embed="rId2"/>
            <a:stretch>
              <a:fillRect/>
            </a:stretch>
          </p:blipFill>
          <p:spPr>
            <a:xfrm rot="8290114" flipH="1">
              <a:off x="5832300" y="2524217"/>
              <a:ext cx="704028" cy="488072"/>
            </a:xfrm>
            <a:prstGeom prst="rect">
              <a:avLst/>
            </a:prstGeom>
            <a:effectLst/>
          </p:spPr>
        </p:pic>
        <p:pic>
          <p:nvPicPr>
            <p:cNvPr id="37" name="图形 36"/>
            <p:cNvPicPr>
              <a:picLocks noChangeAspect="1"/>
            </p:cNvPicPr>
            <p:nvPr/>
          </p:nvPicPr>
          <p:blipFill>
            <a:blip r:embed="rId2"/>
            <a:stretch>
              <a:fillRect/>
            </a:stretch>
          </p:blipFill>
          <p:spPr>
            <a:xfrm rot="19976200">
              <a:off x="7229191" y="4244902"/>
              <a:ext cx="704028" cy="488072"/>
            </a:xfrm>
            <a:prstGeom prst="rect">
              <a:avLst/>
            </a:prstGeom>
            <a:effectLst/>
          </p:spPr>
        </p:pic>
        <p:pic>
          <p:nvPicPr>
            <p:cNvPr id="38" name="图形 37"/>
            <p:cNvPicPr>
              <a:picLocks noChangeAspect="1"/>
            </p:cNvPicPr>
            <p:nvPr/>
          </p:nvPicPr>
          <p:blipFill>
            <a:blip r:embed="rId2"/>
            <a:stretch>
              <a:fillRect/>
            </a:stretch>
          </p:blipFill>
          <p:spPr>
            <a:xfrm rot="3064455">
              <a:off x="5359227" y="4839060"/>
              <a:ext cx="704028" cy="488072"/>
            </a:xfrm>
            <a:prstGeom prst="rect">
              <a:avLst/>
            </a:prstGeom>
            <a:effectLst/>
          </p:spPr>
        </p:pic>
        <p:sp>
          <p:nvSpPr>
            <p:cNvPr id="39" name="TextBox 50"/>
            <p:cNvSpPr txBox="1"/>
            <p:nvPr/>
          </p:nvSpPr>
          <p:spPr>
            <a:xfrm>
              <a:off x="5867952" y="2780234"/>
              <a:ext cx="540212" cy="194027"/>
            </a:xfrm>
            <a:prstGeom prst="rect">
              <a:avLst/>
            </a:prstGeom>
            <a:noFill/>
            <a:effectLst/>
          </p:spPr>
          <p:txBody>
            <a:bodyPr wrap="none" lIns="0" tIns="0" rIns="0" bIns="0" rtlCol="0">
              <a:spAutoFit/>
            </a:bodyPr>
            <a:lstStyle/>
            <a:p>
              <a:pPr algn="ctr"/>
              <a:r>
                <a:rPr lang="en-US" altLang="zh-CN" sz="1260" b="1">
                  <a:latin typeface="思源黑体 CN Bold" panose="020B0800000000000000" pitchFamily="34" charset="-122"/>
                  <a:ea typeface="思源黑体 CN Bold" panose="020B0800000000000000" pitchFamily="34" charset="-122"/>
                </a:rPr>
                <a:t>200+</a:t>
              </a:r>
              <a:r>
                <a:rPr lang="zh-CN" altLang="en-US" sz="1260" b="1">
                  <a:latin typeface="思源黑体 CN Bold" panose="020B0800000000000000" pitchFamily="34" charset="-122"/>
                  <a:ea typeface="思源黑体 CN Bold" panose="020B0800000000000000" pitchFamily="34" charset="-122"/>
                </a:rPr>
                <a:t>个</a:t>
              </a:r>
              <a:endParaRPr lang="id-ID" sz="1260" b="1" dirty="0">
                <a:latin typeface="思源黑体 CN Bold" panose="020B0800000000000000" pitchFamily="34" charset="-122"/>
                <a:ea typeface="思源黑体 CN Bold" panose="020B0800000000000000" pitchFamily="34" charset="-122"/>
              </a:endParaRPr>
            </a:p>
          </p:txBody>
        </p:sp>
        <p:sp>
          <p:nvSpPr>
            <p:cNvPr id="40" name="TextBox 50"/>
            <p:cNvSpPr txBox="1"/>
            <p:nvPr/>
          </p:nvSpPr>
          <p:spPr>
            <a:xfrm>
              <a:off x="5527707" y="4881685"/>
              <a:ext cx="351058" cy="194027"/>
            </a:xfrm>
            <a:prstGeom prst="rect">
              <a:avLst/>
            </a:prstGeom>
            <a:noFill/>
            <a:effectLst/>
          </p:spPr>
          <p:txBody>
            <a:bodyPr wrap="none" lIns="0" tIns="0" rIns="0" bIns="0" rtlCol="0">
              <a:spAutoFit/>
            </a:bodyPr>
            <a:lstStyle/>
            <a:p>
              <a:pPr algn="ctr"/>
              <a:r>
                <a:rPr lang="en-US" altLang="zh-CN" sz="1260" b="1">
                  <a:latin typeface="思源黑体 CN Bold" panose="020B0800000000000000" pitchFamily="34" charset="-122"/>
                  <a:ea typeface="思源黑体 CN Bold" panose="020B0800000000000000" pitchFamily="34" charset="-122"/>
                </a:rPr>
                <a:t>50</a:t>
              </a:r>
              <a:r>
                <a:rPr lang="zh-CN" altLang="en-US" sz="1260" b="1">
                  <a:latin typeface="思源黑体 CN Bold" panose="020B0800000000000000" pitchFamily="34" charset="-122"/>
                  <a:ea typeface="思源黑体 CN Bold" panose="020B0800000000000000" pitchFamily="34" charset="-122"/>
                </a:rPr>
                <a:t>个</a:t>
              </a:r>
              <a:endParaRPr lang="id-ID" sz="1260" b="1" dirty="0">
                <a:latin typeface="思源黑体 CN Bold" panose="020B0800000000000000" pitchFamily="34" charset="-122"/>
                <a:ea typeface="思源黑体 CN Bold" panose="020B0800000000000000" pitchFamily="34" charset="-122"/>
              </a:endParaRPr>
            </a:p>
          </p:txBody>
        </p:sp>
        <p:sp>
          <p:nvSpPr>
            <p:cNvPr id="41" name="TextBox 50"/>
            <p:cNvSpPr txBox="1"/>
            <p:nvPr/>
          </p:nvSpPr>
          <p:spPr>
            <a:xfrm rot="18203234">
              <a:off x="7308172" y="4421578"/>
              <a:ext cx="351058" cy="194027"/>
            </a:xfrm>
            <a:prstGeom prst="rect">
              <a:avLst/>
            </a:prstGeom>
            <a:noFill/>
            <a:effectLst/>
          </p:spPr>
          <p:txBody>
            <a:bodyPr wrap="none" lIns="0" tIns="0" rIns="0" bIns="0" rtlCol="0">
              <a:spAutoFit/>
            </a:bodyPr>
            <a:lstStyle/>
            <a:p>
              <a:pPr algn="ctr"/>
              <a:r>
                <a:rPr lang="en-US" altLang="zh-CN" sz="1260" b="1">
                  <a:latin typeface="思源黑体 CN Bold" panose="020B0800000000000000" pitchFamily="34" charset="-122"/>
                  <a:ea typeface="思源黑体 CN Bold" panose="020B0800000000000000" pitchFamily="34" charset="-122"/>
                </a:rPr>
                <a:t>20</a:t>
              </a:r>
              <a:r>
                <a:rPr lang="zh-CN" altLang="en-US" sz="1260" b="1">
                  <a:latin typeface="思源黑体 CN Bold" panose="020B0800000000000000" pitchFamily="34" charset="-122"/>
                  <a:ea typeface="思源黑体 CN Bold" panose="020B0800000000000000" pitchFamily="34" charset="-122"/>
                </a:rPr>
                <a:t>套</a:t>
              </a:r>
              <a:endParaRPr lang="id-ID" sz="1260" b="1" dirty="0">
                <a:latin typeface="思源黑体 CN Bold" panose="020B0800000000000000" pitchFamily="34" charset="-122"/>
                <a:ea typeface="思源黑体 CN Bold" panose="020B0800000000000000" pitchFamily="34" charset="-122"/>
              </a:endParaRPr>
            </a:p>
          </p:txBody>
        </p:sp>
      </p:grpSp>
      <p:grpSp>
        <p:nvGrpSpPr>
          <p:cNvPr id="65" name="组合 64"/>
          <p:cNvGrpSpPr/>
          <p:nvPr/>
        </p:nvGrpSpPr>
        <p:grpSpPr>
          <a:xfrm>
            <a:off x="8140381" y="1821172"/>
            <a:ext cx="1019843" cy="3651701"/>
            <a:chOff x="8140381" y="1821172"/>
            <a:chExt cx="1019843" cy="3651701"/>
          </a:xfrm>
        </p:grpSpPr>
        <p:sp>
          <p:nvSpPr>
            <p:cNvPr id="52" name="箭头: 五边形 51"/>
            <p:cNvSpPr/>
            <p:nvPr/>
          </p:nvSpPr>
          <p:spPr>
            <a:xfrm rot="6863144">
              <a:off x="7147426" y="3460076"/>
              <a:ext cx="3651701" cy="373894"/>
            </a:xfrm>
            <a:prstGeom prst="homePlate">
              <a:avLst/>
            </a:prstGeom>
            <a:gradFill>
              <a:gsLst>
                <a:gs pos="0">
                  <a:schemeClr val="bg1"/>
                </a:gs>
                <a:gs pos="100000">
                  <a:schemeClr val="accent2">
                    <a:lumMod val="20000"/>
                    <a:lumOff val="80000"/>
                  </a:schemeClr>
                </a:gs>
              </a:gsLst>
              <a:lin ang="0" scaled="1"/>
            </a:gradFill>
            <a:ln>
              <a:gradFill flip="none" rotWithShape="1">
                <a:gsLst>
                  <a:gs pos="0">
                    <a:schemeClr val="bg1"/>
                  </a:gs>
                  <a:gs pos="75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nvSpPr>
          <p:spPr>
            <a:xfrm rot="12263144">
              <a:off x="8140381" y="5122066"/>
              <a:ext cx="269139" cy="130858"/>
            </a:xfrm>
            <a:prstGeom prst="triangle">
              <a:avLst/>
            </a:prstGeom>
            <a:gradFill flip="none" rotWithShape="1">
              <a:gsLst>
                <a:gs pos="1000">
                  <a:schemeClr val="bg1">
                    <a:alpha val="0"/>
                  </a:schemeClr>
                </a:gs>
                <a:gs pos="79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rot="1463144">
              <a:off x="8831980" y="2180009"/>
              <a:ext cx="250357" cy="3046988"/>
            </a:xfrm>
            <a:prstGeom prst="rect">
              <a:avLst/>
            </a:prstGeom>
            <a:noFill/>
          </p:spPr>
          <p:txBody>
            <a:bodyPr wrap="square" lIns="0" tIns="0" rIns="0" bIns="0">
              <a:spAutoFit/>
            </a:bodyPr>
            <a:lstStyle/>
            <a:p>
              <a:pPr algn="ctr"/>
              <a:r>
                <a:rPr lang="zh-CN" altLang="en-US" b="1">
                  <a:latin typeface="思源黑体 CN Bold" panose="020B0800000000000000" pitchFamily="34" charset="-122"/>
                  <a:ea typeface="思源黑体 CN Bold" panose="020B0800000000000000" pitchFamily="34" charset="-122"/>
                  <a:cs typeface="+mn-ea"/>
                  <a:sym typeface="+mn-lt"/>
                </a:rPr>
                <a:t>每月召开课程迭代研讨会</a:t>
              </a:r>
              <a:endParaRPr lang="zh-CN" altLang="en-US" b="1" dirty="0">
                <a:latin typeface="思源黑体 CN Bold" panose="020B0800000000000000" pitchFamily="34" charset="-122"/>
                <a:ea typeface="思源黑体 CN Bold" panose="020B0800000000000000" pitchFamily="34" charset="-122"/>
                <a:cs typeface="+mn-ea"/>
                <a:sym typeface="+mn-lt"/>
              </a:endParaRPr>
            </a:p>
          </p:txBody>
        </p:sp>
      </p:grpSp>
      <p:grpSp>
        <p:nvGrpSpPr>
          <p:cNvPr id="64" name="组合 63"/>
          <p:cNvGrpSpPr/>
          <p:nvPr/>
        </p:nvGrpSpPr>
        <p:grpSpPr>
          <a:xfrm>
            <a:off x="3898597" y="5490433"/>
            <a:ext cx="4378628" cy="373894"/>
            <a:chOff x="3898597" y="5490433"/>
            <a:chExt cx="4378628" cy="373894"/>
          </a:xfrm>
        </p:grpSpPr>
        <p:sp>
          <p:nvSpPr>
            <p:cNvPr id="50" name="箭头: 五边形 49"/>
            <p:cNvSpPr/>
            <p:nvPr/>
          </p:nvSpPr>
          <p:spPr>
            <a:xfrm flipH="1">
              <a:off x="3898597" y="5490433"/>
              <a:ext cx="4378628" cy="373894"/>
            </a:xfrm>
            <a:prstGeom prst="homePlate">
              <a:avLst/>
            </a:prstGeom>
            <a:gradFill>
              <a:gsLst>
                <a:gs pos="0">
                  <a:schemeClr val="bg1"/>
                </a:gs>
                <a:gs pos="100000">
                  <a:schemeClr val="accent2">
                    <a:lumMod val="20000"/>
                    <a:lumOff val="80000"/>
                  </a:schemeClr>
                </a:gs>
              </a:gsLst>
              <a:lin ang="0" scaled="1"/>
            </a:gradFill>
            <a:ln>
              <a:gradFill flip="none" rotWithShape="1">
                <a:gsLst>
                  <a:gs pos="0">
                    <a:schemeClr val="bg1"/>
                  </a:gs>
                  <a:gs pos="75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4385860" y="5538881"/>
              <a:ext cx="3231654" cy="276999"/>
            </a:xfrm>
            <a:prstGeom prst="rect">
              <a:avLst/>
            </a:prstGeom>
            <a:noFill/>
          </p:spPr>
          <p:txBody>
            <a:bodyPr wrap="none" lIns="0" tIns="0" rIns="0" bIns="0">
              <a:spAutoFit/>
            </a:bodyPr>
            <a:lstStyle/>
            <a:p>
              <a:pPr algn="ctr"/>
              <a:r>
                <a:rPr lang="zh-CN" altLang="en-US" b="1" dirty="0">
                  <a:latin typeface="思源黑体 CN Bold" panose="020B0800000000000000" pitchFamily="34" charset="-122"/>
                  <a:ea typeface="思源黑体 CN Bold" panose="020B0800000000000000" pitchFamily="34" charset="-122"/>
                  <a:cs typeface="+mn-ea"/>
                  <a:sym typeface="+mn-lt"/>
                </a:rPr>
                <a:t>智能工具与传统教学的有机融合</a:t>
              </a:r>
            </a:p>
          </p:txBody>
        </p:sp>
        <p:sp>
          <p:nvSpPr>
            <p:cNvPr id="58" name="等腰三角形 57"/>
            <p:cNvSpPr/>
            <p:nvPr/>
          </p:nvSpPr>
          <p:spPr>
            <a:xfrm rot="16200000">
              <a:off x="3898515" y="5611951"/>
              <a:ext cx="269139" cy="130858"/>
            </a:xfrm>
            <a:prstGeom prst="triangle">
              <a:avLst/>
            </a:prstGeom>
            <a:gradFill flip="none" rotWithShape="1">
              <a:gsLst>
                <a:gs pos="1000">
                  <a:schemeClr val="bg1">
                    <a:alpha val="0"/>
                  </a:schemeClr>
                </a:gs>
                <a:gs pos="79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a:off x="8143876" y="1843314"/>
            <a:ext cx="3605212" cy="4681311"/>
            <a:chOff x="8143876" y="1843314"/>
            <a:chExt cx="3605212" cy="4681311"/>
          </a:xfrm>
        </p:grpSpPr>
        <p:sp>
          <p:nvSpPr>
            <p:cNvPr id="61" name="平行四边形 60"/>
            <p:cNvSpPr/>
            <p:nvPr/>
          </p:nvSpPr>
          <p:spPr>
            <a:xfrm>
              <a:off x="8143876" y="1843314"/>
              <a:ext cx="3605212" cy="4681311"/>
            </a:xfrm>
            <a:prstGeom prst="parallelogram">
              <a:avLst>
                <a:gd name="adj" fmla="val 5639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圆角 65"/>
            <p:cNvSpPr/>
            <p:nvPr/>
          </p:nvSpPr>
          <p:spPr>
            <a:xfrm>
              <a:off x="10277294" y="2139995"/>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圆角 66"/>
            <p:cNvSpPr/>
            <p:nvPr/>
          </p:nvSpPr>
          <p:spPr>
            <a:xfrm>
              <a:off x="10016717" y="272932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p:cNvSpPr/>
            <p:nvPr/>
          </p:nvSpPr>
          <p:spPr>
            <a:xfrm>
              <a:off x="9756140" y="3321758"/>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p:cNvSpPr/>
            <p:nvPr/>
          </p:nvSpPr>
          <p:spPr>
            <a:xfrm>
              <a:off x="9495563" y="390797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圆角 69"/>
            <p:cNvSpPr/>
            <p:nvPr/>
          </p:nvSpPr>
          <p:spPr>
            <a:xfrm>
              <a:off x="9234986" y="4497295"/>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圆角 70"/>
            <p:cNvSpPr/>
            <p:nvPr/>
          </p:nvSpPr>
          <p:spPr>
            <a:xfrm>
              <a:off x="8974601" y="508662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圆角 71"/>
            <p:cNvSpPr/>
            <p:nvPr/>
          </p:nvSpPr>
          <p:spPr>
            <a:xfrm>
              <a:off x="8713832" y="5675947"/>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10377465" y="2169285"/>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履约义务</a:t>
              </a:r>
              <a:endParaRPr lang="zh-CN" altLang="en-US" sz="1600" dirty="0">
                <a:solidFill>
                  <a:schemeClr val="bg1"/>
                </a:solidFill>
              </a:endParaRPr>
            </a:p>
          </p:txBody>
        </p:sp>
        <p:sp>
          <p:nvSpPr>
            <p:cNvPr id="76" name="文本框 75"/>
            <p:cNvSpPr txBox="1"/>
            <p:nvPr/>
          </p:nvSpPr>
          <p:spPr>
            <a:xfrm>
              <a:off x="10135800" y="275861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价格分摊</a:t>
              </a:r>
              <a:endParaRPr lang="zh-CN" altLang="en-US" sz="1600" dirty="0">
                <a:solidFill>
                  <a:schemeClr val="bg1"/>
                </a:solidFill>
              </a:endParaRPr>
            </a:p>
          </p:txBody>
        </p:sp>
        <p:sp>
          <p:nvSpPr>
            <p:cNvPr id="77" name="文本框 76"/>
            <p:cNvSpPr txBox="1"/>
            <p:nvPr/>
          </p:nvSpPr>
          <p:spPr>
            <a:xfrm>
              <a:off x="9856311" y="3351048"/>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时点判断</a:t>
              </a:r>
              <a:endParaRPr lang="zh-CN" altLang="en-US" sz="1600" dirty="0">
                <a:solidFill>
                  <a:schemeClr val="bg1"/>
                </a:solidFill>
              </a:endParaRPr>
            </a:p>
          </p:txBody>
        </p:sp>
        <p:sp>
          <p:nvSpPr>
            <p:cNvPr id="78" name="文本框 77"/>
            <p:cNvSpPr txBox="1"/>
            <p:nvPr/>
          </p:nvSpPr>
          <p:spPr>
            <a:xfrm>
              <a:off x="9595734" y="393726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职业判断</a:t>
              </a:r>
              <a:endParaRPr lang="zh-CN" altLang="en-US" sz="1600" dirty="0">
                <a:solidFill>
                  <a:schemeClr val="bg1"/>
                </a:solidFill>
              </a:endParaRPr>
            </a:p>
          </p:txBody>
        </p:sp>
        <p:sp>
          <p:nvSpPr>
            <p:cNvPr id="79" name="文本框 78"/>
            <p:cNvSpPr txBox="1"/>
            <p:nvPr/>
          </p:nvSpPr>
          <p:spPr>
            <a:xfrm>
              <a:off x="9335157" y="4526585"/>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虚拟资产</a:t>
              </a:r>
              <a:endParaRPr lang="zh-CN" altLang="en-US" sz="1600" dirty="0">
                <a:solidFill>
                  <a:schemeClr val="bg1"/>
                </a:solidFill>
              </a:endParaRPr>
            </a:p>
          </p:txBody>
        </p:sp>
        <p:sp>
          <p:nvSpPr>
            <p:cNvPr id="80" name="文本框 79"/>
            <p:cNvSpPr txBox="1"/>
            <p:nvPr/>
          </p:nvSpPr>
          <p:spPr>
            <a:xfrm>
              <a:off x="9074772" y="511591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披露创新</a:t>
              </a:r>
              <a:endParaRPr lang="zh-CN" altLang="en-US" sz="1600" dirty="0">
                <a:solidFill>
                  <a:schemeClr val="bg1"/>
                </a:solidFill>
              </a:endParaRPr>
            </a:p>
          </p:txBody>
        </p:sp>
        <p:sp>
          <p:nvSpPr>
            <p:cNvPr id="81" name="文本框 80"/>
            <p:cNvSpPr txBox="1"/>
            <p:nvPr/>
          </p:nvSpPr>
          <p:spPr>
            <a:xfrm>
              <a:off x="8814003" y="5705237"/>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中心模式</a:t>
              </a:r>
              <a:endParaRPr lang="zh-CN" altLang="en-US" sz="1600" dirty="0">
                <a:solidFill>
                  <a:schemeClr val="bg1"/>
                </a:solidFill>
              </a:endParaRPr>
            </a:p>
          </p:txBody>
        </p:sp>
        <p:cxnSp>
          <p:nvCxnSpPr>
            <p:cNvPr id="102" name="直接箭头连接符 101"/>
            <p:cNvCxnSpPr>
              <a:stCxn id="72" idx="0"/>
              <a:endCxn id="71" idx="2"/>
            </p:cNvCxnSpPr>
            <p:nvPr/>
          </p:nvCxnSpPr>
          <p:spPr>
            <a:xfrm flipV="1">
              <a:off x="9224372" y="5391420"/>
              <a:ext cx="260769" cy="28452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a:stCxn id="71" idx="0"/>
              <a:endCxn id="70" idx="2"/>
            </p:cNvCxnSpPr>
            <p:nvPr/>
          </p:nvCxnSpPr>
          <p:spPr>
            <a:xfrm flipV="1">
              <a:off x="9485141" y="4802095"/>
              <a:ext cx="260385"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a:stCxn id="70" idx="0"/>
              <a:endCxn id="69" idx="2"/>
            </p:cNvCxnSpPr>
            <p:nvPr/>
          </p:nvCxnSpPr>
          <p:spPr>
            <a:xfrm flipV="1">
              <a:off x="9745526" y="4212770"/>
              <a:ext cx="260577"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p:cNvCxnSpPr>
              <a:stCxn id="69" idx="0"/>
              <a:endCxn id="68" idx="2"/>
            </p:cNvCxnSpPr>
            <p:nvPr/>
          </p:nvCxnSpPr>
          <p:spPr>
            <a:xfrm flipV="1">
              <a:off x="10006103" y="3626558"/>
              <a:ext cx="260577" cy="28141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a:stCxn id="68" idx="0"/>
              <a:endCxn id="67" idx="2"/>
            </p:cNvCxnSpPr>
            <p:nvPr/>
          </p:nvCxnSpPr>
          <p:spPr>
            <a:xfrm flipV="1">
              <a:off x="10266680" y="3034120"/>
              <a:ext cx="260577" cy="28763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a:stCxn id="67" idx="0"/>
              <a:endCxn id="66" idx="2"/>
            </p:cNvCxnSpPr>
            <p:nvPr/>
          </p:nvCxnSpPr>
          <p:spPr>
            <a:xfrm flipV="1">
              <a:off x="10527257" y="2444795"/>
              <a:ext cx="260577"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82" name="组合 81"/>
          <p:cNvGrpSpPr/>
          <p:nvPr/>
        </p:nvGrpSpPr>
        <p:grpSpPr>
          <a:xfrm>
            <a:off x="2990999" y="1847749"/>
            <a:ext cx="6355188" cy="373894"/>
            <a:chOff x="2990999" y="1847749"/>
            <a:chExt cx="6355188" cy="373894"/>
          </a:xfrm>
        </p:grpSpPr>
        <p:sp>
          <p:nvSpPr>
            <p:cNvPr id="48" name="箭头: 五边形 47"/>
            <p:cNvSpPr/>
            <p:nvPr/>
          </p:nvSpPr>
          <p:spPr>
            <a:xfrm>
              <a:off x="3048000" y="1847749"/>
              <a:ext cx="6298187" cy="373894"/>
            </a:xfrm>
            <a:prstGeom prst="homePlate">
              <a:avLst/>
            </a:prstGeom>
            <a:gradFill>
              <a:gsLst>
                <a:gs pos="0">
                  <a:schemeClr val="bg1"/>
                </a:gs>
                <a:gs pos="100000">
                  <a:schemeClr val="accent2">
                    <a:lumMod val="20000"/>
                    <a:lumOff val="80000"/>
                  </a:schemeClr>
                </a:gs>
              </a:gsLst>
              <a:lin ang="0" scaled="1"/>
            </a:gradFill>
            <a:ln>
              <a:gradFill flip="none" rotWithShape="1">
                <a:gsLst>
                  <a:gs pos="0">
                    <a:schemeClr val="bg1"/>
                  </a:gs>
                  <a:gs pos="75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2990999" y="1896197"/>
              <a:ext cx="6206827" cy="276999"/>
            </a:xfrm>
            <a:prstGeom prst="rect">
              <a:avLst/>
            </a:prstGeom>
            <a:noFill/>
          </p:spPr>
          <p:txBody>
            <a:bodyPr wrap="none" lIns="0" tIns="0" rIns="0" bIns="0">
              <a:spAutoFit/>
            </a:bodyPr>
            <a:lstStyle/>
            <a:p>
              <a:pPr algn="ctr"/>
              <a:r>
                <a:rPr lang="zh-CN" altLang="en-US" b="1" dirty="0">
                  <a:latin typeface="思源黑体 CN Bold" panose="020B0800000000000000" pitchFamily="34" charset="-122"/>
                  <a:ea typeface="思源黑体 CN Bold" panose="020B0800000000000000" pitchFamily="34" charset="-122"/>
                  <a:cs typeface="+mn-ea"/>
                  <a:sym typeface="+mn-lt"/>
                </a:rPr>
                <a:t>创新建立</a:t>
              </a:r>
              <a:r>
                <a:rPr lang="en-US" altLang="zh-CN" b="1" dirty="0">
                  <a:latin typeface="思源黑体 CN Bold" panose="020B0800000000000000" pitchFamily="34" charset="-122"/>
                  <a:ea typeface="思源黑体 CN Bold" panose="020B0800000000000000" pitchFamily="34" charset="-122"/>
                  <a:cs typeface="+mn-ea"/>
                  <a:sym typeface="+mn-lt"/>
                </a:rPr>
                <a:t>"</a:t>
              </a:r>
              <a:r>
                <a:rPr lang="zh-CN" altLang="en-US" b="1" dirty="0">
                  <a:latin typeface="思源黑体 CN Bold" panose="020B0800000000000000" pitchFamily="34" charset="-122"/>
                  <a:ea typeface="思源黑体 CN Bold" panose="020B0800000000000000" pitchFamily="34" charset="-122"/>
                  <a:cs typeface="+mn-ea"/>
                  <a:sym typeface="+mn-lt"/>
                </a:rPr>
                <a:t>企业</a:t>
              </a:r>
              <a:r>
                <a:rPr lang="en-US" altLang="zh-CN" b="1" dirty="0">
                  <a:latin typeface="思源黑体 CN Bold" panose="020B0800000000000000" pitchFamily="34" charset="-122"/>
                  <a:ea typeface="思源黑体 CN Bold" panose="020B0800000000000000" pitchFamily="34" charset="-122"/>
                  <a:cs typeface="+mn-ea"/>
                  <a:sym typeface="+mn-lt"/>
                </a:rPr>
                <a:t>-</a:t>
              </a:r>
              <a:r>
                <a:rPr lang="zh-CN" altLang="en-US" b="1" dirty="0">
                  <a:latin typeface="思源黑体 CN Bold" panose="020B0800000000000000" pitchFamily="34" charset="-122"/>
                  <a:ea typeface="思源黑体 CN Bold" panose="020B0800000000000000" pitchFamily="34" charset="-122"/>
                  <a:cs typeface="+mn-ea"/>
                  <a:sym typeface="+mn-lt"/>
                </a:rPr>
                <a:t>教师</a:t>
              </a:r>
              <a:r>
                <a:rPr lang="en-US" altLang="zh-CN" b="1" dirty="0">
                  <a:latin typeface="思源黑体 CN Bold" panose="020B0800000000000000" pitchFamily="34" charset="-122"/>
                  <a:ea typeface="思源黑体 CN Bold" panose="020B0800000000000000" pitchFamily="34" charset="-122"/>
                  <a:cs typeface="+mn-ea"/>
                  <a:sym typeface="+mn-lt"/>
                </a:rPr>
                <a:t>-</a:t>
              </a:r>
              <a:r>
                <a:rPr lang="zh-CN" altLang="en-US" b="1" dirty="0">
                  <a:latin typeface="思源黑体 CN Bold" panose="020B0800000000000000" pitchFamily="34" charset="-122"/>
                  <a:ea typeface="思源黑体 CN Bold" panose="020B0800000000000000" pitchFamily="34" charset="-122"/>
                  <a:cs typeface="+mn-ea"/>
                  <a:sym typeface="+mn-lt"/>
                </a:rPr>
                <a:t>学生</a:t>
              </a:r>
              <a:r>
                <a:rPr lang="en-US" altLang="zh-CN" b="1" dirty="0">
                  <a:latin typeface="思源黑体 CN Bold" panose="020B0800000000000000" pitchFamily="34" charset="-122"/>
                  <a:ea typeface="思源黑体 CN Bold" panose="020B0800000000000000" pitchFamily="34" charset="-122"/>
                  <a:cs typeface="+mn-ea"/>
                  <a:sym typeface="+mn-lt"/>
                </a:rPr>
                <a:t>"</a:t>
              </a:r>
              <a:r>
                <a:rPr lang="zh-CN" altLang="en-US" b="1" dirty="0">
                  <a:latin typeface="思源黑体 CN Bold" panose="020B0800000000000000" pitchFamily="34" charset="-122"/>
                  <a:ea typeface="思源黑体 CN Bold" panose="020B0800000000000000" pitchFamily="34" charset="-122"/>
                  <a:cs typeface="+mn-ea"/>
                  <a:sym typeface="+mn-lt"/>
                </a:rPr>
                <a:t>三方反馈环</a:t>
              </a:r>
              <a:r>
                <a:rPr lang="zh-CN" altLang="en-US" b="1" dirty="0">
                  <a:latin typeface="思源黑体 CN Bold" panose="020B0800000000000000" pitchFamily="34" charset="-122"/>
                  <a:ea typeface="思源黑体 CN Bold" panose="020B0800000000000000" pitchFamily="34" charset="-122"/>
                  <a:cs typeface="+mn-ea"/>
                </a:rPr>
                <a:t>实现知识素养的转化</a:t>
              </a:r>
              <a:endParaRPr lang="zh-CN" altLang="en-US" b="1" dirty="0">
                <a:latin typeface="思源黑体 CN Bold" panose="020B0800000000000000" pitchFamily="34" charset="-122"/>
                <a:ea typeface="思源黑体 CN Bold" panose="020B0800000000000000" pitchFamily="34" charset="-122"/>
                <a:cs typeface="+mn-ea"/>
                <a:sym typeface="+mn-lt"/>
              </a:endParaRPr>
            </a:p>
          </p:txBody>
        </p:sp>
        <p:sp>
          <p:nvSpPr>
            <p:cNvPr id="56" name="等腰三角形 55"/>
            <p:cNvSpPr/>
            <p:nvPr/>
          </p:nvSpPr>
          <p:spPr>
            <a:xfrm rot="5400000">
              <a:off x="9079621" y="1969268"/>
              <a:ext cx="269139" cy="130858"/>
            </a:xfrm>
            <a:prstGeom prst="triangle">
              <a:avLst/>
            </a:prstGeom>
            <a:gradFill flip="none" rotWithShape="1">
              <a:gsLst>
                <a:gs pos="1000">
                  <a:schemeClr val="bg1">
                    <a:alpha val="0"/>
                  </a:schemeClr>
                </a:gs>
                <a:gs pos="79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4" name="组合 73"/>
          <p:cNvGrpSpPr/>
          <p:nvPr/>
        </p:nvGrpSpPr>
        <p:grpSpPr>
          <a:xfrm>
            <a:off x="2406331" y="1821171"/>
            <a:ext cx="1019843" cy="3651701"/>
            <a:chOff x="2406331" y="1821171"/>
            <a:chExt cx="1019843" cy="3651701"/>
          </a:xfrm>
        </p:grpSpPr>
        <p:sp>
          <p:nvSpPr>
            <p:cNvPr id="198" name="箭头: 五边形 197"/>
            <p:cNvSpPr/>
            <p:nvPr/>
          </p:nvSpPr>
          <p:spPr>
            <a:xfrm rot="14736856" flipV="1">
              <a:off x="1413376" y="3460075"/>
              <a:ext cx="3651701" cy="373894"/>
            </a:xfrm>
            <a:prstGeom prst="homePlate">
              <a:avLst/>
            </a:prstGeom>
            <a:gradFill>
              <a:gsLst>
                <a:gs pos="0">
                  <a:schemeClr val="bg1"/>
                </a:gs>
                <a:gs pos="100000">
                  <a:schemeClr val="accent2">
                    <a:lumMod val="20000"/>
                    <a:lumOff val="80000"/>
                  </a:schemeClr>
                </a:gs>
              </a:gsLst>
              <a:lin ang="0" scaled="1"/>
            </a:gradFill>
            <a:ln>
              <a:gradFill flip="none" rotWithShape="1">
                <a:gsLst>
                  <a:gs pos="0">
                    <a:schemeClr val="bg1"/>
                  </a:gs>
                  <a:gs pos="75000">
                    <a:schemeClr val="accent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7" name="文本框 196"/>
            <p:cNvSpPr txBox="1"/>
            <p:nvPr/>
          </p:nvSpPr>
          <p:spPr>
            <a:xfrm rot="20136856" flipH="1">
              <a:off x="3097930" y="2067046"/>
              <a:ext cx="250357" cy="3046988"/>
            </a:xfrm>
            <a:prstGeom prst="rect">
              <a:avLst/>
            </a:prstGeom>
            <a:noFill/>
          </p:spPr>
          <p:txBody>
            <a:bodyPr wrap="square" lIns="0" tIns="0" rIns="0" bIns="0">
              <a:spAutoFit/>
            </a:bodyPr>
            <a:lstStyle/>
            <a:p>
              <a:pPr algn="ctr"/>
              <a:r>
                <a:rPr lang="zh-CN" altLang="en-US" b="1" dirty="0">
                  <a:latin typeface="思源黑体 CN Bold" panose="020B0800000000000000" pitchFamily="34" charset="-122"/>
                  <a:ea typeface="思源黑体 CN Bold" panose="020B0800000000000000" pitchFamily="34" charset="-122"/>
                  <a:cs typeface="+mn-ea"/>
                  <a:sym typeface="+mn-lt"/>
                </a:rPr>
                <a:t>每个知识点四核映射关系</a:t>
              </a:r>
            </a:p>
          </p:txBody>
        </p:sp>
        <p:sp>
          <p:nvSpPr>
            <p:cNvPr id="199" name="等腰三角形 198"/>
            <p:cNvSpPr/>
            <p:nvPr/>
          </p:nvSpPr>
          <p:spPr>
            <a:xfrm rot="9336856" flipV="1">
              <a:off x="2406331" y="2041121"/>
              <a:ext cx="269139" cy="130858"/>
            </a:xfrm>
            <a:prstGeom prst="triangle">
              <a:avLst/>
            </a:prstGeom>
            <a:gradFill flip="none" rotWithShape="1">
              <a:gsLst>
                <a:gs pos="1000">
                  <a:schemeClr val="bg1">
                    <a:alpha val="0"/>
                  </a:schemeClr>
                </a:gs>
                <a:gs pos="79000">
                  <a:schemeClr val="accent2"/>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9" name="组合 58"/>
          <p:cNvGrpSpPr/>
          <p:nvPr/>
        </p:nvGrpSpPr>
        <p:grpSpPr>
          <a:xfrm>
            <a:off x="442913" y="1843314"/>
            <a:ext cx="3605212" cy="4681311"/>
            <a:chOff x="442913" y="1843314"/>
            <a:chExt cx="3605212" cy="4681311"/>
          </a:xfrm>
        </p:grpSpPr>
        <p:sp>
          <p:nvSpPr>
            <p:cNvPr id="206" name="平行四边形 205"/>
            <p:cNvSpPr/>
            <p:nvPr/>
          </p:nvSpPr>
          <p:spPr>
            <a:xfrm flipH="1">
              <a:off x="442913" y="1843314"/>
              <a:ext cx="3605212" cy="4681311"/>
            </a:xfrm>
            <a:prstGeom prst="parallelogram">
              <a:avLst>
                <a:gd name="adj" fmla="val 5639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矩形: 圆角 206"/>
            <p:cNvSpPr/>
            <p:nvPr/>
          </p:nvSpPr>
          <p:spPr>
            <a:xfrm flipH="1">
              <a:off x="893627" y="2139995"/>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矩形: 圆角 207"/>
            <p:cNvSpPr/>
            <p:nvPr/>
          </p:nvSpPr>
          <p:spPr>
            <a:xfrm flipH="1">
              <a:off x="1154204" y="272932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9" name="矩形: 圆角 208"/>
            <p:cNvSpPr/>
            <p:nvPr/>
          </p:nvSpPr>
          <p:spPr>
            <a:xfrm flipH="1">
              <a:off x="1414781" y="3321758"/>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 name="矩形: 圆角 209"/>
            <p:cNvSpPr/>
            <p:nvPr/>
          </p:nvSpPr>
          <p:spPr>
            <a:xfrm flipH="1">
              <a:off x="1675358" y="390797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1" name="矩形: 圆角 210"/>
            <p:cNvSpPr/>
            <p:nvPr/>
          </p:nvSpPr>
          <p:spPr>
            <a:xfrm flipH="1">
              <a:off x="1935935" y="4497295"/>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矩形: 圆角 211"/>
            <p:cNvSpPr/>
            <p:nvPr/>
          </p:nvSpPr>
          <p:spPr>
            <a:xfrm flipH="1">
              <a:off x="2196320" y="5086620"/>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矩形: 圆角 212"/>
            <p:cNvSpPr/>
            <p:nvPr/>
          </p:nvSpPr>
          <p:spPr>
            <a:xfrm flipH="1">
              <a:off x="2457089" y="5675947"/>
              <a:ext cx="1021080" cy="3048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文本框 213"/>
            <p:cNvSpPr txBox="1"/>
            <p:nvPr/>
          </p:nvSpPr>
          <p:spPr>
            <a:xfrm flipH="1">
              <a:off x="993798" y="2169285"/>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分类实战</a:t>
              </a:r>
              <a:endParaRPr lang="zh-CN" altLang="en-US" sz="1600" dirty="0">
                <a:solidFill>
                  <a:schemeClr val="bg1"/>
                </a:solidFill>
              </a:endParaRPr>
            </a:p>
          </p:txBody>
        </p:sp>
        <p:sp>
          <p:nvSpPr>
            <p:cNvPr id="215" name="文本框 214"/>
            <p:cNvSpPr txBox="1"/>
            <p:nvPr/>
          </p:nvSpPr>
          <p:spPr>
            <a:xfrm flipH="1">
              <a:off x="1235463" y="275861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分类逻辑</a:t>
              </a:r>
              <a:endParaRPr lang="zh-CN" altLang="en-US" sz="1600" dirty="0">
                <a:solidFill>
                  <a:schemeClr val="bg1"/>
                </a:solidFill>
              </a:endParaRPr>
            </a:p>
          </p:txBody>
        </p:sp>
        <p:sp>
          <p:nvSpPr>
            <p:cNvPr id="216" name="文本框 215"/>
            <p:cNvSpPr txBox="1"/>
            <p:nvPr/>
          </p:nvSpPr>
          <p:spPr>
            <a:xfrm flipH="1">
              <a:off x="1514952" y="3351048"/>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分类判断</a:t>
              </a:r>
              <a:endParaRPr lang="zh-CN" altLang="en-US" sz="1600" dirty="0">
                <a:solidFill>
                  <a:schemeClr val="bg1"/>
                </a:solidFill>
              </a:endParaRPr>
            </a:p>
          </p:txBody>
        </p:sp>
        <p:sp>
          <p:nvSpPr>
            <p:cNvPr id="217" name="文本框 216"/>
            <p:cNvSpPr txBox="1"/>
            <p:nvPr/>
          </p:nvSpPr>
          <p:spPr>
            <a:xfrm flipH="1">
              <a:off x="1775529" y="393726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讨论分类</a:t>
              </a:r>
              <a:endParaRPr lang="zh-CN" altLang="en-US" sz="1600" dirty="0">
                <a:solidFill>
                  <a:schemeClr val="bg1"/>
                </a:solidFill>
              </a:endParaRPr>
            </a:p>
          </p:txBody>
        </p:sp>
        <p:sp>
          <p:nvSpPr>
            <p:cNvPr id="218" name="文本框 217"/>
            <p:cNvSpPr txBox="1"/>
            <p:nvPr/>
          </p:nvSpPr>
          <p:spPr>
            <a:xfrm flipH="1">
              <a:off x="2036106" y="4526585"/>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传统制造</a:t>
              </a:r>
              <a:endParaRPr lang="zh-CN" altLang="en-US" sz="1600" dirty="0">
                <a:solidFill>
                  <a:schemeClr val="bg1"/>
                </a:solidFill>
              </a:endParaRPr>
            </a:p>
          </p:txBody>
        </p:sp>
        <p:sp>
          <p:nvSpPr>
            <p:cNvPr id="219" name="文本框 218"/>
            <p:cNvSpPr txBox="1"/>
            <p:nvPr/>
          </p:nvSpPr>
          <p:spPr>
            <a:xfrm flipH="1">
              <a:off x="2296491" y="5115910"/>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数字经济</a:t>
              </a:r>
              <a:endParaRPr lang="zh-CN" altLang="en-US" sz="1600" dirty="0">
                <a:solidFill>
                  <a:schemeClr val="bg1"/>
                </a:solidFill>
              </a:endParaRPr>
            </a:p>
          </p:txBody>
        </p:sp>
        <p:sp>
          <p:nvSpPr>
            <p:cNvPr id="220" name="文本框 219"/>
            <p:cNvSpPr txBox="1"/>
            <p:nvPr/>
          </p:nvSpPr>
          <p:spPr>
            <a:xfrm flipH="1">
              <a:off x="2557260" y="5705237"/>
              <a:ext cx="820738" cy="246221"/>
            </a:xfrm>
            <a:prstGeom prst="rect">
              <a:avLst/>
            </a:prstGeom>
            <a:noFill/>
          </p:spPr>
          <p:txBody>
            <a:bodyPr wrap="none" lIns="0" tIns="0" rIns="0" bIns="0">
              <a:spAutoFit/>
            </a:bodyPr>
            <a:lstStyle/>
            <a:p>
              <a:r>
                <a:rPr lang="zh-CN" altLang="en-US" sz="16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特殊行业</a:t>
              </a:r>
              <a:endParaRPr lang="zh-CN" altLang="en-US" sz="1600" dirty="0">
                <a:solidFill>
                  <a:schemeClr val="bg1"/>
                </a:solidFill>
              </a:endParaRPr>
            </a:p>
          </p:txBody>
        </p:sp>
        <p:cxnSp>
          <p:nvCxnSpPr>
            <p:cNvPr id="221" name="直接箭头连接符 220"/>
            <p:cNvCxnSpPr>
              <a:stCxn id="213" idx="0"/>
              <a:endCxn id="212" idx="2"/>
            </p:cNvCxnSpPr>
            <p:nvPr/>
          </p:nvCxnSpPr>
          <p:spPr>
            <a:xfrm flipH="1" flipV="1">
              <a:off x="2706860" y="5391420"/>
              <a:ext cx="260769" cy="28452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2" name="直接箭头连接符 221"/>
            <p:cNvCxnSpPr>
              <a:stCxn id="212" idx="0"/>
              <a:endCxn id="211" idx="2"/>
            </p:cNvCxnSpPr>
            <p:nvPr/>
          </p:nvCxnSpPr>
          <p:spPr>
            <a:xfrm flipH="1" flipV="1">
              <a:off x="2446475" y="4802095"/>
              <a:ext cx="260385"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3" name="直接箭头连接符 222"/>
            <p:cNvCxnSpPr>
              <a:stCxn id="211" idx="0"/>
              <a:endCxn id="210" idx="2"/>
            </p:cNvCxnSpPr>
            <p:nvPr/>
          </p:nvCxnSpPr>
          <p:spPr>
            <a:xfrm flipH="1" flipV="1">
              <a:off x="2185898" y="4212770"/>
              <a:ext cx="260577"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4" name="直接箭头连接符 223"/>
            <p:cNvCxnSpPr>
              <a:stCxn id="210" idx="0"/>
              <a:endCxn id="209" idx="2"/>
            </p:cNvCxnSpPr>
            <p:nvPr/>
          </p:nvCxnSpPr>
          <p:spPr>
            <a:xfrm flipH="1" flipV="1">
              <a:off x="1925321" y="3626558"/>
              <a:ext cx="260577" cy="28141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5" name="直接箭头连接符 224"/>
            <p:cNvCxnSpPr>
              <a:stCxn id="209" idx="0"/>
              <a:endCxn id="208" idx="2"/>
            </p:cNvCxnSpPr>
            <p:nvPr/>
          </p:nvCxnSpPr>
          <p:spPr>
            <a:xfrm flipH="1" flipV="1">
              <a:off x="1664744" y="3034120"/>
              <a:ext cx="260577" cy="28763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6" name="直接箭头连接符 225"/>
            <p:cNvCxnSpPr>
              <a:stCxn id="208" idx="0"/>
              <a:endCxn id="207" idx="2"/>
            </p:cNvCxnSpPr>
            <p:nvPr/>
          </p:nvCxnSpPr>
          <p:spPr>
            <a:xfrm flipH="1" flipV="1">
              <a:off x="1404167" y="2444795"/>
              <a:ext cx="260577" cy="28452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425709" y="897431"/>
            <a:ext cx="11323378" cy="799907"/>
            <a:chOff x="425709" y="897431"/>
            <a:chExt cx="11323378" cy="799907"/>
          </a:xfrm>
        </p:grpSpPr>
        <p:sp>
          <p:nvSpPr>
            <p:cNvPr id="237" name="米菲PPT30"/>
            <p:cNvSpPr/>
            <p:nvPr/>
          </p:nvSpPr>
          <p:spPr>
            <a:xfrm rot="5400000" flipV="1">
              <a:off x="10020104" y="-62326"/>
              <a:ext cx="560524" cy="2504433"/>
            </a:xfrm>
            <a:prstGeom prst="roundRect">
              <a:avLst>
                <a:gd name="adj" fmla="val 12546"/>
              </a:avLst>
            </a:prstGeom>
            <a:solidFill>
              <a:schemeClr val="accent3"/>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38" name="米菲PPT31"/>
            <p:cNvSpPr/>
            <p:nvPr/>
          </p:nvSpPr>
          <p:spPr>
            <a:xfrm>
              <a:off x="11229993" y="930343"/>
              <a:ext cx="519094" cy="519094"/>
            </a:xfrm>
            <a:prstGeom prst="ellipse">
              <a:avLst/>
            </a:prstGeom>
            <a:gradFill>
              <a:gsLst>
                <a:gs pos="100000">
                  <a:schemeClr val="accent3"/>
                </a:gs>
                <a:gs pos="0">
                  <a:schemeClr val="accent3">
                    <a:lumMod val="75000"/>
                  </a:schemeClr>
                </a:gs>
              </a:gsLst>
              <a:path path="circle">
                <a:fillToRect l="100000" t="100000"/>
              </a:path>
            </a:gradFill>
            <a:ln w="73025">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15</a:t>
              </a:r>
              <a:endParaRPr lang="zh-CN" altLang="en-US"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39" name="米菲PPT32"/>
            <p:cNvSpPr txBox="1"/>
            <p:nvPr/>
          </p:nvSpPr>
          <p:spPr>
            <a:xfrm>
              <a:off x="9349155" y="989835"/>
              <a:ext cx="1467068"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发展潜能值</a:t>
              </a:r>
            </a:p>
          </p:txBody>
        </p:sp>
        <p:sp>
          <p:nvSpPr>
            <p:cNvPr id="240" name="米菲PPT39"/>
            <p:cNvSpPr/>
            <p:nvPr/>
          </p:nvSpPr>
          <p:spPr>
            <a:xfrm rot="5400000" flipV="1">
              <a:off x="1414870" y="-62327"/>
              <a:ext cx="560524" cy="2504434"/>
            </a:xfrm>
            <a:prstGeom prst="roundRect">
              <a:avLst>
                <a:gd name="adj" fmla="val 1254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795"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41" name="米菲PPT40"/>
            <p:cNvSpPr/>
            <p:nvPr/>
          </p:nvSpPr>
          <p:spPr>
            <a:xfrm>
              <a:off x="2630298" y="930342"/>
              <a:ext cx="519094" cy="519094"/>
            </a:xfrm>
            <a:prstGeom prst="ellipse">
              <a:avLst/>
            </a:prstGeom>
            <a:gradFill>
              <a:gsLst>
                <a:gs pos="0">
                  <a:schemeClr val="accent2">
                    <a:lumMod val="75000"/>
                  </a:schemeClr>
                </a:gs>
                <a:gs pos="100000">
                  <a:schemeClr val="accent2"/>
                </a:gs>
              </a:gsLst>
              <a:path path="circle">
                <a:fillToRect l="100000" t="100000"/>
              </a:path>
            </a:gradFill>
            <a:ln w="73025">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30</a:t>
              </a:r>
              <a:endParaRPr lang="zh-CN" altLang="en-US"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42" name="米菲PPT42"/>
            <p:cNvSpPr txBox="1"/>
            <p:nvPr/>
          </p:nvSpPr>
          <p:spPr>
            <a:xfrm>
              <a:off x="820161" y="989835"/>
              <a:ext cx="1467068"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知识掌握度</a:t>
              </a:r>
            </a:p>
          </p:txBody>
        </p:sp>
        <p:sp>
          <p:nvSpPr>
            <p:cNvPr id="231" name="米菲PPT12"/>
            <p:cNvSpPr/>
            <p:nvPr/>
          </p:nvSpPr>
          <p:spPr>
            <a:xfrm rot="5400000" flipV="1">
              <a:off x="4305190" y="-62328"/>
              <a:ext cx="560524" cy="2504434"/>
            </a:xfrm>
            <a:prstGeom prst="roundRect">
              <a:avLst>
                <a:gd name="adj" fmla="val 12546"/>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32" name="米菲PPT13"/>
            <p:cNvSpPr/>
            <p:nvPr/>
          </p:nvSpPr>
          <p:spPr>
            <a:xfrm>
              <a:off x="5515077" y="930341"/>
              <a:ext cx="519094" cy="519094"/>
            </a:xfrm>
            <a:prstGeom prst="ellipse">
              <a:avLst/>
            </a:prstGeom>
            <a:gradFill>
              <a:gsLst>
                <a:gs pos="0">
                  <a:schemeClr val="accent1">
                    <a:lumMod val="75000"/>
                  </a:schemeClr>
                </a:gs>
                <a:gs pos="100000">
                  <a:schemeClr val="accent1"/>
                </a:gs>
              </a:gsLst>
              <a:path path="circle">
                <a:fillToRect l="100000" t="100000"/>
              </a:path>
            </a:gradFill>
            <a:ln w="73025">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35</a:t>
              </a:r>
              <a:endParaRPr lang="zh-CN" altLang="en-US"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33" name="米菲PPT15"/>
            <p:cNvSpPr txBox="1"/>
            <p:nvPr/>
          </p:nvSpPr>
          <p:spPr>
            <a:xfrm>
              <a:off x="3640176" y="989835"/>
              <a:ext cx="1467068" cy="400110"/>
            </a:xfrm>
            <a:prstGeom prst="rect">
              <a:avLst/>
            </a:prstGeom>
            <a:noFill/>
          </p:spPr>
          <p:txBody>
            <a:bodyPr wrap="none" rtlCol="0">
              <a:spAutoFit/>
            </a:bodyPr>
            <a:lstStyle/>
            <a:p>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技能达标率</a:t>
              </a:r>
              <a:endPar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43" name="米菲PPT52"/>
            <p:cNvSpPr/>
            <p:nvPr/>
          </p:nvSpPr>
          <p:spPr>
            <a:xfrm>
              <a:off x="3278590" y="1505169"/>
              <a:ext cx="2723683" cy="192167"/>
            </a:xfrm>
            <a:prstGeom prst="rightArrow">
              <a:avLst/>
            </a:prstGeom>
            <a:gradFill flip="none" rotWithShape="1">
              <a:gsLst>
                <a:gs pos="79000">
                  <a:schemeClr val="accent1">
                    <a:alpha val="0"/>
                  </a:schemeClr>
                </a:gs>
                <a:gs pos="1000">
                  <a:schemeClr val="accent1">
                    <a:alpha val="65000"/>
                  </a:schemeClr>
                </a:gs>
              </a:gsLst>
              <a:lin ang="10800000" scaled="1"/>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234" name="米菲PPT20"/>
            <p:cNvSpPr/>
            <p:nvPr/>
          </p:nvSpPr>
          <p:spPr>
            <a:xfrm rot="5400000" flipV="1">
              <a:off x="7177773" y="-62328"/>
              <a:ext cx="584916" cy="2504434"/>
            </a:xfrm>
            <a:prstGeom prst="roundRect">
              <a:avLst>
                <a:gd name="adj" fmla="val 12546"/>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795"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35" name="米菲PPT21"/>
            <p:cNvSpPr/>
            <p:nvPr/>
          </p:nvSpPr>
          <p:spPr>
            <a:xfrm>
              <a:off x="8399856" y="930341"/>
              <a:ext cx="519094" cy="519094"/>
            </a:xfrm>
            <a:prstGeom prst="ellipse">
              <a:avLst/>
            </a:prstGeom>
            <a:gradFill>
              <a:gsLst>
                <a:gs pos="0">
                  <a:schemeClr val="accent5">
                    <a:lumMod val="75000"/>
                  </a:schemeClr>
                </a:gs>
                <a:gs pos="100000">
                  <a:schemeClr val="accent5"/>
                </a:gs>
              </a:gsLst>
              <a:path path="circle">
                <a:fillToRect l="100000" t="100000"/>
              </a:path>
            </a:gradFill>
            <a:ln w="73025">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en-US" altLang="zh-CN"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20</a:t>
              </a:r>
              <a:endParaRPr lang="zh-CN" altLang="en-US" sz="2000" dirty="0">
                <a:solidFill>
                  <a:srgbClr val="FFFFFF"/>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endParaRPr>
            </a:p>
          </p:txBody>
        </p:sp>
        <p:sp>
          <p:nvSpPr>
            <p:cNvPr id="236" name="米菲PPT23"/>
            <p:cNvSpPr txBox="1"/>
            <p:nvPr/>
          </p:nvSpPr>
          <p:spPr>
            <a:xfrm>
              <a:off x="6531041" y="989835"/>
              <a:ext cx="1467068" cy="400110"/>
            </a:xfrm>
            <a:prstGeom prst="rect">
              <a:avLst/>
            </a:prstGeom>
            <a:noFill/>
          </p:spPr>
          <p:txBody>
            <a:bodyPr wrap="none" rtlCol="0">
              <a:spAutoFit/>
            </a:bodyPr>
            <a:lstStyle/>
            <a:p>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Bold" panose="00000800000000000000" pitchFamily="2" charset="-122"/>
                </a:rPr>
                <a:t>价值内化度</a:t>
              </a:r>
            </a:p>
          </p:txBody>
        </p:sp>
        <p:sp>
          <p:nvSpPr>
            <p:cNvPr id="244" name="米菲PPT53"/>
            <p:cNvSpPr/>
            <p:nvPr/>
          </p:nvSpPr>
          <p:spPr>
            <a:xfrm>
              <a:off x="6163369" y="1505169"/>
              <a:ext cx="2723683" cy="192167"/>
            </a:xfrm>
            <a:prstGeom prst="rightArrow">
              <a:avLst/>
            </a:prstGeom>
            <a:gradFill flip="none" rotWithShape="1">
              <a:gsLst>
                <a:gs pos="79000">
                  <a:schemeClr val="accent5">
                    <a:alpha val="0"/>
                  </a:schemeClr>
                </a:gs>
                <a:gs pos="1000">
                  <a:schemeClr val="accent5">
                    <a:lumMod val="40000"/>
                    <a:lumOff val="60000"/>
                  </a:schemeClr>
                </a:gs>
              </a:gsLst>
              <a:lin ang="10800000" scaled="1"/>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245" name="米菲PPT54"/>
            <p:cNvSpPr/>
            <p:nvPr/>
          </p:nvSpPr>
          <p:spPr>
            <a:xfrm>
              <a:off x="425709" y="1505170"/>
              <a:ext cx="2723683" cy="192167"/>
            </a:xfrm>
            <a:prstGeom prst="rightArrow">
              <a:avLst/>
            </a:prstGeom>
            <a:gradFill flip="none" rotWithShape="1">
              <a:gsLst>
                <a:gs pos="79000">
                  <a:schemeClr val="accent2">
                    <a:alpha val="0"/>
                  </a:schemeClr>
                </a:gs>
                <a:gs pos="1000">
                  <a:schemeClr val="accent2">
                    <a:lumMod val="40000"/>
                    <a:lumOff val="60000"/>
                  </a:schemeClr>
                </a:gs>
              </a:gsLst>
              <a:lin ang="10800000" scaled="1"/>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sp>
          <p:nvSpPr>
            <p:cNvPr id="246" name="米菲PPT55"/>
            <p:cNvSpPr/>
            <p:nvPr/>
          </p:nvSpPr>
          <p:spPr>
            <a:xfrm>
              <a:off x="9025404" y="1505171"/>
              <a:ext cx="2723683" cy="192167"/>
            </a:xfrm>
            <a:prstGeom prst="rightArrow">
              <a:avLst/>
            </a:prstGeom>
            <a:gradFill flip="none" rotWithShape="1">
              <a:gsLst>
                <a:gs pos="79000">
                  <a:schemeClr val="accent3">
                    <a:alpha val="0"/>
                  </a:schemeClr>
                </a:gs>
                <a:gs pos="1000">
                  <a:schemeClr val="accent3">
                    <a:alpha val="65000"/>
                  </a:schemeClr>
                </a:gs>
              </a:gsLst>
              <a:lin ang="10800000" scaled="1"/>
              <a:tileRect/>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iSans Medium" panose="00000600000000000000" pitchFamily="2" charset="-122"/>
                <a:ea typeface="MiSans Medium" panose="00000600000000000000" pitchFamily="2" charset="-122"/>
                <a:cs typeface="MiSans Medium" panose="00000600000000000000" pitchFamily="2" charset="-122"/>
              </a:endParaRPr>
            </a:p>
          </p:txBody>
        </p:sp>
      </p:grpSp>
      <p:grpSp>
        <p:nvGrpSpPr>
          <p:cNvPr id="53" name="组合 52"/>
          <p:cNvGrpSpPr/>
          <p:nvPr/>
        </p:nvGrpSpPr>
        <p:grpSpPr>
          <a:xfrm>
            <a:off x="2933700" y="5981700"/>
            <a:ext cx="6324600" cy="542925"/>
            <a:chOff x="2933700" y="5981700"/>
            <a:chExt cx="6324600" cy="542925"/>
          </a:xfrm>
        </p:grpSpPr>
        <p:sp>
          <p:nvSpPr>
            <p:cNvPr id="62" name="矩形 61"/>
            <p:cNvSpPr/>
            <p:nvPr/>
          </p:nvSpPr>
          <p:spPr>
            <a:xfrm>
              <a:off x="2933700" y="5981700"/>
              <a:ext cx="6324600" cy="54292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文本框 119"/>
            <p:cNvSpPr txBox="1"/>
            <p:nvPr/>
          </p:nvSpPr>
          <p:spPr>
            <a:xfrm>
              <a:off x="4060988" y="6099274"/>
              <a:ext cx="4070025" cy="307777"/>
            </a:xfrm>
            <a:prstGeom prst="rect">
              <a:avLst/>
            </a:prstGeom>
            <a:noFill/>
          </p:spPr>
          <p:txBody>
            <a:bodyPr wrap="none" lIns="0" tIns="0" rIns="0" bIns="0">
              <a:spAutoFit/>
            </a:bodyPr>
            <a:lstStyle/>
            <a:p>
              <a:pPr algn="l"/>
              <a:r>
                <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管理层乐观预测 </a:t>
              </a:r>
              <a:r>
                <a:rPr lang="en-US" altLang="zh-CN"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vs </a:t>
              </a:r>
              <a:r>
                <a:rPr lang="zh-CN" altLang="en-US" sz="2000" b="1" kern="0" dirty="0">
                  <a:solidFill>
                    <a:srgbClr val="C00000"/>
                  </a:solidFill>
                  <a:effectLst>
                    <a:glow rad="38100">
                      <a:schemeClr val="bg1"/>
                    </a:glow>
                    <a:outerShdw blurRad="50800" dist="38100" dir="2700000" algn="tl" rotWithShape="0">
                      <a:schemeClr val="accent2">
                        <a:lumMod val="50000"/>
                        <a:alpha val="20000"/>
                      </a:schemeClr>
                    </a:outerShdw>
                  </a:effectLst>
                  <a:latin typeface="思源黑体 CN Bold" panose="020B0800000000000000" pitchFamily="34" charset="-122"/>
                  <a:ea typeface="思源黑体 CN Bold" panose="020B0800000000000000" pitchFamily="34" charset="-122"/>
                </a:rPr>
                <a:t>财务谨慎性原则</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wipe(left)">
                                      <p:cBhvr>
                                        <p:cTn id="12" dur="500"/>
                                        <p:tgtEl>
                                          <p:spTgt spid="8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strips(downLeft)">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wipe(right)">
                                      <p:cBhvr>
                                        <p:cTn id="22" dur="500"/>
                                        <p:tgtEl>
                                          <p:spTgt spid="6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9" fill="hold" nodeType="click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strips(upLeft)">
                                      <p:cBhvr>
                                        <p:cTn id="27" dur="500"/>
                                        <p:tgtEl>
                                          <p:spTgt spid="74"/>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87"/>
                                        </p:tgtEl>
                                        <p:attrNameLst>
                                          <p:attrName>style.visibility</p:attrName>
                                        </p:attrNameLst>
                                      </p:cBhvr>
                                      <p:to>
                                        <p:strVal val="visible"/>
                                      </p:to>
                                    </p:set>
                                    <p:anim calcmode="lin" valueType="num">
                                      <p:cBhvr>
                                        <p:cTn id="32" dur="500" fill="hold"/>
                                        <p:tgtEl>
                                          <p:spTgt spid="87"/>
                                        </p:tgtEl>
                                        <p:attrNameLst>
                                          <p:attrName>ppt_w</p:attrName>
                                        </p:attrNameLst>
                                      </p:cBhvr>
                                      <p:tavLst>
                                        <p:tav tm="0">
                                          <p:val>
                                            <p:fltVal val="0"/>
                                          </p:val>
                                        </p:tav>
                                        <p:tav tm="100000">
                                          <p:val>
                                            <p:strVal val="#ppt_w"/>
                                          </p:val>
                                        </p:tav>
                                      </p:tavLst>
                                    </p:anim>
                                    <p:anim calcmode="lin" valueType="num">
                                      <p:cBhvr>
                                        <p:cTn id="33" dur="500" fill="hold"/>
                                        <p:tgtEl>
                                          <p:spTgt spid="87"/>
                                        </p:tgtEl>
                                        <p:attrNameLst>
                                          <p:attrName>ppt_h</p:attrName>
                                        </p:attrNameLst>
                                      </p:cBhvr>
                                      <p:tavLst>
                                        <p:tav tm="0">
                                          <p:val>
                                            <p:fltVal val="0"/>
                                          </p:val>
                                        </p:tav>
                                        <p:tav tm="100000">
                                          <p:val>
                                            <p:strVal val="#ppt_h"/>
                                          </p:val>
                                        </p:tav>
                                      </p:tavLst>
                                    </p:anim>
                                    <p:animEffect transition="in" filter="fade">
                                      <p:cBhvr>
                                        <p:cTn id="34" dur="500"/>
                                        <p:tgtEl>
                                          <p:spTgt spid="8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85"/>
                                        </p:tgtEl>
                                        <p:attrNameLst>
                                          <p:attrName>style.visibility</p:attrName>
                                        </p:attrNameLst>
                                      </p:cBhvr>
                                      <p:to>
                                        <p:strVal val="visible"/>
                                      </p:to>
                                    </p:set>
                                    <p:animEffect transition="in" filter="wipe(down)">
                                      <p:cBhvr>
                                        <p:cTn id="39" dur="500"/>
                                        <p:tgtEl>
                                          <p:spTgt spid="85"/>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nodeType="click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in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8" presetClass="entr" presetSubtype="12" fill="hold" nodeType="clickEffect">
                                  <p:stCondLst>
                                    <p:cond delay="0"/>
                                  </p:stCondLst>
                                  <p:childTnLst>
                                    <p:set>
                                      <p:cBhvr>
                                        <p:cTn id="48" dur="1" fill="hold">
                                          <p:stCondLst>
                                            <p:cond delay="0"/>
                                          </p:stCondLst>
                                        </p:cTn>
                                        <p:tgtEl>
                                          <p:spTgt spid="55"/>
                                        </p:tgtEl>
                                        <p:attrNameLst>
                                          <p:attrName>style.visibility</p:attrName>
                                        </p:attrNameLst>
                                      </p:cBhvr>
                                      <p:to>
                                        <p:strVal val="visible"/>
                                      </p:to>
                                    </p:set>
                                    <p:animEffect transition="in" filter="strips(downLeft)">
                                      <p:cBhvr>
                                        <p:cTn id="49" dur="500"/>
                                        <p:tgtEl>
                                          <p:spTgt spid="55"/>
                                        </p:tgtEl>
                                      </p:cBhvr>
                                    </p:animEffect>
                                  </p:childTnLst>
                                </p:cTn>
                              </p:par>
                            </p:childTnLst>
                          </p:cTn>
                        </p:par>
                      </p:childTnLst>
                    </p:cTn>
                  </p:par>
                  <p:par>
                    <p:cTn id="50" fill="hold">
                      <p:stCondLst>
                        <p:cond delay="indefinite"/>
                      </p:stCondLst>
                      <p:childTnLst>
                        <p:par>
                          <p:cTn id="51" fill="hold">
                            <p:stCondLst>
                              <p:cond delay="0"/>
                            </p:stCondLst>
                            <p:childTnLst>
                              <p:par>
                                <p:cTn id="52" presetID="18" presetClass="entr" presetSubtype="6" fill="hold" nodeType="clickEffect">
                                  <p:stCondLst>
                                    <p:cond delay="0"/>
                                  </p:stCondLst>
                                  <p:childTnLst>
                                    <p:set>
                                      <p:cBhvr>
                                        <p:cTn id="53" dur="1" fill="hold">
                                          <p:stCondLst>
                                            <p:cond delay="0"/>
                                          </p:stCondLst>
                                        </p:cTn>
                                        <p:tgtEl>
                                          <p:spTgt spid="59"/>
                                        </p:tgtEl>
                                        <p:attrNameLst>
                                          <p:attrName>style.visibility</p:attrName>
                                        </p:attrNameLst>
                                      </p:cBhvr>
                                      <p:to>
                                        <p:strVal val="visible"/>
                                      </p:to>
                                    </p:set>
                                    <p:animEffect transition="in" filter="strips(downRight)">
                                      <p:cBhvr>
                                        <p:cTn id="54"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7132" y="368300"/>
            <a:ext cx="1470290" cy="6156325"/>
            <a:chOff x="377132" y="368300"/>
            <a:chExt cx="1470290" cy="6156325"/>
          </a:xfrm>
        </p:grpSpPr>
        <p:grpSp>
          <p:nvGrpSpPr>
            <p:cNvPr id="82" name="组合 81"/>
            <p:cNvGrpSpPr/>
            <p:nvPr/>
          </p:nvGrpSpPr>
          <p:grpSpPr>
            <a:xfrm>
              <a:off x="926838" y="1113817"/>
              <a:ext cx="370878" cy="4306484"/>
              <a:chOff x="1451049" y="1392766"/>
              <a:chExt cx="348343" cy="4306484"/>
            </a:xfrm>
          </p:grpSpPr>
          <p:sp>
            <p:nvSpPr>
              <p:cNvPr id="83" name="箭头: 右 82"/>
              <p:cNvSpPr/>
              <p:nvPr/>
            </p:nvSpPr>
            <p:spPr>
              <a:xfrm rot="5400000">
                <a:off x="862296" y="1981519"/>
                <a:ext cx="1525849" cy="348343"/>
              </a:xfrm>
              <a:prstGeom prst="rightArrow">
                <a:avLst/>
              </a:prstGeom>
              <a:gradFill flip="none" rotWithShape="1">
                <a:gsLst>
                  <a:gs pos="0">
                    <a:schemeClr val="accent1"/>
                  </a:gs>
                  <a:gs pos="90000">
                    <a:schemeClr val="accent1">
                      <a:lumMod val="20000"/>
                      <a:lumOff val="80000"/>
                      <a:alpha val="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箭头: 右 83"/>
              <p:cNvSpPr/>
              <p:nvPr/>
            </p:nvSpPr>
            <p:spPr>
              <a:xfrm rot="5400000">
                <a:off x="743393" y="4643251"/>
                <a:ext cx="1763655" cy="348343"/>
              </a:xfrm>
              <a:prstGeom prst="rightArrow">
                <a:avLst/>
              </a:prstGeom>
              <a:gradFill flip="none" rotWithShape="1">
                <a:gsLst>
                  <a:gs pos="0">
                    <a:schemeClr val="accent1"/>
                  </a:gs>
                  <a:gs pos="90000">
                    <a:schemeClr val="accent1">
                      <a:lumMod val="20000"/>
                      <a:lumOff val="80000"/>
                      <a:alpha val="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3" name="组合 92"/>
            <p:cNvGrpSpPr/>
            <p:nvPr/>
          </p:nvGrpSpPr>
          <p:grpSpPr>
            <a:xfrm>
              <a:off x="377132" y="368300"/>
              <a:ext cx="1470290" cy="745514"/>
              <a:chOff x="377132" y="368300"/>
              <a:chExt cx="1470290" cy="745514"/>
            </a:xfrm>
          </p:grpSpPr>
          <p:sp>
            <p:nvSpPr>
              <p:cNvPr id="90" name="Freeform 2390"/>
              <p:cNvSpPr/>
              <p:nvPr/>
            </p:nvSpPr>
            <p:spPr>
              <a:xfrm>
                <a:off x="468867" y="368300"/>
                <a:ext cx="1291917" cy="745514"/>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solidFill>
              <a:ln w="6095">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endParaRPr lang="zh-CN" altLang="en-US" b="1" i="0">
                  <a:solidFill>
                    <a:srgbClr val="24292F"/>
                  </a:solidFill>
                  <a:effectLst/>
                  <a:latin typeface="Noto Sans SC" panose="020B0200000000000000" pitchFamily="34" charset="-122"/>
                </a:endParaRPr>
              </a:p>
            </p:txBody>
          </p:sp>
          <p:sp>
            <p:nvSpPr>
              <p:cNvPr id="76" name="文本框 75"/>
              <p:cNvSpPr txBox="1"/>
              <p:nvPr/>
            </p:nvSpPr>
            <p:spPr>
              <a:xfrm>
                <a:off x="377132" y="435195"/>
                <a:ext cx="1470290" cy="646331"/>
              </a:xfrm>
              <a:prstGeom prst="rect">
                <a:avLst/>
              </a:prstGeom>
              <a:noFill/>
            </p:spPr>
            <p:txBody>
              <a:bodyPr wrap="square">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rPr>
                  <a:t>实施路径</a:t>
                </a:r>
                <a:endParaRPr lang="en-US" altLang="zh-CN">
                  <a:solidFill>
                    <a:schemeClr val="bg1"/>
                  </a:solidFill>
                  <a:latin typeface="思源黑体 CN Bold" panose="020B0800000000000000" pitchFamily="34" charset="-122"/>
                  <a:ea typeface="思源黑体 CN Bold" panose="020B0800000000000000" pitchFamily="34" charset="-122"/>
                </a:endParaRPr>
              </a:p>
              <a:p>
                <a:pPr algn="ctr"/>
                <a:r>
                  <a:rPr lang="zh-CN" altLang="en-US">
                    <a:solidFill>
                      <a:schemeClr val="bg1"/>
                    </a:solidFill>
                    <a:latin typeface="思源黑体 CN Bold" panose="020B0800000000000000" pitchFamily="34" charset="-122"/>
                    <a:ea typeface="思源黑体 CN Bold" panose="020B0800000000000000" pitchFamily="34" charset="-122"/>
                  </a:rPr>
                  <a:t>策略研究</a:t>
                </a:r>
              </a:p>
            </p:txBody>
          </p:sp>
        </p:grpSp>
        <p:grpSp>
          <p:nvGrpSpPr>
            <p:cNvPr id="102" name="组合 101"/>
            <p:cNvGrpSpPr/>
            <p:nvPr/>
          </p:nvGrpSpPr>
          <p:grpSpPr>
            <a:xfrm>
              <a:off x="377132" y="2911129"/>
              <a:ext cx="1470290" cy="745514"/>
              <a:chOff x="377132" y="2927466"/>
              <a:chExt cx="1470290" cy="745514"/>
            </a:xfrm>
          </p:grpSpPr>
          <p:sp>
            <p:nvSpPr>
              <p:cNvPr id="88" name="Freeform 2390"/>
              <p:cNvSpPr/>
              <p:nvPr/>
            </p:nvSpPr>
            <p:spPr>
              <a:xfrm>
                <a:off x="468867" y="2927466"/>
                <a:ext cx="1291917" cy="745514"/>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solidFill>
              <a:ln w="6095">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endParaRPr lang="zh-CN" altLang="en-US" dirty="0"/>
              </a:p>
            </p:txBody>
          </p:sp>
          <p:sp>
            <p:nvSpPr>
              <p:cNvPr id="77" name="文本框 76"/>
              <p:cNvSpPr txBox="1"/>
              <p:nvPr/>
            </p:nvSpPr>
            <p:spPr>
              <a:xfrm>
                <a:off x="377132" y="2977058"/>
                <a:ext cx="1470290" cy="646331"/>
              </a:xfrm>
              <a:prstGeom prst="rect">
                <a:avLst/>
              </a:prstGeom>
              <a:noFill/>
            </p:spPr>
            <p:txBody>
              <a:bodyPr wrap="square">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rPr>
                  <a:t>教学实效</a:t>
                </a:r>
                <a:endParaRPr lang="en-US" altLang="zh-CN">
                  <a:solidFill>
                    <a:schemeClr val="bg1"/>
                  </a:solidFill>
                  <a:latin typeface="思源黑体 CN Bold" panose="020B0800000000000000" pitchFamily="34" charset="-122"/>
                  <a:ea typeface="思源黑体 CN Bold" panose="020B0800000000000000" pitchFamily="34" charset="-122"/>
                </a:endParaRPr>
              </a:p>
              <a:p>
                <a:pPr algn="ctr"/>
                <a:r>
                  <a:rPr lang="zh-CN" altLang="en-US">
                    <a:solidFill>
                      <a:schemeClr val="bg1"/>
                    </a:solidFill>
                    <a:latin typeface="思源黑体 CN Bold" panose="020B0800000000000000" pitchFamily="34" charset="-122"/>
                    <a:ea typeface="思源黑体 CN Bold" panose="020B0800000000000000" pitchFamily="34" charset="-122"/>
                  </a:rPr>
                  <a:t>学生素养</a:t>
                </a:r>
              </a:p>
            </p:txBody>
          </p:sp>
        </p:grpSp>
        <p:grpSp>
          <p:nvGrpSpPr>
            <p:cNvPr id="91" name="组合 90"/>
            <p:cNvGrpSpPr/>
            <p:nvPr/>
          </p:nvGrpSpPr>
          <p:grpSpPr>
            <a:xfrm>
              <a:off x="377132" y="5562979"/>
              <a:ext cx="1470290" cy="961646"/>
              <a:chOff x="377132" y="5243490"/>
              <a:chExt cx="1470290" cy="745514"/>
            </a:xfrm>
          </p:grpSpPr>
          <p:sp>
            <p:nvSpPr>
              <p:cNvPr id="86" name="Freeform 2390"/>
              <p:cNvSpPr/>
              <p:nvPr/>
            </p:nvSpPr>
            <p:spPr>
              <a:xfrm>
                <a:off x="466318" y="5243490"/>
                <a:ext cx="1291917" cy="745514"/>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solidFill>
              <a:ln w="6095">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endParaRPr lang="zh-CN" altLang="en-US" dirty="0"/>
              </a:p>
            </p:txBody>
          </p:sp>
          <p:sp>
            <p:nvSpPr>
              <p:cNvPr id="78" name="文本框 77"/>
              <p:cNvSpPr txBox="1"/>
              <p:nvPr/>
            </p:nvSpPr>
            <p:spPr>
              <a:xfrm>
                <a:off x="377132" y="5383018"/>
                <a:ext cx="1470290" cy="501067"/>
              </a:xfrm>
              <a:prstGeom prst="rect">
                <a:avLst/>
              </a:prstGeom>
              <a:noFill/>
            </p:spPr>
            <p:txBody>
              <a:bodyPr wrap="square" anchor="ctr">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rPr>
                  <a:t>特色与</a:t>
                </a:r>
                <a:endParaRPr lang="en-US" altLang="zh-CN">
                  <a:solidFill>
                    <a:schemeClr val="bg1"/>
                  </a:solidFill>
                  <a:latin typeface="思源黑体 CN Bold" panose="020B0800000000000000" pitchFamily="34" charset="-122"/>
                  <a:ea typeface="思源黑体 CN Bold" panose="020B0800000000000000" pitchFamily="34" charset="-122"/>
                </a:endParaRPr>
              </a:p>
              <a:p>
                <a:pPr algn="ctr"/>
                <a:r>
                  <a:rPr lang="zh-CN" altLang="en-US">
                    <a:solidFill>
                      <a:schemeClr val="bg1"/>
                    </a:solidFill>
                    <a:latin typeface="思源黑体 CN Bold" panose="020B0800000000000000" pitchFamily="34" charset="-122"/>
                    <a:ea typeface="思源黑体 CN Bold" panose="020B0800000000000000" pitchFamily="34" charset="-122"/>
                  </a:rPr>
                  <a:t>创新点</a:t>
                </a:r>
              </a:p>
            </p:txBody>
          </p:sp>
        </p:grpSp>
      </p:grpSp>
      <p:grpSp>
        <p:nvGrpSpPr>
          <p:cNvPr id="4" name="组合 3"/>
          <p:cNvGrpSpPr/>
          <p:nvPr/>
        </p:nvGrpSpPr>
        <p:grpSpPr>
          <a:xfrm>
            <a:off x="2025152" y="580489"/>
            <a:ext cx="9736333" cy="5819549"/>
            <a:chOff x="2025152" y="580489"/>
            <a:chExt cx="9736333" cy="5819549"/>
          </a:xfrm>
        </p:grpSpPr>
        <p:sp>
          <p:nvSpPr>
            <p:cNvPr id="17" name="矩形 16"/>
            <p:cNvSpPr/>
            <p:nvPr/>
          </p:nvSpPr>
          <p:spPr>
            <a:xfrm>
              <a:off x="2025153" y="1489464"/>
              <a:ext cx="3104362" cy="3588844"/>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7" name="组合 6"/>
            <p:cNvGrpSpPr/>
            <p:nvPr/>
          </p:nvGrpSpPr>
          <p:grpSpPr>
            <a:xfrm>
              <a:off x="2180317" y="1591622"/>
              <a:ext cx="2794036" cy="623167"/>
              <a:chOff x="4922810" y="823060"/>
              <a:chExt cx="2346380" cy="677564"/>
            </a:xfrm>
          </p:grpSpPr>
          <p:sp>
            <p:nvSpPr>
              <p:cNvPr id="9" name="Freeform 2389"/>
              <p:cNvSpPr/>
              <p:nvPr/>
            </p:nvSpPr>
            <p:spPr>
              <a:xfrm>
                <a:off x="4922810" y="823060"/>
                <a:ext cx="2346380" cy="674254"/>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9525" cap="flat" cmpd="sng">
                <a:solidFill>
                  <a:schemeClr val="accent1"/>
                </a:solidFill>
                <a:miter lim="101600"/>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p>
            </p:txBody>
          </p:sp>
          <p:sp>
            <p:nvSpPr>
              <p:cNvPr id="10" name="矩形: 圆角 9"/>
              <p:cNvSpPr/>
              <p:nvPr/>
            </p:nvSpPr>
            <p:spPr>
              <a:xfrm flipH="1">
                <a:off x="4925190" y="956562"/>
                <a:ext cx="2194745" cy="544062"/>
              </a:xfrm>
              <a:prstGeom prst="roundRect">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5000"/>
                  </a:lnSpc>
                </a:pPr>
                <a:r>
                  <a:rPr lang="zh-CN" altLang="en-US" sz="2400">
                    <a:latin typeface="思源黑体 CN Bold" panose="020B0800000000000000" pitchFamily="34" charset="-122"/>
                    <a:ea typeface="思源黑体 CN Bold" panose="020B0800000000000000" pitchFamily="34" charset="-122"/>
                  </a:rPr>
                  <a:t>课议题教学原则</a:t>
                </a:r>
              </a:p>
            </p:txBody>
          </p:sp>
        </p:grpSp>
        <p:sp>
          <p:nvSpPr>
            <p:cNvPr id="94" name="矩形 93"/>
            <p:cNvSpPr/>
            <p:nvPr/>
          </p:nvSpPr>
          <p:spPr>
            <a:xfrm>
              <a:off x="2025152" y="580489"/>
              <a:ext cx="9723935" cy="745514"/>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95" name="矩形 94"/>
            <p:cNvSpPr/>
            <p:nvPr/>
          </p:nvSpPr>
          <p:spPr>
            <a:xfrm>
              <a:off x="2025152" y="5438391"/>
              <a:ext cx="9723935" cy="961647"/>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1" name="组合 20"/>
            <p:cNvGrpSpPr/>
            <p:nvPr/>
          </p:nvGrpSpPr>
          <p:grpSpPr>
            <a:xfrm>
              <a:off x="5341138" y="1489464"/>
              <a:ext cx="3104362" cy="3588844"/>
              <a:chOff x="2431255" y="1906894"/>
              <a:chExt cx="3010215" cy="3480003"/>
            </a:xfrm>
          </p:grpSpPr>
          <p:sp>
            <p:nvSpPr>
              <p:cNvPr id="22" name="矩形 21"/>
              <p:cNvSpPr/>
              <p:nvPr/>
            </p:nvSpPr>
            <p:spPr>
              <a:xfrm>
                <a:off x="2431255" y="1906894"/>
                <a:ext cx="3010215" cy="3480003"/>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3" name="组合 22"/>
              <p:cNvGrpSpPr/>
              <p:nvPr/>
            </p:nvGrpSpPr>
            <p:grpSpPr>
              <a:xfrm>
                <a:off x="2581713" y="2005954"/>
                <a:ext cx="2709300" cy="604268"/>
                <a:chOff x="4922810" y="823060"/>
                <a:chExt cx="2346380" cy="677564"/>
              </a:xfrm>
            </p:grpSpPr>
            <p:sp>
              <p:nvSpPr>
                <p:cNvPr id="24" name="Freeform 2389"/>
                <p:cNvSpPr/>
                <p:nvPr/>
              </p:nvSpPr>
              <p:spPr>
                <a:xfrm>
                  <a:off x="4922810" y="823060"/>
                  <a:ext cx="2346380" cy="674254"/>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9525" cap="flat" cmpd="sng">
                  <a:solidFill>
                    <a:schemeClr val="accent1"/>
                  </a:solidFill>
                  <a:miter lim="101600"/>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p>
              </p:txBody>
            </p:sp>
            <p:sp>
              <p:nvSpPr>
                <p:cNvPr id="25" name="矩形: 圆角 24"/>
                <p:cNvSpPr/>
                <p:nvPr/>
              </p:nvSpPr>
              <p:spPr>
                <a:xfrm flipH="1">
                  <a:off x="4925190" y="956562"/>
                  <a:ext cx="2194745" cy="544062"/>
                </a:xfrm>
                <a:prstGeom prst="roundRect">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5000"/>
                    </a:lnSpc>
                  </a:pPr>
                  <a:r>
                    <a:rPr lang="zh-CN" altLang="en-US" sz="2400">
                      <a:latin typeface="思源黑体 CN Bold" panose="020B0800000000000000" pitchFamily="34" charset="-122"/>
                      <a:ea typeface="思源黑体 CN Bold" panose="020B0800000000000000" pitchFamily="34" charset="-122"/>
                    </a:rPr>
                    <a:t>开发三类议题</a:t>
                  </a:r>
                </a:p>
              </p:txBody>
            </p:sp>
          </p:grpSp>
        </p:grpSp>
        <p:grpSp>
          <p:nvGrpSpPr>
            <p:cNvPr id="26" name="组合 25"/>
            <p:cNvGrpSpPr/>
            <p:nvPr/>
          </p:nvGrpSpPr>
          <p:grpSpPr>
            <a:xfrm>
              <a:off x="8657123" y="1489464"/>
              <a:ext cx="3104362" cy="3588844"/>
              <a:chOff x="2431255" y="1906894"/>
              <a:chExt cx="3010215" cy="3480003"/>
            </a:xfrm>
          </p:grpSpPr>
          <p:sp>
            <p:nvSpPr>
              <p:cNvPr id="27" name="矩形 26"/>
              <p:cNvSpPr/>
              <p:nvPr/>
            </p:nvSpPr>
            <p:spPr>
              <a:xfrm>
                <a:off x="2431255" y="1906894"/>
                <a:ext cx="3010215" cy="3480003"/>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8" name="组合 27"/>
              <p:cNvGrpSpPr/>
              <p:nvPr/>
            </p:nvGrpSpPr>
            <p:grpSpPr>
              <a:xfrm>
                <a:off x="2581713" y="2005954"/>
                <a:ext cx="2709300" cy="604268"/>
                <a:chOff x="4922810" y="823060"/>
                <a:chExt cx="2346380" cy="677564"/>
              </a:xfrm>
            </p:grpSpPr>
            <p:sp>
              <p:nvSpPr>
                <p:cNvPr id="29" name="Freeform 2389"/>
                <p:cNvSpPr/>
                <p:nvPr/>
              </p:nvSpPr>
              <p:spPr>
                <a:xfrm>
                  <a:off x="4922810" y="823060"/>
                  <a:ext cx="2346380" cy="674254"/>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9525" cap="flat" cmpd="sng">
                  <a:solidFill>
                    <a:schemeClr val="accent1"/>
                  </a:solidFill>
                  <a:miter lim="101600"/>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1600"/>
                </a:p>
              </p:txBody>
            </p:sp>
            <p:sp>
              <p:nvSpPr>
                <p:cNvPr id="30" name="矩形: 圆角 29"/>
                <p:cNvSpPr/>
                <p:nvPr/>
              </p:nvSpPr>
              <p:spPr>
                <a:xfrm flipH="1">
                  <a:off x="4925190" y="956562"/>
                  <a:ext cx="2194745" cy="544062"/>
                </a:xfrm>
                <a:prstGeom prst="roundRect">
                  <a:avLst>
                    <a:gd name="adj"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125000"/>
                    </a:lnSpc>
                  </a:pPr>
                  <a:r>
                    <a:rPr lang="zh-CN" altLang="en-US" sz="2400">
                      <a:latin typeface="思源黑体 CN Bold" panose="020B0800000000000000" pitchFamily="34" charset="-122"/>
                      <a:ea typeface="思源黑体 CN Bold" panose="020B0800000000000000" pitchFamily="34" charset="-122"/>
                    </a:rPr>
                    <a:t>多样化评价方式</a:t>
                  </a:r>
                </a:p>
              </p:txBody>
            </p:sp>
          </p:grpSp>
        </p:grpSp>
        <p:grpSp>
          <p:nvGrpSpPr>
            <p:cNvPr id="103" name="组合 102"/>
            <p:cNvGrpSpPr/>
            <p:nvPr/>
          </p:nvGrpSpPr>
          <p:grpSpPr>
            <a:xfrm>
              <a:off x="5583505" y="2343337"/>
              <a:ext cx="2584202" cy="2298514"/>
              <a:chOff x="5659723" y="2371915"/>
              <a:chExt cx="2431765" cy="2162929"/>
            </a:xfrm>
          </p:grpSpPr>
          <p:grpSp>
            <p:nvGrpSpPr>
              <p:cNvPr id="46" name="组合 45"/>
              <p:cNvGrpSpPr/>
              <p:nvPr/>
            </p:nvGrpSpPr>
            <p:grpSpPr>
              <a:xfrm>
                <a:off x="5721634" y="2371915"/>
                <a:ext cx="2307944" cy="2162929"/>
                <a:chOff x="5931309" y="3124134"/>
                <a:chExt cx="1889576" cy="1770851"/>
              </a:xfrm>
            </p:grpSpPr>
            <p:grpSp>
              <p:nvGrpSpPr>
                <p:cNvPr id="32" name="组合 31"/>
                <p:cNvGrpSpPr/>
                <p:nvPr/>
              </p:nvGrpSpPr>
              <p:grpSpPr>
                <a:xfrm>
                  <a:off x="5931309" y="3124134"/>
                  <a:ext cx="1889576" cy="1770851"/>
                  <a:chOff x="2510606" y="1867591"/>
                  <a:chExt cx="1889576" cy="1770851"/>
                </a:xfrm>
              </p:grpSpPr>
              <p:sp>
                <p:nvSpPr>
                  <p:cNvPr id="33" name="椭圆 32"/>
                  <p:cNvSpPr/>
                  <p:nvPr/>
                </p:nvSpPr>
                <p:spPr>
                  <a:xfrm>
                    <a:off x="2679572" y="2086800"/>
                    <a:ext cx="1551643" cy="1551642"/>
                  </a:xfrm>
                  <a:prstGeom prst="ellipse">
                    <a:avLst/>
                  </a:prstGeom>
                  <a:solidFill>
                    <a:schemeClr val="accent1">
                      <a:lumMod val="20000"/>
                      <a:lumOff val="80000"/>
                      <a:alpha val="20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4" name="椭圆 33"/>
                  <p:cNvSpPr/>
                  <p:nvPr/>
                </p:nvSpPr>
                <p:spPr>
                  <a:xfrm>
                    <a:off x="3072599" y="1867591"/>
                    <a:ext cx="760033" cy="76003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1200" cap="none" spc="0" normalizeH="0" baseline="0" noProof="0" dirty="0">
                      <a:ln>
                        <a:noFill/>
                      </a:ln>
                      <a:solidFill>
                        <a:srgbClr val="FFFFFF"/>
                      </a:solidFill>
                      <a:effectLst/>
                      <a:uLnTx/>
                      <a:uFillTx/>
                      <a:latin typeface="思源黑体 CN Regular" panose="020B0500000000000000" charset="-122"/>
                      <a:ea typeface="思源黑体 CN Regular" panose="020B0500000000000000" pitchFamily="34" charset="-128"/>
                      <a:cs typeface="思源黑体 CN Regular" panose="020B0500000000000000" charset="-122"/>
                    </a:endParaRPr>
                  </a:p>
                </p:txBody>
              </p:sp>
              <p:sp>
                <p:nvSpPr>
                  <p:cNvPr id="35" name="椭圆 34"/>
                  <p:cNvSpPr/>
                  <p:nvPr/>
                </p:nvSpPr>
                <p:spPr>
                  <a:xfrm>
                    <a:off x="2510606" y="2756574"/>
                    <a:ext cx="760033" cy="76003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1200" cap="none" spc="0" normalizeH="0" baseline="0" noProof="0" dirty="0">
                      <a:ln>
                        <a:noFill/>
                      </a:ln>
                      <a:solidFill>
                        <a:srgbClr val="FFFFFF"/>
                      </a:solidFill>
                      <a:effectLst/>
                      <a:uLnTx/>
                      <a:uFillTx/>
                      <a:latin typeface="思源黑体 CN Regular" panose="020B0500000000000000" charset="-122"/>
                      <a:ea typeface="思源黑体 CN Regular" panose="020B0500000000000000" pitchFamily="34" charset="-128"/>
                      <a:cs typeface="思源黑体 CN Regular" panose="020B0500000000000000" charset="-122"/>
                    </a:endParaRPr>
                  </a:p>
                </p:txBody>
              </p:sp>
              <p:sp>
                <p:nvSpPr>
                  <p:cNvPr id="36" name="椭圆 35"/>
                  <p:cNvSpPr/>
                  <p:nvPr/>
                </p:nvSpPr>
                <p:spPr>
                  <a:xfrm>
                    <a:off x="3640149" y="2756574"/>
                    <a:ext cx="760033" cy="76003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1200" cap="none" spc="0" normalizeH="0" baseline="0" noProof="0" dirty="0">
                      <a:ln>
                        <a:noFill/>
                      </a:ln>
                      <a:solidFill>
                        <a:srgbClr val="FFFFFF"/>
                      </a:solidFill>
                      <a:effectLst/>
                      <a:uLnTx/>
                      <a:uFillTx/>
                      <a:latin typeface="思源黑体 CN Regular" panose="020B0500000000000000" charset="-122"/>
                      <a:ea typeface="思源黑体 CN Regular" panose="020B0500000000000000" pitchFamily="34" charset="-128"/>
                      <a:cs typeface="思源黑体 CN Regular" panose="020B0500000000000000" charset="-122"/>
                    </a:endParaRPr>
                  </a:p>
                </p:txBody>
              </p:sp>
            </p:grpSp>
            <p:sp>
              <p:nvSpPr>
                <p:cNvPr id="42" name="文本框 41"/>
                <p:cNvSpPr txBox="1"/>
                <p:nvPr/>
              </p:nvSpPr>
              <p:spPr>
                <a:xfrm>
                  <a:off x="6488495" y="3217601"/>
                  <a:ext cx="769648" cy="497955"/>
                </a:xfrm>
                <a:prstGeom prst="rect">
                  <a:avLst/>
                </a:prstGeom>
                <a:noFill/>
              </p:spPr>
              <p:txBody>
                <a:bodyPr wrap="square" rtlCol="0">
                  <a:spAutoFit/>
                </a:bodyPr>
                <a:lstStyle/>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目标</a:t>
                  </a:r>
                  <a:endParaRPr lang="en-US" altLang="zh-CN">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议题</a:t>
                  </a:r>
                  <a:endParaRPr lang="zh-CN" altLang="en-US" dirty="0">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43" name="文本框 42"/>
                <p:cNvSpPr txBox="1"/>
                <p:nvPr/>
              </p:nvSpPr>
              <p:spPr>
                <a:xfrm>
                  <a:off x="5973324" y="4128548"/>
                  <a:ext cx="634060" cy="497955"/>
                </a:xfrm>
                <a:prstGeom prst="rect">
                  <a:avLst/>
                </a:prstGeom>
                <a:noFill/>
              </p:spPr>
              <p:txBody>
                <a:bodyPr wrap="square" rtlCol="0">
                  <a:spAutoFit/>
                </a:bodyPr>
                <a:lstStyle/>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活动议题</a:t>
                  </a:r>
                  <a:endParaRPr lang="zh-CN" altLang="en-US" dirty="0">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sp>
              <p:nvSpPr>
                <p:cNvPr id="44" name="文本框 43"/>
                <p:cNvSpPr txBox="1"/>
                <p:nvPr/>
              </p:nvSpPr>
              <p:spPr>
                <a:xfrm>
                  <a:off x="7150221" y="4128548"/>
                  <a:ext cx="634060" cy="497955"/>
                </a:xfrm>
                <a:prstGeom prst="rect">
                  <a:avLst/>
                </a:prstGeom>
                <a:noFill/>
              </p:spPr>
              <p:txBody>
                <a:bodyPr wrap="square" rtlCol="0">
                  <a:spAutoFit/>
                </a:bodyPr>
                <a:lstStyle/>
                <a:p>
                  <a:pPr algn="ctr"/>
                  <a:r>
                    <a:rPr lang="zh-CN" altLang="en-US">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rPr>
                    <a:t>情境议题</a:t>
                  </a:r>
                  <a:endParaRPr lang="zh-CN" altLang="en-US" dirty="0">
                    <a:solidFill>
                      <a:schemeClr val="bg1"/>
                    </a:solidFill>
                    <a:effectLst>
                      <a:outerShdw blurRad="50800" dist="38100" dir="5400000" algn="t" rotWithShape="0">
                        <a:prstClr val="black">
                          <a:alpha val="40000"/>
                        </a:prstClr>
                      </a:outerShdw>
                    </a:effectLst>
                    <a:latin typeface="思源黑体 CN Bold" panose="020B0800000000000000" pitchFamily="34" charset="-122"/>
                    <a:ea typeface="思源黑体 CN Bold" panose="020B0800000000000000" pitchFamily="34" charset="-122"/>
                  </a:endParaRPr>
                </a:p>
              </p:txBody>
            </p:sp>
          </p:grpSp>
          <p:pic>
            <p:nvPicPr>
              <p:cNvPr id="47" name="图片 46"/>
              <p:cNvPicPr/>
              <p:nvPr/>
            </p:nvPicPr>
            <p:blipFill>
              <a:blip r:embed="rId8">
                <a:extLst>
                  <a:ext uri="{28A0092B-C50C-407E-A947-70E740481C1C}">
                    <a14:useLocalDpi xmlns:a14="http://schemas.microsoft.com/office/drawing/2010/main" val="0"/>
                  </a:ext>
                </a:extLst>
              </a:blip>
              <a:srcRect l="3161" r="3161"/>
              <a:stretch>
                <a:fillRect/>
              </a:stretch>
            </p:blipFill>
            <p:spPr>
              <a:xfrm>
                <a:off x="6431491" y="3246332"/>
                <a:ext cx="910749" cy="646330"/>
              </a:xfrm>
              <a:prstGeom prst="roundRect">
                <a:avLst>
                  <a:gd name="adj" fmla="val 4268"/>
                </a:avLst>
              </a:prstGeom>
              <a:ln w="15875">
                <a:solidFill>
                  <a:schemeClr val="bg1"/>
                </a:solidFill>
              </a:ln>
              <a:effectLst>
                <a:outerShdw blurRad="50800" dist="38100" dir="5400000" algn="t" rotWithShape="0">
                  <a:schemeClr val="accent1">
                    <a:alpha val="12000"/>
                  </a:schemeClr>
                </a:outerShdw>
              </a:effectLst>
            </p:spPr>
          </p:pic>
          <p:grpSp>
            <p:nvGrpSpPr>
              <p:cNvPr id="50" name="组合 49"/>
              <p:cNvGrpSpPr/>
              <p:nvPr/>
            </p:nvGrpSpPr>
            <p:grpSpPr>
              <a:xfrm>
                <a:off x="5659723" y="2818632"/>
                <a:ext cx="2431765" cy="492357"/>
                <a:chOff x="5664105" y="3406259"/>
                <a:chExt cx="2431765" cy="492357"/>
              </a:xfrm>
            </p:grpSpPr>
            <p:sp>
              <p:nvSpPr>
                <p:cNvPr id="48" name="文本框 47"/>
                <p:cNvSpPr txBox="1"/>
                <p:nvPr/>
              </p:nvSpPr>
              <p:spPr>
                <a:xfrm>
                  <a:off x="7482734" y="3406259"/>
                  <a:ext cx="613136" cy="492357"/>
                </a:xfrm>
                <a:prstGeom prst="rect">
                  <a:avLst/>
                </a:prstGeom>
                <a:solidFill>
                  <a:schemeClr val="accent2">
                    <a:lumMod val="20000"/>
                    <a:lumOff val="80000"/>
                  </a:schemeClr>
                </a:solidFill>
                <a:ln w="6350">
                  <a:solidFill>
                    <a:schemeClr val="accent1"/>
                  </a:solidFill>
                </a:ln>
              </p:spPr>
              <p:txBody>
                <a:bodyPr vert="horz" wrap="square" rtlCol="0">
                  <a:spAutoFit/>
                </a:bodyPr>
                <a:lstStyle/>
                <a:p>
                  <a:pPr algn="ctr"/>
                  <a:r>
                    <a:rPr lang="zh-CN" altLang="en-US" sz="1400">
                      <a:latin typeface="思源黑体 CN Bold" panose="020B0800000000000000" pitchFamily="34" charset="-122"/>
                      <a:ea typeface="思源黑体 CN Bold" panose="020B0800000000000000" pitchFamily="34" charset="-122"/>
                    </a:rPr>
                    <a:t>可变议题</a:t>
                  </a:r>
                  <a:endParaRPr lang="zh-CN" altLang="en-US" sz="1400" dirty="0">
                    <a:latin typeface="思源黑体 CN Bold" panose="020B0800000000000000" pitchFamily="34" charset="-122"/>
                    <a:ea typeface="思源黑体 CN Bold" panose="020B0800000000000000" pitchFamily="34" charset="-122"/>
                  </a:endParaRPr>
                </a:p>
              </p:txBody>
            </p:sp>
            <p:sp>
              <p:nvSpPr>
                <p:cNvPr id="49" name="文本框 48"/>
                <p:cNvSpPr txBox="1"/>
                <p:nvPr/>
              </p:nvSpPr>
              <p:spPr>
                <a:xfrm>
                  <a:off x="5664105" y="3406259"/>
                  <a:ext cx="613136" cy="492357"/>
                </a:xfrm>
                <a:prstGeom prst="rect">
                  <a:avLst/>
                </a:prstGeom>
                <a:solidFill>
                  <a:schemeClr val="accent2">
                    <a:lumMod val="20000"/>
                    <a:lumOff val="80000"/>
                  </a:schemeClr>
                </a:solidFill>
                <a:ln w="6350">
                  <a:solidFill>
                    <a:schemeClr val="accent1"/>
                  </a:solidFill>
                </a:ln>
              </p:spPr>
              <p:txBody>
                <a:bodyPr vert="horz" wrap="square" rtlCol="0">
                  <a:spAutoFit/>
                </a:bodyPr>
                <a:lstStyle/>
                <a:p>
                  <a:pPr algn="ctr"/>
                  <a:r>
                    <a:rPr lang="zh-CN" altLang="en-US" sz="1400">
                      <a:latin typeface="思源黑体 CN Bold" panose="020B0800000000000000" pitchFamily="34" charset="-122"/>
                      <a:ea typeface="思源黑体 CN Bold" panose="020B0800000000000000" pitchFamily="34" charset="-122"/>
                    </a:rPr>
                    <a:t>实践项目</a:t>
                  </a:r>
                  <a:endParaRPr lang="zh-CN" altLang="en-US" sz="1400" dirty="0">
                    <a:latin typeface="思源黑体 CN Bold" panose="020B0800000000000000" pitchFamily="34" charset="-122"/>
                    <a:ea typeface="思源黑体 CN Bold" panose="020B0800000000000000" pitchFamily="34" charset="-122"/>
                  </a:endParaRPr>
                </a:p>
              </p:txBody>
            </p:sp>
          </p:grpSp>
        </p:grpSp>
        <p:sp>
          <p:nvSpPr>
            <p:cNvPr id="96" name="箭头: 五边形 95"/>
            <p:cNvSpPr/>
            <p:nvPr/>
          </p:nvSpPr>
          <p:spPr>
            <a:xfrm>
              <a:off x="2180316" y="726539"/>
              <a:ext cx="2949199" cy="47059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7" name="箭头: V 形 96"/>
            <p:cNvSpPr/>
            <p:nvPr/>
          </p:nvSpPr>
          <p:spPr>
            <a:xfrm>
              <a:off x="5426672" y="726539"/>
              <a:ext cx="2999652" cy="470590"/>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8" name="箭头: V 形 97"/>
            <p:cNvSpPr/>
            <p:nvPr/>
          </p:nvSpPr>
          <p:spPr>
            <a:xfrm>
              <a:off x="8723481" y="726539"/>
              <a:ext cx="2999652" cy="470590"/>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9" name="文本框 98"/>
            <p:cNvSpPr txBox="1"/>
            <p:nvPr/>
          </p:nvSpPr>
          <p:spPr>
            <a:xfrm>
              <a:off x="6064723" y="761779"/>
              <a:ext cx="172355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操作路径设计</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00" name="文本框 99"/>
            <p:cNvSpPr txBox="1"/>
            <p:nvPr/>
          </p:nvSpPr>
          <p:spPr>
            <a:xfrm>
              <a:off x="9361532" y="761779"/>
              <a:ext cx="172355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评价体系创新</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01" name="文本框 100"/>
            <p:cNvSpPr txBox="1"/>
            <p:nvPr/>
          </p:nvSpPr>
          <p:spPr>
            <a:xfrm>
              <a:off x="2715559" y="761779"/>
              <a:ext cx="172355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教学原则探索</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grpSp>
          <p:nvGrpSpPr>
            <p:cNvPr id="3" name="组合 2"/>
            <p:cNvGrpSpPr/>
            <p:nvPr/>
          </p:nvGrpSpPr>
          <p:grpSpPr>
            <a:xfrm>
              <a:off x="5496301" y="4838700"/>
              <a:ext cx="2794035" cy="442332"/>
              <a:chOff x="5496301" y="4838700"/>
              <a:chExt cx="2794035" cy="442332"/>
            </a:xfrm>
          </p:grpSpPr>
          <p:sp>
            <p:nvSpPr>
              <p:cNvPr id="54" name="矩形 53"/>
              <p:cNvSpPr/>
              <p:nvPr/>
            </p:nvSpPr>
            <p:spPr>
              <a:xfrm>
                <a:off x="5496301" y="4838700"/>
                <a:ext cx="2794035" cy="442332"/>
              </a:xfrm>
              <a:prstGeom prst="rect">
                <a:avLst/>
              </a:prstGeom>
              <a:solidFill>
                <a:schemeClr val="accent3"/>
              </a:solidFill>
              <a:ln w="6350" cap="flat">
                <a:no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sp>
            <p:nvSpPr>
              <p:cNvPr id="104" name="文本框 103"/>
              <p:cNvSpPr txBox="1"/>
              <p:nvPr/>
            </p:nvSpPr>
            <p:spPr>
              <a:xfrm>
                <a:off x="5646823" y="4859811"/>
                <a:ext cx="249299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形成实施的议题序列</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grpSp>
        <p:sp>
          <p:nvSpPr>
            <p:cNvPr id="105" name="矩形 104"/>
            <p:cNvSpPr/>
            <p:nvPr/>
          </p:nvSpPr>
          <p:spPr>
            <a:xfrm>
              <a:off x="8812287" y="4838700"/>
              <a:ext cx="2794035" cy="442332"/>
            </a:xfrm>
            <a:prstGeom prst="rect">
              <a:avLst/>
            </a:prstGeom>
            <a:solidFill>
              <a:schemeClr val="accent3"/>
            </a:solidFill>
            <a:ln w="6350" cap="flat">
              <a:no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sp>
          <p:nvSpPr>
            <p:cNvPr id="106" name="矩形 105"/>
            <p:cNvSpPr/>
            <p:nvPr/>
          </p:nvSpPr>
          <p:spPr>
            <a:xfrm>
              <a:off x="2180317" y="4838700"/>
              <a:ext cx="2794035" cy="442332"/>
            </a:xfrm>
            <a:prstGeom prst="rect">
              <a:avLst/>
            </a:prstGeom>
            <a:solidFill>
              <a:schemeClr val="accent3"/>
            </a:solidFill>
            <a:ln w="6350" cap="flat">
              <a:no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grpSp>
          <p:nvGrpSpPr>
            <p:cNvPr id="107" name="组合 106"/>
            <p:cNvGrpSpPr/>
            <p:nvPr/>
          </p:nvGrpSpPr>
          <p:grpSpPr>
            <a:xfrm>
              <a:off x="8812284" y="2398041"/>
              <a:ext cx="2883926" cy="562680"/>
              <a:chOff x="4875326" y="5386870"/>
              <a:chExt cx="1856665" cy="362252"/>
            </a:xfrm>
          </p:grpSpPr>
          <p:sp>
            <p:nvSpPr>
              <p:cNvPr id="108" name="椭圆 107"/>
              <p:cNvSpPr/>
              <p:nvPr>
                <p:custDataLst>
                  <p:tags r:id="rId6"/>
                </p:custDataLst>
              </p:nvPr>
            </p:nvSpPr>
            <p:spPr>
              <a:xfrm flipH="1">
                <a:off x="4875326" y="5386870"/>
                <a:ext cx="348692" cy="36225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cs typeface="+mn-ea"/>
                  <a:sym typeface="+mn-lt"/>
                </a:endParaRPr>
              </a:p>
            </p:txBody>
          </p:sp>
          <p:pic>
            <p:nvPicPr>
              <p:cNvPr id="109" name="图形 108"/>
              <p:cNvPicPr>
                <a:picLocks noChangeAspect="1"/>
              </p:cNvPicPr>
              <p:nvPr/>
            </p:nvPicPr>
            <p:blipFill>
              <a:blip r:embed="rId9"/>
              <a:stretch>
                <a:fillRect/>
              </a:stretch>
            </p:blipFill>
            <p:spPr>
              <a:xfrm>
                <a:off x="4939854" y="5458179"/>
                <a:ext cx="219637" cy="219635"/>
              </a:xfrm>
              <a:prstGeom prst="rect">
                <a:avLst/>
              </a:prstGeom>
            </p:spPr>
          </p:pic>
          <p:sp>
            <p:nvSpPr>
              <p:cNvPr id="110" name="文本框 109"/>
              <p:cNvSpPr txBox="1"/>
              <p:nvPr/>
            </p:nvSpPr>
            <p:spPr>
              <a:xfrm>
                <a:off x="5217360" y="5439201"/>
                <a:ext cx="1514631" cy="257590"/>
              </a:xfrm>
              <a:prstGeom prst="rect">
                <a:avLst/>
              </a:prstGeom>
              <a:noFill/>
            </p:spPr>
            <p:txBody>
              <a:bodyPr wrap="square">
                <a:spAutoFit/>
              </a:bodyPr>
              <a:lstStyle/>
              <a:p>
                <a:r>
                  <a:rPr lang="zh-CN" altLang="en-US" sz="2000">
                    <a:solidFill>
                      <a:schemeClr val="tx1">
                        <a:lumMod val="95000"/>
                        <a:lumOff val="5000"/>
                      </a:schemeClr>
                    </a:solidFill>
                    <a:latin typeface="思源黑体 CN Bold" panose="020B0800000000000000" pitchFamily="34" charset="-122"/>
                    <a:ea typeface="思源黑体 CN Bold" panose="020B0800000000000000" pitchFamily="34" charset="-122"/>
                  </a:rPr>
                  <a:t>结合课堂观察</a:t>
                </a:r>
              </a:p>
            </p:txBody>
          </p:sp>
        </p:grpSp>
        <p:grpSp>
          <p:nvGrpSpPr>
            <p:cNvPr id="111" name="组合 110"/>
            <p:cNvGrpSpPr/>
            <p:nvPr/>
          </p:nvGrpSpPr>
          <p:grpSpPr>
            <a:xfrm>
              <a:off x="8812286" y="3244487"/>
              <a:ext cx="2794038" cy="562680"/>
              <a:chOff x="4875326" y="5386870"/>
              <a:chExt cx="1798795" cy="362252"/>
            </a:xfrm>
          </p:grpSpPr>
          <p:sp>
            <p:nvSpPr>
              <p:cNvPr id="112" name="椭圆 111"/>
              <p:cNvSpPr/>
              <p:nvPr>
                <p:custDataLst>
                  <p:tags r:id="rId5"/>
                </p:custDataLst>
              </p:nvPr>
            </p:nvSpPr>
            <p:spPr>
              <a:xfrm flipH="1">
                <a:off x="4875326" y="5386870"/>
                <a:ext cx="348692" cy="36225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cs typeface="+mn-ea"/>
                  <a:sym typeface="+mn-lt"/>
                </a:endParaRPr>
              </a:p>
            </p:txBody>
          </p:sp>
          <p:pic>
            <p:nvPicPr>
              <p:cNvPr id="113" name="图形 112"/>
              <p:cNvPicPr>
                <a:picLocks noChangeAspect="1"/>
              </p:cNvPicPr>
              <p:nvPr/>
            </p:nvPicPr>
            <p:blipFill>
              <a:blip r:embed="rId9"/>
              <a:stretch>
                <a:fillRect/>
              </a:stretch>
            </p:blipFill>
            <p:spPr>
              <a:xfrm>
                <a:off x="4939854" y="5458179"/>
                <a:ext cx="219637" cy="219635"/>
              </a:xfrm>
              <a:prstGeom prst="rect">
                <a:avLst/>
              </a:prstGeom>
            </p:spPr>
          </p:pic>
          <p:sp>
            <p:nvSpPr>
              <p:cNvPr id="114" name="文本框 113"/>
              <p:cNvSpPr txBox="1"/>
              <p:nvPr/>
            </p:nvSpPr>
            <p:spPr>
              <a:xfrm>
                <a:off x="5217361" y="5439199"/>
                <a:ext cx="1456760" cy="257590"/>
              </a:xfrm>
              <a:prstGeom prst="rect">
                <a:avLst/>
              </a:prstGeom>
              <a:noFill/>
            </p:spPr>
            <p:txBody>
              <a:bodyPr wrap="square">
                <a:spAutoFit/>
              </a:bodyPr>
              <a:lstStyle/>
              <a:p>
                <a:r>
                  <a:rPr lang="zh-CN" altLang="en-US" sz="2000">
                    <a:solidFill>
                      <a:schemeClr val="tx1">
                        <a:lumMod val="95000"/>
                        <a:lumOff val="5000"/>
                      </a:schemeClr>
                    </a:solidFill>
                    <a:latin typeface="思源黑体 CN Bold" panose="020B0800000000000000" pitchFamily="34" charset="-122"/>
                    <a:ea typeface="思源黑体 CN Bold" panose="020B0800000000000000" pitchFamily="34" charset="-122"/>
                  </a:rPr>
                  <a:t>评估学生责任素养</a:t>
                </a:r>
                <a:endParaRPr lang="zh-CN" altLang="en-US" sz="2000" dirty="0">
                  <a:solidFill>
                    <a:schemeClr val="tx1">
                      <a:lumMod val="95000"/>
                      <a:lumOff val="5000"/>
                    </a:schemeClr>
                  </a:solidFill>
                  <a:latin typeface="思源黑体 CN Bold" panose="020B0800000000000000" pitchFamily="34" charset="-122"/>
                  <a:ea typeface="思源黑体 CN Bold" panose="020B0800000000000000" pitchFamily="34" charset="-122"/>
                </a:endParaRPr>
              </a:p>
            </p:txBody>
          </p:sp>
        </p:grpSp>
        <p:grpSp>
          <p:nvGrpSpPr>
            <p:cNvPr id="115" name="组合 114"/>
            <p:cNvGrpSpPr/>
            <p:nvPr/>
          </p:nvGrpSpPr>
          <p:grpSpPr>
            <a:xfrm>
              <a:off x="8812285" y="4090932"/>
              <a:ext cx="2839965" cy="562680"/>
              <a:chOff x="4875326" y="5386870"/>
              <a:chExt cx="1828363" cy="362252"/>
            </a:xfrm>
          </p:grpSpPr>
          <p:sp>
            <p:nvSpPr>
              <p:cNvPr id="116" name="椭圆 115"/>
              <p:cNvSpPr/>
              <p:nvPr>
                <p:custDataLst>
                  <p:tags r:id="rId4"/>
                </p:custDataLst>
              </p:nvPr>
            </p:nvSpPr>
            <p:spPr>
              <a:xfrm flipH="1">
                <a:off x="4875326" y="5386870"/>
                <a:ext cx="348692" cy="362252"/>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cs typeface="+mn-ea"/>
                  <a:sym typeface="+mn-lt"/>
                </a:endParaRPr>
              </a:p>
            </p:txBody>
          </p:sp>
          <p:pic>
            <p:nvPicPr>
              <p:cNvPr id="117" name="图形 116"/>
              <p:cNvPicPr>
                <a:picLocks noChangeAspect="1"/>
              </p:cNvPicPr>
              <p:nvPr/>
            </p:nvPicPr>
            <p:blipFill>
              <a:blip r:embed="rId9"/>
              <a:stretch>
                <a:fillRect/>
              </a:stretch>
            </p:blipFill>
            <p:spPr>
              <a:xfrm>
                <a:off x="4939854" y="5458179"/>
                <a:ext cx="219637" cy="219635"/>
              </a:xfrm>
              <a:prstGeom prst="rect">
                <a:avLst/>
              </a:prstGeom>
            </p:spPr>
          </p:pic>
          <p:sp>
            <p:nvSpPr>
              <p:cNvPr id="118" name="文本框 117"/>
              <p:cNvSpPr txBox="1"/>
              <p:nvPr/>
            </p:nvSpPr>
            <p:spPr>
              <a:xfrm>
                <a:off x="5217361" y="5439201"/>
                <a:ext cx="1486328" cy="257590"/>
              </a:xfrm>
              <a:prstGeom prst="rect">
                <a:avLst/>
              </a:prstGeom>
              <a:noFill/>
            </p:spPr>
            <p:txBody>
              <a:bodyPr wrap="square">
                <a:spAutoFit/>
              </a:bodyPr>
              <a:lstStyle/>
              <a:p>
                <a:r>
                  <a:rPr lang="zh-CN" altLang="en-US" sz="2000">
                    <a:solidFill>
                      <a:schemeClr val="tx1">
                        <a:lumMod val="95000"/>
                        <a:lumOff val="5000"/>
                      </a:schemeClr>
                    </a:solidFill>
                    <a:latin typeface="思源黑体 CN Bold" panose="020B0800000000000000" pitchFamily="34" charset="-122"/>
                    <a:ea typeface="思源黑体 CN Bold" panose="020B0800000000000000" pitchFamily="34" charset="-122"/>
                  </a:rPr>
                  <a:t>议题教学成效</a:t>
                </a:r>
                <a:endParaRPr lang="zh-CN" altLang="en-US" sz="2000" dirty="0">
                  <a:solidFill>
                    <a:schemeClr val="tx1">
                      <a:lumMod val="95000"/>
                      <a:lumOff val="5000"/>
                    </a:schemeClr>
                  </a:solidFill>
                  <a:latin typeface="思源黑体 CN Bold" panose="020B0800000000000000" pitchFamily="34" charset="-122"/>
                  <a:ea typeface="思源黑体 CN Bold" panose="020B0800000000000000" pitchFamily="34" charset="-122"/>
                </a:endParaRPr>
              </a:p>
            </p:txBody>
          </p:sp>
        </p:grpSp>
        <p:grpSp>
          <p:nvGrpSpPr>
            <p:cNvPr id="121" name="组合 120"/>
            <p:cNvGrpSpPr/>
            <p:nvPr/>
          </p:nvGrpSpPr>
          <p:grpSpPr>
            <a:xfrm>
              <a:off x="8819943" y="3102604"/>
              <a:ext cx="2786379" cy="846446"/>
              <a:chOff x="8912515" y="3102604"/>
              <a:chExt cx="1238615" cy="846446"/>
            </a:xfrm>
          </p:grpSpPr>
          <p:cxnSp>
            <p:nvCxnSpPr>
              <p:cNvPr id="119" name="直接连接符 118"/>
              <p:cNvCxnSpPr/>
              <p:nvPr/>
            </p:nvCxnSpPr>
            <p:spPr>
              <a:xfrm>
                <a:off x="8912515" y="3949050"/>
                <a:ext cx="1238615"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20" name="直接连接符 119"/>
              <p:cNvCxnSpPr/>
              <p:nvPr/>
            </p:nvCxnSpPr>
            <p:spPr>
              <a:xfrm>
                <a:off x="8912515" y="3102604"/>
                <a:ext cx="1238615"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149" name="组合 148"/>
            <p:cNvGrpSpPr/>
            <p:nvPr/>
          </p:nvGrpSpPr>
          <p:grpSpPr>
            <a:xfrm>
              <a:off x="2180315" y="2362927"/>
              <a:ext cx="2794035" cy="1739781"/>
              <a:chOff x="2180315" y="2362927"/>
              <a:chExt cx="2794035" cy="1739781"/>
            </a:xfrm>
          </p:grpSpPr>
          <p:grpSp>
            <p:nvGrpSpPr>
              <p:cNvPr id="122" name="组合 121"/>
              <p:cNvGrpSpPr/>
              <p:nvPr/>
            </p:nvGrpSpPr>
            <p:grpSpPr>
              <a:xfrm>
                <a:off x="2180315" y="2362927"/>
                <a:ext cx="2794035" cy="487032"/>
                <a:chOff x="5367261" y="5209328"/>
                <a:chExt cx="1265314" cy="321361"/>
              </a:xfrm>
            </p:grpSpPr>
            <p:sp>
              <p:nvSpPr>
                <p:cNvPr id="123" name="矩形: 圆角 122"/>
                <p:cNvSpPr/>
                <p:nvPr/>
              </p:nvSpPr>
              <p:spPr>
                <a:xfrm>
                  <a:off x="5367261" y="5209328"/>
                  <a:ext cx="1265314" cy="321361"/>
                </a:xfrm>
                <a:prstGeom prst="roundRect">
                  <a:avLst>
                    <a:gd name="adj" fmla="val 6787"/>
                  </a:avLst>
                </a:prstGeom>
                <a:solidFill>
                  <a:schemeClr val="bg1"/>
                </a:solidFill>
                <a:ln w="952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endParaRPr lang="zh-CN" altLang="en-US">
                    <a:solidFill>
                      <a:prstClr val="white"/>
                    </a:solidFill>
                    <a:latin typeface="思源黑体 CN Bold" panose="020B0800000000000000" pitchFamily="34" charset="-122"/>
                    <a:ea typeface="思源黑体 CN Bold" panose="020B0800000000000000" pitchFamily="34" charset="-122"/>
                    <a:cs typeface="+mn-ea"/>
                  </a:endParaRPr>
                </a:p>
              </p:txBody>
            </p:sp>
            <p:sp>
              <p:nvSpPr>
                <p:cNvPr id="124" name="文本框 123"/>
                <p:cNvSpPr txBox="1"/>
                <p:nvPr/>
              </p:nvSpPr>
              <p:spPr>
                <a:xfrm>
                  <a:off x="5406163" y="5238005"/>
                  <a:ext cx="1187510" cy="264007"/>
                </a:xfrm>
                <a:prstGeom prst="rect">
                  <a:avLst/>
                </a:prstGeom>
                <a:noFill/>
              </p:spPr>
              <p:txBody>
                <a:bodyPr wrap="square">
                  <a:spAutoFit/>
                </a:bodyPr>
                <a:lstStyle/>
                <a:p>
                  <a:pPr algn="ctr"/>
                  <a:r>
                    <a:rPr lang="zh-CN" altLang="en-US" sz="2000">
                      <a:latin typeface="思源黑体 CN Bold" panose="020B0800000000000000" pitchFamily="34" charset="-122"/>
                      <a:ea typeface="思源黑体 CN Bold" panose="020B0800000000000000" pitchFamily="34" charset="-122"/>
                    </a:rPr>
                    <a:t>结合初中生认知特点</a:t>
                  </a:r>
                  <a:endParaRPr lang="zh-CN" altLang="en-US" sz="2000" dirty="0">
                    <a:latin typeface="思源黑体 CN Bold" panose="020B0800000000000000" pitchFamily="34" charset="-122"/>
                    <a:ea typeface="思源黑体 CN Bold" panose="020B0800000000000000" pitchFamily="34" charset="-122"/>
                  </a:endParaRPr>
                </a:p>
              </p:txBody>
            </p:sp>
          </p:grpSp>
          <p:grpSp>
            <p:nvGrpSpPr>
              <p:cNvPr id="125" name="组合 124"/>
              <p:cNvGrpSpPr/>
              <p:nvPr/>
            </p:nvGrpSpPr>
            <p:grpSpPr>
              <a:xfrm>
                <a:off x="2180315" y="2989301"/>
                <a:ext cx="2794035" cy="487032"/>
                <a:chOff x="5367261" y="5209328"/>
                <a:chExt cx="1265314" cy="321361"/>
              </a:xfrm>
            </p:grpSpPr>
            <p:sp>
              <p:nvSpPr>
                <p:cNvPr id="126" name="矩形: 圆角 125"/>
                <p:cNvSpPr/>
                <p:nvPr/>
              </p:nvSpPr>
              <p:spPr>
                <a:xfrm>
                  <a:off x="5367261" y="5209328"/>
                  <a:ext cx="1265314" cy="321361"/>
                </a:xfrm>
                <a:prstGeom prst="roundRect">
                  <a:avLst>
                    <a:gd name="adj" fmla="val 6787"/>
                  </a:avLst>
                </a:prstGeom>
                <a:solidFill>
                  <a:schemeClr val="bg1"/>
                </a:solidFill>
                <a:ln w="952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endParaRPr lang="zh-CN" altLang="en-US">
                    <a:solidFill>
                      <a:prstClr val="white"/>
                    </a:solidFill>
                    <a:latin typeface="思源黑体 CN Bold" panose="020B0800000000000000" pitchFamily="34" charset="-122"/>
                    <a:ea typeface="思源黑体 CN Bold" panose="020B0800000000000000" pitchFamily="34" charset="-122"/>
                    <a:cs typeface="+mn-ea"/>
                  </a:endParaRPr>
                </a:p>
              </p:txBody>
            </p:sp>
            <p:sp>
              <p:nvSpPr>
                <p:cNvPr id="127" name="文本框 126"/>
                <p:cNvSpPr txBox="1"/>
                <p:nvPr/>
              </p:nvSpPr>
              <p:spPr>
                <a:xfrm>
                  <a:off x="5406164" y="5238005"/>
                  <a:ext cx="1187509" cy="264007"/>
                </a:xfrm>
                <a:prstGeom prst="rect">
                  <a:avLst/>
                </a:prstGeom>
                <a:noFill/>
              </p:spPr>
              <p:txBody>
                <a:bodyPr wrap="square">
                  <a:spAutoFit/>
                </a:bodyPr>
                <a:lstStyle/>
                <a:p>
                  <a:pPr algn="ctr"/>
                  <a:r>
                    <a:rPr lang="zh-CN" altLang="en-US" sz="2000">
                      <a:latin typeface="思源黑体 CN Bold" panose="020B0800000000000000" pitchFamily="34" charset="-122"/>
                      <a:ea typeface="思源黑体 CN Bold" panose="020B0800000000000000" pitchFamily="34" charset="-122"/>
                    </a:rPr>
                    <a:t>制定初中的实施原则</a:t>
                  </a:r>
                  <a:endParaRPr lang="zh-CN" altLang="en-US" sz="2000" dirty="0">
                    <a:latin typeface="思源黑体 CN Bold" panose="020B0800000000000000" pitchFamily="34" charset="-122"/>
                    <a:ea typeface="思源黑体 CN Bold" panose="020B0800000000000000" pitchFamily="34" charset="-122"/>
                  </a:endParaRPr>
                </a:p>
              </p:txBody>
            </p:sp>
          </p:grpSp>
          <p:grpSp>
            <p:nvGrpSpPr>
              <p:cNvPr id="131" name="组合 130"/>
              <p:cNvGrpSpPr/>
              <p:nvPr/>
            </p:nvGrpSpPr>
            <p:grpSpPr>
              <a:xfrm>
                <a:off x="2180315" y="3615676"/>
                <a:ext cx="2794035" cy="487032"/>
                <a:chOff x="5367261" y="5209328"/>
                <a:chExt cx="1265314" cy="321361"/>
              </a:xfrm>
            </p:grpSpPr>
            <p:sp>
              <p:nvSpPr>
                <p:cNvPr id="132" name="矩形: 圆角 131"/>
                <p:cNvSpPr/>
                <p:nvPr/>
              </p:nvSpPr>
              <p:spPr>
                <a:xfrm>
                  <a:off x="5367261" y="5209328"/>
                  <a:ext cx="1265314" cy="321361"/>
                </a:xfrm>
                <a:prstGeom prst="roundRect">
                  <a:avLst>
                    <a:gd name="adj" fmla="val 6787"/>
                  </a:avLst>
                </a:prstGeom>
                <a:solidFill>
                  <a:schemeClr val="bg1"/>
                </a:solidFill>
                <a:ln w="952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defTabSz="914400"/>
                  <a:endParaRPr lang="zh-CN" altLang="en-US">
                    <a:solidFill>
                      <a:prstClr val="white"/>
                    </a:solidFill>
                    <a:latin typeface="思源黑体 CN Bold" panose="020B0800000000000000" pitchFamily="34" charset="-122"/>
                    <a:ea typeface="思源黑体 CN Bold" panose="020B0800000000000000" pitchFamily="34" charset="-122"/>
                    <a:cs typeface="+mn-ea"/>
                  </a:endParaRPr>
                </a:p>
              </p:txBody>
            </p:sp>
            <p:sp>
              <p:nvSpPr>
                <p:cNvPr id="133" name="文本框 132"/>
                <p:cNvSpPr txBox="1"/>
                <p:nvPr/>
              </p:nvSpPr>
              <p:spPr>
                <a:xfrm>
                  <a:off x="5442556" y="5238005"/>
                  <a:ext cx="1114724" cy="264007"/>
                </a:xfrm>
                <a:prstGeom prst="rect">
                  <a:avLst/>
                </a:prstGeom>
                <a:noFill/>
              </p:spPr>
              <p:txBody>
                <a:bodyPr wrap="square">
                  <a:spAutoFit/>
                </a:bodyPr>
                <a:lstStyle/>
                <a:p>
                  <a:pPr algn="ctr"/>
                  <a:r>
                    <a:rPr lang="zh-CN" altLang="en-US" sz="2000">
                      <a:latin typeface="思源黑体 CN Bold" panose="020B0800000000000000" pitchFamily="34" charset="-122"/>
                      <a:ea typeface="思源黑体 CN Bold" panose="020B0800000000000000" pitchFamily="34" charset="-122"/>
                    </a:rPr>
                    <a:t>课程内容活动化</a:t>
                  </a:r>
                  <a:endParaRPr lang="zh-CN" altLang="en-US" sz="2000" dirty="0">
                    <a:latin typeface="思源黑体 CN Bold" panose="020B0800000000000000" pitchFamily="34" charset="-122"/>
                    <a:ea typeface="思源黑体 CN Bold" panose="020B0800000000000000" pitchFamily="34" charset="-122"/>
                  </a:endParaRPr>
                </a:p>
              </p:txBody>
            </p:sp>
          </p:grpSp>
        </p:grpSp>
        <p:grpSp>
          <p:nvGrpSpPr>
            <p:cNvPr id="146" name="组合 145"/>
            <p:cNvGrpSpPr/>
            <p:nvPr/>
          </p:nvGrpSpPr>
          <p:grpSpPr>
            <a:xfrm>
              <a:off x="2180315" y="4251495"/>
              <a:ext cx="2794035" cy="453725"/>
              <a:chOff x="2180315" y="4251495"/>
              <a:chExt cx="2794035" cy="453725"/>
            </a:xfrm>
          </p:grpSpPr>
          <p:grpSp>
            <p:nvGrpSpPr>
              <p:cNvPr id="140" name="组合 139"/>
              <p:cNvGrpSpPr/>
              <p:nvPr/>
            </p:nvGrpSpPr>
            <p:grpSpPr>
              <a:xfrm>
                <a:off x="2180315" y="4251495"/>
                <a:ext cx="1339173" cy="453725"/>
                <a:chOff x="5161683" y="7470103"/>
                <a:chExt cx="7123598" cy="453725"/>
              </a:xfrm>
            </p:grpSpPr>
            <p:sp>
              <p:nvSpPr>
                <p:cNvPr id="138" name="文本框 137"/>
                <p:cNvSpPr txBox="1"/>
                <p:nvPr/>
              </p:nvSpPr>
              <p:spPr>
                <a:xfrm>
                  <a:off x="5201613" y="7470103"/>
                  <a:ext cx="7043736" cy="369332"/>
                </a:xfrm>
                <a:prstGeom prst="rect">
                  <a:avLst/>
                </a:prstGeom>
                <a:noFill/>
              </p:spPr>
              <p:txBody>
                <a:bodyPr wrap="square">
                  <a:spAutoFit/>
                </a:bodyPr>
                <a:lstStyle/>
                <a:p>
                  <a:pPr algn="ctr"/>
                  <a:r>
                    <a:rPr lang="zh-CN" altLang="en-US">
                      <a:latin typeface="梦源黑体 CN W20" panose="020B0200000000000000" pitchFamily="34" charset="-122"/>
                      <a:ea typeface="梦源黑体 CN W20" panose="020B0200000000000000" pitchFamily="34" charset="-122"/>
                    </a:rPr>
                    <a:t>议题引导</a:t>
                  </a:r>
                </a:p>
              </p:txBody>
            </p:sp>
            <p:sp>
              <p:nvSpPr>
                <p:cNvPr id="139" name="椭圆 138"/>
                <p:cNvSpPr/>
                <p:nvPr/>
              </p:nvSpPr>
              <p:spPr>
                <a:xfrm>
                  <a:off x="5618628" y="7681612"/>
                  <a:ext cx="6209706" cy="184605"/>
                </a:xfrm>
                <a:prstGeom prst="ellipse">
                  <a:avLst/>
                </a:prstGeom>
                <a:gradFill flip="none" rotWithShape="1">
                  <a:gsLst>
                    <a:gs pos="100000">
                      <a:schemeClr val="accent1">
                        <a:lumMod val="60000"/>
                        <a:lumOff val="40000"/>
                        <a:alpha val="48000"/>
                      </a:schemeClr>
                    </a:gs>
                    <a:gs pos="42000">
                      <a:schemeClr val="accent2">
                        <a:lumMod val="60000"/>
                        <a:lumOff val="40000"/>
                        <a:alpha val="0"/>
                      </a:schemeClr>
                    </a:gs>
                  </a:gsLst>
                  <a:lin ang="5400000" scaled="0"/>
                  <a:tileRect/>
                </a:gradFill>
                <a:ln w="12700" cap="flat" cmpd="sng" algn="ctr">
                  <a:gradFill>
                    <a:gsLst>
                      <a:gs pos="0">
                        <a:schemeClr val="accent2">
                          <a:lumMod val="20000"/>
                          <a:lumOff val="80000"/>
                          <a:alpha val="0"/>
                        </a:schemeClr>
                      </a:gs>
                      <a:gs pos="100000">
                        <a:schemeClr val="accent2"/>
                      </a:gs>
                    </a:gsLst>
                    <a:lin ang="54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R" panose="00020600040101010101" charset="-122"/>
                    <a:ea typeface="阿里巴巴普惠体 R" panose="00020600040101010101" charset="-122"/>
                    <a:cs typeface="+mn-cs"/>
                  </a:endParaRPr>
                </a:p>
              </p:txBody>
            </p:sp>
            <p:sp>
              <p:nvSpPr>
                <p:cNvPr id="141" name="椭圆 140"/>
                <p:cNvSpPr/>
                <p:nvPr/>
              </p:nvSpPr>
              <p:spPr>
                <a:xfrm>
                  <a:off x="5161683" y="7692678"/>
                  <a:ext cx="7123598" cy="231150"/>
                </a:xfrm>
                <a:prstGeom prst="ellipse">
                  <a:avLst/>
                </a:prstGeom>
                <a:noFill/>
                <a:ln w="12700" cap="flat" cmpd="sng" algn="ctr">
                  <a:gradFill>
                    <a:gsLst>
                      <a:gs pos="0">
                        <a:schemeClr val="accent2">
                          <a:lumMod val="20000"/>
                          <a:lumOff val="80000"/>
                          <a:alpha val="0"/>
                        </a:schemeClr>
                      </a:gs>
                      <a:gs pos="100000">
                        <a:schemeClr val="accent2"/>
                      </a:gs>
                    </a:gsLst>
                    <a:lin ang="54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R" panose="00020600040101010101" charset="-122"/>
                    <a:ea typeface="阿里巴巴普惠体 R" panose="00020600040101010101" charset="-122"/>
                    <a:cs typeface="+mn-cs"/>
                  </a:endParaRPr>
                </a:p>
              </p:txBody>
            </p:sp>
          </p:grpSp>
          <p:grpSp>
            <p:nvGrpSpPr>
              <p:cNvPr id="142" name="组合 141"/>
              <p:cNvGrpSpPr/>
              <p:nvPr/>
            </p:nvGrpSpPr>
            <p:grpSpPr>
              <a:xfrm>
                <a:off x="3635177" y="4251495"/>
                <a:ext cx="1339173" cy="453725"/>
                <a:chOff x="5161683" y="7470103"/>
                <a:chExt cx="7123598" cy="453725"/>
              </a:xfrm>
            </p:grpSpPr>
            <p:sp>
              <p:nvSpPr>
                <p:cNvPr id="143" name="文本框 142"/>
                <p:cNvSpPr txBox="1"/>
                <p:nvPr/>
              </p:nvSpPr>
              <p:spPr>
                <a:xfrm>
                  <a:off x="5201613" y="7470103"/>
                  <a:ext cx="7043736" cy="369332"/>
                </a:xfrm>
                <a:prstGeom prst="rect">
                  <a:avLst/>
                </a:prstGeom>
                <a:noFill/>
              </p:spPr>
              <p:txBody>
                <a:bodyPr wrap="square">
                  <a:spAutoFit/>
                </a:bodyPr>
                <a:lstStyle/>
                <a:p>
                  <a:pPr algn="ctr"/>
                  <a:r>
                    <a:rPr lang="zh-CN" altLang="en-US">
                      <a:latin typeface="梦源黑体 CN W20" panose="020B0200000000000000" pitchFamily="34" charset="-122"/>
                      <a:ea typeface="梦源黑体 CN W20" panose="020B0200000000000000" pitchFamily="34" charset="-122"/>
                    </a:rPr>
                    <a:t>合作探究</a:t>
                  </a:r>
                </a:p>
              </p:txBody>
            </p:sp>
            <p:sp>
              <p:nvSpPr>
                <p:cNvPr id="144" name="椭圆 143"/>
                <p:cNvSpPr/>
                <p:nvPr/>
              </p:nvSpPr>
              <p:spPr>
                <a:xfrm>
                  <a:off x="5618628" y="7681612"/>
                  <a:ext cx="6209706" cy="184605"/>
                </a:xfrm>
                <a:prstGeom prst="ellipse">
                  <a:avLst/>
                </a:prstGeom>
                <a:gradFill flip="none" rotWithShape="1">
                  <a:gsLst>
                    <a:gs pos="100000">
                      <a:schemeClr val="accent1">
                        <a:lumMod val="60000"/>
                        <a:lumOff val="40000"/>
                        <a:alpha val="48000"/>
                      </a:schemeClr>
                    </a:gs>
                    <a:gs pos="42000">
                      <a:schemeClr val="accent2">
                        <a:lumMod val="60000"/>
                        <a:lumOff val="40000"/>
                        <a:alpha val="0"/>
                      </a:schemeClr>
                    </a:gs>
                  </a:gsLst>
                  <a:lin ang="5400000" scaled="0"/>
                  <a:tileRect/>
                </a:gradFill>
                <a:ln w="12700" cap="flat" cmpd="sng" algn="ctr">
                  <a:gradFill>
                    <a:gsLst>
                      <a:gs pos="0">
                        <a:schemeClr val="accent2">
                          <a:lumMod val="20000"/>
                          <a:lumOff val="80000"/>
                          <a:alpha val="0"/>
                        </a:schemeClr>
                      </a:gs>
                      <a:gs pos="100000">
                        <a:schemeClr val="accent2"/>
                      </a:gs>
                    </a:gsLst>
                    <a:lin ang="54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R" panose="00020600040101010101" charset="-122"/>
                    <a:ea typeface="阿里巴巴普惠体 R" panose="00020600040101010101" charset="-122"/>
                    <a:cs typeface="+mn-cs"/>
                  </a:endParaRPr>
                </a:p>
              </p:txBody>
            </p:sp>
            <p:sp>
              <p:nvSpPr>
                <p:cNvPr id="145" name="椭圆 144"/>
                <p:cNvSpPr/>
                <p:nvPr/>
              </p:nvSpPr>
              <p:spPr>
                <a:xfrm>
                  <a:off x="5161683" y="7692678"/>
                  <a:ext cx="7123598" cy="231150"/>
                </a:xfrm>
                <a:prstGeom prst="ellipse">
                  <a:avLst/>
                </a:prstGeom>
                <a:noFill/>
                <a:ln w="12700" cap="flat" cmpd="sng" algn="ctr">
                  <a:gradFill>
                    <a:gsLst>
                      <a:gs pos="0">
                        <a:schemeClr val="accent2">
                          <a:lumMod val="20000"/>
                          <a:lumOff val="80000"/>
                          <a:alpha val="0"/>
                        </a:schemeClr>
                      </a:gs>
                      <a:gs pos="100000">
                        <a:schemeClr val="accent2"/>
                      </a:gs>
                    </a:gsLst>
                    <a:lin ang="54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阿里巴巴普惠体 R" panose="00020600040101010101" charset="-122"/>
                    <a:ea typeface="阿里巴巴普惠体 R" panose="00020600040101010101" charset="-122"/>
                    <a:cs typeface="+mn-cs"/>
                  </a:endParaRPr>
                </a:p>
              </p:txBody>
            </p:sp>
          </p:grpSp>
        </p:grpSp>
        <p:sp>
          <p:nvSpPr>
            <p:cNvPr id="147" name="文本框 146"/>
            <p:cNvSpPr txBox="1"/>
            <p:nvPr/>
          </p:nvSpPr>
          <p:spPr>
            <a:xfrm>
              <a:off x="9347529" y="4859811"/>
              <a:ext cx="1723550" cy="400110"/>
            </a:xfrm>
            <a:prstGeom prst="rect">
              <a:avLst/>
            </a:prstGeom>
            <a:noFill/>
          </p:spPr>
          <p:txBody>
            <a:bodyPr wrap="none">
              <a:spAutoFit/>
            </a:bodyPr>
            <a:lstStyle/>
            <a:p>
              <a:pPr marL="0" lvl="1" algn="ctr"/>
              <a:r>
                <a:rPr lang="zh-CN" altLang="en-US" sz="2000" b="0" i="0" dirty="0">
                  <a:solidFill>
                    <a:schemeClr val="bg1"/>
                  </a:solidFill>
                  <a:latin typeface="思源黑体 CN Bold" panose="020B0800000000000000" pitchFamily="34" charset="-122"/>
                  <a:ea typeface="思源黑体 CN Bold" panose="020B0800000000000000" pitchFamily="34" charset="-122"/>
                </a:rPr>
                <a:t>理论知识讲解</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48" name="文本框 147"/>
            <p:cNvSpPr txBox="1"/>
            <p:nvPr/>
          </p:nvSpPr>
          <p:spPr>
            <a:xfrm>
              <a:off x="2715559" y="4859811"/>
              <a:ext cx="1723550" cy="400110"/>
            </a:xfrm>
            <a:prstGeom prst="rect">
              <a:avLst/>
            </a:prstGeom>
            <a:noFill/>
          </p:spPr>
          <p:txBody>
            <a:bodyPr wrap="none">
              <a:spAutoFit/>
            </a:bodyPr>
            <a:lstStyle/>
            <a:p>
              <a:pPr marL="0" lvl="1" algn="ctr"/>
              <a:r>
                <a:rPr lang="zh-CN" altLang="en-US" sz="2000" b="0" i="0">
                  <a:solidFill>
                    <a:schemeClr val="bg1"/>
                  </a:solidFill>
                  <a:latin typeface="思源黑体 CN Bold" panose="020B0800000000000000" pitchFamily="34" charset="-122"/>
                  <a:ea typeface="思源黑体 CN Bold" panose="020B0800000000000000" pitchFamily="34" charset="-122"/>
                </a:rPr>
                <a:t>操作路径设计</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grpSp>
          <p:nvGrpSpPr>
            <p:cNvPr id="170" name="组合 169"/>
            <p:cNvGrpSpPr/>
            <p:nvPr/>
          </p:nvGrpSpPr>
          <p:grpSpPr>
            <a:xfrm>
              <a:off x="2396600" y="5530461"/>
              <a:ext cx="8993436" cy="777505"/>
              <a:chOff x="2396600" y="5655048"/>
              <a:chExt cx="8993436" cy="777505"/>
            </a:xfrm>
          </p:grpSpPr>
          <p:grpSp>
            <p:nvGrpSpPr>
              <p:cNvPr id="150" name="组合 149"/>
              <p:cNvGrpSpPr/>
              <p:nvPr/>
            </p:nvGrpSpPr>
            <p:grpSpPr>
              <a:xfrm>
                <a:off x="2396600" y="5655048"/>
                <a:ext cx="2361464" cy="777502"/>
                <a:chOff x="476782" y="3971254"/>
                <a:chExt cx="2431277" cy="800488"/>
              </a:xfrm>
            </p:grpSpPr>
            <p:sp>
              <p:nvSpPr>
                <p:cNvPr id="151" name="矩形 150"/>
                <p:cNvSpPr/>
                <p:nvPr/>
              </p:nvSpPr>
              <p:spPr>
                <a:xfrm>
                  <a:off x="476782" y="3971254"/>
                  <a:ext cx="2431277" cy="800488"/>
                </a:xfrm>
                <a:prstGeom prst="rect">
                  <a:avLst/>
                </a:prstGeom>
                <a:solidFill>
                  <a:schemeClr val="accent3">
                    <a:alpha val="7000"/>
                  </a:schemeClr>
                </a:solid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153" name="文本框 152"/>
                <p:cNvSpPr txBox="1"/>
                <p:nvPr>
                  <p:custDataLst>
                    <p:tags r:id="rId3"/>
                  </p:custDataLst>
                </p:nvPr>
              </p:nvSpPr>
              <p:spPr>
                <a:xfrm>
                  <a:off x="626120" y="4037754"/>
                  <a:ext cx="2132601" cy="687224"/>
                </a:xfrm>
                <a:prstGeom prst="rect">
                  <a:avLst/>
                </a:prstGeom>
                <a:noFill/>
                <a:effectLst/>
              </p:spPr>
              <p:txBody>
                <a:bodyPr wrap="square" lIns="96012" tIns="48006" rIns="96012" bIns="48006">
                  <a:spAutoFit/>
                </a:bodyPr>
                <a:lstStyle/>
                <a:p>
                  <a:pPr algn="ctr">
                    <a:lnSpc>
                      <a:spcPct val="120000"/>
                    </a:lnSpc>
                  </a:pPr>
                  <a:r>
                    <a:rPr lang="zh-CN" altLang="en-US" sz="1600" spc="120">
                      <a:latin typeface="思源黑体 CN Bold" panose="020B0800000000000000" pitchFamily="34" charset="-122"/>
                      <a:ea typeface="思源黑体 CN Bold" panose="020B0800000000000000" pitchFamily="34" charset="-122"/>
                      <a:cs typeface="OPPOSans L" panose="00020600040101010101" pitchFamily="18" charset="-122"/>
                    </a:rPr>
                    <a:t>探索初中与高中思政课的衔接路径</a:t>
                  </a:r>
                  <a:endPar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grpSp>
          <p:grpSp>
            <p:nvGrpSpPr>
              <p:cNvPr id="155" name="组合 154"/>
              <p:cNvGrpSpPr/>
              <p:nvPr/>
            </p:nvGrpSpPr>
            <p:grpSpPr>
              <a:xfrm>
                <a:off x="5712586" y="5655051"/>
                <a:ext cx="2361464" cy="777502"/>
                <a:chOff x="476782" y="3971257"/>
                <a:chExt cx="2431277" cy="800488"/>
              </a:xfrm>
            </p:grpSpPr>
            <p:sp>
              <p:nvSpPr>
                <p:cNvPr id="156" name="矩形 155"/>
                <p:cNvSpPr/>
                <p:nvPr/>
              </p:nvSpPr>
              <p:spPr>
                <a:xfrm>
                  <a:off x="476782" y="3971257"/>
                  <a:ext cx="2431277" cy="800488"/>
                </a:xfrm>
                <a:prstGeom prst="rect">
                  <a:avLst/>
                </a:prstGeom>
                <a:solidFill>
                  <a:schemeClr val="accent3">
                    <a:alpha val="7000"/>
                  </a:schemeClr>
                </a:solid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157" name="文本框 156"/>
                <p:cNvSpPr txBox="1"/>
                <p:nvPr>
                  <p:custDataLst>
                    <p:tags r:id="rId2"/>
                  </p:custDataLst>
                </p:nvPr>
              </p:nvSpPr>
              <p:spPr>
                <a:xfrm>
                  <a:off x="626120" y="4037754"/>
                  <a:ext cx="2132601" cy="687224"/>
                </a:xfrm>
                <a:prstGeom prst="rect">
                  <a:avLst/>
                </a:prstGeom>
                <a:noFill/>
                <a:effectLst/>
              </p:spPr>
              <p:txBody>
                <a:bodyPr wrap="square" lIns="96012" tIns="48006" rIns="96012" bIns="48006">
                  <a:spAutoFit/>
                </a:bodyPr>
                <a:lstStyle/>
                <a:p>
                  <a:pPr algn="ctr">
                    <a:lnSpc>
                      <a:spcPct val="120000"/>
                    </a:lnSpc>
                  </a:pPr>
                  <a:r>
                    <a:rPr lang="zh-CN" altLang="en-US" sz="1600" spc="120">
                      <a:latin typeface="思源黑体 CN Bold" panose="020B0800000000000000" pitchFamily="34" charset="-122"/>
                      <a:ea typeface="思源黑体 CN Bold" panose="020B0800000000000000" pitchFamily="34" charset="-122"/>
                      <a:cs typeface="OPPOSans L" panose="00020600040101010101" pitchFamily="18" charset="-122"/>
                    </a:rPr>
                    <a:t>发挥道德与法治课的德育主阵地作用</a:t>
                  </a:r>
                  <a:endPar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grpSp>
          <p:grpSp>
            <p:nvGrpSpPr>
              <p:cNvPr id="158" name="组合 157"/>
              <p:cNvGrpSpPr/>
              <p:nvPr/>
            </p:nvGrpSpPr>
            <p:grpSpPr>
              <a:xfrm>
                <a:off x="9028572" y="5655048"/>
                <a:ext cx="2361464" cy="777502"/>
                <a:chOff x="476782" y="3971254"/>
                <a:chExt cx="2431277" cy="800488"/>
              </a:xfrm>
            </p:grpSpPr>
            <p:sp>
              <p:nvSpPr>
                <p:cNvPr id="159" name="矩形 158"/>
                <p:cNvSpPr/>
                <p:nvPr/>
              </p:nvSpPr>
              <p:spPr>
                <a:xfrm>
                  <a:off x="476782" y="3971254"/>
                  <a:ext cx="2431277" cy="800488"/>
                </a:xfrm>
                <a:prstGeom prst="rect">
                  <a:avLst/>
                </a:prstGeom>
                <a:solidFill>
                  <a:schemeClr val="accent3">
                    <a:alpha val="7000"/>
                  </a:schemeClr>
                </a:solid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160" name="文本框 159"/>
                <p:cNvSpPr txBox="1"/>
                <p:nvPr>
                  <p:custDataLst>
                    <p:tags r:id="rId1"/>
                  </p:custDataLst>
                </p:nvPr>
              </p:nvSpPr>
              <p:spPr>
                <a:xfrm>
                  <a:off x="626120" y="4037755"/>
                  <a:ext cx="2132601" cy="687224"/>
                </a:xfrm>
                <a:prstGeom prst="rect">
                  <a:avLst/>
                </a:prstGeom>
                <a:noFill/>
                <a:effectLst/>
              </p:spPr>
              <p:txBody>
                <a:bodyPr wrap="square" lIns="96012" tIns="48006" rIns="96012" bIns="48006">
                  <a:spAutoFit/>
                </a:bodyPr>
                <a:lstStyle/>
                <a:p>
                  <a:pPr algn="ctr">
                    <a:lnSpc>
                      <a:spcPct val="120000"/>
                    </a:lnSpc>
                  </a:pPr>
                  <a:r>
                    <a:rPr lang="zh-CN" altLang="en-US" sz="1600" spc="120">
                      <a:latin typeface="思源黑体 CN Bold" panose="020B0800000000000000" pitchFamily="34" charset="-122"/>
                      <a:ea typeface="思源黑体 CN Bold" panose="020B0800000000000000" pitchFamily="34" charset="-122"/>
                      <a:cs typeface="OPPOSans L" panose="00020600040101010101" pitchFamily="18" charset="-122"/>
                    </a:rPr>
                    <a:t>依托教研平台整合区域资源</a:t>
                  </a:r>
                  <a:endPar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endParaRPr>
                </a:p>
              </p:txBody>
            </p:sp>
          </p:grpSp>
        </p:grpSp>
        <p:grpSp>
          <p:nvGrpSpPr>
            <p:cNvPr id="166" name="组合 165"/>
            <p:cNvGrpSpPr/>
            <p:nvPr/>
          </p:nvGrpSpPr>
          <p:grpSpPr>
            <a:xfrm>
              <a:off x="4758064" y="5734546"/>
              <a:ext cx="866449" cy="369333"/>
              <a:chOff x="4758064" y="5674468"/>
              <a:chExt cx="866449" cy="369333"/>
            </a:xfrm>
          </p:grpSpPr>
          <p:cxnSp>
            <p:nvCxnSpPr>
              <p:cNvPr id="161" name="直接箭头连接符 160"/>
              <p:cNvCxnSpPr/>
              <p:nvPr/>
            </p:nvCxnSpPr>
            <p:spPr>
              <a:xfrm>
                <a:off x="4758064" y="6043801"/>
                <a:ext cx="866449"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65" name="文本框 164"/>
              <p:cNvSpPr txBox="1"/>
              <p:nvPr/>
            </p:nvSpPr>
            <p:spPr>
              <a:xfrm>
                <a:off x="4841525" y="5674468"/>
                <a:ext cx="699526" cy="369332"/>
              </a:xfrm>
              <a:prstGeom prst="rect">
                <a:avLst/>
              </a:prstGeom>
              <a:noFill/>
            </p:spPr>
            <p:txBody>
              <a:bodyPr wrap="square">
                <a:spAutoFit/>
              </a:bodyPr>
              <a:lstStyle/>
              <a:p>
                <a:pPr algn="ctr"/>
                <a:r>
                  <a:rPr lang="zh-CN" altLang="en-US" b="1">
                    <a:latin typeface="微软雅黑" panose="020B0503020204020204" pitchFamily="34" charset="-122"/>
                    <a:ea typeface="微软雅黑" panose="020B0503020204020204" pitchFamily="34" charset="-122"/>
                  </a:rPr>
                  <a:t>强化</a:t>
                </a:r>
              </a:p>
            </p:txBody>
          </p:sp>
        </p:grpSp>
        <p:grpSp>
          <p:nvGrpSpPr>
            <p:cNvPr id="167" name="组合 166"/>
            <p:cNvGrpSpPr/>
            <p:nvPr/>
          </p:nvGrpSpPr>
          <p:grpSpPr>
            <a:xfrm>
              <a:off x="8073258" y="5734546"/>
              <a:ext cx="866449" cy="369333"/>
              <a:chOff x="4758064" y="5674468"/>
              <a:chExt cx="866449" cy="369333"/>
            </a:xfrm>
          </p:grpSpPr>
          <p:cxnSp>
            <p:nvCxnSpPr>
              <p:cNvPr id="168" name="直接箭头连接符 167"/>
              <p:cNvCxnSpPr/>
              <p:nvPr/>
            </p:nvCxnSpPr>
            <p:spPr>
              <a:xfrm>
                <a:off x="4758064" y="6043801"/>
                <a:ext cx="866449"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69" name="文本框 168"/>
              <p:cNvSpPr txBox="1"/>
              <p:nvPr/>
            </p:nvSpPr>
            <p:spPr>
              <a:xfrm>
                <a:off x="4841525" y="5674468"/>
                <a:ext cx="699526" cy="369332"/>
              </a:xfrm>
              <a:prstGeom prst="rect">
                <a:avLst/>
              </a:prstGeom>
              <a:noFill/>
            </p:spPr>
            <p:txBody>
              <a:bodyPr wrap="square">
                <a:spAutoFit/>
              </a:bodyPr>
              <a:lstStyle/>
              <a:p>
                <a:pPr algn="ctr"/>
                <a:r>
                  <a:rPr lang="zh-CN" altLang="en-US" b="1">
                    <a:latin typeface="微软雅黑" panose="020B0503020204020204" pitchFamily="34" charset="-122"/>
                    <a:ea typeface="微软雅黑" panose="020B0503020204020204" pitchFamily="34" charset="-122"/>
                  </a:rPr>
                  <a:t>推广</a:t>
                </a:r>
              </a:p>
            </p:txBody>
          </p:sp>
        </p:grpSp>
        <p:sp>
          <p:nvSpPr>
            <p:cNvPr id="171" name="任意多边形: 形状 170"/>
            <p:cNvSpPr/>
            <p:nvPr/>
          </p:nvSpPr>
          <p:spPr>
            <a:xfrm rot="10800000" flipH="1">
              <a:off x="6627449" y="4239611"/>
              <a:ext cx="514074" cy="499392"/>
            </a:xfrm>
            <a:custGeom>
              <a:avLst/>
              <a:gdLst>
                <a:gd name="connsiteX0" fmla="*/ 1237539 w 2471842"/>
                <a:gd name="connsiteY0" fmla="*/ 0 h 2776294"/>
                <a:gd name="connsiteX1" fmla="*/ 1235921 w 2471842"/>
                <a:gd name="connsiteY1" fmla="*/ 1921 h 2776294"/>
                <a:gd name="connsiteX2" fmla="*/ 1234303 w 2471842"/>
                <a:gd name="connsiteY2" fmla="*/ 0 h 2776294"/>
                <a:gd name="connsiteX3" fmla="*/ 308359 w 2471842"/>
                <a:gd name="connsiteY3" fmla="*/ 1099466 h 2776294"/>
                <a:gd name="connsiteX4" fmla="*/ 311595 w 2471842"/>
                <a:gd name="connsiteY4" fmla="*/ 1099466 h 2776294"/>
                <a:gd name="connsiteX5" fmla="*/ 856342 w 2471842"/>
                <a:gd name="connsiteY5" fmla="*/ 1099466 h 2776294"/>
                <a:gd name="connsiteX6" fmla="*/ 0 w 2471842"/>
                <a:gd name="connsiteY6" fmla="*/ 2776294 h 2776294"/>
                <a:gd name="connsiteX7" fmla="*/ 1235921 w 2471842"/>
                <a:gd name="connsiteY7" fmla="*/ 2759604 h 2776294"/>
                <a:gd name="connsiteX8" fmla="*/ 2471842 w 2471842"/>
                <a:gd name="connsiteY8" fmla="*/ 2776294 h 2776294"/>
                <a:gd name="connsiteX9" fmla="*/ 1615500 w 2471842"/>
                <a:gd name="connsiteY9" fmla="*/ 1099466 h 2776294"/>
                <a:gd name="connsiteX10" fmla="*/ 2160247 w 2471842"/>
                <a:gd name="connsiteY10" fmla="*/ 1099466 h 2776294"/>
                <a:gd name="connsiteX11" fmla="*/ 2163483 w 2471842"/>
                <a:gd name="connsiteY11" fmla="*/ 1099466 h 277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1842" h="2776294">
                  <a:moveTo>
                    <a:pt x="1237539" y="0"/>
                  </a:moveTo>
                  <a:lnTo>
                    <a:pt x="1235921" y="1921"/>
                  </a:lnTo>
                  <a:lnTo>
                    <a:pt x="1234303" y="0"/>
                  </a:lnTo>
                  <a:lnTo>
                    <a:pt x="308359" y="1099466"/>
                  </a:lnTo>
                  <a:lnTo>
                    <a:pt x="311595" y="1099466"/>
                  </a:lnTo>
                  <a:lnTo>
                    <a:pt x="856342" y="1099466"/>
                  </a:lnTo>
                  <a:cubicBezTo>
                    <a:pt x="873276" y="1721304"/>
                    <a:pt x="454780" y="2379428"/>
                    <a:pt x="0" y="2776294"/>
                  </a:cubicBezTo>
                  <a:lnTo>
                    <a:pt x="1235921" y="2759604"/>
                  </a:lnTo>
                  <a:lnTo>
                    <a:pt x="2471842" y="2776294"/>
                  </a:lnTo>
                  <a:cubicBezTo>
                    <a:pt x="2017062" y="2379428"/>
                    <a:pt x="1598566" y="1721304"/>
                    <a:pt x="1615500" y="1099466"/>
                  </a:cubicBezTo>
                  <a:lnTo>
                    <a:pt x="2160247" y="1099466"/>
                  </a:lnTo>
                  <a:lnTo>
                    <a:pt x="2163483" y="1099466"/>
                  </a:lnTo>
                  <a:close/>
                </a:path>
              </a:pathLst>
            </a:custGeom>
            <a:gradFill>
              <a:gsLst>
                <a:gs pos="0">
                  <a:schemeClr val="accent2"/>
                </a:gs>
                <a:gs pos="100000">
                  <a:schemeClr val="accent2">
                    <a:alpha val="0"/>
                  </a:schemeClr>
                </a:gs>
              </a:gsLst>
              <a:lin ang="5400000" scaled="1"/>
            </a:gradFill>
            <a:ln w="11938">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85954" tIns="42977" rIns="85954" bIns="42977" rtlCol="0" anchor="ctr">
              <a:noAutofit/>
            </a:bodyPr>
            <a:lstStyle/>
            <a:p>
              <a:pPr algn="ctr"/>
              <a:endParaRPr lang="zh-CN" altLang="en-US" sz="1690">
                <a:solidFill>
                  <a:schemeClr val="accent2">
                    <a:lumMod val="75000"/>
                  </a:schemeClr>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04800" y="2442512"/>
            <a:ext cx="3916936" cy="2337191"/>
            <a:chOff x="304800" y="2442512"/>
            <a:chExt cx="3916936" cy="2337191"/>
          </a:xfrm>
        </p:grpSpPr>
        <p:sp>
          <p:nvSpPr>
            <p:cNvPr id="194" name="箭头: 右 34"/>
            <p:cNvSpPr/>
            <p:nvPr/>
          </p:nvSpPr>
          <p:spPr>
            <a:xfrm>
              <a:off x="1763484" y="3384460"/>
              <a:ext cx="353314" cy="453294"/>
            </a:xfrm>
            <a:custGeom>
              <a:avLst/>
              <a:gdLst>
                <a:gd name="connsiteX0" fmla="*/ 0 w 732949"/>
                <a:gd name="connsiteY0" fmla="*/ 109398 h 437592"/>
                <a:gd name="connsiteX1" fmla="*/ 514153 w 732949"/>
                <a:gd name="connsiteY1" fmla="*/ 109398 h 437592"/>
                <a:gd name="connsiteX2" fmla="*/ 514153 w 732949"/>
                <a:gd name="connsiteY2" fmla="*/ 0 h 437592"/>
                <a:gd name="connsiteX3" fmla="*/ 732949 w 732949"/>
                <a:gd name="connsiteY3" fmla="*/ 218796 h 437592"/>
                <a:gd name="connsiteX4" fmla="*/ 514153 w 732949"/>
                <a:gd name="connsiteY4" fmla="*/ 437592 h 437592"/>
                <a:gd name="connsiteX5" fmla="*/ 514153 w 732949"/>
                <a:gd name="connsiteY5" fmla="*/ 328194 h 437592"/>
                <a:gd name="connsiteX6" fmla="*/ 0 w 732949"/>
                <a:gd name="connsiteY6" fmla="*/ 328194 h 437592"/>
                <a:gd name="connsiteX7" fmla="*/ 0 w 732949"/>
                <a:gd name="connsiteY7" fmla="*/ 109398 h 437592"/>
                <a:gd name="connsiteX0-1" fmla="*/ 0 w 732949"/>
                <a:gd name="connsiteY0-2" fmla="*/ 109398 h 437592"/>
                <a:gd name="connsiteX1-3" fmla="*/ 514153 w 732949"/>
                <a:gd name="connsiteY1-4" fmla="*/ 109398 h 437592"/>
                <a:gd name="connsiteX2-5" fmla="*/ 514153 w 732949"/>
                <a:gd name="connsiteY2-6" fmla="*/ 0 h 437592"/>
                <a:gd name="connsiteX3-7" fmla="*/ 732949 w 732949"/>
                <a:gd name="connsiteY3-8" fmla="*/ 218796 h 437592"/>
                <a:gd name="connsiteX4-9" fmla="*/ 514153 w 732949"/>
                <a:gd name="connsiteY4-10" fmla="*/ 437592 h 437592"/>
                <a:gd name="connsiteX5-11" fmla="*/ 514153 w 732949"/>
                <a:gd name="connsiteY5-12" fmla="*/ 328194 h 437592"/>
                <a:gd name="connsiteX6-13" fmla="*/ 0 w 732949"/>
                <a:gd name="connsiteY6-14" fmla="*/ 328194 h 437592"/>
                <a:gd name="connsiteX7-15" fmla="*/ 0 w 732949"/>
                <a:gd name="connsiteY7-16" fmla="*/ 109398 h 437592"/>
                <a:gd name="connsiteX0-17" fmla="*/ 0 w 737711"/>
                <a:gd name="connsiteY0-18" fmla="*/ 0 h 447256"/>
                <a:gd name="connsiteX1-19" fmla="*/ 518915 w 737711"/>
                <a:gd name="connsiteY1-20" fmla="*/ 119062 h 447256"/>
                <a:gd name="connsiteX2-21" fmla="*/ 518915 w 737711"/>
                <a:gd name="connsiteY2-22" fmla="*/ 9664 h 447256"/>
                <a:gd name="connsiteX3-23" fmla="*/ 737711 w 737711"/>
                <a:gd name="connsiteY3-24" fmla="*/ 228460 h 447256"/>
                <a:gd name="connsiteX4-25" fmla="*/ 518915 w 737711"/>
                <a:gd name="connsiteY4-26" fmla="*/ 447256 h 447256"/>
                <a:gd name="connsiteX5-27" fmla="*/ 518915 w 737711"/>
                <a:gd name="connsiteY5-28" fmla="*/ 337858 h 447256"/>
                <a:gd name="connsiteX6-29" fmla="*/ 4762 w 737711"/>
                <a:gd name="connsiteY6-30" fmla="*/ 337858 h 447256"/>
                <a:gd name="connsiteX7-31" fmla="*/ 0 w 737711"/>
                <a:gd name="connsiteY7-32" fmla="*/ 0 h 447256"/>
                <a:gd name="connsiteX0-33" fmla="*/ 0 w 737711"/>
                <a:gd name="connsiteY0-34" fmla="*/ 0 h 447256"/>
                <a:gd name="connsiteX1-35" fmla="*/ 518915 w 737711"/>
                <a:gd name="connsiteY1-36" fmla="*/ 119062 h 447256"/>
                <a:gd name="connsiteX2-37" fmla="*/ 518915 w 737711"/>
                <a:gd name="connsiteY2-38" fmla="*/ 9664 h 447256"/>
                <a:gd name="connsiteX3-39" fmla="*/ 737711 w 737711"/>
                <a:gd name="connsiteY3-40" fmla="*/ 228460 h 447256"/>
                <a:gd name="connsiteX4-41" fmla="*/ 518915 w 737711"/>
                <a:gd name="connsiteY4-42" fmla="*/ 447256 h 447256"/>
                <a:gd name="connsiteX5-43" fmla="*/ 518915 w 737711"/>
                <a:gd name="connsiteY5-44" fmla="*/ 337858 h 447256"/>
                <a:gd name="connsiteX6-45" fmla="*/ 4762 w 737711"/>
                <a:gd name="connsiteY6-46" fmla="*/ 337858 h 447256"/>
                <a:gd name="connsiteX7-47" fmla="*/ 0 w 737711"/>
                <a:gd name="connsiteY7-48" fmla="*/ 0 h 447256"/>
                <a:gd name="connsiteX0-49" fmla="*/ 0 w 737711"/>
                <a:gd name="connsiteY0-50" fmla="*/ 0 h 642658"/>
                <a:gd name="connsiteX1-51" fmla="*/ 518915 w 737711"/>
                <a:gd name="connsiteY1-52" fmla="*/ 119062 h 642658"/>
                <a:gd name="connsiteX2-53" fmla="*/ 518915 w 737711"/>
                <a:gd name="connsiteY2-54" fmla="*/ 9664 h 642658"/>
                <a:gd name="connsiteX3-55" fmla="*/ 737711 w 737711"/>
                <a:gd name="connsiteY3-56" fmla="*/ 228460 h 642658"/>
                <a:gd name="connsiteX4-57" fmla="*/ 518915 w 737711"/>
                <a:gd name="connsiteY4-58" fmla="*/ 447256 h 642658"/>
                <a:gd name="connsiteX5-59" fmla="*/ 518915 w 737711"/>
                <a:gd name="connsiteY5-60" fmla="*/ 337858 h 642658"/>
                <a:gd name="connsiteX6-61" fmla="*/ 4762 w 737711"/>
                <a:gd name="connsiteY6-62" fmla="*/ 642658 h 642658"/>
                <a:gd name="connsiteX7-63" fmla="*/ 0 w 737711"/>
                <a:gd name="connsiteY7-64" fmla="*/ 0 h 642658"/>
                <a:gd name="connsiteX0-65" fmla="*/ 0 w 737711"/>
                <a:gd name="connsiteY0-66" fmla="*/ 0 h 642658"/>
                <a:gd name="connsiteX1-67" fmla="*/ 518915 w 737711"/>
                <a:gd name="connsiteY1-68" fmla="*/ 119062 h 642658"/>
                <a:gd name="connsiteX2-69" fmla="*/ 518915 w 737711"/>
                <a:gd name="connsiteY2-70" fmla="*/ 9664 h 642658"/>
                <a:gd name="connsiteX3-71" fmla="*/ 737711 w 737711"/>
                <a:gd name="connsiteY3-72" fmla="*/ 228460 h 642658"/>
                <a:gd name="connsiteX4-73" fmla="*/ 518915 w 737711"/>
                <a:gd name="connsiteY4-74" fmla="*/ 447256 h 642658"/>
                <a:gd name="connsiteX5-75" fmla="*/ 518915 w 737711"/>
                <a:gd name="connsiteY5-76" fmla="*/ 337858 h 642658"/>
                <a:gd name="connsiteX6-77" fmla="*/ 4762 w 737711"/>
                <a:gd name="connsiteY6-78" fmla="*/ 642658 h 642658"/>
                <a:gd name="connsiteX7-79" fmla="*/ 0 w 737711"/>
                <a:gd name="connsiteY7-80" fmla="*/ 0 h 642658"/>
                <a:gd name="connsiteX0-81" fmla="*/ 0 w 737711"/>
                <a:gd name="connsiteY0-82" fmla="*/ 0 h 642658"/>
                <a:gd name="connsiteX1-83" fmla="*/ 518915 w 737711"/>
                <a:gd name="connsiteY1-84" fmla="*/ 119062 h 642658"/>
                <a:gd name="connsiteX2-85" fmla="*/ 518915 w 737711"/>
                <a:gd name="connsiteY2-86" fmla="*/ 9664 h 642658"/>
                <a:gd name="connsiteX3-87" fmla="*/ 737711 w 737711"/>
                <a:gd name="connsiteY3-88" fmla="*/ 228460 h 642658"/>
                <a:gd name="connsiteX4-89" fmla="*/ 518915 w 737711"/>
                <a:gd name="connsiteY4-90" fmla="*/ 447256 h 642658"/>
                <a:gd name="connsiteX5-91" fmla="*/ 518915 w 737711"/>
                <a:gd name="connsiteY5-92" fmla="*/ 337858 h 642658"/>
                <a:gd name="connsiteX6-93" fmla="*/ 4762 w 737711"/>
                <a:gd name="connsiteY6-94" fmla="*/ 642658 h 642658"/>
                <a:gd name="connsiteX7-95" fmla="*/ 0 w 737711"/>
                <a:gd name="connsiteY7-96" fmla="*/ 0 h 642658"/>
                <a:gd name="connsiteX0-97" fmla="*/ 0 w 751999"/>
                <a:gd name="connsiteY0-98" fmla="*/ 0 h 766483"/>
                <a:gd name="connsiteX1-99" fmla="*/ 533203 w 751999"/>
                <a:gd name="connsiteY1-100" fmla="*/ 242887 h 766483"/>
                <a:gd name="connsiteX2-101" fmla="*/ 533203 w 751999"/>
                <a:gd name="connsiteY2-102" fmla="*/ 133489 h 766483"/>
                <a:gd name="connsiteX3-103" fmla="*/ 751999 w 751999"/>
                <a:gd name="connsiteY3-104" fmla="*/ 352285 h 766483"/>
                <a:gd name="connsiteX4-105" fmla="*/ 533203 w 751999"/>
                <a:gd name="connsiteY4-106" fmla="*/ 571081 h 766483"/>
                <a:gd name="connsiteX5-107" fmla="*/ 533203 w 751999"/>
                <a:gd name="connsiteY5-108" fmla="*/ 461683 h 766483"/>
                <a:gd name="connsiteX6-109" fmla="*/ 19050 w 751999"/>
                <a:gd name="connsiteY6-110" fmla="*/ 766483 h 766483"/>
                <a:gd name="connsiteX7-111" fmla="*/ 0 w 751999"/>
                <a:gd name="connsiteY7-112" fmla="*/ 0 h 766483"/>
                <a:gd name="connsiteX0-113" fmla="*/ 0 w 751999"/>
                <a:gd name="connsiteY0-114" fmla="*/ 0 h 766483"/>
                <a:gd name="connsiteX1-115" fmla="*/ 533203 w 751999"/>
                <a:gd name="connsiteY1-116" fmla="*/ 242887 h 766483"/>
                <a:gd name="connsiteX2-117" fmla="*/ 533203 w 751999"/>
                <a:gd name="connsiteY2-118" fmla="*/ 133489 h 766483"/>
                <a:gd name="connsiteX3-119" fmla="*/ 751999 w 751999"/>
                <a:gd name="connsiteY3-120" fmla="*/ 352285 h 766483"/>
                <a:gd name="connsiteX4-121" fmla="*/ 533203 w 751999"/>
                <a:gd name="connsiteY4-122" fmla="*/ 571081 h 766483"/>
                <a:gd name="connsiteX5-123" fmla="*/ 533203 w 751999"/>
                <a:gd name="connsiteY5-124" fmla="*/ 461683 h 766483"/>
                <a:gd name="connsiteX6-125" fmla="*/ 19050 w 751999"/>
                <a:gd name="connsiteY6-126" fmla="*/ 766483 h 766483"/>
                <a:gd name="connsiteX7-127" fmla="*/ 0 w 751999"/>
                <a:gd name="connsiteY7-128" fmla="*/ 0 h 766483"/>
                <a:gd name="connsiteX0-129" fmla="*/ 0 w 751999"/>
                <a:gd name="connsiteY0-130" fmla="*/ 0 h 766483"/>
                <a:gd name="connsiteX1-131" fmla="*/ 533203 w 751999"/>
                <a:gd name="connsiteY1-132" fmla="*/ 242887 h 766483"/>
                <a:gd name="connsiteX2-133" fmla="*/ 533203 w 751999"/>
                <a:gd name="connsiteY2-134" fmla="*/ 133489 h 766483"/>
                <a:gd name="connsiteX3-135" fmla="*/ 751999 w 751999"/>
                <a:gd name="connsiteY3-136" fmla="*/ 352285 h 766483"/>
                <a:gd name="connsiteX4-137" fmla="*/ 533203 w 751999"/>
                <a:gd name="connsiteY4-138" fmla="*/ 571081 h 766483"/>
                <a:gd name="connsiteX5-139" fmla="*/ 533203 w 751999"/>
                <a:gd name="connsiteY5-140" fmla="*/ 461683 h 766483"/>
                <a:gd name="connsiteX6-141" fmla="*/ 19050 w 751999"/>
                <a:gd name="connsiteY6-142" fmla="*/ 766483 h 766483"/>
                <a:gd name="connsiteX7-143" fmla="*/ 0 w 751999"/>
                <a:gd name="connsiteY7-144" fmla="*/ 0 h 766483"/>
                <a:gd name="connsiteX0-145" fmla="*/ 0 w 749618"/>
                <a:gd name="connsiteY0-146" fmla="*/ 0 h 871258"/>
                <a:gd name="connsiteX1-147" fmla="*/ 530822 w 749618"/>
                <a:gd name="connsiteY1-148" fmla="*/ 347662 h 871258"/>
                <a:gd name="connsiteX2-149" fmla="*/ 530822 w 749618"/>
                <a:gd name="connsiteY2-150" fmla="*/ 238264 h 871258"/>
                <a:gd name="connsiteX3-151" fmla="*/ 749618 w 749618"/>
                <a:gd name="connsiteY3-152" fmla="*/ 457060 h 871258"/>
                <a:gd name="connsiteX4-153" fmla="*/ 530822 w 749618"/>
                <a:gd name="connsiteY4-154" fmla="*/ 675856 h 871258"/>
                <a:gd name="connsiteX5-155" fmla="*/ 530822 w 749618"/>
                <a:gd name="connsiteY5-156" fmla="*/ 566458 h 871258"/>
                <a:gd name="connsiteX6-157" fmla="*/ 16669 w 749618"/>
                <a:gd name="connsiteY6-158" fmla="*/ 871258 h 871258"/>
                <a:gd name="connsiteX7-159" fmla="*/ 0 w 749618"/>
                <a:gd name="connsiteY7-160" fmla="*/ 0 h 871258"/>
                <a:gd name="connsiteX0-161" fmla="*/ 0 w 749618"/>
                <a:gd name="connsiteY0-162" fmla="*/ 0 h 871258"/>
                <a:gd name="connsiteX1-163" fmla="*/ 530822 w 749618"/>
                <a:gd name="connsiteY1-164" fmla="*/ 347662 h 871258"/>
                <a:gd name="connsiteX2-165" fmla="*/ 530822 w 749618"/>
                <a:gd name="connsiteY2-166" fmla="*/ 238264 h 871258"/>
                <a:gd name="connsiteX3-167" fmla="*/ 749618 w 749618"/>
                <a:gd name="connsiteY3-168" fmla="*/ 457060 h 871258"/>
                <a:gd name="connsiteX4-169" fmla="*/ 530822 w 749618"/>
                <a:gd name="connsiteY4-170" fmla="*/ 675856 h 871258"/>
                <a:gd name="connsiteX5-171" fmla="*/ 530822 w 749618"/>
                <a:gd name="connsiteY5-172" fmla="*/ 566458 h 871258"/>
                <a:gd name="connsiteX6-173" fmla="*/ 16669 w 749618"/>
                <a:gd name="connsiteY6-174" fmla="*/ 871258 h 871258"/>
                <a:gd name="connsiteX7-175" fmla="*/ 0 w 749618"/>
                <a:gd name="connsiteY7-176" fmla="*/ 0 h 871258"/>
                <a:gd name="connsiteX0-177" fmla="*/ 0 w 749618"/>
                <a:gd name="connsiteY0-178" fmla="*/ 0 h 871258"/>
                <a:gd name="connsiteX1-179" fmla="*/ 530822 w 749618"/>
                <a:gd name="connsiteY1-180" fmla="*/ 347662 h 871258"/>
                <a:gd name="connsiteX2-181" fmla="*/ 530822 w 749618"/>
                <a:gd name="connsiteY2-182" fmla="*/ 238264 h 871258"/>
                <a:gd name="connsiteX3-183" fmla="*/ 749618 w 749618"/>
                <a:gd name="connsiteY3-184" fmla="*/ 457060 h 871258"/>
                <a:gd name="connsiteX4-185" fmla="*/ 530822 w 749618"/>
                <a:gd name="connsiteY4-186" fmla="*/ 675856 h 871258"/>
                <a:gd name="connsiteX5-187" fmla="*/ 530822 w 749618"/>
                <a:gd name="connsiteY5-188" fmla="*/ 566458 h 871258"/>
                <a:gd name="connsiteX6-189" fmla="*/ 16669 w 749618"/>
                <a:gd name="connsiteY6-190" fmla="*/ 871258 h 871258"/>
                <a:gd name="connsiteX7-191" fmla="*/ 0 w 749618"/>
                <a:gd name="connsiteY7-192" fmla="*/ 0 h 871258"/>
                <a:gd name="connsiteX0-193" fmla="*/ 0 w 749618"/>
                <a:gd name="connsiteY0-194" fmla="*/ 0 h 949839"/>
                <a:gd name="connsiteX1-195" fmla="*/ 530822 w 749618"/>
                <a:gd name="connsiteY1-196" fmla="*/ 347662 h 949839"/>
                <a:gd name="connsiteX2-197" fmla="*/ 530822 w 749618"/>
                <a:gd name="connsiteY2-198" fmla="*/ 238264 h 949839"/>
                <a:gd name="connsiteX3-199" fmla="*/ 749618 w 749618"/>
                <a:gd name="connsiteY3-200" fmla="*/ 457060 h 949839"/>
                <a:gd name="connsiteX4-201" fmla="*/ 530822 w 749618"/>
                <a:gd name="connsiteY4-202" fmla="*/ 675856 h 949839"/>
                <a:gd name="connsiteX5-203" fmla="*/ 530822 w 749618"/>
                <a:gd name="connsiteY5-204" fmla="*/ 566458 h 949839"/>
                <a:gd name="connsiteX6-205" fmla="*/ 19051 w 749618"/>
                <a:gd name="connsiteY6-206" fmla="*/ 949839 h 949839"/>
                <a:gd name="connsiteX7-207" fmla="*/ 0 w 749618"/>
                <a:gd name="connsiteY7-208" fmla="*/ 0 h 949839"/>
                <a:gd name="connsiteX0-209" fmla="*/ 0 w 749618"/>
                <a:gd name="connsiteY0-210" fmla="*/ 0 h 961745"/>
                <a:gd name="connsiteX1-211" fmla="*/ 530822 w 749618"/>
                <a:gd name="connsiteY1-212" fmla="*/ 347662 h 961745"/>
                <a:gd name="connsiteX2-213" fmla="*/ 530822 w 749618"/>
                <a:gd name="connsiteY2-214" fmla="*/ 238264 h 961745"/>
                <a:gd name="connsiteX3-215" fmla="*/ 749618 w 749618"/>
                <a:gd name="connsiteY3-216" fmla="*/ 457060 h 961745"/>
                <a:gd name="connsiteX4-217" fmla="*/ 530822 w 749618"/>
                <a:gd name="connsiteY4-218" fmla="*/ 675856 h 961745"/>
                <a:gd name="connsiteX5-219" fmla="*/ 530822 w 749618"/>
                <a:gd name="connsiteY5-220" fmla="*/ 566458 h 961745"/>
                <a:gd name="connsiteX6-221" fmla="*/ 16670 w 749618"/>
                <a:gd name="connsiteY6-222" fmla="*/ 961745 h 961745"/>
                <a:gd name="connsiteX7-223" fmla="*/ 0 w 749618"/>
                <a:gd name="connsiteY7-224" fmla="*/ 0 h 9617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49618" h="961745">
                  <a:moveTo>
                    <a:pt x="0" y="0"/>
                  </a:moveTo>
                  <a:cubicBezTo>
                    <a:pt x="142808" y="128588"/>
                    <a:pt x="359438" y="335756"/>
                    <a:pt x="530822" y="347662"/>
                  </a:cubicBezTo>
                  <a:lnTo>
                    <a:pt x="530822" y="238264"/>
                  </a:lnTo>
                  <a:lnTo>
                    <a:pt x="749618" y="457060"/>
                  </a:lnTo>
                  <a:lnTo>
                    <a:pt x="530822" y="675856"/>
                  </a:lnTo>
                  <a:lnTo>
                    <a:pt x="530822" y="566458"/>
                  </a:lnTo>
                  <a:cubicBezTo>
                    <a:pt x="345150" y="608526"/>
                    <a:pt x="149954" y="786327"/>
                    <a:pt x="16670" y="961745"/>
                  </a:cubicBezTo>
                  <a:cubicBezTo>
                    <a:pt x="15083" y="849126"/>
                    <a:pt x="1587" y="112619"/>
                    <a:pt x="0" y="0"/>
                  </a:cubicBezTo>
                  <a:close/>
                </a:path>
              </a:pathLst>
            </a:custGeom>
            <a:gradFill>
              <a:gsLst>
                <a:gs pos="7000">
                  <a:schemeClr val="accent1">
                    <a:lumMod val="5000"/>
                    <a:lumOff val="95000"/>
                    <a:alpha val="0"/>
                  </a:schemeClr>
                </a:gs>
                <a:gs pos="66000">
                  <a:schemeClr val="accent1">
                    <a:lumMod val="60000"/>
                    <a:lumOff val="4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nvGrpSpPr>
            <p:cNvPr id="209" name="组合 208"/>
            <p:cNvGrpSpPr/>
            <p:nvPr/>
          </p:nvGrpSpPr>
          <p:grpSpPr>
            <a:xfrm>
              <a:off x="304800" y="2442512"/>
              <a:ext cx="1346200" cy="2337191"/>
              <a:chOff x="304800" y="2606285"/>
              <a:chExt cx="1346200" cy="2337191"/>
            </a:xfrm>
          </p:grpSpPr>
          <p:sp>
            <p:nvSpPr>
              <p:cNvPr id="195" name="矩形: 圆角 194"/>
              <p:cNvSpPr/>
              <p:nvPr/>
            </p:nvSpPr>
            <p:spPr>
              <a:xfrm>
                <a:off x="304800" y="3230415"/>
                <a:ext cx="1346200" cy="464802"/>
              </a:xfrm>
              <a:prstGeom prst="roundRect">
                <a:avLst>
                  <a:gd name="adj" fmla="val 10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a:solidFill>
                      <a:schemeClr val="bg1"/>
                    </a:solidFill>
                    <a:effectLst/>
                    <a:latin typeface="+mj-ea"/>
                    <a:ea typeface="+mj-ea"/>
                    <a:cs typeface="思源宋体 CN Heavy" panose="02020900000000000000" pitchFamily="18" charset="-122"/>
                  </a:rPr>
                  <a:t>虚拟实验</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sp>
            <p:nvSpPr>
              <p:cNvPr id="196" name="矩形: 圆角 195"/>
              <p:cNvSpPr/>
              <p:nvPr/>
            </p:nvSpPr>
            <p:spPr>
              <a:xfrm>
                <a:off x="304800" y="3854545"/>
                <a:ext cx="1346200" cy="464802"/>
              </a:xfrm>
              <a:prstGeom prst="roundRect">
                <a:avLst>
                  <a:gd name="adj" fmla="val 10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a:solidFill>
                      <a:schemeClr val="bg1"/>
                    </a:solidFill>
                    <a:effectLst/>
                    <a:latin typeface="+mj-ea"/>
                    <a:ea typeface="+mj-ea"/>
                    <a:cs typeface="思源宋体 CN Heavy" panose="02020900000000000000" pitchFamily="18" charset="-122"/>
                  </a:rPr>
                  <a:t>教学视频</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sp>
            <p:nvSpPr>
              <p:cNvPr id="197" name="矩形: 圆角 196"/>
              <p:cNvSpPr/>
              <p:nvPr/>
            </p:nvSpPr>
            <p:spPr>
              <a:xfrm>
                <a:off x="304800" y="4478674"/>
                <a:ext cx="1346200" cy="464802"/>
              </a:xfrm>
              <a:prstGeom prst="roundRect">
                <a:avLst>
                  <a:gd name="adj" fmla="val 10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a:solidFill>
                      <a:schemeClr val="bg1"/>
                    </a:solidFill>
                    <a:effectLst/>
                    <a:latin typeface="+mj-ea"/>
                    <a:ea typeface="+mj-ea"/>
                    <a:cs typeface="思源宋体 CN Heavy" panose="02020900000000000000" pitchFamily="18" charset="-122"/>
                  </a:rPr>
                  <a:t>在线题库</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sp>
            <p:nvSpPr>
              <p:cNvPr id="199" name="矩形: 圆角 198"/>
              <p:cNvSpPr/>
              <p:nvPr/>
            </p:nvSpPr>
            <p:spPr>
              <a:xfrm>
                <a:off x="304800" y="2606285"/>
                <a:ext cx="1346200" cy="464802"/>
              </a:xfrm>
              <a:prstGeom prst="roundRect">
                <a:avLst>
                  <a:gd name="adj" fmla="val 10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0" i="0" dirty="0">
                    <a:solidFill>
                      <a:schemeClr val="bg1"/>
                    </a:solidFill>
                    <a:effectLst/>
                    <a:latin typeface="+mj-ea"/>
                    <a:ea typeface="+mj-ea"/>
                    <a:cs typeface="思源宋体 CN Heavy" panose="02020900000000000000" pitchFamily="18" charset="-122"/>
                  </a:rPr>
                  <a:t>3D</a:t>
                </a:r>
                <a:r>
                  <a:rPr lang="zh-CN" altLang="en-US" b="0" i="0" dirty="0">
                    <a:solidFill>
                      <a:schemeClr val="bg1"/>
                    </a:solidFill>
                    <a:effectLst/>
                    <a:latin typeface="+mj-ea"/>
                    <a:ea typeface="+mj-ea"/>
                    <a:cs typeface="思源宋体 CN Heavy" panose="02020900000000000000" pitchFamily="18" charset="-122"/>
                  </a:rPr>
                  <a:t>模型</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grpSp>
        <p:grpSp>
          <p:nvGrpSpPr>
            <p:cNvPr id="226" name="组合 225"/>
            <p:cNvGrpSpPr/>
            <p:nvPr/>
          </p:nvGrpSpPr>
          <p:grpSpPr>
            <a:xfrm>
              <a:off x="2229282" y="2442512"/>
              <a:ext cx="1992454" cy="2337191"/>
              <a:chOff x="2071546" y="2606285"/>
              <a:chExt cx="1992454" cy="2337191"/>
            </a:xfrm>
          </p:grpSpPr>
          <p:sp>
            <p:nvSpPr>
              <p:cNvPr id="124" name="矩形: 圆角 123"/>
              <p:cNvSpPr/>
              <p:nvPr/>
            </p:nvSpPr>
            <p:spPr>
              <a:xfrm>
                <a:off x="2071546" y="2606285"/>
                <a:ext cx="1992454" cy="2337191"/>
              </a:xfrm>
              <a:prstGeom prst="roundRect">
                <a:avLst>
                  <a:gd name="adj" fmla="val 4000"/>
                </a:avLst>
              </a:prstGeom>
              <a:solidFill>
                <a:schemeClr val="bg1"/>
              </a:solidFill>
              <a:ln w="6350">
                <a:solidFill>
                  <a:schemeClr val="accent3">
                    <a:lumMod val="20000"/>
                    <a:lumOff val="80000"/>
                  </a:schemeClr>
                </a:solidFill>
                <a:prstDash val="solid"/>
              </a:ln>
              <a:effectLst>
                <a:outerShdw blurRad="101600" sx="101000" sy="101000" algn="ctr" rotWithShape="0">
                  <a:schemeClr val="accent1">
                    <a:lumMod val="60000"/>
                    <a:lumOff val="40000"/>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400" b="0" i="0" u="none" strike="noStrike" kern="1200" cap="none" spc="0" normalizeH="0" baseline="0" noProof="0">
                  <a:ln>
                    <a:noFill/>
                  </a:ln>
                  <a:solidFill>
                    <a:srgbClr val="FFFFFF">
                      <a:lumMod val="25000"/>
                    </a:srgbClr>
                  </a:solidFill>
                  <a:effectLst/>
                  <a:uLnTx/>
                  <a:uFillTx/>
                  <a:latin typeface="+mj-ea"/>
                  <a:ea typeface="+mj-ea"/>
                  <a:cs typeface="思源宋体 CN Heavy" panose="02020900000000000000" pitchFamily="18" charset="-122"/>
                </a:endParaRPr>
              </a:p>
            </p:txBody>
          </p:sp>
          <p:grpSp>
            <p:nvGrpSpPr>
              <p:cNvPr id="210" name="组合 209"/>
              <p:cNvGrpSpPr/>
              <p:nvPr/>
            </p:nvGrpSpPr>
            <p:grpSpPr>
              <a:xfrm>
                <a:off x="2168061" y="2717225"/>
                <a:ext cx="1799424" cy="2115310"/>
                <a:chOff x="2168061" y="2737825"/>
                <a:chExt cx="1799424" cy="2115310"/>
              </a:xfrm>
            </p:grpSpPr>
            <p:sp>
              <p:nvSpPr>
                <p:cNvPr id="204" name="矩形: 圆角 203"/>
                <p:cNvSpPr/>
                <p:nvPr/>
              </p:nvSpPr>
              <p:spPr>
                <a:xfrm>
                  <a:off x="2168061" y="2737825"/>
                  <a:ext cx="1799424" cy="464802"/>
                </a:xfrm>
                <a:prstGeom prst="roundRect">
                  <a:avLst>
                    <a:gd name="adj" fmla="val 1382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数控编程</a:t>
                  </a:r>
                </a:p>
              </p:txBody>
            </p:sp>
            <p:sp>
              <p:nvSpPr>
                <p:cNvPr id="205" name="矩形: 圆角 204"/>
                <p:cNvSpPr/>
                <p:nvPr/>
              </p:nvSpPr>
              <p:spPr>
                <a:xfrm>
                  <a:off x="2168061" y="3287994"/>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加工工艺设计</a:t>
                  </a:r>
                </a:p>
              </p:txBody>
            </p:sp>
            <p:sp>
              <p:nvSpPr>
                <p:cNvPr id="206" name="矩形: 圆角 205"/>
                <p:cNvSpPr/>
                <p:nvPr/>
              </p:nvSpPr>
              <p:spPr>
                <a:xfrm>
                  <a:off x="2168061" y="3838163"/>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操作练习</a:t>
                  </a:r>
                </a:p>
              </p:txBody>
            </p:sp>
            <p:sp>
              <p:nvSpPr>
                <p:cNvPr id="208" name="矩形: 圆角 207"/>
                <p:cNvSpPr/>
                <p:nvPr/>
              </p:nvSpPr>
              <p:spPr>
                <a:xfrm>
                  <a:off x="2168061" y="4388333"/>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数据导入</a:t>
                  </a:r>
                </a:p>
              </p:txBody>
            </p:sp>
          </p:grpSp>
        </p:grpSp>
      </p:grpSp>
      <p:grpSp>
        <p:nvGrpSpPr>
          <p:cNvPr id="13" name="组合 12"/>
          <p:cNvGrpSpPr/>
          <p:nvPr/>
        </p:nvGrpSpPr>
        <p:grpSpPr>
          <a:xfrm>
            <a:off x="7970261" y="2442512"/>
            <a:ext cx="3916939" cy="2337191"/>
            <a:chOff x="7970261" y="2442512"/>
            <a:chExt cx="3916939" cy="2337191"/>
          </a:xfrm>
        </p:grpSpPr>
        <p:sp>
          <p:nvSpPr>
            <p:cNvPr id="216" name="矩形: 圆角 215"/>
            <p:cNvSpPr/>
            <p:nvPr/>
          </p:nvSpPr>
          <p:spPr>
            <a:xfrm>
              <a:off x="10541000" y="2442512"/>
              <a:ext cx="1346200" cy="2337191"/>
            </a:xfrm>
            <a:prstGeom prst="roundRect">
              <a:avLst>
                <a:gd name="adj" fmla="val 4000"/>
              </a:avLst>
            </a:prstGeom>
            <a:gradFill flip="none" rotWithShape="1">
              <a:gsLst>
                <a:gs pos="0">
                  <a:schemeClr val="accent2"/>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dirty="0">
                  <a:solidFill>
                    <a:schemeClr val="bg1"/>
                  </a:solidFill>
                  <a:effectLst/>
                  <a:latin typeface="+mj-ea"/>
                  <a:ea typeface="+mj-ea"/>
                  <a:cs typeface="思源宋体 CN Heavy" panose="02020900000000000000" pitchFamily="18" charset="-122"/>
                </a:rPr>
                <a:t>协同管理</a:t>
              </a:r>
              <a:endParaRPr lang="en-US" altLang="zh-CN" b="0" i="0" dirty="0">
                <a:solidFill>
                  <a:schemeClr val="bg1"/>
                </a:solidFill>
                <a:effectLst/>
                <a:latin typeface="+mj-ea"/>
                <a:ea typeface="+mj-ea"/>
                <a:cs typeface="思源宋体 CN Heavy" panose="02020900000000000000" pitchFamily="18"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b="0" i="0" dirty="0">
                  <a:solidFill>
                    <a:schemeClr val="bg1"/>
                  </a:solidFill>
                  <a:effectLst/>
                  <a:latin typeface="+mj-ea"/>
                  <a:ea typeface="+mj-ea"/>
                  <a:cs typeface="思源宋体 CN Heavy" panose="02020900000000000000" pitchFamily="18" charset="-122"/>
                </a:rPr>
                <a:t>信息体系</a:t>
              </a:r>
              <a:endParaRPr kumimoji="1" lang="zh-CN" altLang="en-US" sz="1800" b="0" i="0" u="none" strike="noStrike" kern="1200" cap="none" spc="0" normalizeH="0" baseline="0" noProof="0" dirty="0">
                <a:ln>
                  <a:noFill/>
                </a:ln>
                <a:solidFill>
                  <a:schemeClr val="bg1"/>
                </a:solidFill>
                <a:effectLst/>
                <a:uLnTx/>
                <a:uFillTx/>
                <a:latin typeface="+mj-ea"/>
                <a:ea typeface="+mj-ea"/>
                <a:cs typeface="思源宋体 CN Heavy" panose="02020900000000000000" pitchFamily="18" charset="-122"/>
              </a:endParaRPr>
            </a:p>
          </p:txBody>
        </p:sp>
        <p:grpSp>
          <p:nvGrpSpPr>
            <p:cNvPr id="229" name="组合 228"/>
            <p:cNvGrpSpPr/>
            <p:nvPr/>
          </p:nvGrpSpPr>
          <p:grpSpPr>
            <a:xfrm>
              <a:off x="7970261" y="2442512"/>
              <a:ext cx="1992454" cy="2337191"/>
              <a:chOff x="7859713" y="2606285"/>
              <a:chExt cx="1992454" cy="2337191"/>
            </a:xfrm>
          </p:grpSpPr>
          <p:sp>
            <p:nvSpPr>
              <p:cNvPr id="218" name="矩形: 圆角 217"/>
              <p:cNvSpPr/>
              <p:nvPr/>
            </p:nvSpPr>
            <p:spPr>
              <a:xfrm>
                <a:off x="7859713" y="2606285"/>
                <a:ext cx="1992454" cy="2337191"/>
              </a:xfrm>
              <a:prstGeom prst="roundRect">
                <a:avLst>
                  <a:gd name="adj" fmla="val 4000"/>
                </a:avLst>
              </a:prstGeom>
              <a:solidFill>
                <a:schemeClr val="bg1"/>
              </a:solidFill>
              <a:ln w="6350">
                <a:solidFill>
                  <a:schemeClr val="accent3">
                    <a:lumMod val="20000"/>
                    <a:lumOff val="80000"/>
                  </a:schemeClr>
                </a:solidFill>
                <a:prstDash val="solid"/>
              </a:ln>
              <a:effectLst>
                <a:outerShdw blurRad="101600" sx="101000" sy="101000" algn="ctr" rotWithShape="0">
                  <a:schemeClr val="accent1">
                    <a:lumMod val="60000"/>
                    <a:lumOff val="40000"/>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400" b="0" i="0" u="none" strike="noStrike" kern="1200" cap="none" spc="0" normalizeH="0" baseline="0" noProof="0">
                  <a:ln>
                    <a:noFill/>
                  </a:ln>
                  <a:solidFill>
                    <a:srgbClr val="FFFFFF">
                      <a:lumMod val="25000"/>
                    </a:srgbClr>
                  </a:solidFill>
                  <a:effectLst/>
                  <a:uLnTx/>
                  <a:uFillTx/>
                  <a:latin typeface="+mj-ea"/>
                  <a:ea typeface="+mj-ea"/>
                  <a:cs typeface="思源宋体 CN Heavy" panose="02020900000000000000" pitchFamily="18" charset="-122"/>
                </a:endParaRPr>
              </a:p>
            </p:txBody>
          </p:sp>
          <p:grpSp>
            <p:nvGrpSpPr>
              <p:cNvPr id="219" name="组合 218"/>
              <p:cNvGrpSpPr/>
              <p:nvPr/>
            </p:nvGrpSpPr>
            <p:grpSpPr>
              <a:xfrm>
                <a:off x="7956228" y="2717225"/>
                <a:ext cx="1799424" cy="2115310"/>
                <a:chOff x="2168061" y="2737825"/>
                <a:chExt cx="1799424" cy="2115310"/>
              </a:xfrm>
            </p:grpSpPr>
            <p:sp>
              <p:nvSpPr>
                <p:cNvPr id="220" name="矩形: 圆角 219"/>
                <p:cNvSpPr/>
                <p:nvPr/>
              </p:nvSpPr>
              <p:spPr>
                <a:xfrm>
                  <a:off x="2168061" y="2737825"/>
                  <a:ext cx="1799424" cy="464802"/>
                </a:xfrm>
                <a:prstGeom prst="roundRect">
                  <a:avLst>
                    <a:gd name="adj" fmla="val 1382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多模态数据</a:t>
                  </a:r>
                </a:p>
              </p:txBody>
            </p:sp>
            <p:sp>
              <p:nvSpPr>
                <p:cNvPr id="221" name="矩形: 圆角 220"/>
                <p:cNvSpPr/>
                <p:nvPr/>
              </p:nvSpPr>
              <p:spPr>
                <a:xfrm>
                  <a:off x="2168061" y="3287994"/>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用户画像</a:t>
                  </a:r>
                </a:p>
              </p:txBody>
            </p:sp>
            <p:sp>
              <p:nvSpPr>
                <p:cNvPr id="222" name="矩形: 圆角 221"/>
                <p:cNvSpPr/>
                <p:nvPr/>
              </p:nvSpPr>
              <p:spPr>
                <a:xfrm>
                  <a:off x="2168061" y="3838163"/>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知识图谱</a:t>
                  </a:r>
                </a:p>
              </p:txBody>
            </p:sp>
            <p:sp>
              <p:nvSpPr>
                <p:cNvPr id="223" name="矩形: 圆角 222"/>
                <p:cNvSpPr/>
                <p:nvPr/>
              </p:nvSpPr>
              <p:spPr>
                <a:xfrm>
                  <a:off x="2168061" y="4388333"/>
                  <a:ext cx="1799424" cy="464802"/>
                </a:xfrm>
                <a:prstGeom prst="roundRect">
                  <a:avLst>
                    <a:gd name="adj" fmla="val 686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rgbClr val="000000">
                          <a:lumMod val="75000"/>
                          <a:lumOff val="25000"/>
                        </a:srgbClr>
                      </a:solidFill>
                      <a:effectLst/>
                      <a:uLnTx/>
                      <a:uFillTx/>
                      <a:latin typeface="+mj-ea"/>
                      <a:ea typeface="+mj-ea"/>
                      <a:cs typeface="思源宋体 CN Heavy" panose="02020900000000000000" pitchFamily="18" charset="-122"/>
                    </a:rPr>
                    <a:t>习题库资源</a:t>
                  </a:r>
                </a:p>
              </p:txBody>
            </p:sp>
          </p:grpSp>
        </p:grpSp>
        <p:sp>
          <p:nvSpPr>
            <p:cNvPr id="224" name="箭头: 右 34"/>
            <p:cNvSpPr/>
            <p:nvPr/>
          </p:nvSpPr>
          <p:spPr>
            <a:xfrm>
              <a:off x="10075199" y="3384460"/>
              <a:ext cx="353314" cy="453294"/>
            </a:xfrm>
            <a:custGeom>
              <a:avLst/>
              <a:gdLst>
                <a:gd name="connsiteX0" fmla="*/ 0 w 732949"/>
                <a:gd name="connsiteY0" fmla="*/ 109398 h 437592"/>
                <a:gd name="connsiteX1" fmla="*/ 514153 w 732949"/>
                <a:gd name="connsiteY1" fmla="*/ 109398 h 437592"/>
                <a:gd name="connsiteX2" fmla="*/ 514153 w 732949"/>
                <a:gd name="connsiteY2" fmla="*/ 0 h 437592"/>
                <a:gd name="connsiteX3" fmla="*/ 732949 w 732949"/>
                <a:gd name="connsiteY3" fmla="*/ 218796 h 437592"/>
                <a:gd name="connsiteX4" fmla="*/ 514153 w 732949"/>
                <a:gd name="connsiteY4" fmla="*/ 437592 h 437592"/>
                <a:gd name="connsiteX5" fmla="*/ 514153 w 732949"/>
                <a:gd name="connsiteY5" fmla="*/ 328194 h 437592"/>
                <a:gd name="connsiteX6" fmla="*/ 0 w 732949"/>
                <a:gd name="connsiteY6" fmla="*/ 328194 h 437592"/>
                <a:gd name="connsiteX7" fmla="*/ 0 w 732949"/>
                <a:gd name="connsiteY7" fmla="*/ 109398 h 437592"/>
                <a:gd name="connsiteX0-1" fmla="*/ 0 w 732949"/>
                <a:gd name="connsiteY0-2" fmla="*/ 109398 h 437592"/>
                <a:gd name="connsiteX1-3" fmla="*/ 514153 w 732949"/>
                <a:gd name="connsiteY1-4" fmla="*/ 109398 h 437592"/>
                <a:gd name="connsiteX2-5" fmla="*/ 514153 w 732949"/>
                <a:gd name="connsiteY2-6" fmla="*/ 0 h 437592"/>
                <a:gd name="connsiteX3-7" fmla="*/ 732949 w 732949"/>
                <a:gd name="connsiteY3-8" fmla="*/ 218796 h 437592"/>
                <a:gd name="connsiteX4-9" fmla="*/ 514153 w 732949"/>
                <a:gd name="connsiteY4-10" fmla="*/ 437592 h 437592"/>
                <a:gd name="connsiteX5-11" fmla="*/ 514153 w 732949"/>
                <a:gd name="connsiteY5-12" fmla="*/ 328194 h 437592"/>
                <a:gd name="connsiteX6-13" fmla="*/ 0 w 732949"/>
                <a:gd name="connsiteY6-14" fmla="*/ 328194 h 437592"/>
                <a:gd name="connsiteX7-15" fmla="*/ 0 w 732949"/>
                <a:gd name="connsiteY7-16" fmla="*/ 109398 h 437592"/>
                <a:gd name="connsiteX0-17" fmla="*/ 0 w 737711"/>
                <a:gd name="connsiteY0-18" fmla="*/ 0 h 447256"/>
                <a:gd name="connsiteX1-19" fmla="*/ 518915 w 737711"/>
                <a:gd name="connsiteY1-20" fmla="*/ 119062 h 447256"/>
                <a:gd name="connsiteX2-21" fmla="*/ 518915 w 737711"/>
                <a:gd name="connsiteY2-22" fmla="*/ 9664 h 447256"/>
                <a:gd name="connsiteX3-23" fmla="*/ 737711 w 737711"/>
                <a:gd name="connsiteY3-24" fmla="*/ 228460 h 447256"/>
                <a:gd name="connsiteX4-25" fmla="*/ 518915 w 737711"/>
                <a:gd name="connsiteY4-26" fmla="*/ 447256 h 447256"/>
                <a:gd name="connsiteX5-27" fmla="*/ 518915 w 737711"/>
                <a:gd name="connsiteY5-28" fmla="*/ 337858 h 447256"/>
                <a:gd name="connsiteX6-29" fmla="*/ 4762 w 737711"/>
                <a:gd name="connsiteY6-30" fmla="*/ 337858 h 447256"/>
                <a:gd name="connsiteX7-31" fmla="*/ 0 w 737711"/>
                <a:gd name="connsiteY7-32" fmla="*/ 0 h 447256"/>
                <a:gd name="connsiteX0-33" fmla="*/ 0 w 737711"/>
                <a:gd name="connsiteY0-34" fmla="*/ 0 h 447256"/>
                <a:gd name="connsiteX1-35" fmla="*/ 518915 w 737711"/>
                <a:gd name="connsiteY1-36" fmla="*/ 119062 h 447256"/>
                <a:gd name="connsiteX2-37" fmla="*/ 518915 w 737711"/>
                <a:gd name="connsiteY2-38" fmla="*/ 9664 h 447256"/>
                <a:gd name="connsiteX3-39" fmla="*/ 737711 w 737711"/>
                <a:gd name="connsiteY3-40" fmla="*/ 228460 h 447256"/>
                <a:gd name="connsiteX4-41" fmla="*/ 518915 w 737711"/>
                <a:gd name="connsiteY4-42" fmla="*/ 447256 h 447256"/>
                <a:gd name="connsiteX5-43" fmla="*/ 518915 w 737711"/>
                <a:gd name="connsiteY5-44" fmla="*/ 337858 h 447256"/>
                <a:gd name="connsiteX6-45" fmla="*/ 4762 w 737711"/>
                <a:gd name="connsiteY6-46" fmla="*/ 337858 h 447256"/>
                <a:gd name="connsiteX7-47" fmla="*/ 0 w 737711"/>
                <a:gd name="connsiteY7-48" fmla="*/ 0 h 447256"/>
                <a:gd name="connsiteX0-49" fmla="*/ 0 w 737711"/>
                <a:gd name="connsiteY0-50" fmla="*/ 0 h 642658"/>
                <a:gd name="connsiteX1-51" fmla="*/ 518915 w 737711"/>
                <a:gd name="connsiteY1-52" fmla="*/ 119062 h 642658"/>
                <a:gd name="connsiteX2-53" fmla="*/ 518915 w 737711"/>
                <a:gd name="connsiteY2-54" fmla="*/ 9664 h 642658"/>
                <a:gd name="connsiteX3-55" fmla="*/ 737711 w 737711"/>
                <a:gd name="connsiteY3-56" fmla="*/ 228460 h 642658"/>
                <a:gd name="connsiteX4-57" fmla="*/ 518915 w 737711"/>
                <a:gd name="connsiteY4-58" fmla="*/ 447256 h 642658"/>
                <a:gd name="connsiteX5-59" fmla="*/ 518915 w 737711"/>
                <a:gd name="connsiteY5-60" fmla="*/ 337858 h 642658"/>
                <a:gd name="connsiteX6-61" fmla="*/ 4762 w 737711"/>
                <a:gd name="connsiteY6-62" fmla="*/ 642658 h 642658"/>
                <a:gd name="connsiteX7-63" fmla="*/ 0 w 737711"/>
                <a:gd name="connsiteY7-64" fmla="*/ 0 h 642658"/>
                <a:gd name="connsiteX0-65" fmla="*/ 0 w 737711"/>
                <a:gd name="connsiteY0-66" fmla="*/ 0 h 642658"/>
                <a:gd name="connsiteX1-67" fmla="*/ 518915 w 737711"/>
                <a:gd name="connsiteY1-68" fmla="*/ 119062 h 642658"/>
                <a:gd name="connsiteX2-69" fmla="*/ 518915 w 737711"/>
                <a:gd name="connsiteY2-70" fmla="*/ 9664 h 642658"/>
                <a:gd name="connsiteX3-71" fmla="*/ 737711 w 737711"/>
                <a:gd name="connsiteY3-72" fmla="*/ 228460 h 642658"/>
                <a:gd name="connsiteX4-73" fmla="*/ 518915 w 737711"/>
                <a:gd name="connsiteY4-74" fmla="*/ 447256 h 642658"/>
                <a:gd name="connsiteX5-75" fmla="*/ 518915 w 737711"/>
                <a:gd name="connsiteY5-76" fmla="*/ 337858 h 642658"/>
                <a:gd name="connsiteX6-77" fmla="*/ 4762 w 737711"/>
                <a:gd name="connsiteY6-78" fmla="*/ 642658 h 642658"/>
                <a:gd name="connsiteX7-79" fmla="*/ 0 w 737711"/>
                <a:gd name="connsiteY7-80" fmla="*/ 0 h 642658"/>
                <a:gd name="connsiteX0-81" fmla="*/ 0 w 737711"/>
                <a:gd name="connsiteY0-82" fmla="*/ 0 h 642658"/>
                <a:gd name="connsiteX1-83" fmla="*/ 518915 w 737711"/>
                <a:gd name="connsiteY1-84" fmla="*/ 119062 h 642658"/>
                <a:gd name="connsiteX2-85" fmla="*/ 518915 w 737711"/>
                <a:gd name="connsiteY2-86" fmla="*/ 9664 h 642658"/>
                <a:gd name="connsiteX3-87" fmla="*/ 737711 w 737711"/>
                <a:gd name="connsiteY3-88" fmla="*/ 228460 h 642658"/>
                <a:gd name="connsiteX4-89" fmla="*/ 518915 w 737711"/>
                <a:gd name="connsiteY4-90" fmla="*/ 447256 h 642658"/>
                <a:gd name="connsiteX5-91" fmla="*/ 518915 w 737711"/>
                <a:gd name="connsiteY5-92" fmla="*/ 337858 h 642658"/>
                <a:gd name="connsiteX6-93" fmla="*/ 4762 w 737711"/>
                <a:gd name="connsiteY6-94" fmla="*/ 642658 h 642658"/>
                <a:gd name="connsiteX7-95" fmla="*/ 0 w 737711"/>
                <a:gd name="connsiteY7-96" fmla="*/ 0 h 642658"/>
                <a:gd name="connsiteX0-97" fmla="*/ 0 w 751999"/>
                <a:gd name="connsiteY0-98" fmla="*/ 0 h 766483"/>
                <a:gd name="connsiteX1-99" fmla="*/ 533203 w 751999"/>
                <a:gd name="connsiteY1-100" fmla="*/ 242887 h 766483"/>
                <a:gd name="connsiteX2-101" fmla="*/ 533203 w 751999"/>
                <a:gd name="connsiteY2-102" fmla="*/ 133489 h 766483"/>
                <a:gd name="connsiteX3-103" fmla="*/ 751999 w 751999"/>
                <a:gd name="connsiteY3-104" fmla="*/ 352285 h 766483"/>
                <a:gd name="connsiteX4-105" fmla="*/ 533203 w 751999"/>
                <a:gd name="connsiteY4-106" fmla="*/ 571081 h 766483"/>
                <a:gd name="connsiteX5-107" fmla="*/ 533203 w 751999"/>
                <a:gd name="connsiteY5-108" fmla="*/ 461683 h 766483"/>
                <a:gd name="connsiteX6-109" fmla="*/ 19050 w 751999"/>
                <a:gd name="connsiteY6-110" fmla="*/ 766483 h 766483"/>
                <a:gd name="connsiteX7-111" fmla="*/ 0 w 751999"/>
                <a:gd name="connsiteY7-112" fmla="*/ 0 h 766483"/>
                <a:gd name="connsiteX0-113" fmla="*/ 0 w 751999"/>
                <a:gd name="connsiteY0-114" fmla="*/ 0 h 766483"/>
                <a:gd name="connsiteX1-115" fmla="*/ 533203 w 751999"/>
                <a:gd name="connsiteY1-116" fmla="*/ 242887 h 766483"/>
                <a:gd name="connsiteX2-117" fmla="*/ 533203 w 751999"/>
                <a:gd name="connsiteY2-118" fmla="*/ 133489 h 766483"/>
                <a:gd name="connsiteX3-119" fmla="*/ 751999 w 751999"/>
                <a:gd name="connsiteY3-120" fmla="*/ 352285 h 766483"/>
                <a:gd name="connsiteX4-121" fmla="*/ 533203 w 751999"/>
                <a:gd name="connsiteY4-122" fmla="*/ 571081 h 766483"/>
                <a:gd name="connsiteX5-123" fmla="*/ 533203 w 751999"/>
                <a:gd name="connsiteY5-124" fmla="*/ 461683 h 766483"/>
                <a:gd name="connsiteX6-125" fmla="*/ 19050 w 751999"/>
                <a:gd name="connsiteY6-126" fmla="*/ 766483 h 766483"/>
                <a:gd name="connsiteX7-127" fmla="*/ 0 w 751999"/>
                <a:gd name="connsiteY7-128" fmla="*/ 0 h 766483"/>
                <a:gd name="connsiteX0-129" fmla="*/ 0 w 751999"/>
                <a:gd name="connsiteY0-130" fmla="*/ 0 h 766483"/>
                <a:gd name="connsiteX1-131" fmla="*/ 533203 w 751999"/>
                <a:gd name="connsiteY1-132" fmla="*/ 242887 h 766483"/>
                <a:gd name="connsiteX2-133" fmla="*/ 533203 w 751999"/>
                <a:gd name="connsiteY2-134" fmla="*/ 133489 h 766483"/>
                <a:gd name="connsiteX3-135" fmla="*/ 751999 w 751999"/>
                <a:gd name="connsiteY3-136" fmla="*/ 352285 h 766483"/>
                <a:gd name="connsiteX4-137" fmla="*/ 533203 w 751999"/>
                <a:gd name="connsiteY4-138" fmla="*/ 571081 h 766483"/>
                <a:gd name="connsiteX5-139" fmla="*/ 533203 w 751999"/>
                <a:gd name="connsiteY5-140" fmla="*/ 461683 h 766483"/>
                <a:gd name="connsiteX6-141" fmla="*/ 19050 w 751999"/>
                <a:gd name="connsiteY6-142" fmla="*/ 766483 h 766483"/>
                <a:gd name="connsiteX7-143" fmla="*/ 0 w 751999"/>
                <a:gd name="connsiteY7-144" fmla="*/ 0 h 766483"/>
                <a:gd name="connsiteX0-145" fmla="*/ 0 w 749618"/>
                <a:gd name="connsiteY0-146" fmla="*/ 0 h 871258"/>
                <a:gd name="connsiteX1-147" fmla="*/ 530822 w 749618"/>
                <a:gd name="connsiteY1-148" fmla="*/ 347662 h 871258"/>
                <a:gd name="connsiteX2-149" fmla="*/ 530822 w 749618"/>
                <a:gd name="connsiteY2-150" fmla="*/ 238264 h 871258"/>
                <a:gd name="connsiteX3-151" fmla="*/ 749618 w 749618"/>
                <a:gd name="connsiteY3-152" fmla="*/ 457060 h 871258"/>
                <a:gd name="connsiteX4-153" fmla="*/ 530822 w 749618"/>
                <a:gd name="connsiteY4-154" fmla="*/ 675856 h 871258"/>
                <a:gd name="connsiteX5-155" fmla="*/ 530822 w 749618"/>
                <a:gd name="connsiteY5-156" fmla="*/ 566458 h 871258"/>
                <a:gd name="connsiteX6-157" fmla="*/ 16669 w 749618"/>
                <a:gd name="connsiteY6-158" fmla="*/ 871258 h 871258"/>
                <a:gd name="connsiteX7-159" fmla="*/ 0 w 749618"/>
                <a:gd name="connsiteY7-160" fmla="*/ 0 h 871258"/>
                <a:gd name="connsiteX0-161" fmla="*/ 0 w 749618"/>
                <a:gd name="connsiteY0-162" fmla="*/ 0 h 871258"/>
                <a:gd name="connsiteX1-163" fmla="*/ 530822 w 749618"/>
                <a:gd name="connsiteY1-164" fmla="*/ 347662 h 871258"/>
                <a:gd name="connsiteX2-165" fmla="*/ 530822 w 749618"/>
                <a:gd name="connsiteY2-166" fmla="*/ 238264 h 871258"/>
                <a:gd name="connsiteX3-167" fmla="*/ 749618 w 749618"/>
                <a:gd name="connsiteY3-168" fmla="*/ 457060 h 871258"/>
                <a:gd name="connsiteX4-169" fmla="*/ 530822 w 749618"/>
                <a:gd name="connsiteY4-170" fmla="*/ 675856 h 871258"/>
                <a:gd name="connsiteX5-171" fmla="*/ 530822 w 749618"/>
                <a:gd name="connsiteY5-172" fmla="*/ 566458 h 871258"/>
                <a:gd name="connsiteX6-173" fmla="*/ 16669 w 749618"/>
                <a:gd name="connsiteY6-174" fmla="*/ 871258 h 871258"/>
                <a:gd name="connsiteX7-175" fmla="*/ 0 w 749618"/>
                <a:gd name="connsiteY7-176" fmla="*/ 0 h 871258"/>
                <a:gd name="connsiteX0-177" fmla="*/ 0 w 749618"/>
                <a:gd name="connsiteY0-178" fmla="*/ 0 h 871258"/>
                <a:gd name="connsiteX1-179" fmla="*/ 530822 w 749618"/>
                <a:gd name="connsiteY1-180" fmla="*/ 347662 h 871258"/>
                <a:gd name="connsiteX2-181" fmla="*/ 530822 w 749618"/>
                <a:gd name="connsiteY2-182" fmla="*/ 238264 h 871258"/>
                <a:gd name="connsiteX3-183" fmla="*/ 749618 w 749618"/>
                <a:gd name="connsiteY3-184" fmla="*/ 457060 h 871258"/>
                <a:gd name="connsiteX4-185" fmla="*/ 530822 w 749618"/>
                <a:gd name="connsiteY4-186" fmla="*/ 675856 h 871258"/>
                <a:gd name="connsiteX5-187" fmla="*/ 530822 w 749618"/>
                <a:gd name="connsiteY5-188" fmla="*/ 566458 h 871258"/>
                <a:gd name="connsiteX6-189" fmla="*/ 16669 w 749618"/>
                <a:gd name="connsiteY6-190" fmla="*/ 871258 h 871258"/>
                <a:gd name="connsiteX7-191" fmla="*/ 0 w 749618"/>
                <a:gd name="connsiteY7-192" fmla="*/ 0 h 871258"/>
                <a:gd name="connsiteX0-193" fmla="*/ 0 w 749618"/>
                <a:gd name="connsiteY0-194" fmla="*/ 0 h 949839"/>
                <a:gd name="connsiteX1-195" fmla="*/ 530822 w 749618"/>
                <a:gd name="connsiteY1-196" fmla="*/ 347662 h 949839"/>
                <a:gd name="connsiteX2-197" fmla="*/ 530822 w 749618"/>
                <a:gd name="connsiteY2-198" fmla="*/ 238264 h 949839"/>
                <a:gd name="connsiteX3-199" fmla="*/ 749618 w 749618"/>
                <a:gd name="connsiteY3-200" fmla="*/ 457060 h 949839"/>
                <a:gd name="connsiteX4-201" fmla="*/ 530822 w 749618"/>
                <a:gd name="connsiteY4-202" fmla="*/ 675856 h 949839"/>
                <a:gd name="connsiteX5-203" fmla="*/ 530822 w 749618"/>
                <a:gd name="connsiteY5-204" fmla="*/ 566458 h 949839"/>
                <a:gd name="connsiteX6-205" fmla="*/ 19051 w 749618"/>
                <a:gd name="connsiteY6-206" fmla="*/ 949839 h 949839"/>
                <a:gd name="connsiteX7-207" fmla="*/ 0 w 749618"/>
                <a:gd name="connsiteY7-208" fmla="*/ 0 h 949839"/>
                <a:gd name="connsiteX0-209" fmla="*/ 0 w 749618"/>
                <a:gd name="connsiteY0-210" fmla="*/ 0 h 961745"/>
                <a:gd name="connsiteX1-211" fmla="*/ 530822 w 749618"/>
                <a:gd name="connsiteY1-212" fmla="*/ 347662 h 961745"/>
                <a:gd name="connsiteX2-213" fmla="*/ 530822 w 749618"/>
                <a:gd name="connsiteY2-214" fmla="*/ 238264 h 961745"/>
                <a:gd name="connsiteX3-215" fmla="*/ 749618 w 749618"/>
                <a:gd name="connsiteY3-216" fmla="*/ 457060 h 961745"/>
                <a:gd name="connsiteX4-217" fmla="*/ 530822 w 749618"/>
                <a:gd name="connsiteY4-218" fmla="*/ 675856 h 961745"/>
                <a:gd name="connsiteX5-219" fmla="*/ 530822 w 749618"/>
                <a:gd name="connsiteY5-220" fmla="*/ 566458 h 961745"/>
                <a:gd name="connsiteX6-221" fmla="*/ 16670 w 749618"/>
                <a:gd name="connsiteY6-222" fmla="*/ 961745 h 961745"/>
                <a:gd name="connsiteX7-223" fmla="*/ 0 w 749618"/>
                <a:gd name="connsiteY7-224" fmla="*/ 0 h 96174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49618" h="961745">
                  <a:moveTo>
                    <a:pt x="0" y="0"/>
                  </a:moveTo>
                  <a:cubicBezTo>
                    <a:pt x="142808" y="128588"/>
                    <a:pt x="359438" y="335756"/>
                    <a:pt x="530822" y="347662"/>
                  </a:cubicBezTo>
                  <a:lnTo>
                    <a:pt x="530822" y="238264"/>
                  </a:lnTo>
                  <a:lnTo>
                    <a:pt x="749618" y="457060"/>
                  </a:lnTo>
                  <a:lnTo>
                    <a:pt x="530822" y="675856"/>
                  </a:lnTo>
                  <a:lnTo>
                    <a:pt x="530822" y="566458"/>
                  </a:lnTo>
                  <a:cubicBezTo>
                    <a:pt x="345150" y="608526"/>
                    <a:pt x="149954" y="786327"/>
                    <a:pt x="16670" y="961745"/>
                  </a:cubicBezTo>
                  <a:cubicBezTo>
                    <a:pt x="15083" y="849126"/>
                    <a:pt x="1587" y="112619"/>
                    <a:pt x="0" y="0"/>
                  </a:cubicBezTo>
                  <a:close/>
                </a:path>
              </a:pathLst>
            </a:custGeom>
            <a:gradFill>
              <a:gsLst>
                <a:gs pos="7000">
                  <a:schemeClr val="accent1">
                    <a:lumMod val="5000"/>
                    <a:lumOff val="95000"/>
                    <a:alpha val="0"/>
                  </a:schemeClr>
                </a:gs>
                <a:gs pos="66000">
                  <a:schemeClr val="accent1">
                    <a:lumMod val="60000"/>
                    <a:lumOff val="4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grpSp>
        <p:nvGrpSpPr>
          <p:cNvPr id="10" name="组合 9"/>
          <p:cNvGrpSpPr/>
          <p:nvPr/>
        </p:nvGrpSpPr>
        <p:grpSpPr>
          <a:xfrm>
            <a:off x="152400" y="4853327"/>
            <a:ext cx="11887200" cy="2376968"/>
            <a:chOff x="152400" y="4853327"/>
            <a:chExt cx="11887200" cy="2376968"/>
          </a:xfrm>
        </p:grpSpPr>
        <p:grpSp>
          <p:nvGrpSpPr>
            <p:cNvPr id="139" name="组合 138"/>
            <p:cNvGrpSpPr/>
            <p:nvPr/>
          </p:nvGrpSpPr>
          <p:grpSpPr>
            <a:xfrm>
              <a:off x="152400" y="4853327"/>
              <a:ext cx="11887200" cy="2376968"/>
              <a:chOff x="348313" y="4064189"/>
              <a:chExt cx="11495374" cy="2376968"/>
            </a:xfrm>
          </p:grpSpPr>
          <p:sp>
            <p:nvSpPr>
              <p:cNvPr id="140" name="梯形 139"/>
              <p:cNvSpPr/>
              <p:nvPr/>
            </p:nvSpPr>
            <p:spPr>
              <a:xfrm>
                <a:off x="348313" y="4064189"/>
                <a:ext cx="11495374" cy="963503"/>
              </a:xfrm>
              <a:prstGeom prst="trapezoid">
                <a:avLst>
                  <a:gd name="adj" fmla="val 83008"/>
                </a:avLst>
              </a:prstGeom>
              <a:gradFill flip="none" rotWithShape="1">
                <a:gsLst>
                  <a:gs pos="48000">
                    <a:schemeClr val="accent1">
                      <a:lumMod val="20000"/>
                      <a:lumOff val="80000"/>
                      <a:alpha val="0"/>
                    </a:schemeClr>
                  </a:gs>
                  <a:gs pos="100000">
                    <a:schemeClr val="accent1">
                      <a:lumMod val="20000"/>
                      <a:lumOff val="80000"/>
                    </a:schemeClr>
                  </a:gs>
                </a:gsLst>
                <a:lin ang="5400000" scaled="1"/>
                <a:tileRect/>
              </a:gradFill>
              <a:ln w="9525" cap="rnd">
                <a:gradFill>
                  <a:gsLst>
                    <a:gs pos="0">
                      <a:schemeClr val="accent1">
                        <a:lumMod val="20000"/>
                        <a:lumOff val="80000"/>
                        <a:alpha val="0"/>
                      </a:schemeClr>
                    </a:gs>
                    <a:gs pos="100000">
                      <a:schemeClr val="accent1"/>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1" name="圆角矩形 359"/>
              <p:cNvSpPr/>
              <p:nvPr/>
            </p:nvSpPr>
            <p:spPr bwMode="auto">
              <a:xfrm>
                <a:off x="348313" y="5025063"/>
                <a:ext cx="11495374" cy="1416094"/>
              </a:xfrm>
              <a:prstGeom prst="roundRect">
                <a:avLst>
                  <a:gd name="adj" fmla="val 0"/>
                </a:avLst>
              </a:prstGeom>
              <a:gradFill>
                <a:gsLst>
                  <a:gs pos="23000">
                    <a:schemeClr val="accent1"/>
                  </a:gs>
                  <a:gs pos="100000">
                    <a:schemeClr val="accent1">
                      <a:lumMod val="60000"/>
                      <a:lumOff val="40000"/>
                    </a:schemeClr>
                  </a:gs>
                </a:gsLst>
                <a:lin ang="2700000" scaled="0"/>
              </a:gradFill>
              <a:ln>
                <a:noFill/>
                <a:prstDash val="solid"/>
              </a:ln>
              <a:effectLst>
                <a:outerShdw blurRad="304800" dist="177800" dir="5400000" sx="91000" sy="91000" algn="t" rotWithShape="0">
                  <a:schemeClr val="accent1">
                    <a:alpha val="3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143" name="文本框 142"/>
            <p:cNvSpPr txBox="1"/>
            <p:nvPr/>
          </p:nvSpPr>
          <p:spPr>
            <a:xfrm>
              <a:off x="1347746" y="6133496"/>
              <a:ext cx="9496509" cy="400110"/>
            </a:xfrm>
            <a:prstGeom prst="rect">
              <a:avLst/>
            </a:prstGeom>
            <a:noFill/>
          </p:spPr>
          <p:txBody>
            <a:bodyPr wrap="none">
              <a:spAutoFit/>
            </a:bodyPr>
            <a:lstStyle/>
            <a:p>
              <a:pPr algn="ctr"/>
              <a:r>
                <a:rPr lang="zh-CN" altLang="en-US" sz="2000" b="0" i="0" dirty="0">
                  <a:solidFill>
                    <a:schemeClr val="bg1"/>
                  </a:solidFill>
                  <a:effectLst/>
                  <a:latin typeface="+mj-ea"/>
                  <a:ea typeface="+mj-ea"/>
                  <a:cs typeface="思源宋体 CN Heavy" panose="02020900000000000000" pitchFamily="18" charset="-122"/>
                </a:rPr>
                <a:t>系统课程设置和实践教学，培养学生专业知识和实践技能，提供技术支持和人才保障</a:t>
              </a:r>
              <a:endParaRPr lang="zh-CN" altLang="en-US" sz="2000" dirty="0">
                <a:solidFill>
                  <a:schemeClr val="bg1"/>
                </a:solidFill>
                <a:latin typeface="+mj-ea"/>
                <a:ea typeface="+mj-ea"/>
                <a:cs typeface="思源宋体 CN Heavy" panose="02020900000000000000" pitchFamily="18" charset="-122"/>
              </a:endParaRPr>
            </a:p>
          </p:txBody>
        </p:sp>
      </p:grpSp>
      <p:grpSp>
        <p:nvGrpSpPr>
          <p:cNvPr id="9" name="组合 8"/>
          <p:cNvGrpSpPr/>
          <p:nvPr/>
        </p:nvGrpSpPr>
        <p:grpSpPr>
          <a:xfrm>
            <a:off x="304800" y="621939"/>
            <a:ext cx="11582399" cy="1421718"/>
            <a:chOff x="304800" y="621939"/>
            <a:chExt cx="11582399" cy="1421718"/>
          </a:xfrm>
        </p:grpSpPr>
        <p:sp>
          <p:nvSpPr>
            <p:cNvPr id="178" name="米菲PPT13"/>
            <p:cNvSpPr/>
            <p:nvPr/>
          </p:nvSpPr>
          <p:spPr>
            <a:xfrm>
              <a:off x="304800" y="1023582"/>
              <a:ext cx="11582399" cy="423080"/>
            </a:xfrm>
            <a:prstGeom prst="trapezoid">
              <a:avLst>
                <a:gd name="adj" fmla="val 153377"/>
              </a:avLst>
            </a:prstGeom>
            <a:gradFill>
              <a:gsLst>
                <a:gs pos="15000">
                  <a:schemeClr val="accent1">
                    <a:alpha val="5000"/>
                  </a:schemeClr>
                </a:gs>
                <a:gs pos="95000">
                  <a:schemeClr val="accent1">
                    <a:alpha val="10000"/>
                  </a:schemeClr>
                </a:gs>
              </a:gsLst>
              <a:lin ang="5400000" scaled="1"/>
            </a:gradFill>
            <a:ln w="1778">
              <a:gradFill flip="none" rotWithShape="1">
                <a:gsLst>
                  <a:gs pos="15000">
                    <a:schemeClr val="accent1">
                      <a:alpha val="0"/>
                    </a:schemeClr>
                  </a:gs>
                  <a:gs pos="100000">
                    <a:schemeClr val="accent1">
                      <a:alpha val="40000"/>
                    </a:schemeClr>
                  </a:gs>
                </a:gsLst>
                <a:lin ang="54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51206" tIns="25606" rIns="51206" bIns="25606" rtlCol="0" anchor="ctr"/>
            <a:lstStyle/>
            <a:p>
              <a:pPr algn="ctr" defTabSz="914400">
                <a:defRPr/>
              </a:pPr>
              <a:endParaRPr lang="zh-CN" altLang="en-US" sz="1010" dirty="0">
                <a:solidFill>
                  <a:prstClr val="white"/>
                </a:solidFill>
                <a:latin typeface="思源宋体 CN Heavy" panose="02020900000000000000" pitchFamily="18" charset="-122"/>
                <a:ea typeface="思源宋体 CN Heavy" panose="02020900000000000000" pitchFamily="18" charset="-122"/>
                <a:cs typeface="+mn-ea"/>
              </a:endParaRPr>
            </a:p>
          </p:txBody>
        </p:sp>
        <p:grpSp>
          <p:nvGrpSpPr>
            <p:cNvPr id="2" name="组合 1"/>
            <p:cNvGrpSpPr/>
            <p:nvPr/>
          </p:nvGrpSpPr>
          <p:grpSpPr>
            <a:xfrm>
              <a:off x="304800" y="1475423"/>
              <a:ext cx="11582399" cy="568234"/>
              <a:chOff x="304800" y="1475423"/>
              <a:chExt cx="11582399" cy="568234"/>
            </a:xfrm>
          </p:grpSpPr>
          <p:sp>
            <p:nvSpPr>
              <p:cNvPr id="122" name="矩形: 圆角 121"/>
              <p:cNvSpPr/>
              <p:nvPr/>
            </p:nvSpPr>
            <p:spPr>
              <a:xfrm>
                <a:off x="304800" y="1475423"/>
                <a:ext cx="11582399" cy="568234"/>
              </a:xfrm>
              <a:prstGeom prst="roundRect">
                <a:avLst>
                  <a:gd name="adj" fmla="val 751"/>
                </a:avLst>
              </a:prstGeom>
              <a:solidFill>
                <a:schemeClr val="bg1"/>
              </a:solidFill>
              <a:ln w="19050">
                <a:solidFill>
                  <a:schemeClr val="accent1">
                    <a:lumMod val="60000"/>
                    <a:lumOff val="40000"/>
                  </a:schemeClr>
                </a:solidFill>
                <a:prstDash val="dash"/>
              </a:ln>
              <a:effectLst>
                <a:outerShdw blurRad="381000" dist="1270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123" name="组合 122"/>
              <p:cNvGrpSpPr/>
              <p:nvPr/>
            </p:nvGrpSpPr>
            <p:grpSpPr>
              <a:xfrm>
                <a:off x="517761" y="1559485"/>
                <a:ext cx="11156477" cy="400110"/>
                <a:chOff x="517762" y="2345195"/>
                <a:chExt cx="11156477" cy="400110"/>
              </a:xfrm>
            </p:grpSpPr>
            <p:sp>
              <p:nvSpPr>
                <p:cNvPr id="112" name="文本框 111"/>
                <p:cNvSpPr txBox="1"/>
                <p:nvPr/>
              </p:nvSpPr>
              <p:spPr>
                <a:xfrm>
                  <a:off x="517762"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数字化</a:t>
                  </a:r>
                </a:p>
              </p:txBody>
            </p:sp>
            <p:sp>
              <p:nvSpPr>
                <p:cNvPr id="115" name="文本框 114"/>
                <p:cNvSpPr txBox="1"/>
                <p:nvPr/>
              </p:nvSpPr>
              <p:spPr>
                <a:xfrm>
                  <a:off x="3071961"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智能化</a:t>
                  </a:r>
                </a:p>
              </p:txBody>
            </p:sp>
            <p:sp>
              <p:nvSpPr>
                <p:cNvPr id="114" name="文本框 113"/>
                <p:cNvSpPr txBox="1"/>
                <p:nvPr/>
              </p:nvSpPr>
              <p:spPr>
                <a:xfrm>
                  <a:off x="5626160"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dirty="0">
                      <a:solidFill>
                        <a:schemeClr val="accent1"/>
                      </a:solidFill>
                      <a:latin typeface="+mj-ea"/>
                      <a:ea typeface="+mj-ea"/>
                      <a:cs typeface="思源宋体 CN Heavy" panose="02020900000000000000" pitchFamily="18" charset="-122"/>
                    </a:rPr>
                    <a:t>多样化</a:t>
                  </a:r>
                  <a:endPar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endParaRPr>
                </a:p>
              </p:txBody>
            </p:sp>
            <p:sp>
              <p:nvSpPr>
                <p:cNvPr id="113" name="文本框 112"/>
                <p:cNvSpPr txBox="1"/>
                <p:nvPr/>
              </p:nvSpPr>
              <p:spPr>
                <a:xfrm>
                  <a:off x="8180359"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精准化</a:t>
                  </a:r>
                </a:p>
              </p:txBody>
            </p:sp>
            <p:sp>
              <p:nvSpPr>
                <p:cNvPr id="116" name="文本框 115"/>
                <p:cNvSpPr txBox="1"/>
                <p:nvPr/>
              </p:nvSpPr>
              <p:spPr>
                <a:xfrm>
                  <a:off x="10734558" y="2345195"/>
                  <a:ext cx="93968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一体化</a:t>
                  </a:r>
                </a:p>
              </p:txBody>
            </p:sp>
            <p:sp>
              <p:nvSpPr>
                <p:cNvPr id="117" name="箭头: 右 116"/>
                <p:cNvSpPr/>
                <p:nvPr/>
              </p:nvSpPr>
              <p:spPr>
                <a:xfrm>
                  <a:off x="1646428" y="2484764"/>
                  <a:ext cx="1236548" cy="120972"/>
                </a:xfrm>
                <a:prstGeom prst="rightArrow">
                  <a:avLst>
                    <a:gd name="adj1" fmla="val 37927"/>
                    <a:gd name="adj2" fmla="val 50000"/>
                  </a:avLst>
                </a:prstGeom>
                <a:gradFill>
                  <a:gsLst>
                    <a:gs pos="0">
                      <a:schemeClr val="accent1">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461F5"/>
                    </a:solidFill>
                    <a:effectLst/>
                    <a:uLnTx/>
                    <a:uFillTx/>
                    <a:latin typeface="+mn-ea"/>
                    <a:cs typeface="思源宋体 CN Heavy" panose="02020900000000000000" pitchFamily="18" charset="-122"/>
                  </a:endParaRPr>
                </a:p>
              </p:txBody>
            </p:sp>
            <p:sp>
              <p:nvSpPr>
                <p:cNvPr id="118" name="箭头: 右 117"/>
                <p:cNvSpPr/>
                <p:nvPr/>
              </p:nvSpPr>
              <p:spPr>
                <a:xfrm>
                  <a:off x="4200627" y="2484764"/>
                  <a:ext cx="1236548" cy="120972"/>
                </a:xfrm>
                <a:prstGeom prst="rightArrow">
                  <a:avLst>
                    <a:gd name="adj1" fmla="val 37927"/>
                    <a:gd name="adj2" fmla="val 50000"/>
                  </a:avLst>
                </a:prstGeom>
                <a:gradFill>
                  <a:gsLst>
                    <a:gs pos="0">
                      <a:schemeClr val="accent1">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461F5"/>
                    </a:solidFill>
                    <a:effectLst/>
                    <a:uLnTx/>
                    <a:uFillTx/>
                    <a:latin typeface="+mn-ea"/>
                    <a:cs typeface="思源宋体 CN Heavy" panose="02020900000000000000" pitchFamily="18" charset="-122"/>
                  </a:endParaRPr>
                </a:p>
              </p:txBody>
            </p:sp>
            <p:sp>
              <p:nvSpPr>
                <p:cNvPr id="119" name="箭头: 右 118"/>
                <p:cNvSpPr/>
                <p:nvPr/>
              </p:nvSpPr>
              <p:spPr>
                <a:xfrm>
                  <a:off x="6754826" y="2484764"/>
                  <a:ext cx="1236548" cy="120972"/>
                </a:xfrm>
                <a:prstGeom prst="rightArrow">
                  <a:avLst>
                    <a:gd name="adj1" fmla="val 37924"/>
                    <a:gd name="adj2" fmla="val 50000"/>
                  </a:avLst>
                </a:prstGeom>
                <a:gradFill>
                  <a:gsLst>
                    <a:gs pos="0">
                      <a:schemeClr val="accent1">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461F5"/>
                    </a:solidFill>
                    <a:effectLst/>
                    <a:uLnTx/>
                    <a:uFillTx/>
                    <a:latin typeface="+mn-ea"/>
                    <a:cs typeface="思源宋体 CN Heavy" panose="02020900000000000000" pitchFamily="18" charset="-122"/>
                  </a:endParaRPr>
                </a:p>
              </p:txBody>
            </p:sp>
            <p:sp>
              <p:nvSpPr>
                <p:cNvPr id="120" name="箭头: 右 119"/>
                <p:cNvSpPr/>
                <p:nvPr/>
              </p:nvSpPr>
              <p:spPr>
                <a:xfrm>
                  <a:off x="9309025" y="2484764"/>
                  <a:ext cx="1236548" cy="120972"/>
                </a:xfrm>
                <a:prstGeom prst="rightArrow">
                  <a:avLst>
                    <a:gd name="adj1" fmla="val 37924"/>
                    <a:gd name="adj2" fmla="val 50000"/>
                  </a:avLst>
                </a:prstGeom>
                <a:gradFill>
                  <a:gsLst>
                    <a:gs pos="0">
                      <a:schemeClr val="accent1">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srgbClr val="0461F5"/>
                    </a:solidFill>
                    <a:effectLst/>
                    <a:uLnTx/>
                    <a:uFillTx/>
                    <a:latin typeface="+mn-ea"/>
                    <a:cs typeface="思源宋体 CN Heavy" panose="02020900000000000000" pitchFamily="18" charset="-122"/>
                  </a:endParaRPr>
                </a:p>
              </p:txBody>
            </p:sp>
          </p:grpSp>
        </p:grpSp>
        <p:sp>
          <p:nvSpPr>
            <p:cNvPr id="170" name="米菲PPT30"/>
            <p:cNvSpPr txBox="1"/>
            <p:nvPr/>
          </p:nvSpPr>
          <p:spPr>
            <a:xfrm>
              <a:off x="2973992" y="621939"/>
              <a:ext cx="6244017" cy="655116"/>
            </a:xfrm>
            <a:prstGeom prst="rect">
              <a:avLst/>
            </a:prstGeom>
            <a:noFill/>
          </p:spPr>
          <p:txBody>
            <a:bodyPr wrap="none" rtlCol="0">
              <a:spAutoFit/>
            </a:bodyPr>
            <a:lstStyle/>
            <a:p>
              <a:pPr algn="l">
                <a:lnSpc>
                  <a:spcPct val="120000"/>
                </a:lnSpc>
              </a:pPr>
              <a:r>
                <a:rPr lang="zh-CN" altLang="en-US" sz="3200" dirty="0">
                  <a:solidFill>
                    <a:srgbClr val="9C6ABA"/>
                  </a:solidFill>
                  <a:latin typeface="+mj-ea"/>
                  <a:ea typeface="+mj-ea"/>
                  <a:cs typeface="思源宋体 CN Heavy" panose="02020900000000000000" pitchFamily="18" charset="-122"/>
                  <a:sym typeface="思源宋体 CN Heavy" panose="02020900000000000000" pitchFamily="18" charset="-122"/>
                </a:rPr>
                <a:t>数控技术智慧教育教学数字化平台</a:t>
              </a:r>
            </a:p>
          </p:txBody>
        </p:sp>
      </p:grpSp>
      <p:grpSp>
        <p:nvGrpSpPr>
          <p:cNvPr id="24" name="组合 23"/>
          <p:cNvGrpSpPr/>
          <p:nvPr/>
        </p:nvGrpSpPr>
        <p:grpSpPr>
          <a:xfrm>
            <a:off x="4549186" y="2319451"/>
            <a:ext cx="3093625" cy="3086101"/>
            <a:chOff x="4549188" y="2261393"/>
            <a:chExt cx="3093625" cy="3086101"/>
          </a:xfrm>
        </p:grpSpPr>
        <p:grpSp>
          <p:nvGrpSpPr>
            <p:cNvPr id="22" name="组合 21"/>
            <p:cNvGrpSpPr/>
            <p:nvPr/>
          </p:nvGrpSpPr>
          <p:grpSpPr>
            <a:xfrm rot="19057652">
              <a:off x="4549188" y="2261393"/>
              <a:ext cx="3093625" cy="3086101"/>
              <a:chOff x="4549188" y="2261393"/>
              <a:chExt cx="3093625" cy="3086101"/>
            </a:xfrm>
          </p:grpSpPr>
          <p:sp>
            <p:nvSpPr>
              <p:cNvPr id="6" name="Freeform: Shape 5"/>
              <p:cNvSpPr/>
              <p:nvPr/>
            </p:nvSpPr>
            <p:spPr>
              <a:xfrm>
                <a:off x="4786355" y="3848829"/>
                <a:ext cx="2133070" cy="1498665"/>
              </a:xfrm>
              <a:custGeom>
                <a:avLst/>
                <a:gdLst>
                  <a:gd name="connsiteX0" fmla="*/ 1042420 w 1187578"/>
                  <a:gd name="connsiteY0" fmla="*/ 480535 h 836411"/>
                  <a:gd name="connsiteX1" fmla="*/ 1042420 w 1187578"/>
                  <a:gd name="connsiteY1" fmla="*/ -82 h 836411"/>
                  <a:gd name="connsiteX2" fmla="*/ 728911 w 1187578"/>
                  <a:gd name="connsiteY2" fmla="*/ 289623 h 836411"/>
                  <a:gd name="connsiteX3" fmla="*/ 704140 w 1187578"/>
                  <a:gd name="connsiteY3" fmla="*/ 288656 h 836411"/>
                  <a:gd name="connsiteX4" fmla="*/ 223524 w 1187578"/>
                  <a:gd name="connsiteY4" fmla="*/ 288656 h 836411"/>
                  <a:gd name="connsiteX5" fmla="*/ 88947 w 1187578"/>
                  <a:gd name="connsiteY5" fmla="*/ 344390 h 836411"/>
                  <a:gd name="connsiteX6" fmla="*/ -229 w 1187578"/>
                  <a:gd name="connsiteY6" fmla="*/ 433586 h 836411"/>
                  <a:gd name="connsiteX7" fmla="*/ 728911 w 1187578"/>
                  <a:gd name="connsiteY7" fmla="*/ 836328 h 836411"/>
                  <a:gd name="connsiteX8" fmla="*/ 1187350 w 1187578"/>
                  <a:gd name="connsiteY8" fmla="*/ 704287 h 836411"/>
                  <a:gd name="connsiteX9" fmla="*/ 1098155 w 1187578"/>
                  <a:gd name="connsiteY9" fmla="*/ 615111 h 836411"/>
                  <a:gd name="connsiteX10" fmla="*/ 1042420 w 1187578"/>
                  <a:gd name="connsiteY10" fmla="*/ 480535 h 83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7578" h="836411">
                    <a:moveTo>
                      <a:pt x="1042420" y="480535"/>
                    </a:moveTo>
                    <a:lnTo>
                      <a:pt x="1042420" y="-82"/>
                    </a:lnTo>
                    <a:cubicBezTo>
                      <a:pt x="1029493" y="163480"/>
                      <a:pt x="892981" y="289619"/>
                      <a:pt x="728911" y="289623"/>
                    </a:cubicBezTo>
                    <a:cubicBezTo>
                      <a:pt x="720570" y="289623"/>
                      <a:pt x="712307" y="289300"/>
                      <a:pt x="704140" y="288656"/>
                    </a:cubicBezTo>
                    <a:lnTo>
                      <a:pt x="223524" y="288656"/>
                    </a:lnTo>
                    <a:cubicBezTo>
                      <a:pt x="173053" y="288659"/>
                      <a:pt x="124652" y="308707"/>
                      <a:pt x="88947" y="344390"/>
                    </a:cubicBezTo>
                    <a:lnTo>
                      <a:pt x="-229" y="433586"/>
                    </a:lnTo>
                    <a:cubicBezTo>
                      <a:pt x="152230" y="675548"/>
                      <a:pt x="421789" y="836328"/>
                      <a:pt x="728911" y="836328"/>
                    </a:cubicBezTo>
                    <a:cubicBezTo>
                      <a:pt x="891142" y="836584"/>
                      <a:pt x="1050103" y="790798"/>
                      <a:pt x="1187350" y="704287"/>
                    </a:cubicBezTo>
                    <a:lnTo>
                      <a:pt x="1098155" y="615111"/>
                    </a:lnTo>
                    <a:cubicBezTo>
                      <a:pt x="1062469" y="579415"/>
                      <a:pt x="1042420" y="531007"/>
                      <a:pt x="1042420" y="480535"/>
                    </a:cubicBezTo>
                    <a:close/>
                  </a:path>
                </a:pathLst>
              </a:custGeom>
              <a:gradFill flip="none" rotWithShape="1">
                <a:gsLst>
                  <a:gs pos="0">
                    <a:schemeClr val="accent1"/>
                  </a:gs>
                  <a:gs pos="67000">
                    <a:schemeClr val="accent1"/>
                  </a:gs>
                  <a:gs pos="100000">
                    <a:schemeClr val="accent1">
                      <a:lumMod val="40000"/>
                      <a:lumOff val="60000"/>
                    </a:schemeClr>
                  </a:gs>
                </a:gsLst>
                <a:lin ang="10800000" scaled="1"/>
                <a:tileRect/>
              </a:gradFill>
              <a:ln w="16459">
                <a:solidFill>
                  <a:schemeClr val="bg1"/>
                </a:solidFill>
              </a:ln>
              <a:effectLst>
                <a:outerShdw blurRad="355519" dist="106656" dir="5400000" sx="108000" sy="108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85324" tIns="42662" rIns="85324" bIns="42662" rtlCol="0" anchor="ctr"/>
              <a:lstStyle/>
              <a:p>
                <a:pPr algn="ctr"/>
                <a:endParaRPr lang="en-US" sz="1680">
                  <a:solidFill>
                    <a:schemeClr val="bg1"/>
                  </a:solidFill>
                  <a:effectLst>
                    <a:outerShdw blurRad="118506" dist="35551" dir="2700024" algn="tl">
                      <a:srgbClr val="000000">
                        <a:alpha val="40000"/>
                      </a:srgbClr>
                    </a:outerShdw>
                  </a:effectLst>
                  <a:latin typeface="+mj-ea"/>
                  <a:ea typeface="+mj-ea"/>
                  <a:cs typeface="思源宋体 CN Heavy" panose="02020900000000000000" pitchFamily="18" charset="-122"/>
                </a:endParaRPr>
              </a:p>
            </p:txBody>
          </p:sp>
          <p:sp>
            <p:nvSpPr>
              <p:cNvPr id="3" name="Freeform: Shape 2"/>
              <p:cNvSpPr/>
              <p:nvPr/>
            </p:nvSpPr>
            <p:spPr>
              <a:xfrm>
                <a:off x="5272577" y="2261393"/>
                <a:ext cx="2133070" cy="1498665"/>
              </a:xfrm>
              <a:custGeom>
                <a:avLst/>
                <a:gdLst>
                  <a:gd name="connsiteX0" fmla="*/ 144701 w 1187578"/>
                  <a:gd name="connsiteY0" fmla="*/ 355713 h 836411"/>
                  <a:gd name="connsiteX1" fmla="*/ 144701 w 1187578"/>
                  <a:gd name="connsiteY1" fmla="*/ 836329 h 836411"/>
                  <a:gd name="connsiteX2" fmla="*/ 458210 w 1187578"/>
                  <a:gd name="connsiteY2" fmla="*/ 546624 h 836411"/>
                  <a:gd name="connsiteX3" fmla="*/ 482981 w 1187578"/>
                  <a:gd name="connsiteY3" fmla="*/ 547592 h 836411"/>
                  <a:gd name="connsiteX4" fmla="*/ 963597 w 1187578"/>
                  <a:gd name="connsiteY4" fmla="*/ 547592 h 836411"/>
                  <a:gd name="connsiteX5" fmla="*/ 1098174 w 1187578"/>
                  <a:gd name="connsiteY5" fmla="*/ 491857 h 836411"/>
                  <a:gd name="connsiteX6" fmla="*/ 1187350 w 1187578"/>
                  <a:gd name="connsiteY6" fmla="*/ 402661 h 836411"/>
                  <a:gd name="connsiteX7" fmla="*/ 458210 w 1187578"/>
                  <a:gd name="connsiteY7" fmla="*/ -81 h 836411"/>
                  <a:gd name="connsiteX8" fmla="*/ -229 w 1187578"/>
                  <a:gd name="connsiteY8" fmla="*/ 131960 h 836411"/>
                  <a:gd name="connsiteX9" fmla="*/ 88966 w 1187578"/>
                  <a:gd name="connsiteY9" fmla="*/ 221136 h 836411"/>
                  <a:gd name="connsiteX10" fmla="*/ 144701 w 1187578"/>
                  <a:gd name="connsiteY10" fmla="*/ 355713 h 83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7578" h="836411">
                    <a:moveTo>
                      <a:pt x="144701" y="355713"/>
                    </a:moveTo>
                    <a:lnTo>
                      <a:pt x="144701" y="836329"/>
                    </a:lnTo>
                    <a:cubicBezTo>
                      <a:pt x="157629" y="672767"/>
                      <a:pt x="294140" y="546628"/>
                      <a:pt x="458210" y="546624"/>
                    </a:cubicBezTo>
                    <a:cubicBezTo>
                      <a:pt x="466551" y="546624"/>
                      <a:pt x="474814" y="546947"/>
                      <a:pt x="482981" y="547592"/>
                    </a:cubicBezTo>
                    <a:lnTo>
                      <a:pt x="963597" y="547592"/>
                    </a:lnTo>
                    <a:cubicBezTo>
                      <a:pt x="1014068" y="547588"/>
                      <a:pt x="1062469" y="527541"/>
                      <a:pt x="1098174" y="491857"/>
                    </a:cubicBezTo>
                    <a:lnTo>
                      <a:pt x="1187350" y="402661"/>
                    </a:lnTo>
                    <a:cubicBezTo>
                      <a:pt x="1034891" y="160699"/>
                      <a:pt x="765332" y="-81"/>
                      <a:pt x="458210" y="-81"/>
                    </a:cubicBezTo>
                    <a:cubicBezTo>
                      <a:pt x="295979" y="-337"/>
                      <a:pt x="137018" y="45449"/>
                      <a:pt x="-229" y="131960"/>
                    </a:cubicBezTo>
                    <a:lnTo>
                      <a:pt x="88966" y="221136"/>
                    </a:lnTo>
                    <a:cubicBezTo>
                      <a:pt x="124652" y="256832"/>
                      <a:pt x="144701" y="305240"/>
                      <a:pt x="144701" y="355713"/>
                    </a:cubicBezTo>
                    <a:close/>
                  </a:path>
                </a:pathLst>
              </a:custGeom>
              <a:gradFill flip="none" rotWithShape="1">
                <a:gsLst>
                  <a:gs pos="0">
                    <a:schemeClr val="accent1"/>
                  </a:gs>
                  <a:gs pos="67000">
                    <a:schemeClr val="accent1"/>
                  </a:gs>
                  <a:gs pos="100000">
                    <a:schemeClr val="accent1">
                      <a:lumMod val="40000"/>
                      <a:lumOff val="60000"/>
                    </a:schemeClr>
                  </a:gs>
                </a:gsLst>
                <a:lin ang="10800000" scaled="1"/>
                <a:tileRect/>
              </a:gradFill>
              <a:ln w="16459">
                <a:solidFill>
                  <a:schemeClr val="bg1"/>
                </a:solidFill>
              </a:ln>
              <a:effectLst>
                <a:outerShdw blurRad="355519" dist="106656" dir="5400000" sx="108000" sy="108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85324" tIns="42662" rIns="85324" bIns="42662" rtlCol="0" anchor="ctr"/>
              <a:lstStyle/>
              <a:p>
                <a:pPr algn="ctr"/>
                <a:endParaRPr lang="en-US" sz="1680">
                  <a:solidFill>
                    <a:schemeClr val="bg1"/>
                  </a:solidFill>
                  <a:effectLst>
                    <a:outerShdw blurRad="118506" dist="35551" dir="2700024" algn="tl">
                      <a:srgbClr val="000000">
                        <a:alpha val="40000"/>
                      </a:srgbClr>
                    </a:outerShdw>
                  </a:effectLst>
                  <a:latin typeface="+mj-ea"/>
                  <a:ea typeface="+mj-ea"/>
                  <a:cs typeface="思源宋体 CN Heavy" panose="02020900000000000000" pitchFamily="18" charset="-122"/>
                </a:endParaRPr>
              </a:p>
            </p:txBody>
          </p:sp>
          <p:sp>
            <p:nvSpPr>
              <p:cNvPr id="4" name="Freeform: Shape 3"/>
              <p:cNvSpPr/>
              <p:nvPr/>
            </p:nvSpPr>
            <p:spPr>
              <a:xfrm>
                <a:off x="4549188" y="2497985"/>
                <a:ext cx="1502319" cy="2127880"/>
              </a:xfrm>
              <a:custGeom>
                <a:avLst/>
                <a:gdLst>
                  <a:gd name="connsiteX0" fmla="*/ 355566 w 836410"/>
                  <a:gd name="connsiteY0" fmla="*/ 1042566 h 1187578"/>
                  <a:gd name="connsiteX1" fmla="*/ 836182 w 836410"/>
                  <a:gd name="connsiteY1" fmla="*/ 1042566 h 1187578"/>
                  <a:gd name="connsiteX2" fmla="*/ 546477 w 836410"/>
                  <a:gd name="connsiteY2" fmla="*/ 729058 h 1187578"/>
                  <a:gd name="connsiteX3" fmla="*/ 547445 w 836410"/>
                  <a:gd name="connsiteY3" fmla="*/ 704287 h 1187578"/>
                  <a:gd name="connsiteX4" fmla="*/ 547445 w 836410"/>
                  <a:gd name="connsiteY4" fmla="*/ 223670 h 1187578"/>
                  <a:gd name="connsiteX5" fmla="*/ 491710 w 836410"/>
                  <a:gd name="connsiteY5" fmla="*/ 89094 h 1187578"/>
                  <a:gd name="connsiteX6" fmla="*/ 402515 w 836410"/>
                  <a:gd name="connsiteY6" fmla="*/ -82 h 1187578"/>
                  <a:gd name="connsiteX7" fmla="*/ -227 w 836410"/>
                  <a:gd name="connsiteY7" fmla="*/ 729058 h 1187578"/>
                  <a:gd name="connsiteX8" fmla="*/ 131814 w 836410"/>
                  <a:gd name="connsiteY8" fmla="*/ 1187496 h 1187578"/>
                  <a:gd name="connsiteX9" fmla="*/ 220990 w 836410"/>
                  <a:gd name="connsiteY9" fmla="*/ 1098301 h 1187578"/>
                  <a:gd name="connsiteX10" fmla="*/ 355566 w 836410"/>
                  <a:gd name="connsiteY10" fmla="*/ 1042566 h 1187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6410" h="1187578">
                    <a:moveTo>
                      <a:pt x="355566" y="1042566"/>
                    </a:moveTo>
                    <a:lnTo>
                      <a:pt x="836182" y="1042566"/>
                    </a:lnTo>
                    <a:cubicBezTo>
                      <a:pt x="672616" y="1029633"/>
                      <a:pt x="546477" y="893131"/>
                      <a:pt x="546477" y="729058"/>
                    </a:cubicBezTo>
                    <a:cubicBezTo>
                      <a:pt x="546477" y="720723"/>
                      <a:pt x="546806" y="712467"/>
                      <a:pt x="547445" y="704287"/>
                    </a:cubicBezTo>
                    <a:lnTo>
                      <a:pt x="547445" y="223670"/>
                    </a:lnTo>
                    <a:cubicBezTo>
                      <a:pt x="547445" y="173197"/>
                      <a:pt x="527396" y="124789"/>
                      <a:pt x="491710" y="89094"/>
                    </a:cubicBezTo>
                    <a:lnTo>
                      <a:pt x="402515" y="-82"/>
                    </a:lnTo>
                    <a:cubicBezTo>
                      <a:pt x="160552" y="152357"/>
                      <a:pt x="-227" y="421935"/>
                      <a:pt x="-227" y="729058"/>
                    </a:cubicBezTo>
                    <a:cubicBezTo>
                      <a:pt x="-479" y="891287"/>
                      <a:pt x="45309" y="1050257"/>
                      <a:pt x="131814" y="1187496"/>
                    </a:cubicBezTo>
                    <a:lnTo>
                      <a:pt x="220990" y="1098301"/>
                    </a:lnTo>
                    <a:cubicBezTo>
                      <a:pt x="256695" y="1062617"/>
                      <a:pt x="305095" y="1042570"/>
                      <a:pt x="355566" y="1042566"/>
                    </a:cubicBezTo>
                    <a:close/>
                  </a:path>
                </a:pathLst>
              </a:custGeom>
              <a:gradFill flip="none" rotWithShape="1">
                <a:gsLst>
                  <a:gs pos="0">
                    <a:schemeClr val="accent1"/>
                  </a:gs>
                  <a:gs pos="67000">
                    <a:schemeClr val="accent1"/>
                  </a:gs>
                  <a:gs pos="100000">
                    <a:schemeClr val="accent1">
                      <a:lumMod val="40000"/>
                      <a:lumOff val="60000"/>
                    </a:schemeClr>
                  </a:gs>
                </a:gsLst>
                <a:lin ang="10800000" scaled="1"/>
                <a:tileRect/>
              </a:gradFill>
              <a:ln w="16459">
                <a:solidFill>
                  <a:schemeClr val="bg1"/>
                </a:solidFill>
              </a:ln>
              <a:effectLst>
                <a:outerShdw blurRad="355519" dist="106656" dir="5400000" sx="108000" sy="108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85324" tIns="42662" rIns="85324" bIns="42662" rtlCol="0" anchor="ctr"/>
              <a:lstStyle/>
              <a:p>
                <a:pPr algn="ctr"/>
                <a:endParaRPr lang="en-US" sz="1680">
                  <a:solidFill>
                    <a:schemeClr val="bg1"/>
                  </a:solidFill>
                  <a:effectLst>
                    <a:outerShdw blurRad="118506" dist="35551" dir="2700024" algn="tl">
                      <a:srgbClr val="000000">
                        <a:alpha val="40000"/>
                      </a:srgbClr>
                    </a:outerShdw>
                  </a:effectLst>
                  <a:latin typeface="+mj-ea"/>
                  <a:ea typeface="+mj-ea"/>
                  <a:cs typeface="思源宋体 CN Heavy" panose="02020900000000000000" pitchFamily="18" charset="-122"/>
                </a:endParaRPr>
              </a:p>
            </p:txBody>
          </p:sp>
          <p:sp>
            <p:nvSpPr>
              <p:cNvPr id="5" name="Freeform: Shape 4"/>
              <p:cNvSpPr/>
              <p:nvPr/>
            </p:nvSpPr>
            <p:spPr>
              <a:xfrm>
                <a:off x="6140494" y="2983022"/>
                <a:ext cx="1502319" cy="2127880"/>
              </a:xfrm>
              <a:custGeom>
                <a:avLst/>
                <a:gdLst>
                  <a:gd name="connsiteX0" fmla="*/ 836181 w 836410"/>
                  <a:gd name="connsiteY0" fmla="*/ 458357 h 1187578"/>
                  <a:gd name="connsiteX1" fmla="*/ 704140 w 836410"/>
                  <a:gd name="connsiteY1" fmla="*/ -82 h 1187578"/>
                  <a:gd name="connsiteX2" fmla="*/ 614964 w 836410"/>
                  <a:gd name="connsiteY2" fmla="*/ 89113 h 1187578"/>
                  <a:gd name="connsiteX3" fmla="*/ 480388 w 836410"/>
                  <a:gd name="connsiteY3" fmla="*/ 144848 h 1187578"/>
                  <a:gd name="connsiteX4" fmla="*/ -229 w 836410"/>
                  <a:gd name="connsiteY4" fmla="*/ 144848 h 1187578"/>
                  <a:gd name="connsiteX5" fmla="*/ 289477 w 836410"/>
                  <a:gd name="connsiteY5" fmla="*/ 458357 h 1187578"/>
                  <a:gd name="connsiteX6" fmla="*/ 288509 w 836410"/>
                  <a:gd name="connsiteY6" fmla="*/ 483128 h 1187578"/>
                  <a:gd name="connsiteX7" fmla="*/ 288509 w 836410"/>
                  <a:gd name="connsiteY7" fmla="*/ 963744 h 1187578"/>
                  <a:gd name="connsiteX8" fmla="*/ 344244 w 836410"/>
                  <a:gd name="connsiteY8" fmla="*/ 1098321 h 1187578"/>
                  <a:gd name="connsiteX9" fmla="*/ 433439 w 836410"/>
                  <a:gd name="connsiteY9" fmla="*/ 1187496 h 1187578"/>
                  <a:gd name="connsiteX10" fmla="*/ 836181 w 836410"/>
                  <a:gd name="connsiteY10" fmla="*/ 458357 h 1187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6410" h="1187578">
                    <a:moveTo>
                      <a:pt x="836181" y="458357"/>
                    </a:moveTo>
                    <a:cubicBezTo>
                      <a:pt x="836433" y="296128"/>
                      <a:pt x="790645" y="137157"/>
                      <a:pt x="704140" y="-82"/>
                    </a:cubicBezTo>
                    <a:lnTo>
                      <a:pt x="614964" y="89113"/>
                    </a:lnTo>
                    <a:cubicBezTo>
                      <a:pt x="579259" y="124797"/>
                      <a:pt x="530859" y="144844"/>
                      <a:pt x="480388" y="144848"/>
                    </a:cubicBezTo>
                    <a:lnTo>
                      <a:pt x="-229" y="144848"/>
                    </a:lnTo>
                    <a:cubicBezTo>
                      <a:pt x="163338" y="157781"/>
                      <a:pt x="289477" y="294283"/>
                      <a:pt x="289477" y="458357"/>
                    </a:cubicBezTo>
                    <a:cubicBezTo>
                      <a:pt x="289477" y="466692"/>
                      <a:pt x="289148" y="474947"/>
                      <a:pt x="288509" y="483128"/>
                    </a:cubicBezTo>
                    <a:lnTo>
                      <a:pt x="288509" y="963744"/>
                    </a:lnTo>
                    <a:cubicBezTo>
                      <a:pt x="288509" y="1014217"/>
                      <a:pt x="308558" y="1062625"/>
                      <a:pt x="344244" y="1098321"/>
                    </a:cubicBezTo>
                    <a:lnTo>
                      <a:pt x="433439" y="1187496"/>
                    </a:lnTo>
                    <a:cubicBezTo>
                      <a:pt x="675402" y="1035058"/>
                      <a:pt x="836181" y="765479"/>
                      <a:pt x="836181" y="458357"/>
                    </a:cubicBezTo>
                    <a:close/>
                  </a:path>
                </a:pathLst>
              </a:custGeom>
              <a:gradFill flip="none" rotWithShape="1">
                <a:gsLst>
                  <a:gs pos="0">
                    <a:schemeClr val="accent1"/>
                  </a:gs>
                  <a:gs pos="67000">
                    <a:schemeClr val="accent1"/>
                  </a:gs>
                  <a:gs pos="100000">
                    <a:schemeClr val="accent1">
                      <a:lumMod val="40000"/>
                      <a:lumOff val="60000"/>
                    </a:schemeClr>
                  </a:gs>
                </a:gsLst>
                <a:lin ang="10800000" scaled="1"/>
                <a:tileRect/>
              </a:gradFill>
              <a:ln w="16459">
                <a:solidFill>
                  <a:schemeClr val="bg1"/>
                </a:solidFill>
              </a:ln>
              <a:effectLst>
                <a:outerShdw blurRad="355519" dist="106656" dir="5400000" sx="108000" sy="108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85324" tIns="42662" rIns="85324" bIns="42662" rtlCol="0" anchor="ctr"/>
              <a:lstStyle/>
              <a:p>
                <a:pPr algn="ctr"/>
                <a:endParaRPr lang="en-US" sz="1680">
                  <a:solidFill>
                    <a:schemeClr val="bg1"/>
                  </a:solidFill>
                  <a:effectLst>
                    <a:outerShdw blurRad="118506" dist="35551" dir="2700024" algn="tl">
                      <a:srgbClr val="000000">
                        <a:alpha val="40000"/>
                      </a:srgbClr>
                    </a:outerShdw>
                  </a:effectLst>
                  <a:latin typeface="+mj-ea"/>
                  <a:ea typeface="+mj-ea"/>
                  <a:cs typeface="思源宋体 CN Heavy" panose="02020900000000000000" pitchFamily="18" charset="-122"/>
                </a:endParaRPr>
              </a:p>
            </p:txBody>
          </p:sp>
        </p:grpSp>
        <p:grpSp>
          <p:nvGrpSpPr>
            <p:cNvPr id="20" name="组合 19"/>
            <p:cNvGrpSpPr/>
            <p:nvPr/>
          </p:nvGrpSpPr>
          <p:grpSpPr>
            <a:xfrm>
              <a:off x="5002601" y="2705518"/>
              <a:ext cx="2243949" cy="2255002"/>
              <a:chOff x="4943121" y="2805922"/>
              <a:chExt cx="2243949" cy="2255002"/>
            </a:xfrm>
          </p:grpSpPr>
          <p:sp>
            <p:nvSpPr>
              <p:cNvPr id="16" name="文本框 15"/>
              <p:cNvSpPr txBox="1"/>
              <p:nvPr>
                <p:custDataLst>
                  <p:tags r:id="rId2"/>
                </p:custDataLst>
              </p:nvPr>
            </p:nvSpPr>
            <p:spPr>
              <a:xfrm rot="19452185">
                <a:off x="4943121" y="2951104"/>
                <a:ext cx="1396952" cy="618242"/>
              </a:xfrm>
              <a:prstGeom prst="rect">
                <a:avLst/>
              </a:prstGeom>
              <a:noFill/>
              <a:effectLst/>
            </p:spPr>
            <p:txBody>
              <a:bodyPr wrap="none" lIns="79004" tIns="39502" rIns="79004" bIns="39502" rtlCol="0">
                <a:prstTxWarp prst="textArchUp">
                  <a:avLst/>
                </a:prstTxWarp>
                <a:spAutoFit/>
              </a:bodyPr>
              <a:lstStyle/>
              <a:p>
                <a:pPr algn="ctr"/>
                <a:r>
                  <a:rPr lang="zh-CN" altLang="en-US" sz="1680" b="1" spc="100" dirty="0">
                    <a:solidFill>
                      <a:schemeClr val="bg1"/>
                    </a:solidFill>
                    <a:effectLst>
                      <a:outerShdw blurRad="36576" dist="36576" dir="2699998"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sym typeface="Arial" panose="020B0604020202020204" pitchFamily="34" charset="0"/>
                  </a:rPr>
                  <a:t>混合式教学</a:t>
                </a:r>
              </a:p>
            </p:txBody>
          </p:sp>
          <p:sp>
            <p:nvSpPr>
              <p:cNvPr id="17" name="文本框 16"/>
              <p:cNvSpPr txBox="1"/>
              <p:nvPr>
                <p:custDataLst>
                  <p:tags r:id="rId3"/>
                </p:custDataLst>
              </p:nvPr>
            </p:nvSpPr>
            <p:spPr>
              <a:xfrm rot="3456190">
                <a:off x="6005331" y="3188033"/>
                <a:ext cx="1396952" cy="632729"/>
              </a:xfrm>
              <a:prstGeom prst="rect">
                <a:avLst/>
              </a:prstGeom>
              <a:noFill/>
              <a:effectLst/>
            </p:spPr>
            <p:txBody>
              <a:bodyPr wrap="none" lIns="79004" tIns="39502" rIns="79004" bIns="39502" rtlCol="0">
                <a:prstTxWarp prst="textArchUp">
                  <a:avLst/>
                </a:prstTxWarp>
                <a:spAutoFit/>
              </a:bodyPr>
              <a:lstStyle/>
              <a:p>
                <a:pPr algn="ctr"/>
                <a:r>
                  <a:rPr lang="zh-CN" altLang="en-US" sz="1680" b="1" spc="100" dirty="0">
                    <a:solidFill>
                      <a:schemeClr val="bg1"/>
                    </a:solidFill>
                    <a:effectLst>
                      <a:outerShdw blurRad="36576" dist="36576" dir="2699998"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sym typeface="Arial" panose="020B0604020202020204" pitchFamily="34" charset="0"/>
                  </a:rPr>
                  <a:t>虚拟仿真</a:t>
                </a:r>
              </a:p>
            </p:txBody>
          </p:sp>
          <p:sp>
            <p:nvSpPr>
              <p:cNvPr id="18" name="文本框 17"/>
              <p:cNvSpPr txBox="1"/>
              <p:nvPr>
                <p:custDataLst>
                  <p:tags r:id="rId4"/>
                </p:custDataLst>
              </p:nvPr>
            </p:nvSpPr>
            <p:spPr>
              <a:xfrm rot="19394728">
                <a:off x="5790118" y="4271590"/>
                <a:ext cx="1396952" cy="625504"/>
              </a:xfrm>
              <a:prstGeom prst="rect">
                <a:avLst/>
              </a:prstGeom>
              <a:noFill/>
              <a:effectLst/>
            </p:spPr>
            <p:txBody>
              <a:bodyPr wrap="none" lIns="79004" tIns="39502" rIns="79004" bIns="39502" rtlCol="0">
                <a:prstTxWarp prst="textArchDown">
                  <a:avLst/>
                </a:prstTxWarp>
                <a:spAutoFit/>
              </a:bodyPr>
              <a:lstStyle/>
              <a:p>
                <a:pPr algn="ctr"/>
                <a:r>
                  <a:rPr lang="zh-CN" altLang="en-US" sz="1680" b="1" spc="100" dirty="0">
                    <a:solidFill>
                      <a:schemeClr val="bg1"/>
                    </a:solidFill>
                    <a:effectLst>
                      <a:outerShdw blurRad="36576" dist="36576" dir="2699998"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sym typeface="Arial" panose="020B0604020202020204" pitchFamily="34" charset="0"/>
                  </a:rPr>
                  <a:t>项目式学习</a:t>
                </a:r>
              </a:p>
            </p:txBody>
          </p:sp>
          <p:sp>
            <p:nvSpPr>
              <p:cNvPr id="19" name="文本框 18"/>
              <p:cNvSpPr txBox="1"/>
              <p:nvPr>
                <p:custDataLst>
                  <p:tags r:id="rId5"/>
                </p:custDataLst>
              </p:nvPr>
            </p:nvSpPr>
            <p:spPr>
              <a:xfrm rot="3177147">
                <a:off x="4631099" y="4049696"/>
                <a:ext cx="1396952" cy="625504"/>
              </a:xfrm>
              <a:prstGeom prst="rect">
                <a:avLst/>
              </a:prstGeom>
              <a:noFill/>
              <a:effectLst/>
            </p:spPr>
            <p:txBody>
              <a:bodyPr wrap="none" lIns="79004" tIns="39502" rIns="79004" bIns="39502" rtlCol="0">
                <a:prstTxWarp prst="textArchDown">
                  <a:avLst/>
                </a:prstTxWarp>
                <a:spAutoFit/>
              </a:bodyPr>
              <a:lstStyle/>
              <a:p>
                <a:pPr algn="ctr"/>
                <a:r>
                  <a:rPr lang="zh-CN" altLang="en-US" sz="1680" b="1" spc="100" dirty="0">
                    <a:solidFill>
                      <a:schemeClr val="bg1"/>
                    </a:solidFill>
                    <a:effectLst>
                      <a:outerShdw blurRad="36576" dist="36576" dir="2699998" algn="tl">
                        <a:srgbClr val="000000">
                          <a:alpha val="43137"/>
                        </a:srgbClr>
                      </a:outerShdw>
                    </a:effectLst>
                    <a:latin typeface="思源宋体 CN Heavy" panose="02020900000000000000" pitchFamily="18" charset="-122"/>
                    <a:ea typeface="思源宋体 CN Heavy" panose="02020900000000000000" pitchFamily="18" charset="-122"/>
                    <a:cs typeface="思源宋体 CN Heavy" panose="02020900000000000000" pitchFamily="18" charset="-122"/>
                    <a:sym typeface="Arial" panose="020B0604020202020204" pitchFamily="34" charset="0"/>
                  </a:rPr>
                  <a:t>数据驱动</a:t>
                </a:r>
              </a:p>
            </p:txBody>
          </p:sp>
        </p:grpSp>
        <p:sp>
          <p:nvSpPr>
            <p:cNvPr id="11" name="椭圆 10"/>
            <p:cNvSpPr/>
            <p:nvPr>
              <p:custDataLst>
                <p:tags r:id="rId1"/>
              </p:custDataLst>
            </p:nvPr>
          </p:nvSpPr>
          <p:spPr>
            <a:xfrm>
              <a:off x="5305130" y="3025189"/>
              <a:ext cx="1581740" cy="1558508"/>
            </a:xfrm>
            <a:prstGeom prst="ellipse">
              <a:avLst/>
            </a:prstGeom>
            <a:gradFill>
              <a:gsLst>
                <a:gs pos="0">
                  <a:schemeClr val="accent1"/>
                </a:gs>
                <a:gs pos="100000">
                  <a:schemeClr val="accent1">
                    <a:lumMod val="60000"/>
                    <a:lumOff val="40000"/>
                  </a:schemeClr>
                </a:gs>
              </a:gsLst>
              <a:lin ang="2700000" scaled="0"/>
            </a:gradFill>
            <a:ln w="32918">
              <a:solidFill>
                <a:schemeClr val="bg1"/>
              </a:solidFill>
            </a:ln>
            <a:effectLst>
              <a:outerShdw blurRad="274320" dist="54864" dir="2700033" algn="tl" rotWithShape="0">
                <a:schemeClr val="accent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9004" tIns="39502" rIns="79004" bIns="39502" rtlCol="0" anchor="ctr"/>
            <a:lstStyle/>
            <a:p>
              <a:pPr algn="ctr"/>
              <a:r>
                <a:rPr lang="zh-CN" altLang="en-US" sz="2400" b="1">
                  <a:solidFill>
                    <a:schemeClr val="bg1"/>
                  </a:solidFill>
                  <a:latin typeface="+mj-ea"/>
                  <a:ea typeface="+mj-ea"/>
                  <a:cs typeface="思源宋体 CN Heavy" panose="02020900000000000000" pitchFamily="18" charset="-122"/>
                </a:rPr>
                <a:t>教学</a:t>
              </a:r>
              <a:endParaRPr lang="en-US" altLang="zh-CN" sz="2400" b="1">
                <a:solidFill>
                  <a:schemeClr val="bg1"/>
                </a:solidFill>
                <a:latin typeface="+mj-ea"/>
                <a:ea typeface="+mj-ea"/>
                <a:cs typeface="思源宋体 CN Heavy" panose="02020900000000000000" pitchFamily="18" charset="-122"/>
              </a:endParaRPr>
            </a:p>
            <a:p>
              <a:pPr algn="ctr"/>
              <a:r>
                <a:rPr lang="zh-CN" altLang="en-US" sz="2400" b="1">
                  <a:solidFill>
                    <a:schemeClr val="bg1"/>
                  </a:solidFill>
                  <a:latin typeface="+mj-ea"/>
                  <a:ea typeface="+mj-ea"/>
                  <a:cs typeface="思源宋体 CN Heavy" panose="02020900000000000000" pitchFamily="18" charset="-122"/>
                </a:rPr>
                <a:t>模式</a:t>
              </a:r>
              <a:endParaRPr lang="zh-CN" altLang="en-US" sz="2400" b="1" dirty="0">
                <a:solidFill>
                  <a:schemeClr val="bg1"/>
                </a:solidFill>
                <a:latin typeface="+mj-ea"/>
                <a:ea typeface="+mj-ea"/>
                <a:cs typeface="思源宋体 CN Heavy" panose="02020900000000000000" pitchFamily="18" charset="-122"/>
              </a:endParaRPr>
            </a:p>
          </p:txBody>
        </p:sp>
      </p:grpSp>
      <p:grpSp>
        <p:nvGrpSpPr>
          <p:cNvPr id="7" name="组合 6"/>
          <p:cNvGrpSpPr/>
          <p:nvPr/>
        </p:nvGrpSpPr>
        <p:grpSpPr>
          <a:xfrm>
            <a:off x="870845" y="4927696"/>
            <a:ext cx="2345430" cy="551754"/>
            <a:chOff x="870845" y="4927696"/>
            <a:chExt cx="2345430" cy="551754"/>
          </a:xfrm>
        </p:grpSpPr>
        <p:grpSp>
          <p:nvGrpSpPr>
            <p:cNvPr id="230" name="组合 229"/>
            <p:cNvGrpSpPr/>
            <p:nvPr/>
          </p:nvGrpSpPr>
          <p:grpSpPr>
            <a:xfrm>
              <a:off x="870845" y="4927696"/>
              <a:ext cx="2345430" cy="127201"/>
              <a:chOff x="870845" y="5047019"/>
              <a:chExt cx="2345430" cy="127201"/>
            </a:xfrm>
          </p:grpSpPr>
          <p:sp>
            <p:nvSpPr>
              <p:cNvPr id="127" name="任意多边形: 形状 126"/>
              <p:cNvSpPr/>
              <p:nvPr/>
            </p:nvSpPr>
            <p:spPr>
              <a:xfrm>
                <a:off x="870845" y="5062463"/>
                <a:ext cx="2345430" cy="49287"/>
              </a:xfrm>
              <a:custGeom>
                <a:avLst/>
                <a:gdLst>
                  <a:gd name="connsiteX0" fmla="*/ 0 w 1807368"/>
                  <a:gd name="connsiteY0" fmla="*/ 0 h 61912"/>
                  <a:gd name="connsiteX1" fmla="*/ 38100 w 1807368"/>
                  <a:gd name="connsiteY1" fmla="*/ 61912 h 61912"/>
                  <a:gd name="connsiteX2" fmla="*/ 1783556 w 1807368"/>
                  <a:gd name="connsiteY2" fmla="*/ 61912 h 61912"/>
                  <a:gd name="connsiteX3" fmla="*/ 1807368 w 1807368"/>
                  <a:gd name="connsiteY3" fmla="*/ 9525 h 61912"/>
                  <a:gd name="connsiteX0-1" fmla="*/ 101505 w 1908873"/>
                  <a:gd name="connsiteY0-2" fmla="*/ 0 h 69068"/>
                  <a:gd name="connsiteX1-3" fmla="*/ 139605 w 1908873"/>
                  <a:gd name="connsiteY1-4" fmla="*/ 61912 h 69068"/>
                  <a:gd name="connsiteX2-5" fmla="*/ 1885061 w 1908873"/>
                  <a:gd name="connsiteY2-6" fmla="*/ 61912 h 69068"/>
                  <a:gd name="connsiteX3-7" fmla="*/ 1908873 w 1908873"/>
                  <a:gd name="connsiteY3-8" fmla="*/ 9525 h 69068"/>
                  <a:gd name="connsiteX0-9" fmla="*/ 0 w 1807368"/>
                  <a:gd name="connsiteY0-10" fmla="*/ 0 h 69068"/>
                  <a:gd name="connsiteX1-11" fmla="*/ 38100 w 1807368"/>
                  <a:gd name="connsiteY1-12" fmla="*/ 61912 h 69068"/>
                  <a:gd name="connsiteX2-13" fmla="*/ 1783556 w 1807368"/>
                  <a:gd name="connsiteY2-14" fmla="*/ 61912 h 69068"/>
                  <a:gd name="connsiteX3-15" fmla="*/ 1807368 w 1807368"/>
                  <a:gd name="connsiteY3-16" fmla="*/ 9525 h 69068"/>
                  <a:gd name="connsiteX0-17" fmla="*/ 0 w 1807368"/>
                  <a:gd name="connsiteY0-18" fmla="*/ 0 h 72495"/>
                  <a:gd name="connsiteX1-19" fmla="*/ 38100 w 1807368"/>
                  <a:gd name="connsiteY1-20" fmla="*/ 61912 h 72495"/>
                  <a:gd name="connsiteX2-21" fmla="*/ 1783556 w 1807368"/>
                  <a:gd name="connsiteY2-22" fmla="*/ 61912 h 72495"/>
                  <a:gd name="connsiteX3-23" fmla="*/ 1807368 w 1807368"/>
                  <a:gd name="connsiteY3-24" fmla="*/ 9525 h 72495"/>
                  <a:gd name="connsiteX0-25" fmla="*/ 0 w 1807368"/>
                  <a:gd name="connsiteY0-26" fmla="*/ 0 h 73584"/>
                  <a:gd name="connsiteX1-27" fmla="*/ 38100 w 1807368"/>
                  <a:gd name="connsiteY1-28" fmla="*/ 61912 h 73584"/>
                  <a:gd name="connsiteX2-29" fmla="*/ 1783556 w 1807368"/>
                  <a:gd name="connsiteY2-30" fmla="*/ 61912 h 73584"/>
                  <a:gd name="connsiteX3-31" fmla="*/ 1807368 w 1807368"/>
                  <a:gd name="connsiteY3-32" fmla="*/ 9525 h 73584"/>
                  <a:gd name="connsiteX0-33" fmla="*/ 0 w 1807368"/>
                  <a:gd name="connsiteY0-34" fmla="*/ 0 h 70606"/>
                  <a:gd name="connsiteX1-35" fmla="*/ 38100 w 1807368"/>
                  <a:gd name="connsiteY1-36" fmla="*/ 61912 h 70606"/>
                  <a:gd name="connsiteX2-37" fmla="*/ 1783556 w 1807368"/>
                  <a:gd name="connsiteY2-38" fmla="*/ 61912 h 70606"/>
                  <a:gd name="connsiteX3-39" fmla="*/ 1807368 w 1807368"/>
                  <a:gd name="connsiteY3-40" fmla="*/ 9525 h 70606"/>
                  <a:gd name="connsiteX0-41" fmla="*/ 0 w 1807368"/>
                  <a:gd name="connsiteY0-42" fmla="*/ 0 h 69190"/>
                  <a:gd name="connsiteX1-43" fmla="*/ 38100 w 1807368"/>
                  <a:gd name="connsiteY1-44" fmla="*/ 61912 h 69190"/>
                  <a:gd name="connsiteX2-45" fmla="*/ 1783556 w 1807368"/>
                  <a:gd name="connsiteY2-46" fmla="*/ 61912 h 69190"/>
                  <a:gd name="connsiteX3-47" fmla="*/ 1807368 w 1807368"/>
                  <a:gd name="connsiteY3-48" fmla="*/ 9525 h 69190"/>
                </a:gdLst>
                <a:ahLst/>
                <a:cxnLst>
                  <a:cxn ang="0">
                    <a:pos x="connsiteX0-1" y="connsiteY0-2"/>
                  </a:cxn>
                  <a:cxn ang="0">
                    <a:pos x="connsiteX1-3" y="connsiteY1-4"/>
                  </a:cxn>
                  <a:cxn ang="0">
                    <a:pos x="connsiteX2-5" y="connsiteY2-6"/>
                  </a:cxn>
                  <a:cxn ang="0">
                    <a:pos x="connsiteX3-7" y="connsiteY3-8"/>
                  </a:cxn>
                </a:cxnLst>
                <a:rect l="l" t="t" r="r" b="b"/>
                <a:pathLst>
                  <a:path w="1807368" h="69190">
                    <a:moveTo>
                      <a:pt x="0" y="0"/>
                    </a:moveTo>
                    <a:cubicBezTo>
                      <a:pt x="12700" y="20637"/>
                      <a:pt x="17065" y="58043"/>
                      <a:pt x="38100" y="61912"/>
                    </a:cubicBezTo>
                    <a:cubicBezTo>
                      <a:pt x="59135" y="65781"/>
                      <a:pt x="1768475" y="76149"/>
                      <a:pt x="1783556" y="61912"/>
                    </a:cubicBezTo>
                    <a:cubicBezTo>
                      <a:pt x="1798637" y="47675"/>
                      <a:pt x="1799431" y="26987"/>
                      <a:pt x="1807368" y="9525"/>
                    </a:cubicBezTo>
                  </a:path>
                </a:pathLst>
              </a:cu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sp>
            <p:nvSpPr>
              <p:cNvPr id="192" name="菱形 191"/>
              <p:cNvSpPr/>
              <p:nvPr/>
            </p:nvSpPr>
            <p:spPr>
              <a:xfrm>
                <a:off x="1979960" y="5047019"/>
                <a:ext cx="127201" cy="127201"/>
              </a:xfrm>
              <a:prstGeom prst="diamond">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sp>
          <p:nvSpPr>
            <p:cNvPr id="193" name="文本框 192"/>
            <p:cNvSpPr txBox="1"/>
            <p:nvPr/>
          </p:nvSpPr>
          <p:spPr>
            <a:xfrm>
              <a:off x="1447884" y="5079340"/>
              <a:ext cx="119135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教学过程</a:t>
              </a:r>
            </a:p>
          </p:txBody>
        </p:sp>
      </p:grpSp>
      <p:grpSp>
        <p:nvGrpSpPr>
          <p:cNvPr id="8" name="组合 7"/>
          <p:cNvGrpSpPr/>
          <p:nvPr/>
        </p:nvGrpSpPr>
        <p:grpSpPr>
          <a:xfrm>
            <a:off x="8960745" y="4927696"/>
            <a:ext cx="2345430" cy="551754"/>
            <a:chOff x="8960745" y="4927696"/>
            <a:chExt cx="2345430" cy="551754"/>
          </a:xfrm>
        </p:grpSpPr>
        <p:grpSp>
          <p:nvGrpSpPr>
            <p:cNvPr id="234" name="组合 233"/>
            <p:cNvGrpSpPr/>
            <p:nvPr/>
          </p:nvGrpSpPr>
          <p:grpSpPr>
            <a:xfrm>
              <a:off x="8960745" y="4927696"/>
              <a:ext cx="2345430" cy="127201"/>
              <a:chOff x="870845" y="5047019"/>
              <a:chExt cx="2345430" cy="127201"/>
            </a:xfrm>
          </p:grpSpPr>
          <p:sp>
            <p:nvSpPr>
              <p:cNvPr id="235" name="任意多边形: 形状 234"/>
              <p:cNvSpPr/>
              <p:nvPr/>
            </p:nvSpPr>
            <p:spPr>
              <a:xfrm>
                <a:off x="870845" y="5062463"/>
                <a:ext cx="2345430" cy="49287"/>
              </a:xfrm>
              <a:custGeom>
                <a:avLst/>
                <a:gdLst>
                  <a:gd name="connsiteX0" fmla="*/ 0 w 1807368"/>
                  <a:gd name="connsiteY0" fmla="*/ 0 h 61912"/>
                  <a:gd name="connsiteX1" fmla="*/ 38100 w 1807368"/>
                  <a:gd name="connsiteY1" fmla="*/ 61912 h 61912"/>
                  <a:gd name="connsiteX2" fmla="*/ 1783556 w 1807368"/>
                  <a:gd name="connsiteY2" fmla="*/ 61912 h 61912"/>
                  <a:gd name="connsiteX3" fmla="*/ 1807368 w 1807368"/>
                  <a:gd name="connsiteY3" fmla="*/ 9525 h 61912"/>
                  <a:gd name="connsiteX0-1" fmla="*/ 101505 w 1908873"/>
                  <a:gd name="connsiteY0-2" fmla="*/ 0 h 69068"/>
                  <a:gd name="connsiteX1-3" fmla="*/ 139605 w 1908873"/>
                  <a:gd name="connsiteY1-4" fmla="*/ 61912 h 69068"/>
                  <a:gd name="connsiteX2-5" fmla="*/ 1885061 w 1908873"/>
                  <a:gd name="connsiteY2-6" fmla="*/ 61912 h 69068"/>
                  <a:gd name="connsiteX3-7" fmla="*/ 1908873 w 1908873"/>
                  <a:gd name="connsiteY3-8" fmla="*/ 9525 h 69068"/>
                  <a:gd name="connsiteX0-9" fmla="*/ 0 w 1807368"/>
                  <a:gd name="connsiteY0-10" fmla="*/ 0 h 69068"/>
                  <a:gd name="connsiteX1-11" fmla="*/ 38100 w 1807368"/>
                  <a:gd name="connsiteY1-12" fmla="*/ 61912 h 69068"/>
                  <a:gd name="connsiteX2-13" fmla="*/ 1783556 w 1807368"/>
                  <a:gd name="connsiteY2-14" fmla="*/ 61912 h 69068"/>
                  <a:gd name="connsiteX3-15" fmla="*/ 1807368 w 1807368"/>
                  <a:gd name="connsiteY3-16" fmla="*/ 9525 h 69068"/>
                  <a:gd name="connsiteX0-17" fmla="*/ 0 w 1807368"/>
                  <a:gd name="connsiteY0-18" fmla="*/ 0 h 72495"/>
                  <a:gd name="connsiteX1-19" fmla="*/ 38100 w 1807368"/>
                  <a:gd name="connsiteY1-20" fmla="*/ 61912 h 72495"/>
                  <a:gd name="connsiteX2-21" fmla="*/ 1783556 w 1807368"/>
                  <a:gd name="connsiteY2-22" fmla="*/ 61912 h 72495"/>
                  <a:gd name="connsiteX3-23" fmla="*/ 1807368 w 1807368"/>
                  <a:gd name="connsiteY3-24" fmla="*/ 9525 h 72495"/>
                  <a:gd name="connsiteX0-25" fmla="*/ 0 w 1807368"/>
                  <a:gd name="connsiteY0-26" fmla="*/ 0 h 73584"/>
                  <a:gd name="connsiteX1-27" fmla="*/ 38100 w 1807368"/>
                  <a:gd name="connsiteY1-28" fmla="*/ 61912 h 73584"/>
                  <a:gd name="connsiteX2-29" fmla="*/ 1783556 w 1807368"/>
                  <a:gd name="connsiteY2-30" fmla="*/ 61912 h 73584"/>
                  <a:gd name="connsiteX3-31" fmla="*/ 1807368 w 1807368"/>
                  <a:gd name="connsiteY3-32" fmla="*/ 9525 h 73584"/>
                  <a:gd name="connsiteX0-33" fmla="*/ 0 w 1807368"/>
                  <a:gd name="connsiteY0-34" fmla="*/ 0 h 70606"/>
                  <a:gd name="connsiteX1-35" fmla="*/ 38100 w 1807368"/>
                  <a:gd name="connsiteY1-36" fmla="*/ 61912 h 70606"/>
                  <a:gd name="connsiteX2-37" fmla="*/ 1783556 w 1807368"/>
                  <a:gd name="connsiteY2-38" fmla="*/ 61912 h 70606"/>
                  <a:gd name="connsiteX3-39" fmla="*/ 1807368 w 1807368"/>
                  <a:gd name="connsiteY3-40" fmla="*/ 9525 h 70606"/>
                  <a:gd name="connsiteX0-41" fmla="*/ 0 w 1807368"/>
                  <a:gd name="connsiteY0-42" fmla="*/ 0 h 69190"/>
                  <a:gd name="connsiteX1-43" fmla="*/ 38100 w 1807368"/>
                  <a:gd name="connsiteY1-44" fmla="*/ 61912 h 69190"/>
                  <a:gd name="connsiteX2-45" fmla="*/ 1783556 w 1807368"/>
                  <a:gd name="connsiteY2-46" fmla="*/ 61912 h 69190"/>
                  <a:gd name="connsiteX3-47" fmla="*/ 1807368 w 1807368"/>
                  <a:gd name="connsiteY3-48" fmla="*/ 9525 h 69190"/>
                </a:gdLst>
                <a:ahLst/>
                <a:cxnLst>
                  <a:cxn ang="0">
                    <a:pos x="connsiteX0-1" y="connsiteY0-2"/>
                  </a:cxn>
                  <a:cxn ang="0">
                    <a:pos x="connsiteX1-3" y="connsiteY1-4"/>
                  </a:cxn>
                  <a:cxn ang="0">
                    <a:pos x="connsiteX2-5" y="connsiteY2-6"/>
                  </a:cxn>
                  <a:cxn ang="0">
                    <a:pos x="connsiteX3-7" y="connsiteY3-8"/>
                  </a:cxn>
                </a:cxnLst>
                <a:rect l="l" t="t" r="r" b="b"/>
                <a:pathLst>
                  <a:path w="1807368" h="69190">
                    <a:moveTo>
                      <a:pt x="0" y="0"/>
                    </a:moveTo>
                    <a:cubicBezTo>
                      <a:pt x="12700" y="20637"/>
                      <a:pt x="17065" y="58043"/>
                      <a:pt x="38100" y="61912"/>
                    </a:cubicBezTo>
                    <a:cubicBezTo>
                      <a:pt x="59135" y="65781"/>
                      <a:pt x="1768475" y="76149"/>
                      <a:pt x="1783556" y="61912"/>
                    </a:cubicBezTo>
                    <a:cubicBezTo>
                      <a:pt x="1798637" y="47675"/>
                      <a:pt x="1799431" y="26987"/>
                      <a:pt x="1807368" y="9525"/>
                    </a:cubicBezTo>
                  </a:path>
                </a:pathLst>
              </a:cu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sp>
            <p:nvSpPr>
              <p:cNvPr id="236" name="菱形 235"/>
              <p:cNvSpPr/>
              <p:nvPr/>
            </p:nvSpPr>
            <p:spPr>
              <a:xfrm>
                <a:off x="1979960" y="5047019"/>
                <a:ext cx="127201" cy="127201"/>
              </a:xfrm>
              <a:prstGeom prst="diamond">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sp>
          <p:nvSpPr>
            <p:cNvPr id="237" name="文本框 236"/>
            <p:cNvSpPr txBox="1"/>
            <p:nvPr/>
          </p:nvSpPr>
          <p:spPr>
            <a:xfrm>
              <a:off x="9537784" y="5079340"/>
              <a:ext cx="119135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教学资源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50"/>
                                        <p:tgtEl>
                                          <p:spTgt spid="9"/>
                                        </p:tgtEl>
                                      </p:cBhvr>
                                    </p:animEffect>
                                    <p:anim calcmode="lin" valueType="num">
                                      <p:cBhvr>
                                        <p:cTn id="8" dur="750" fill="hold"/>
                                        <p:tgtEl>
                                          <p:spTgt spid="9"/>
                                        </p:tgtEl>
                                        <p:attrNameLst>
                                          <p:attrName>ppt_x</p:attrName>
                                        </p:attrNameLst>
                                      </p:cBhvr>
                                      <p:tavLst>
                                        <p:tav tm="0">
                                          <p:val>
                                            <p:strVal val="#ppt_x"/>
                                          </p:val>
                                        </p:tav>
                                        <p:tav tm="100000">
                                          <p:val>
                                            <p:strVal val="#ppt_x"/>
                                          </p:val>
                                        </p:tav>
                                      </p:tavLst>
                                    </p:anim>
                                    <p:anim calcmode="lin" valueType="num">
                                      <p:cBhvr>
                                        <p:cTn id="9" dur="7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par>
                                <p:cTn id="14" presetID="22" presetClass="entr" presetSubtype="8"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500"/>
                                        <p:tgtEl>
                                          <p:spTgt spid="13"/>
                                        </p:tgtEl>
                                      </p:cBhvr>
                                    </p:animEffect>
                                  </p:childTnLst>
                                </p:cTn>
                              </p:par>
                            </p:childTnLst>
                          </p:cTn>
                        </p:par>
                        <p:par>
                          <p:cTn id="17" fill="hold">
                            <p:stCondLst>
                              <p:cond delay="1500"/>
                            </p:stCondLst>
                            <p:childTnLst>
                              <p:par>
                                <p:cTn id="18" presetID="42"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anim calcmode="lin" valueType="num">
                                      <p:cBhvr>
                                        <p:cTn id="21" dur="500" fill="hold"/>
                                        <p:tgtEl>
                                          <p:spTgt spid="7"/>
                                        </p:tgtEl>
                                        <p:attrNameLst>
                                          <p:attrName>ppt_x</p:attrName>
                                        </p:attrNameLst>
                                      </p:cBhvr>
                                      <p:tavLst>
                                        <p:tav tm="0">
                                          <p:val>
                                            <p:strVal val="#ppt_x"/>
                                          </p:val>
                                        </p:tav>
                                        <p:tav tm="100000">
                                          <p:val>
                                            <p:strVal val="#ppt_x"/>
                                          </p:val>
                                        </p:tav>
                                      </p:tavLst>
                                    </p:anim>
                                    <p:anim calcmode="lin" valueType="num">
                                      <p:cBhvr>
                                        <p:cTn id="22" dur="500" fill="hold"/>
                                        <p:tgtEl>
                                          <p:spTgt spid="7"/>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22" presetClass="entr" presetSubtype="1" fill="hold"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wipe(up)">
                                      <p:cBhvr>
                                        <p:cTn id="31" dur="750"/>
                                        <p:tgtEl>
                                          <p:spTgt spid="24"/>
                                        </p:tgtEl>
                                      </p:cBhvr>
                                    </p:animEffect>
                                  </p:childTnLst>
                                </p:cTn>
                              </p:par>
                            </p:childTnLst>
                          </p:cTn>
                        </p:par>
                        <p:par>
                          <p:cTn id="32" fill="hold">
                            <p:stCondLst>
                              <p:cond delay="3000"/>
                            </p:stCondLst>
                            <p:childTnLst>
                              <p:par>
                                <p:cTn id="33" presetID="42" presetClass="entr" presetSubtype="0"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anim calcmode="lin" valueType="num">
                                      <p:cBhvr>
                                        <p:cTn id="36" dur="500" fill="hold"/>
                                        <p:tgtEl>
                                          <p:spTgt spid="10"/>
                                        </p:tgtEl>
                                        <p:attrNameLst>
                                          <p:attrName>ppt_x</p:attrName>
                                        </p:attrNameLst>
                                      </p:cBhvr>
                                      <p:tavLst>
                                        <p:tav tm="0">
                                          <p:val>
                                            <p:strVal val="#ppt_x"/>
                                          </p:val>
                                        </p:tav>
                                        <p:tav tm="100000">
                                          <p:val>
                                            <p:strVal val="#ppt_x"/>
                                          </p:val>
                                        </p:tav>
                                      </p:tavLst>
                                    </p:anim>
                                    <p:anim calcmode="lin" valueType="num">
                                      <p:cBhvr>
                                        <p:cTn id="3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custDataLst>
              <p:tags r:id="rId1"/>
            </p:custDataLst>
          </p:nvPr>
        </p:nvGrpSpPr>
        <p:grpSpPr>
          <a:xfrm>
            <a:off x="5735314" y="-661580"/>
            <a:ext cx="5834024" cy="5806081"/>
            <a:chOff x="5323923" y="725760"/>
            <a:chExt cx="5834024" cy="5806081"/>
          </a:xfrm>
        </p:grpSpPr>
        <p:sp>
          <p:nvSpPr>
            <p:cNvPr id="53" name="椭圆 52"/>
            <p:cNvSpPr>
              <a:spLocks noChangeAspect="1"/>
            </p:cNvSpPr>
            <p:nvPr>
              <p:custDataLst>
                <p:tags r:id="rId2"/>
              </p:custDataLst>
            </p:nvPr>
          </p:nvSpPr>
          <p:spPr>
            <a:xfrm>
              <a:off x="5351868" y="725760"/>
              <a:ext cx="5806079" cy="5806081"/>
            </a:xfrm>
            <a:prstGeom prst="ellipse">
              <a:avLst/>
            </a:prstGeom>
            <a:gradFill flip="none" rotWithShape="1">
              <a:gsLst>
                <a:gs pos="0">
                  <a:schemeClr val="accent1">
                    <a:lumMod val="20000"/>
                    <a:lumOff val="80000"/>
                  </a:schemeClr>
                </a:gs>
                <a:gs pos="100000">
                  <a:schemeClr val="accent1">
                    <a:lumMod val="0"/>
                    <a:lumOff val="100000"/>
                    <a:alpha val="0"/>
                  </a:schemeClr>
                </a:gs>
              </a:gsLst>
              <a:lin ang="16200000" scaled="1"/>
              <a:tileRect/>
            </a:gradFill>
            <a:ln w="12446">
              <a:gradFill flip="none" rotWithShape="1">
                <a:gsLst>
                  <a:gs pos="64000">
                    <a:schemeClr val="accent1"/>
                  </a:gs>
                  <a:gs pos="100000">
                    <a:schemeClr val="accent1">
                      <a:lumMod val="0"/>
                      <a:lumOff val="100000"/>
                    </a:schemeClr>
                  </a:gs>
                </a:gsLst>
                <a:lin ang="0" scaled="1"/>
                <a:tileRect/>
              </a:gradFill>
              <a:prstDash val="solid"/>
            </a:ln>
            <a:effectLst>
              <a:outerShdw blurRad="711200" dist="732536" dir="8399999" sx="95000" sy="95000" algn="ctr" rotWithShape="0">
                <a:schemeClr val="accent1">
                  <a:alpha val="20000"/>
                </a:schemeClr>
              </a:outerShdw>
            </a:effectLst>
            <a:scene3d>
              <a:camera prst="perspectiveRelaxedModerately" fov="0">
                <a:rot lat="19268053" lon="17679408" rev="3300000"/>
              </a:camera>
              <a:lightRig rig="contrasting" dir="t">
                <a:rot lat="0" lon="0" rev="21000000"/>
              </a:lightRig>
            </a:scene3d>
            <a:sp3d prstMaterial="plastic">
              <a:bevelT w="14224" h="14224"/>
              <a:bevelB w="0" h="0"/>
              <a:extrusionClr>
                <a:schemeClr val="accent3"/>
              </a:extrusionClr>
            </a:sp3d>
          </p:spPr>
          <p:style>
            <a:lnRef idx="2">
              <a:schemeClr val="accent1">
                <a:shade val="50000"/>
              </a:schemeClr>
            </a:lnRef>
            <a:fillRef idx="1">
              <a:schemeClr val="accent1"/>
            </a:fillRef>
            <a:effectRef idx="0">
              <a:schemeClr val="accent1"/>
            </a:effectRef>
            <a:fontRef idx="minor">
              <a:schemeClr val="lt1"/>
            </a:fontRef>
          </p:style>
          <p:txBody>
            <a:bodyPr lIns="51206" tIns="25603" rIns="51206" bIns="25603" rtlCol="0" anchor="ctr">
              <a:sp3d>
                <a:bevelT w="0" h="0"/>
                <a:bevelB w="0" h="0"/>
              </a:sp3d>
            </a:bodyPr>
            <a:lstStyle/>
            <a:p>
              <a:pPr algn="ctr"/>
              <a:endParaRPr lang="zh-CN" altLang="en-US" sz="1010" dirty="0">
                <a:latin typeface="+mj-ea"/>
                <a:ea typeface="+mj-ea"/>
                <a:cs typeface="思源宋体 CN Heavy" panose="02020900000000000000" pitchFamily="18" charset="-122"/>
              </a:endParaRPr>
            </a:p>
          </p:txBody>
        </p:sp>
        <p:sp>
          <p:nvSpPr>
            <p:cNvPr id="54" name="圆: 空心 53"/>
            <p:cNvSpPr>
              <a:spLocks noChangeAspect="1"/>
            </p:cNvSpPr>
            <p:nvPr>
              <p:custDataLst>
                <p:tags r:id="rId3"/>
              </p:custDataLst>
            </p:nvPr>
          </p:nvSpPr>
          <p:spPr>
            <a:xfrm>
              <a:off x="7002066" y="2166152"/>
              <a:ext cx="2553270" cy="2553270"/>
            </a:xfrm>
            <a:prstGeom prst="donut">
              <a:avLst>
                <a:gd name="adj" fmla="val 49458"/>
              </a:avLst>
            </a:prstGeom>
            <a:gradFill flip="none" rotWithShape="1">
              <a:gsLst>
                <a:gs pos="0">
                  <a:schemeClr val="accent1">
                    <a:lumMod val="20000"/>
                    <a:lumOff val="80000"/>
                  </a:schemeClr>
                </a:gs>
                <a:gs pos="100000">
                  <a:schemeClr val="accent1">
                    <a:lumMod val="0"/>
                    <a:lumOff val="100000"/>
                    <a:alpha val="0"/>
                  </a:schemeClr>
                </a:gs>
              </a:gsLst>
              <a:lin ang="16200000" scaled="1"/>
              <a:tileRect/>
            </a:gradFill>
            <a:ln w="22225">
              <a:noFill/>
              <a:prstDash val="solid"/>
            </a:ln>
            <a:effectLst>
              <a:outerShdw blurRad="497840" dist="896112" dir="13200000" algn="tr" rotWithShape="0">
                <a:schemeClr val="accent1">
                  <a:alpha val="40000"/>
                </a:schemeClr>
              </a:outerShdw>
            </a:effectLst>
            <a:scene3d>
              <a:camera prst="isometricTopUp">
                <a:rot lat="19525380" lon="17486188" rev="3572511"/>
              </a:camera>
              <a:lightRig rig="contrasting" dir="t">
                <a:rot lat="0" lon="0" rev="12000000"/>
              </a:lightRig>
            </a:scene3d>
            <a:sp3d extrusionH="128016" prstMaterial="plastic">
              <a:bevelT w="0" h="0"/>
              <a:bevelB w="0" h="0"/>
              <a:extrusionClr>
                <a:schemeClr val="accent1">
                  <a:lumMod val="20000"/>
                  <a:lumOff val="80000"/>
                </a:schemeClr>
              </a:extrusionClr>
            </a:sp3d>
          </p:spPr>
          <p:style>
            <a:lnRef idx="2">
              <a:schemeClr val="accent1">
                <a:shade val="50000"/>
              </a:schemeClr>
            </a:lnRef>
            <a:fillRef idx="1">
              <a:schemeClr val="accent1"/>
            </a:fillRef>
            <a:effectRef idx="0">
              <a:schemeClr val="accent1"/>
            </a:effectRef>
            <a:fontRef idx="minor">
              <a:schemeClr val="lt1"/>
            </a:fontRef>
          </p:style>
          <p:txBody>
            <a:bodyPr lIns="51206" tIns="25603" rIns="51206" bIns="25603" rtlCol="0" anchor="ctr">
              <a:sp3d>
                <a:bevelT w="0" h="0"/>
                <a:bevelB w="0" h="0"/>
              </a:sp3d>
            </a:bodyPr>
            <a:lstStyle/>
            <a:p>
              <a:pPr algn="ctr"/>
              <a:endParaRPr lang="zh-CN" altLang="en-US" sz="1010" dirty="0">
                <a:latin typeface="+mj-ea"/>
                <a:ea typeface="+mj-ea"/>
                <a:cs typeface="思源宋体 CN Heavy" panose="02020900000000000000" pitchFamily="18" charset="-122"/>
              </a:endParaRPr>
            </a:p>
          </p:txBody>
        </p:sp>
        <p:sp>
          <p:nvSpPr>
            <p:cNvPr id="55" name="文本框 54"/>
            <p:cNvSpPr txBox="1"/>
            <p:nvPr/>
          </p:nvSpPr>
          <p:spPr>
            <a:xfrm>
              <a:off x="7766800" y="3245127"/>
              <a:ext cx="1110099" cy="359483"/>
            </a:xfrm>
            <a:prstGeom prst="rect">
              <a:avLst/>
            </a:prstGeom>
            <a:noFill/>
            <a:effectLst/>
          </p:spPr>
          <p:txBody>
            <a:bodyPr wrap="none" lIns="51206" tIns="25603" rIns="51206" bIns="25603" rtlCol="0">
              <a:spAutoFit/>
            </a:bodyPr>
            <a:lstStyle/>
            <a:p>
              <a:pPr algn="ctr"/>
              <a:r>
                <a:rPr lang="zh-CN" altLang="en-US" sz="2000" dirty="0">
                  <a:solidFill>
                    <a:schemeClr val="accent1"/>
                  </a:solidFill>
                  <a:latin typeface="+mj-ea"/>
                  <a:ea typeface="+mj-ea"/>
                  <a:cs typeface="思源宋体 CN Heavy" panose="02020900000000000000" pitchFamily="18" charset="-122"/>
                </a:rPr>
                <a:t>数控加工</a:t>
              </a:r>
            </a:p>
          </p:txBody>
        </p:sp>
        <p:sp>
          <p:nvSpPr>
            <p:cNvPr id="56" name="文本框 55"/>
            <p:cNvSpPr txBox="1"/>
            <p:nvPr/>
          </p:nvSpPr>
          <p:spPr>
            <a:xfrm>
              <a:off x="6307120" y="3033329"/>
              <a:ext cx="808733" cy="267150"/>
            </a:xfrm>
            <a:prstGeom prst="rect">
              <a:avLst/>
            </a:prstGeom>
            <a:noFill/>
            <a:effectLst/>
          </p:spPr>
          <p:txBody>
            <a:bodyPr wrap="none" lIns="51206" tIns="25603" rIns="51206" bIns="25603" rtlCol="0">
              <a:spAutoFit/>
            </a:bodyPr>
            <a:lstStyle/>
            <a:p>
              <a:pPr algn="ctr"/>
              <a:r>
                <a:rPr lang="zh-CN" altLang="en-US" sz="1400" dirty="0">
                  <a:solidFill>
                    <a:schemeClr val="accent1"/>
                  </a:solidFill>
                  <a:latin typeface="+mj-ea"/>
                  <a:ea typeface="+mj-ea"/>
                  <a:cs typeface="思源宋体 CN Heavy" panose="02020900000000000000" pitchFamily="18" charset="-122"/>
                </a:rPr>
                <a:t>机床操作</a:t>
              </a:r>
            </a:p>
          </p:txBody>
        </p:sp>
        <p:sp>
          <p:nvSpPr>
            <p:cNvPr id="57" name="文本框 56"/>
            <p:cNvSpPr txBox="1"/>
            <p:nvPr/>
          </p:nvSpPr>
          <p:spPr>
            <a:xfrm>
              <a:off x="9010937" y="3385761"/>
              <a:ext cx="808733" cy="267150"/>
            </a:xfrm>
            <a:prstGeom prst="rect">
              <a:avLst/>
            </a:prstGeom>
            <a:noFill/>
            <a:effectLst/>
          </p:spPr>
          <p:txBody>
            <a:bodyPr wrap="none" lIns="51206" tIns="25603" rIns="51206" bIns="25603" rtlCol="0">
              <a:spAutoFit/>
            </a:bodyPr>
            <a:lstStyle/>
            <a:p>
              <a:pPr algn="ctr"/>
              <a:r>
                <a:rPr lang="zh-CN" altLang="en-US" sz="1400" dirty="0">
                  <a:solidFill>
                    <a:schemeClr val="accent1"/>
                  </a:solidFill>
                  <a:latin typeface="+mj-ea"/>
                  <a:ea typeface="+mj-ea"/>
                  <a:cs typeface="思源宋体 CN Heavy" panose="02020900000000000000" pitchFamily="18" charset="-122"/>
                </a:rPr>
                <a:t>日常维护</a:t>
              </a:r>
            </a:p>
          </p:txBody>
        </p:sp>
        <p:sp>
          <p:nvSpPr>
            <p:cNvPr id="58" name="椭圆 57"/>
            <p:cNvSpPr/>
            <p:nvPr/>
          </p:nvSpPr>
          <p:spPr>
            <a:xfrm rot="1135018">
              <a:off x="5925711" y="2962942"/>
              <a:ext cx="4715408" cy="1274309"/>
            </a:xfrm>
            <a:prstGeom prst="ellipse">
              <a:avLst/>
            </a:prstGeom>
            <a:noFill/>
            <a:ln w="7112">
              <a:gradFill>
                <a:gsLst>
                  <a:gs pos="0">
                    <a:schemeClr val="accent1">
                      <a:lumMod val="20000"/>
                      <a:lumOff val="80000"/>
                      <a:alpha val="55000"/>
                    </a:schemeClr>
                  </a:gs>
                  <a:gs pos="100000">
                    <a:schemeClr val="accent1"/>
                  </a:gs>
                </a:gsLst>
                <a:lin ang="5400000" scaled="1"/>
              </a:gradFill>
              <a:prstDash val="dashDot"/>
            </a:ln>
            <a:effectLst/>
          </p:spPr>
          <p:style>
            <a:lnRef idx="2">
              <a:schemeClr val="accent1">
                <a:shade val="15000"/>
              </a:schemeClr>
            </a:lnRef>
            <a:fillRef idx="1">
              <a:schemeClr val="accent1"/>
            </a:fillRef>
            <a:effectRef idx="0">
              <a:schemeClr val="accent1"/>
            </a:effectRef>
            <a:fontRef idx="minor">
              <a:schemeClr val="lt1"/>
            </a:fontRef>
          </p:style>
          <p:txBody>
            <a:bodyPr lIns="51206" tIns="25603" rIns="51206" bIns="25603" rtlCol="0" anchor="ctr"/>
            <a:lstStyle/>
            <a:p>
              <a:pPr algn="ctr"/>
              <a:endParaRPr lang="zh-CN" altLang="en-US" sz="1010" dirty="0">
                <a:latin typeface="+mj-ea"/>
                <a:ea typeface="+mj-ea"/>
                <a:cs typeface="思源宋体 CN Heavy" panose="02020900000000000000" pitchFamily="18" charset="-122"/>
              </a:endParaRPr>
            </a:p>
          </p:txBody>
        </p:sp>
        <p:sp>
          <p:nvSpPr>
            <p:cNvPr id="59" name="椭圆 58"/>
            <p:cNvSpPr/>
            <p:nvPr>
              <p:custDataLst>
                <p:tags r:id="rId4"/>
              </p:custDataLst>
            </p:nvPr>
          </p:nvSpPr>
          <p:spPr>
            <a:xfrm>
              <a:off x="10183288" y="3353142"/>
              <a:ext cx="722219" cy="722219"/>
            </a:xfrm>
            <a:prstGeom prst="ellipse">
              <a:avLst/>
            </a:prstGeom>
            <a:gradFill flip="none" rotWithShape="1">
              <a:gsLst>
                <a:gs pos="65000">
                  <a:schemeClr val="accent1"/>
                </a:gs>
                <a:gs pos="99000">
                  <a:schemeClr val="accent1">
                    <a:lumMod val="100000"/>
                  </a:schemeClr>
                </a:gs>
                <a:gs pos="0">
                  <a:schemeClr val="accent1">
                    <a:lumMod val="20000"/>
                    <a:lumOff val="80000"/>
                  </a:schemeClr>
                </a:gs>
              </a:gsLst>
              <a:path path="circle">
                <a:fillToRect r="100000" b="100000"/>
              </a:path>
              <a:tileRect l="-100000" t="-100000"/>
            </a:gradFill>
            <a:ln>
              <a:noFill/>
            </a:ln>
            <a:effectLst>
              <a:outerShdw blurRad="213360" dist="213360" dir="8100004"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5603" rIns="0" bIns="25603" rtlCol="0" anchor="ctr">
              <a:noAutofit/>
            </a:bodyPr>
            <a:lstStyle/>
            <a:p>
              <a:pPr algn="ctr"/>
              <a:r>
                <a:rPr lang="zh-CN" altLang="en-US" sz="1400" dirty="0">
                  <a:latin typeface="+mj-ea"/>
                  <a:ea typeface="+mj-ea"/>
                  <a:cs typeface="思源宋体 CN Heavy" panose="02020900000000000000" pitchFamily="18" charset="-122"/>
                </a:rPr>
                <a:t>自动编程</a:t>
              </a:r>
            </a:p>
          </p:txBody>
        </p:sp>
        <p:sp>
          <p:nvSpPr>
            <p:cNvPr id="47" name="椭圆 46"/>
            <p:cNvSpPr/>
            <p:nvPr>
              <p:custDataLst>
                <p:tags r:id="rId5"/>
              </p:custDataLst>
            </p:nvPr>
          </p:nvSpPr>
          <p:spPr>
            <a:xfrm>
              <a:off x="9052502" y="2531173"/>
              <a:ext cx="606027" cy="606027"/>
            </a:xfrm>
            <a:prstGeom prst="ellipse">
              <a:avLst/>
            </a:prstGeom>
            <a:gradFill flip="none" rotWithShape="1">
              <a:gsLst>
                <a:gs pos="65000">
                  <a:schemeClr val="accent2"/>
                </a:gs>
                <a:gs pos="99000">
                  <a:schemeClr val="accent1">
                    <a:lumMod val="100000"/>
                  </a:schemeClr>
                </a:gs>
                <a:gs pos="0">
                  <a:schemeClr val="accent2">
                    <a:lumMod val="20000"/>
                    <a:lumOff val="80000"/>
                  </a:schemeClr>
                </a:gs>
              </a:gsLst>
              <a:path path="circle">
                <a:fillToRect r="100000" b="100000"/>
              </a:path>
              <a:tileRect l="-100000" t="-100000"/>
            </a:gradFill>
            <a:ln>
              <a:noFill/>
            </a:ln>
            <a:effectLst>
              <a:outerShdw blurRad="213360" dist="213360" dir="9539999"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0160" tIns="25603" rIns="20160" bIns="25603" rtlCol="0" anchor="ctr">
              <a:noAutofit/>
            </a:bodyPr>
            <a:lstStyle/>
            <a:p>
              <a:pPr algn="ctr"/>
              <a:r>
                <a:rPr lang="zh-CN" altLang="en-US" sz="1120" dirty="0">
                  <a:latin typeface="+mj-ea"/>
                  <a:ea typeface="+mj-ea"/>
                  <a:cs typeface="思源宋体 CN Heavy" panose="02020900000000000000" pitchFamily="18" charset="-122"/>
                </a:rPr>
                <a:t>数控机床</a:t>
              </a:r>
            </a:p>
          </p:txBody>
        </p:sp>
        <p:sp>
          <p:nvSpPr>
            <p:cNvPr id="48" name="椭圆 47"/>
            <p:cNvSpPr>
              <a:spLocks noChangeAspect="1"/>
            </p:cNvSpPr>
            <p:nvPr>
              <p:custDataLst>
                <p:tags r:id="rId6"/>
              </p:custDataLst>
            </p:nvPr>
          </p:nvSpPr>
          <p:spPr>
            <a:xfrm>
              <a:off x="6233868" y="3517753"/>
              <a:ext cx="907200" cy="907200"/>
            </a:xfrm>
            <a:prstGeom prst="ellipse">
              <a:avLst/>
            </a:prstGeom>
            <a:gradFill flip="none" rotWithShape="1">
              <a:gsLst>
                <a:gs pos="65000">
                  <a:schemeClr val="accent2"/>
                </a:gs>
                <a:gs pos="99000">
                  <a:schemeClr val="accent1">
                    <a:lumMod val="100000"/>
                  </a:schemeClr>
                </a:gs>
                <a:gs pos="0">
                  <a:schemeClr val="accent2">
                    <a:lumMod val="20000"/>
                    <a:lumOff val="80000"/>
                  </a:schemeClr>
                </a:gs>
              </a:gsLst>
              <a:path path="circle">
                <a:fillToRect r="100000" b="100000"/>
              </a:path>
              <a:tileRect l="-100000" t="-100000"/>
            </a:gradFill>
            <a:ln>
              <a:noFill/>
            </a:ln>
            <a:effectLst>
              <a:outerShdw blurRad="213360" dist="213360" dir="8399998"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0160" tIns="25603" rIns="20160" bIns="25603" rtlCol="0" anchor="ctr">
              <a:noAutofit/>
            </a:bodyPr>
            <a:lstStyle/>
            <a:p>
              <a:pPr algn="ctr"/>
              <a:r>
                <a:rPr lang="zh-CN" altLang="en-US" sz="1345" dirty="0">
                  <a:latin typeface="+mj-ea"/>
                  <a:ea typeface="+mj-ea"/>
                  <a:cs typeface="思源宋体 CN Heavy" panose="02020900000000000000" pitchFamily="18" charset="-122"/>
                </a:rPr>
                <a:t>分布式数控技术</a:t>
              </a:r>
            </a:p>
          </p:txBody>
        </p:sp>
        <p:sp>
          <p:nvSpPr>
            <p:cNvPr id="49" name="椭圆 48"/>
            <p:cNvSpPr/>
            <p:nvPr>
              <p:custDataLst>
                <p:tags r:id="rId7"/>
              </p:custDataLst>
            </p:nvPr>
          </p:nvSpPr>
          <p:spPr>
            <a:xfrm>
              <a:off x="9105437" y="4424954"/>
              <a:ext cx="754670" cy="754670"/>
            </a:xfrm>
            <a:prstGeom prst="ellipse">
              <a:avLst/>
            </a:prstGeom>
            <a:gradFill flip="none" rotWithShape="1">
              <a:gsLst>
                <a:gs pos="65000">
                  <a:schemeClr val="accent1"/>
                </a:gs>
                <a:gs pos="99000">
                  <a:schemeClr val="accent1">
                    <a:lumMod val="100000"/>
                  </a:schemeClr>
                </a:gs>
                <a:gs pos="0">
                  <a:schemeClr val="accent1">
                    <a:lumMod val="20000"/>
                    <a:lumOff val="80000"/>
                  </a:schemeClr>
                </a:gs>
              </a:gsLst>
              <a:path path="circle">
                <a:fillToRect r="100000" b="100000"/>
              </a:path>
              <a:tileRect l="-100000" t="-100000"/>
            </a:gradFill>
            <a:ln>
              <a:noFill/>
            </a:ln>
            <a:effectLst>
              <a:outerShdw blurRad="213360" dist="213360" dir="8100004"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5603" rIns="0" bIns="25603" rtlCol="0" anchor="ctr">
              <a:noAutofit/>
            </a:bodyPr>
            <a:lstStyle/>
            <a:p>
              <a:pPr algn="ctr"/>
              <a:r>
                <a:rPr lang="zh-CN" altLang="en-US" sz="1230" dirty="0">
                  <a:latin typeface="+mj-ea"/>
                  <a:ea typeface="+mj-ea"/>
                  <a:cs typeface="思源宋体 CN Heavy" panose="02020900000000000000" pitchFamily="18" charset="-122"/>
                </a:rPr>
                <a:t>数据</a:t>
              </a:r>
              <a:endParaRPr lang="en-US" altLang="zh-CN" sz="1230" dirty="0">
                <a:latin typeface="+mj-ea"/>
                <a:ea typeface="+mj-ea"/>
                <a:cs typeface="思源宋体 CN Heavy" panose="02020900000000000000" pitchFamily="18" charset="-122"/>
              </a:endParaRPr>
            </a:p>
            <a:p>
              <a:pPr algn="ctr"/>
              <a:r>
                <a:rPr lang="zh-CN" altLang="en-US" sz="1230" dirty="0">
                  <a:latin typeface="+mj-ea"/>
                  <a:ea typeface="+mj-ea"/>
                  <a:cs typeface="思源宋体 CN Heavy" panose="02020900000000000000" pitchFamily="18" charset="-122"/>
                </a:rPr>
                <a:t>可视化</a:t>
              </a:r>
            </a:p>
          </p:txBody>
        </p:sp>
        <p:sp>
          <p:nvSpPr>
            <p:cNvPr id="50" name="椭圆 49"/>
            <p:cNvSpPr/>
            <p:nvPr>
              <p:custDataLst>
                <p:tags r:id="rId8"/>
              </p:custDataLst>
            </p:nvPr>
          </p:nvSpPr>
          <p:spPr>
            <a:xfrm>
              <a:off x="5323923" y="2347752"/>
              <a:ext cx="707754" cy="707754"/>
            </a:xfrm>
            <a:prstGeom prst="ellipse">
              <a:avLst/>
            </a:prstGeom>
            <a:gradFill flip="none" rotWithShape="1">
              <a:gsLst>
                <a:gs pos="65000">
                  <a:schemeClr val="accent1"/>
                </a:gs>
                <a:gs pos="99000">
                  <a:schemeClr val="accent1">
                    <a:lumMod val="100000"/>
                  </a:schemeClr>
                </a:gs>
                <a:gs pos="0">
                  <a:schemeClr val="accent1">
                    <a:lumMod val="20000"/>
                    <a:lumOff val="80000"/>
                  </a:schemeClr>
                </a:gs>
              </a:gsLst>
              <a:path path="circle">
                <a:fillToRect r="100000" b="100000"/>
              </a:path>
              <a:tileRect l="-100000" t="-100000"/>
            </a:gradFill>
            <a:ln>
              <a:noFill/>
            </a:ln>
            <a:effectLst>
              <a:outerShdw blurRad="213360" dist="213360" dir="8100004"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5603" rIns="0" bIns="25603" rtlCol="0" anchor="ctr">
              <a:noAutofit/>
            </a:bodyPr>
            <a:lstStyle/>
            <a:p>
              <a:pPr algn="ctr"/>
              <a:r>
                <a:rPr lang="zh-CN" altLang="en-US" sz="1400" dirty="0">
                  <a:latin typeface="+mj-ea"/>
                  <a:ea typeface="+mj-ea"/>
                  <a:cs typeface="思源宋体 CN Heavy" panose="02020900000000000000" pitchFamily="18" charset="-122"/>
                </a:rPr>
                <a:t>数控铣床</a:t>
              </a:r>
            </a:p>
          </p:txBody>
        </p:sp>
        <p:sp>
          <p:nvSpPr>
            <p:cNvPr id="51" name="文本框 50"/>
            <p:cNvSpPr txBox="1"/>
            <p:nvPr/>
          </p:nvSpPr>
          <p:spPr>
            <a:xfrm>
              <a:off x="7601125" y="4046784"/>
              <a:ext cx="808733" cy="267150"/>
            </a:xfrm>
            <a:prstGeom prst="rect">
              <a:avLst/>
            </a:prstGeom>
            <a:noFill/>
            <a:effectLst/>
          </p:spPr>
          <p:txBody>
            <a:bodyPr wrap="none" lIns="51206" tIns="25603" rIns="51206" bIns="25603" rtlCol="0">
              <a:spAutoFit/>
            </a:bodyPr>
            <a:lstStyle/>
            <a:p>
              <a:pPr algn="ctr"/>
              <a:r>
                <a:rPr lang="zh-CN" altLang="en-US" sz="1400" dirty="0">
                  <a:solidFill>
                    <a:schemeClr val="accent1"/>
                  </a:solidFill>
                  <a:latin typeface="+mj-ea"/>
                  <a:ea typeface="+mj-ea"/>
                  <a:cs typeface="思源宋体 CN Heavy" panose="02020900000000000000" pitchFamily="18" charset="-122"/>
                </a:rPr>
                <a:t>故障排除</a:t>
              </a:r>
            </a:p>
          </p:txBody>
        </p:sp>
        <p:sp>
          <p:nvSpPr>
            <p:cNvPr id="65" name="椭圆 64"/>
            <p:cNvSpPr/>
            <p:nvPr>
              <p:custDataLst>
                <p:tags r:id="rId9"/>
              </p:custDataLst>
            </p:nvPr>
          </p:nvSpPr>
          <p:spPr>
            <a:xfrm>
              <a:off x="6711486" y="2558050"/>
              <a:ext cx="176205" cy="176205"/>
            </a:xfrm>
            <a:prstGeom prst="ellipse">
              <a:avLst/>
            </a:prstGeom>
            <a:gradFill flip="none" rotWithShape="1">
              <a:gsLst>
                <a:gs pos="25000">
                  <a:schemeClr val="accent1">
                    <a:lumMod val="20000"/>
                    <a:lumOff val="80000"/>
                  </a:schemeClr>
                </a:gs>
                <a:gs pos="62000">
                  <a:schemeClr val="accent2"/>
                </a:gs>
                <a:gs pos="0">
                  <a:schemeClr val="accent1">
                    <a:lumMod val="0"/>
                    <a:lumOff val="100000"/>
                  </a:schemeClr>
                </a:gs>
                <a:gs pos="97000">
                  <a:schemeClr val="accent1"/>
                </a:gs>
              </a:gsLst>
              <a:path path="circle">
                <a:fillToRect l="100000" b="100000"/>
              </a:path>
              <a:tileRect t="-100000" r="-100000"/>
            </a:gradFill>
            <a:ln>
              <a:noFill/>
            </a:ln>
            <a:effectLst>
              <a:innerShdw blurRad="142240" dist="21336" dir="16200000">
                <a:schemeClr val="accent1">
                  <a:lumMod val="60000"/>
                  <a:lumOff val="40000"/>
                  <a:alpha val="7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lIns="51206" tIns="25603" rIns="51206" bIns="25603" rtlCol="0" anchor="ctr"/>
            <a:lstStyle/>
            <a:p>
              <a:pPr algn="ctr"/>
              <a:endParaRPr lang="zh-CN" altLang="en-US" sz="1010" dirty="0">
                <a:latin typeface="+mj-ea"/>
                <a:ea typeface="+mj-ea"/>
                <a:cs typeface="思源宋体 CN Heavy" panose="02020900000000000000" pitchFamily="18" charset="-122"/>
              </a:endParaRPr>
            </a:p>
          </p:txBody>
        </p:sp>
        <p:sp>
          <p:nvSpPr>
            <p:cNvPr id="67" name="椭圆 66"/>
            <p:cNvSpPr/>
            <p:nvPr>
              <p:custDataLst>
                <p:tags r:id="rId10"/>
              </p:custDataLst>
            </p:nvPr>
          </p:nvSpPr>
          <p:spPr>
            <a:xfrm flipH="1">
              <a:off x="8440117" y="2221046"/>
              <a:ext cx="253414" cy="253414"/>
            </a:xfrm>
            <a:prstGeom prst="ellipse">
              <a:avLst/>
            </a:prstGeom>
            <a:gradFill flip="none" rotWithShape="1">
              <a:gsLst>
                <a:gs pos="17000">
                  <a:schemeClr val="accent2">
                    <a:lumMod val="20000"/>
                    <a:lumOff val="80000"/>
                  </a:schemeClr>
                </a:gs>
                <a:gs pos="63000">
                  <a:schemeClr val="accent2"/>
                </a:gs>
              </a:gsLst>
              <a:path path="circle">
                <a:fillToRect l="100000" b="100000"/>
              </a:path>
              <a:tileRect t="-100000" r="-100000"/>
            </a:gradFill>
            <a:ln w="12700" cap="flat" cmpd="sng" algn="ctr">
              <a:noFill/>
              <a:prstDash val="solid"/>
              <a:miter lim="800000"/>
            </a:ln>
            <a:effectLst>
              <a:innerShdw blurRad="64008">
                <a:srgbClr val="FFFFFF"/>
              </a:innerShdw>
              <a:softEdge rad="63500"/>
            </a:effectLst>
          </p:spPr>
          <p:txBody>
            <a:bodyPr lIns="51206" tIns="25603" rIns="51206" bIns="25603" rtlCol="0" anchor="ctr"/>
            <a:lstStyle/>
            <a:p>
              <a:pPr marL="0" marR="0" lvl="0" indent="0" algn="ctr" defTabSz="914400" eaLnBrk="1" fontAlgn="auto" latinLnBrk="0" hangingPunct="1">
                <a:lnSpc>
                  <a:spcPct val="100000"/>
                </a:lnSpc>
                <a:spcBef>
                  <a:spcPts val="0"/>
                </a:spcBef>
                <a:buClrTx/>
                <a:buSzTx/>
                <a:buFontTx/>
                <a:buNone/>
                <a:defRPr/>
              </a:pPr>
              <a:endParaRPr kumimoji="0" lang="zh-CN" altLang="en-US" sz="1345" b="0" i="0" u="none" strike="noStrike" kern="0" cap="none" spc="0" normalizeH="0" baseline="0" noProof="0" dirty="0">
                <a:ln>
                  <a:noFill/>
                </a:ln>
                <a:solidFill>
                  <a:srgbClr val="FFFFFF"/>
                </a:solidFill>
                <a:effectLst/>
                <a:uLnTx/>
                <a:uFillTx/>
                <a:latin typeface="+mj-ea"/>
                <a:ea typeface="+mj-ea"/>
                <a:cs typeface="思源宋体 CN Heavy" panose="02020900000000000000" pitchFamily="18" charset="-122"/>
              </a:endParaRPr>
            </a:p>
          </p:txBody>
        </p:sp>
        <p:sp>
          <p:nvSpPr>
            <p:cNvPr id="68" name="椭圆 67"/>
            <p:cNvSpPr/>
            <p:nvPr>
              <p:custDataLst>
                <p:tags r:id="rId11"/>
              </p:custDataLst>
            </p:nvPr>
          </p:nvSpPr>
          <p:spPr>
            <a:xfrm>
              <a:off x="7168220" y="2125721"/>
              <a:ext cx="669638" cy="669638"/>
            </a:xfrm>
            <a:prstGeom prst="ellipse">
              <a:avLst/>
            </a:prstGeom>
            <a:gradFill flip="none" rotWithShape="1">
              <a:gsLst>
                <a:gs pos="65000">
                  <a:schemeClr val="accent1"/>
                </a:gs>
                <a:gs pos="99000">
                  <a:schemeClr val="accent1">
                    <a:lumMod val="100000"/>
                  </a:schemeClr>
                </a:gs>
                <a:gs pos="0">
                  <a:schemeClr val="accent1">
                    <a:lumMod val="20000"/>
                    <a:lumOff val="80000"/>
                  </a:schemeClr>
                </a:gs>
              </a:gsLst>
              <a:path path="circle">
                <a:fillToRect r="100000" b="100000"/>
              </a:path>
              <a:tileRect l="-100000" t="-100000"/>
            </a:gradFill>
            <a:ln>
              <a:noFill/>
            </a:ln>
            <a:effectLst>
              <a:outerShdw blurRad="213360" dist="213360" dir="8100004" algn="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5603" rIns="0" bIns="25603" rtlCol="0" anchor="ctr">
              <a:noAutofit/>
            </a:bodyPr>
            <a:lstStyle/>
            <a:p>
              <a:pPr algn="ctr"/>
              <a:r>
                <a:rPr lang="zh-CN" altLang="en-US" sz="1120" dirty="0">
                  <a:latin typeface="+mj-ea"/>
                  <a:ea typeface="+mj-ea"/>
                  <a:cs typeface="思源宋体 CN Heavy" panose="02020900000000000000" pitchFamily="18" charset="-122"/>
                </a:rPr>
                <a:t>柔性制造系统</a:t>
              </a:r>
            </a:p>
          </p:txBody>
        </p:sp>
        <p:sp>
          <p:nvSpPr>
            <p:cNvPr id="69" name="椭圆 68"/>
            <p:cNvSpPr/>
            <p:nvPr>
              <p:custDataLst>
                <p:tags r:id="rId12"/>
              </p:custDataLst>
            </p:nvPr>
          </p:nvSpPr>
          <p:spPr>
            <a:xfrm>
              <a:off x="10332825" y="4361724"/>
              <a:ext cx="176205" cy="176205"/>
            </a:xfrm>
            <a:prstGeom prst="ellipse">
              <a:avLst/>
            </a:prstGeom>
            <a:gradFill flip="none" rotWithShape="1">
              <a:gsLst>
                <a:gs pos="17000">
                  <a:schemeClr val="accent1">
                    <a:lumMod val="40000"/>
                    <a:lumOff val="60000"/>
                  </a:schemeClr>
                </a:gs>
                <a:gs pos="63000">
                  <a:schemeClr val="accent1"/>
                </a:gs>
              </a:gsLst>
              <a:path path="circle">
                <a:fillToRect l="100000" b="100000"/>
              </a:path>
              <a:tileRect t="-100000" r="-100000"/>
            </a:gradFill>
            <a:ln w="12700" cap="flat" cmpd="sng" algn="ctr">
              <a:noFill/>
              <a:prstDash val="solid"/>
              <a:miter lim="800000"/>
            </a:ln>
            <a:effectLst>
              <a:innerShdw blurRad="64008">
                <a:srgbClr val="FFFFFF"/>
              </a:innerShdw>
            </a:effectLst>
          </p:spPr>
          <p:txBody>
            <a:bodyPr lIns="51206" tIns="25603" rIns="51206" bIns="25603" rtlCol="0" anchor="ctr"/>
            <a:lstStyle/>
            <a:p>
              <a:pPr algn="ctr"/>
              <a:endParaRPr lang="zh-CN" altLang="en-US" sz="1345" kern="0" dirty="0">
                <a:solidFill>
                  <a:srgbClr val="FFFFFF"/>
                </a:solidFill>
                <a:latin typeface="+mj-ea"/>
                <a:ea typeface="+mj-ea"/>
                <a:cs typeface="思源宋体 CN Heavy" panose="02020900000000000000" pitchFamily="18" charset="-122"/>
              </a:endParaRPr>
            </a:p>
          </p:txBody>
        </p:sp>
        <p:cxnSp>
          <p:nvCxnSpPr>
            <p:cNvPr id="70" name="直接连接符 69"/>
            <p:cNvCxnSpPr/>
            <p:nvPr/>
          </p:nvCxnSpPr>
          <p:spPr>
            <a:xfrm rot="1137387" flipH="1">
              <a:off x="8737354" y="3891419"/>
              <a:ext cx="86455" cy="574709"/>
            </a:xfrm>
            <a:prstGeom prst="line">
              <a:avLst/>
            </a:prstGeom>
            <a:ln w="5334">
              <a:gradFill flip="none" rotWithShape="1">
                <a:gsLst>
                  <a:gs pos="0">
                    <a:schemeClr val="bg1"/>
                  </a:gs>
                  <a:gs pos="100000">
                    <a:schemeClr val="bg1">
                      <a:alpha val="0"/>
                    </a:schemeClr>
                  </a:gs>
                </a:gsLst>
                <a:lin ang="16200000" scaled="1"/>
                <a:tileRect/>
              </a:gradFill>
            </a:ln>
            <a:effectLst/>
          </p:spPr>
          <p:style>
            <a:lnRef idx="1">
              <a:schemeClr val="accent1"/>
            </a:lnRef>
            <a:fillRef idx="0">
              <a:schemeClr val="accent1"/>
            </a:fillRef>
            <a:effectRef idx="0">
              <a:schemeClr val="accent1"/>
            </a:effectRef>
            <a:fontRef idx="minor">
              <a:schemeClr val="tx1"/>
            </a:fontRef>
          </p:style>
        </p:cxnSp>
        <p:grpSp>
          <p:nvGrpSpPr>
            <p:cNvPr id="71" name="组合 70"/>
            <p:cNvGrpSpPr/>
            <p:nvPr/>
          </p:nvGrpSpPr>
          <p:grpSpPr>
            <a:xfrm>
              <a:off x="6344511" y="2067181"/>
              <a:ext cx="4683404" cy="2593348"/>
              <a:chOff x="4174624" y="2199547"/>
              <a:chExt cx="4683404" cy="2593348"/>
            </a:xfrm>
          </p:grpSpPr>
          <p:cxnSp>
            <p:nvCxnSpPr>
              <p:cNvPr id="72" name="直接连接符 71"/>
              <p:cNvCxnSpPr/>
              <p:nvPr/>
            </p:nvCxnSpPr>
            <p:spPr>
              <a:xfrm rot="936714" flipH="1">
                <a:off x="7711248" y="3142430"/>
                <a:ext cx="165150" cy="1097834"/>
              </a:xfrm>
              <a:prstGeom prst="line">
                <a:avLst/>
              </a:prstGeom>
              <a:ln w="5334">
                <a:gradFill flip="none" rotWithShape="1">
                  <a:gsLst>
                    <a:gs pos="0">
                      <a:schemeClr val="accent1"/>
                    </a:gs>
                    <a:gs pos="100000">
                      <a:schemeClr val="accent2">
                        <a:alpha val="0"/>
                      </a:schemeClr>
                    </a:gs>
                  </a:gsLst>
                  <a:lin ang="162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rot="936714" flipH="1">
                <a:off x="4174624" y="2199547"/>
                <a:ext cx="152978" cy="1016920"/>
              </a:xfrm>
              <a:prstGeom prst="line">
                <a:avLst/>
              </a:prstGeom>
              <a:ln w="7112">
                <a:gradFill flip="none" rotWithShape="1">
                  <a:gsLst>
                    <a:gs pos="0">
                      <a:schemeClr val="accent1"/>
                    </a:gs>
                    <a:gs pos="100000">
                      <a:schemeClr val="accent2">
                        <a:alpha val="0"/>
                      </a:schemeClr>
                    </a:gs>
                  </a:gsLst>
                  <a:lin ang="16200000" scaled="1"/>
                  <a:tileRect/>
                </a:gradFill>
                <a:prstDash val="sysDot"/>
              </a:ln>
              <a:effectLst/>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rot="936714" flipH="1">
                <a:off x="4881186" y="3090240"/>
                <a:ext cx="86455" cy="574709"/>
              </a:xfrm>
              <a:prstGeom prst="line">
                <a:avLst/>
              </a:prstGeom>
              <a:ln w="5334">
                <a:gradFill flip="none" rotWithShape="1">
                  <a:gsLst>
                    <a:gs pos="0">
                      <a:schemeClr val="bg1"/>
                    </a:gs>
                    <a:gs pos="100000">
                      <a:schemeClr val="bg1">
                        <a:alpha val="0"/>
                      </a:schemeClr>
                    </a:gs>
                  </a:gsLst>
                  <a:lin ang="162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rot="21399327" flipH="1">
                <a:off x="5716795" y="2312653"/>
                <a:ext cx="349288" cy="715145"/>
              </a:xfrm>
              <a:prstGeom prst="line">
                <a:avLst/>
              </a:prstGeom>
              <a:ln w="5334">
                <a:gradFill flip="none" rotWithShape="1">
                  <a:gsLst>
                    <a:gs pos="0">
                      <a:schemeClr val="accent1"/>
                    </a:gs>
                    <a:gs pos="100000">
                      <a:schemeClr val="accent2">
                        <a:alpha val="0"/>
                      </a:schemeClr>
                    </a:gs>
                  </a:gsLst>
                  <a:lin ang="162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rot="21399327" flipH="1">
                <a:off x="7906118" y="4076905"/>
                <a:ext cx="392160" cy="715990"/>
              </a:xfrm>
              <a:prstGeom prst="line">
                <a:avLst/>
              </a:prstGeom>
              <a:ln w="7112">
                <a:gradFill flip="none" rotWithShape="1">
                  <a:gsLst>
                    <a:gs pos="0">
                      <a:schemeClr val="accent1"/>
                    </a:gs>
                    <a:gs pos="100000">
                      <a:schemeClr val="accent2">
                        <a:alpha val="0"/>
                      </a:schemeClr>
                    </a:gs>
                  </a:gsLst>
                  <a:lin ang="16200000" scaled="1"/>
                  <a:tileRect/>
                </a:gradFill>
                <a:prstDash val="sysDot"/>
              </a:ln>
              <a:effectLst/>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rot="936714" flipH="1">
                <a:off x="8742662" y="3660540"/>
                <a:ext cx="115366" cy="766899"/>
              </a:xfrm>
              <a:prstGeom prst="line">
                <a:avLst/>
              </a:prstGeom>
              <a:ln w="7112">
                <a:gradFill flip="none" rotWithShape="1">
                  <a:gsLst>
                    <a:gs pos="0">
                      <a:schemeClr val="accent1"/>
                    </a:gs>
                    <a:gs pos="100000">
                      <a:schemeClr val="accent2">
                        <a:alpha val="0"/>
                      </a:schemeClr>
                    </a:gs>
                  </a:gsLst>
                  <a:lin ang="16200000" scaled="1"/>
                  <a:tileRect/>
                </a:gradFill>
                <a:prstDash val="sysDot"/>
              </a:ln>
              <a:effectLst/>
            </p:spPr>
            <p:style>
              <a:lnRef idx="1">
                <a:schemeClr val="accent1"/>
              </a:lnRef>
              <a:fillRef idx="0">
                <a:schemeClr val="accent1"/>
              </a:fillRef>
              <a:effectRef idx="0">
                <a:schemeClr val="accent1"/>
              </a:effectRef>
              <a:fontRef idx="minor">
                <a:schemeClr val="tx1"/>
              </a:fontRef>
            </p:style>
          </p:cxnSp>
        </p:grpSp>
      </p:grpSp>
      <p:grpSp>
        <p:nvGrpSpPr>
          <p:cNvPr id="3" name="组合 2"/>
          <p:cNvGrpSpPr/>
          <p:nvPr/>
        </p:nvGrpSpPr>
        <p:grpSpPr>
          <a:xfrm>
            <a:off x="304801" y="705393"/>
            <a:ext cx="5102086" cy="5829300"/>
            <a:chOff x="304801" y="705393"/>
            <a:chExt cx="5102086" cy="5829300"/>
          </a:xfrm>
        </p:grpSpPr>
        <p:sp>
          <p:nvSpPr>
            <p:cNvPr id="78" name="矩形: 圆角 77"/>
            <p:cNvSpPr/>
            <p:nvPr/>
          </p:nvSpPr>
          <p:spPr>
            <a:xfrm>
              <a:off x="304801" y="705393"/>
              <a:ext cx="5102086" cy="5829300"/>
            </a:xfrm>
            <a:prstGeom prst="roundRect">
              <a:avLst>
                <a:gd name="adj" fmla="val 782"/>
              </a:avLst>
            </a:prstGeom>
            <a:solidFill>
              <a:schemeClr val="bg1"/>
            </a:solidFill>
            <a:ln>
              <a:gradFill flip="none" rotWithShape="1">
                <a:gsLst>
                  <a:gs pos="0">
                    <a:schemeClr val="accent1"/>
                  </a:gs>
                  <a:gs pos="100000">
                    <a:schemeClr val="accent1">
                      <a:alpha val="0"/>
                    </a:schemeClr>
                  </a:gs>
                </a:gsLst>
                <a:lin ang="5400000" scaled="1"/>
                <a:tileRect/>
              </a:gradFill>
              <a:prstDash val="solid"/>
            </a:ln>
            <a:effectLst>
              <a:outerShdw blurRad="50800" dist="50800" dir="54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宋体 CN Heavy" panose="02020900000000000000" pitchFamily="18" charset="-122"/>
              </a:endParaRPr>
            </a:p>
          </p:txBody>
        </p:sp>
        <p:sp>
          <p:nvSpPr>
            <p:cNvPr id="31" name="矩形: 圆角 30"/>
            <p:cNvSpPr/>
            <p:nvPr/>
          </p:nvSpPr>
          <p:spPr>
            <a:xfrm>
              <a:off x="1080151" y="1277324"/>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导入（</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10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2" name="矩形: 圆角 31"/>
            <p:cNvSpPr/>
            <p:nvPr/>
          </p:nvSpPr>
          <p:spPr>
            <a:xfrm>
              <a:off x="1080151" y="2118852"/>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理论讲解（</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40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3" name="矩形: 圆角 32"/>
            <p:cNvSpPr/>
            <p:nvPr/>
          </p:nvSpPr>
          <p:spPr>
            <a:xfrm>
              <a:off x="1080151" y="3227073"/>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案例分析（</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40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4" name="矩形: 圆角 33"/>
            <p:cNvSpPr/>
            <p:nvPr/>
          </p:nvSpPr>
          <p:spPr>
            <a:xfrm>
              <a:off x="1080151" y="4335294"/>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实践操作（</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90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5" name="矩形: 圆角 34"/>
            <p:cNvSpPr/>
            <p:nvPr/>
          </p:nvSpPr>
          <p:spPr>
            <a:xfrm>
              <a:off x="1080151" y="5443515"/>
              <a:ext cx="2173324" cy="430796"/>
            </a:xfrm>
            <a:prstGeom prst="roundRect">
              <a:avLst>
                <a:gd name="adj" fmla="val 2000"/>
              </a:avLst>
            </a:prstGeom>
            <a:solidFill>
              <a:srgbClr val="F8F4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总结反馈（</a:t>
              </a:r>
              <a:r>
                <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20</a:t>
              </a: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分钟）</a:t>
              </a:r>
            </a:p>
          </p:txBody>
        </p:sp>
        <p:sp>
          <p:nvSpPr>
            <p:cNvPr id="38" name="文本框 37"/>
            <p:cNvSpPr txBox="1"/>
            <p:nvPr/>
          </p:nvSpPr>
          <p:spPr>
            <a:xfrm>
              <a:off x="1080151" y="1712459"/>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通过视频展示数控车床在现代制造业中的应用</a:t>
              </a:r>
              <a:endParaRPr lang="zh-CN" altLang="en-US" sz="1400" dirty="0">
                <a:cs typeface="思源宋体 CN Heavy" panose="02020900000000000000" pitchFamily="18" charset="-122"/>
              </a:endParaRPr>
            </a:p>
          </p:txBody>
        </p:sp>
        <p:grpSp>
          <p:nvGrpSpPr>
            <p:cNvPr id="190" name="组合 189"/>
            <p:cNvGrpSpPr/>
            <p:nvPr/>
          </p:nvGrpSpPr>
          <p:grpSpPr>
            <a:xfrm>
              <a:off x="1080151" y="2553987"/>
              <a:ext cx="3711272" cy="574470"/>
              <a:chOff x="876951" y="2490487"/>
              <a:chExt cx="3711272" cy="574470"/>
            </a:xfrm>
          </p:grpSpPr>
          <p:sp>
            <p:nvSpPr>
              <p:cNvPr id="39" name="文本框 38"/>
              <p:cNvSpPr txBox="1"/>
              <p:nvPr/>
            </p:nvSpPr>
            <p:spPr>
              <a:xfrm>
                <a:off x="876951" y="2757180"/>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通过实例演示如何根据零件图纸编写加工程序</a:t>
                </a:r>
              </a:p>
            </p:txBody>
          </p:sp>
          <p:sp>
            <p:nvSpPr>
              <p:cNvPr id="43" name="文本框 42"/>
              <p:cNvSpPr txBox="1"/>
              <p:nvPr/>
            </p:nvSpPr>
            <p:spPr>
              <a:xfrm>
                <a:off x="876951" y="2490487"/>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讲解数控车床的基本操作步骤和编程基础知识</a:t>
                </a:r>
                <a:endParaRPr lang="zh-CN" altLang="en-US" sz="1400" dirty="0">
                  <a:cs typeface="思源宋体 CN Heavy" panose="02020900000000000000" pitchFamily="18" charset="-122"/>
                </a:endParaRPr>
              </a:p>
            </p:txBody>
          </p:sp>
        </p:grpSp>
        <p:grpSp>
          <p:nvGrpSpPr>
            <p:cNvPr id="191" name="组合 190"/>
            <p:cNvGrpSpPr/>
            <p:nvPr/>
          </p:nvGrpSpPr>
          <p:grpSpPr>
            <a:xfrm>
              <a:off x="1080151" y="3662208"/>
              <a:ext cx="3711272" cy="574470"/>
              <a:chOff x="876951" y="3611408"/>
              <a:chExt cx="3711272" cy="574470"/>
            </a:xfrm>
          </p:grpSpPr>
          <p:sp>
            <p:nvSpPr>
              <p:cNvPr id="40" name="文本框 39"/>
              <p:cNvSpPr txBox="1"/>
              <p:nvPr/>
            </p:nvSpPr>
            <p:spPr>
              <a:xfrm>
                <a:off x="876951" y="3611408"/>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提供典型零件图纸，让学生分组讨论加工工艺</a:t>
                </a:r>
                <a:endParaRPr lang="zh-CN" altLang="en-US" sz="1400" dirty="0">
                  <a:cs typeface="思源宋体 CN Heavy" panose="02020900000000000000" pitchFamily="18" charset="-122"/>
                </a:endParaRPr>
              </a:p>
            </p:txBody>
          </p:sp>
          <p:sp>
            <p:nvSpPr>
              <p:cNvPr id="44" name="文本框 43"/>
              <p:cNvSpPr txBox="1"/>
              <p:nvPr/>
            </p:nvSpPr>
            <p:spPr>
              <a:xfrm>
                <a:off x="876951" y="3878101"/>
                <a:ext cx="371127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每组选出代表进行讲解，教师进行点评和补充</a:t>
                </a:r>
              </a:p>
            </p:txBody>
          </p:sp>
        </p:grpSp>
        <p:grpSp>
          <p:nvGrpSpPr>
            <p:cNvPr id="192" name="组合 191"/>
            <p:cNvGrpSpPr/>
            <p:nvPr/>
          </p:nvGrpSpPr>
          <p:grpSpPr>
            <a:xfrm>
              <a:off x="1080151" y="4770429"/>
              <a:ext cx="3534942" cy="574470"/>
              <a:chOff x="876951" y="4732329"/>
              <a:chExt cx="3534942" cy="574470"/>
            </a:xfrm>
          </p:grpSpPr>
          <p:sp>
            <p:nvSpPr>
              <p:cNvPr id="41" name="文本框 40"/>
              <p:cNvSpPr txBox="1"/>
              <p:nvPr/>
            </p:nvSpPr>
            <p:spPr>
              <a:xfrm>
                <a:off x="876951" y="4732329"/>
                <a:ext cx="353494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指导学生编写程序在数控车床进行实际加工</a:t>
                </a:r>
                <a:endParaRPr lang="zh-CN" altLang="en-US" sz="1400" dirty="0">
                  <a:cs typeface="思源宋体 CN Heavy" panose="02020900000000000000" pitchFamily="18" charset="-122"/>
                </a:endParaRPr>
              </a:p>
            </p:txBody>
          </p:sp>
          <p:sp>
            <p:nvSpPr>
              <p:cNvPr id="45" name="文本框 44"/>
              <p:cNvSpPr txBox="1"/>
              <p:nvPr/>
            </p:nvSpPr>
            <p:spPr>
              <a:xfrm>
                <a:off x="876951" y="4999022"/>
                <a:ext cx="335861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教师巡回指导，及时纠正学生的错误操作</a:t>
                </a:r>
                <a:endParaRPr lang="zh-CN" altLang="en-US" sz="1400" dirty="0">
                  <a:cs typeface="思源宋体 CN Heavy" panose="02020900000000000000" pitchFamily="18" charset="-122"/>
                </a:endParaRPr>
              </a:p>
            </p:txBody>
          </p:sp>
        </p:grpSp>
        <p:grpSp>
          <p:nvGrpSpPr>
            <p:cNvPr id="193" name="组合 192"/>
            <p:cNvGrpSpPr/>
            <p:nvPr/>
          </p:nvGrpSpPr>
          <p:grpSpPr>
            <a:xfrm>
              <a:off x="1080151" y="5878650"/>
              <a:ext cx="3887603" cy="574466"/>
              <a:chOff x="876951" y="5853250"/>
              <a:chExt cx="3887603" cy="574466"/>
            </a:xfrm>
          </p:grpSpPr>
          <p:sp>
            <p:nvSpPr>
              <p:cNvPr id="42" name="文本框 41"/>
              <p:cNvSpPr txBox="1"/>
              <p:nvPr/>
            </p:nvSpPr>
            <p:spPr>
              <a:xfrm>
                <a:off x="876951" y="6119939"/>
                <a:ext cx="3887603"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收集学生的反馈意见，为后续教学改进提供参考</a:t>
                </a:r>
                <a:endParaRPr lang="zh-CN" altLang="en-US" sz="1400" dirty="0">
                  <a:cs typeface="思源宋体 CN Heavy" panose="02020900000000000000" pitchFamily="18" charset="-122"/>
                </a:endParaRPr>
              </a:p>
            </p:txBody>
          </p:sp>
          <p:sp>
            <p:nvSpPr>
              <p:cNvPr id="46" name="文本框 45"/>
              <p:cNvSpPr txBox="1"/>
              <p:nvPr/>
            </p:nvSpPr>
            <p:spPr>
              <a:xfrm>
                <a:off x="876951" y="5853250"/>
                <a:ext cx="3534942" cy="307777"/>
              </a:xfrm>
              <a:prstGeom prst="rect">
                <a:avLst/>
              </a:prstGeom>
              <a:noFill/>
            </p:spPr>
            <p:txBody>
              <a:bodyPr wrap="none">
                <a:spAutoFit/>
              </a:bodyPr>
              <a:lstStyle/>
              <a:p>
                <a:r>
                  <a:rPr lang="zh-CN" altLang="en-US" sz="1400" b="0" i="0" dirty="0">
                    <a:solidFill>
                      <a:srgbClr val="060607"/>
                    </a:solidFill>
                    <a:effectLst/>
                    <a:latin typeface="思源宋体 CN Heavy" panose="02020900000000000000" pitchFamily="18" charset="-122"/>
                    <a:cs typeface="思源宋体 CN Heavy" panose="02020900000000000000" pitchFamily="18" charset="-122"/>
                  </a:rPr>
                  <a:t>总结本节课的重点内容，强调安全操作规范</a:t>
                </a:r>
                <a:endParaRPr lang="zh-CN" altLang="en-US" sz="1400" dirty="0">
                  <a:cs typeface="思源宋体 CN Heavy" panose="02020900000000000000" pitchFamily="18" charset="-122"/>
                </a:endParaRPr>
              </a:p>
            </p:txBody>
          </p:sp>
        </p:grpSp>
        <p:grpSp>
          <p:nvGrpSpPr>
            <p:cNvPr id="2" name="组合 1"/>
            <p:cNvGrpSpPr/>
            <p:nvPr/>
          </p:nvGrpSpPr>
          <p:grpSpPr>
            <a:xfrm>
              <a:off x="627080" y="1416522"/>
              <a:ext cx="152400" cy="4932025"/>
              <a:chOff x="627080" y="1416522"/>
              <a:chExt cx="152400" cy="4932025"/>
            </a:xfrm>
          </p:grpSpPr>
          <p:cxnSp>
            <p:nvCxnSpPr>
              <p:cNvPr id="60" name="直接连接符 59"/>
              <p:cNvCxnSpPr/>
              <p:nvPr/>
            </p:nvCxnSpPr>
            <p:spPr>
              <a:xfrm flipV="1">
                <a:off x="703280" y="1613571"/>
                <a:ext cx="0" cy="4734976"/>
              </a:xfrm>
              <a:prstGeom prst="line">
                <a:avLst/>
              </a:prstGeom>
              <a:ln w="127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1" name="椭圆 60"/>
              <p:cNvSpPr/>
              <p:nvPr/>
            </p:nvSpPr>
            <p:spPr>
              <a:xfrm>
                <a:off x="627080" y="1416522"/>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2" name="椭圆 61"/>
              <p:cNvSpPr/>
              <p:nvPr/>
            </p:nvSpPr>
            <p:spPr>
              <a:xfrm>
                <a:off x="627080" y="2194550"/>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3" name="椭圆 62"/>
              <p:cNvSpPr/>
              <p:nvPr/>
            </p:nvSpPr>
            <p:spPr>
              <a:xfrm>
                <a:off x="627080" y="3315471"/>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4" name="椭圆 63"/>
              <p:cNvSpPr/>
              <p:nvPr/>
            </p:nvSpPr>
            <p:spPr>
              <a:xfrm>
                <a:off x="627080" y="4436392"/>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6" name="椭圆 65"/>
              <p:cNvSpPr/>
              <p:nvPr/>
            </p:nvSpPr>
            <p:spPr>
              <a:xfrm>
                <a:off x="627080" y="5557313"/>
                <a:ext cx="152400" cy="152400"/>
              </a:xfrm>
              <a:prstGeom prst="ellipse">
                <a:avLst/>
              </a:prstGeom>
              <a:ln w="25400">
                <a:solidFill>
                  <a:schemeClr val="bg1"/>
                </a:solidFill>
              </a:ln>
              <a:effectLst>
                <a:outerShdw blurRad="101600" dist="635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79" name="任意多边形: 形状 78"/>
            <p:cNvSpPr/>
            <p:nvPr/>
          </p:nvSpPr>
          <p:spPr>
            <a:xfrm>
              <a:off x="1859895" y="705393"/>
              <a:ext cx="2045286" cy="456756"/>
            </a:xfrm>
            <a:custGeom>
              <a:avLst/>
              <a:gdLst>
                <a:gd name="connsiteX0" fmla="*/ 0 w 2045286"/>
                <a:gd name="connsiteY0" fmla="*/ 0 h 456756"/>
                <a:gd name="connsiteX1" fmla="*/ 2045286 w 2045286"/>
                <a:gd name="connsiteY1" fmla="*/ 0 h 456756"/>
                <a:gd name="connsiteX2" fmla="*/ 1811447 w 2045286"/>
                <a:gd name="connsiteY2" fmla="*/ 233839 h 456756"/>
                <a:gd name="connsiteX3" fmla="*/ 1811447 w 2045286"/>
                <a:gd name="connsiteY3" fmla="*/ 273330 h 456756"/>
                <a:gd name="connsiteX4" fmla="*/ 1810806 w 2045286"/>
                <a:gd name="connsiteY4" fmla="*/ 273330 h 456756"/>
                <a:gd name="connsiteX5" fmla="*/ 1810806 w 2045286"/>
                <a:gd name="connsiteY5" fmla="*/ 355765 h 456756"/>
                <a:gd name="connsiteX6" fmla="*/ 1709815 w 2045286"/>
                <a:gd name="connsiteY6" fmla="*/ 456756 h 456756"/>
                <a:gd name="connsiteX7" fmla="*/ 335546 w 2045286"/>
                <a:gd name="connsiteY7" fmla="*/ 456756 h 456756"/>
                <a:gd name="connsiteX8" fmla="*/ 234555 w 2045286"/>
                <a:gd name="connsiteY8" fmla="*/ 355765 h 456756"/>
                <a:gd name="connsiteX9" fmla="*/ 234555 w 2045286"/>
                <a:gd name="connsiteY9" fmla="*/ 273330 h 456756"/>
                <a:gd name="connsiteX10" fmla="*/ 233839 w 2045286"/>
                <a:gd name="connsiteY10" fmla="*/ 273330 h 456756"/>
                <a:gd name="connsiteX11" fmla="*/ 233839 w 2045286"/>
                <a:gd name="connsiteY11" fmla="*/ 233839 h 456756"/>
                <a:gd name="connsiteX12" fmla="*/ 0 w 2045286"/>
                <a:gd name="connsiteY12" fmla="*/ 0 h 45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5286" h="456756">
                  <a:moveTo>
                    <a:pt x="0" y="0"/>
                  </a:moveTo>
                  <a:lnTo>
                    <a:pt x="2045286" y="0"/>
                  </a:lnTo>
                  <a:cubicBezTo>
                    <a:pt x="1916140" y="0"/>
                    <a:pt x="1811447" y="104693"/>
                    <a:pt x="1811447" y="233839"/>
                  </a:cubicBezTo>
                  <a:lnTo>
                    <a:pt x="1811447" y="273330"/>
                  </a:lnTo>
                  <a:lnTo>
                    <a:pt x="1810806" y="273330"/>
                  </a:lnTo>
                  <a:lnTo>
                    <a:pt x="1810806" y="355765"/>
                  </a:lnTo>
                  <a:cubicBezTo>
                    <a:pt x="1810806" y="411541"/>
                    <a:pt x="1765591" y="456756"/>
                    <a:pt x="1709815" y="456756"/>
                  </a:cubicBezTo>
                  <a:lnTo>
                    <a:pt x="335546" y="456756"/>
                  </a:lnTo>
                  <a:cubicBezTo>
                    <a:pt x="279770" y="456756"/>
                    <a:pt x="234555" y="411541"/>
                    <a:pt x="234555" y="355765"/>
                  </a:cubicBezTo>
                  <a:lnTo>
                    <a:pt x="234555" y="273330"/>
                  </a:lnTo>
                  <a:lnTo>
                    <a:pt x="233839" y="273330"/>
                  </a:lnTo>
                  <a:lnTo>
                    <a:pt x="233839" y="233839"/>
                  </a:lnTo>
                  <a:cubicBezTo>
                    <a:pt x="233839" y="104693"/>
                    <a:pt x="129146" y="0"/>
                    <a:pt x="0" y="0"/>
                  </a:cubicBezTo>
                  <a:close/>
                </a:path>
              </a:pathLst>
            </a:custGeom>
            <a:gradFill flip="none" rotWithShape="1">
              <a:gsLst>
                <a:gs pos="0">
                  <a:schemeClr val="accent1"/>
                </a:gs>
                <a:gs pos="92000">
                  <a:schemeClr val="accent1">
                    <a:lumMod val="75000"/>
                  </a:schemeClr>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latin typeface="+mj-ea"/>
                <a:ea typeface="+mj-ea"/>
                <a:cs typeface="思源宋体 CN Heavy" panose="02020900000000000000" pitchFamily="18" charset="-122"/>
              </a:endParaRPr>
            </a:p>
          </p:txBody>
        </p:sp>
        <p:sp>
          <p:nvSpPr>
            <p:cNvPr id="80" name="文本框 79"/>
            <p:cNvSpPr txBox="1"/>
            <p:nvPr/>
          </p:nvSpPr>
          <p:spPr>
            <a:xfrm>
              <a:off x="2286862" y="751075"/>
              <a:ext cx="1191352" cy="400110"/>
            </a:xfrm>
            <a:prstGeom prst="rect">
              <a:avLst/>
            </a:prstGeom>
            <a:noFill/>
          </p:spPr>
          <p:txBody>
            <a:bodyPr wrap="none" rtlCol="0">
              <a:spAutoFit/>
            </a:bodyPr>
            <a:lstStyle/>
            <a:p>
              <a:pPr algn="ctr"/>
              <a:r>
                <a:rPr lang="zh-CN" altLang="en-US" sz="2000" dirty="0">
                  <a:solidFill>
                    <a:srgbClr val="FFFFFF"/>
                  </a:solidFill>
                  <a:latin typeface="+mj-ea"/>
                  <a:ea typeface="+mj-ea"/>
                  <a:cs typeface="思源宋体 CN Heavy" panose="02020900000000000000" pitchFamily="18" charset="-122"/>
                </a:rPr>
                <a:t>教学过程</a:t>
              </a:r>
            </a:p>
          </p:txBody>
        </p:sp>
      </p:grpSp>
      <p:grpSp>
        <p:nvGrpSpPr>
          <p:cNvPr id="6" name="组合 5"/>
          <p:cNvGrpSpPr/>
          <p:nvPr/>
        </p:nvGrpSpPr>
        <p:grpSpPr>
          <a:xfrm>
            <a:off x="5569309" y="3975826"/>
            <a:ext cx="6375041" cy="2539274"/>
            <a:chOff x="5569309" y="3975826"/>
            <a:chExt cx="6375041" cy="2539274"/>
          </a:xfrm>
        </p:grpSpPr>
        <p:grpSp>
          <p:nvGrpSpPr>
            <p:cNvPr id="5" name="组合 4"/>
            <p:cNvGrpSpPr/>
            <p:nvPr/>
          </p:nvGrpSpPr>
          <p:grpSpPr>
            <a:xfrm>
              <a:off x="5569311" y="3975826"/>
              <a:ext cx="6317889" cy="1007422"/>
              <a:chOff x="5569311" y="3975826"/>
              <a:chExt cx="6317889" cy="1007422"/>
            </a:xfrm>
          </p:grpSpPr>
          <p:pic>
            <p:nvPicPr>
              <p:cNvPr id="125" name="图片 124"/>
              <p:cNvPicPr/>
              <p:nvPr/>
            </p:nvPicPr>
            <p:blipFill>
              <a:blip r:embed="rId14" cstate="print">
                <a:extLst>
                  <a:ext uri="{28A0092B-C50C-407E-A947-70E740481C1C}">
                    <a14:useLocalDpi xmlns:a14="http://schemas.microsoft.com/office/drawing/2010/main" val="0"/>
                  </a:ext>
                </a:extLst>
              </a:blip>
              <a:stretch>
                <a:fillRect/>
              </a:stretch>
            </p:blipFill>
            <p:spPr>
              <a:xfrm>
                <a:off x="8773815" y="3975826"/>
                <a:ext cx="1511133" cy="1007422"/>
              </a:xfrm>
              <a:prstGeom prst="roundRect">
                <a:avLst>
                  <a:gd name="adj" fmla="val 4000"/>
                </a:avLst>
              </a:prstGeom>
              <a:ln>
                <a:solidFill>
                  <a:schemeClr val="accent1"/>
                </a:solidFill>
              </a:ln>
            </p:spPr>
          </p:pic>
          <p:pic>
            <p:nvPicPr>
              <p:cNvPr id="126" name="图片 125"/>
              <p:cNvPicPr/>
              <p:nvPr/>
            </p:nvPicPr>
            <p:blipFill>
              <a:blip r:embed="rId15" cstate="print">
                <a:extLst>
                  <a:ext uri="{28A0092B-C50C-407E-A947-70E740481C1C}">
                    <a14:useLocalDpi xmlns:a14="http://schemas.microsoft.com/office/drawing/2010/main" val="0"/>
                  </a:ext>
                </a:extLst>
              </a:blip>
              <a:stretch>
                <a:fillRect/>
              </a:stretch>
            </p:blipFill>
            <p:spPr>
              <a:xfrm>
                <a:off x="7171563" y="3975826"/>
                <a:ext cx="1511133" cy="1007422"/>
              </a:xfrm>
              <a:prstGeom prst="roundRect">
                <a:avLst>
                  <a:gd name="adj" fmla="val 4000"/>
                </a:avLst>
              </a:prstGeom>
              <a:ln>
                <a:solidFill>
                  <a:schemeClr val="accent1"/>
                </a:solidFill>
              </a:ln>
            </p:spPr>
          </p:pic>
          <p:pic>
            <p:nvPicPr>
              <p:cNvPr id="127" name="图片 126"/>
              <p:cNvPicPr/>
              <p:nvPr/>
            </p:nvPicPr>
            <p:blipFill>
              <a:blip r:embed="rId16" cstate="print">
                <a:extLst>
                  <a:ext uri="{BEBA8EAE-BF5A-486C-A8C5-ECC9F3942E4B}">
                    <a14:imgProps xmlns:a14="http://schemas.microsoft.com/office/drawing/2010/main">
                      <a14:imgLayer r:embed="rId17">
                        <a14:imgEffect>
                          <a14:artisticBlur/>
                        </a14:imgEffect>
                      </a14:imgLayer>
                    </a14:imgProps>
                  </a:ext>
                  <a:ext uri="{28A0092B-C50C-407E-A947-70E740481C1C}">
                    <a14:useLocalDpi xmlns:a14="http://schemas.microsoft.com/office/drawing/2010/main" val="0"/>
                  </a:ext>
                </a:extLst>
              </a:blip>
              <a:stretch>
                <a:fillRect/>
              </a:stretch>
            </p:blipFill>
            <p:spPr>
              <a:xfrm>
                <a:off x="5569311" y="3975826"/>
                <a:ext cx="1511133" cy="1007422"/>
              </a:xfrm>
              <a:prstGeom prst="roundRect">
                <a:avLst>
                  <a:gd name="adj" fmla="val 4000"/>
                </a:avLst>
              </a:prstGeom>
              <a:ln>
                <a:solidFill>
                  <a:schemeClr val="accent1"/>
                </a:solidFill>
              </a:ln>
            </p:spPr>
          </p:pic>
          <p:pic>
            <p:nvPicPr>
              <p:cNvPr id="128" name="图片 127"/>
              <p:cNvPicPr/>
              <p:nvPr/>
            </p:nvPicPr>
            <p:blipFill>
              <a:blip r:embed="rId18" cstate="print">
                <a:extLst>
                  <a:ext uri="{BEBA8EAE-BF5A-486C-A8C5-ECC9F3942E4B}">
                    <a14:imgProps xmlns:a14="http://schemas.microsoft.com/office/drawing/2010/main">
                      <a14:imgLayer r:embed="rId19">
                        <a14:imgEffect>
                          <a14:artisticBlur/>
                        </a14:imgEffect>
                      </a14:imgLayer>
                    </a14:imgProps>
                  </a:ext>
                  <a:ext uri="{28A0092B-C50C-407E-A947-70E740481C1C}">
                    <a14:useLocalDpi xmlns:a14="http://schemas.microsoft.com/office/drawing/2010/main" val="0"/>
                  </a:ext>
                </a:extLst>
              </a:blip>
              <a:stretch>
                <a:fillRect/>
              </a:stretch>
            </p:blipFill>
            <p:spPr>
              <a:xfrm>
                <a:off x="10376067" y="3975826"/>
                <a:ext cx="1511133" cy="1007422"/>
              </a:xfrm>
              <a:prstGeom prst="roundRect">
                <a:avLst>
                  <a:gd name="adj" fmla="val 4000"/>
                </a:avLst>
              </a:prstGeom>
              <a:ln>
                <a:solidFill>
                  <a:schemeClr val="accent1"/>
                </a:solidFill>
              </a:ln>
            </p:spPr>
          </p:pic>
        </p:grpSp>
        <p:grpSp>
          <p:nvGrpSpPr>
            <p:cNvPr id="4" name="组合 3"/>
            <p:cNvGrpSpPr/>
            <p:nvPr/>
          </p:nvGrpSpPr>
          <p:grpSpPr>
            <a:xfrm>
              <a:off x="5569309" y="5067301"/>
              <a:ext cx="6375041" cy="1447799"/>
              <a:chOff x="5569309" y="5067301"/>
              <a:chExt cx="6375041" cy="1447799"/>
            </a:xfrm>
          </p:grpSpPr>
          <p:sp>
            <p:nvSpPr>
              <p:cNvPr id="130" name="米菲PPT41"/>
              <p:cNvSpPr/>
              <p:nvPr/>
            </p:nvSpPr>
            <p:spPr>
              <a:xfrm>
                <a:off x="5569310" y="5067301"/>
                <a:ext cx="6317889" cy="418096"/>
              </a:xfrm>
              <a:prstGeom prst="rect">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r>
                  <a:rPr lang="zh-CN" altLang="en-US" sz="2000" dirty="0">
                    <a:solidFill>
                      <a:srgbClr val="FFFFFF"/>
                    </a:solidFill>
                    <a:latin typeface="+mj-ea"/>
                    <a:ea typeface="+mj-ea"/>
                    <a:cs typeface="思源宋体 CN Heavy" panose="02020900000000000000" pitchFamily="18" charset="-122"/>
                  </a:rPr>
                  <a:t>教学目标</a:t>
                </a:r>
              </a:p>
            </p:txBody>
          </p:sp>
          <p:sp>
            <p:nvSpPr>
              <p:cNvPr id="129" name="米菲PPT7"/>
              <p:cNvSpPr/>
              <p:nvPr/>
            </p:nvSpPr>
            <p:spPr>
              <a:xfrm>
                <a:off x="5674085" y="5756701"/>
                <a:ext cx="3336565" cy="745818"/>
              </a:xfrm>
              <a:prstGeom prst="rect">
                <a:avLst/>
              </a:prstGeom>
              <a:gradFill>
                <a:gsLst>
                  <a:gs pos="100000">
                    <a:schemeClr val="accent1">
                      <a:lumMod val="5000"/>
                      <a:lumOff val="95000"/>
                    </a:schemeClr>
                  </a:gs>
                  <a:gs pos="1000">
                    <a:schemeClr val="bg1"/>
                  </a:gs>
                </a:gsLst>
                <a:lin ang="19800000" scaled="0"/>
              </a:gradFill>
              <a:ln w="63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chemeClr val="accent1"/>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131" name="米菲PPT42"/>
              <p:cNvSpPr/>
              <p:nvPr/>
            </p:nvSpPr>
            <p:spPr>
              <a:xfrm>
                <a:off x="5569309" y="5756701"/>
                <a:ext cx="683853" cy="745818"/>
              </a:xfrm>
              <a:prstGeom prst="rect">
                <a:avLst/>
              </a:prstGeom>
              <a:solidFill>
                <a:schemeClr val="accent1"/>
              </a:solidFill>
              <a:ln w="6350">
                <a:noFill/>
                <a:prstDash val="sysDash"/>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r>
                  <a:rPr lang="zh-CN" altLang="en-US" b="1" i="0" dirty="0">
                    <a:solidFill>
                      <a:schemeClr val="bg1"/>
                    </a:solidFill>
                    <a:effectLst/>
                    <a:latin typeface="+mj-ea"/>
                    <a:ea typeface="+mj-ea"/>
                    <a:cs typeface="思源宋体 CN Heavy" panose="02020900000000000000" pitchFamily="18" charset="-122"/>
                  </a:rPr>
                  <a:t>知识目标</a:t>
                </a:r>
                <a:endParaRPr lang="zh-CN" altLang="en-US" dirty="0">
                  <a:solidFill>
                    <a:schemeClr val="bg1"/>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grpSp>
            <p:nvGrpSpPr>
              <p:cNvPr id="179" name="组合 178"/>
              <p:cNvGrpSpPr/>
              <p:nvPr/>
            </p:nvGrpSpPr>
            <p:grpSpPr>
              <a:xfrm>
                <a:off x="6296210" y="5551168"/>
                <a:ext cx="4864088" cy="138249"/>
                <a:chOff x="6429890" y="5570220"/>
                <a:chExt cx="4864088" cy="138249"/>
              </a:xfrm>
            </p:grpSpPr>
            <p:grpSp>
              <p:nvGrpSpPr>
                <p:cNvPr id="132" name="米菲PPT44"/>
                <p:cNvGrpSpPr/>
                <p:nvPr/>
              </p:nvGrpSpPr>
              <p:grpSpPr>
                <a:xfrm rot="10800000">
                  <a:off x="6429890" y="5570220"/>
                  <a:ext cx="153339" cy="138249"/>
                  <a:chOff x="2789387" y="5853593"/>
                  <a:chExt cx="261321" cy="235604"/>
                </a:xfrm>
              </p:grpSpPr>
              <p:grpSp>
                <p:nvGrpSpPr>
                  <p:cNvPr id="133" name="组合 132"/>
                  <p:cNvGrpSpPr/>
                  <p:nvPr/>
                </p:nvGrpSpPr>
                <p:grpSpPr>
                  <a:xfrm rot="16200000" flipV="1">
                    <a:off x="2858398" y="5784582"/>
                    <a:ext cx="123299" cy="261321"/>
                    <a:chOff x="9665361" y="-2713471"/>
                    <a:chExt cx="988647" cy="1036411"/>
                  </a:xfrm>
                </p:grpSpPr>
                <p:cxnSp>
                  <p:nvCxnSpPr>
                    <p:cNvPr id="137" name="米菲PPT44-1"/>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38" name="米菲PPT44-2"/>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34" name="组合 133"/>
                  <p:cNvGrpSpPr/>
                  <p:nvPr/>
                </p:nvGrpSpPr>
                <p:grpSpPr>
                  <a:xfrm rot="16200000" flipV="1">
                    <a:off x="2884206" y="5962239"/>
                    <a:ext cx="81399" cy="172517"/>
                    <a:chOff x="9665361" y="-2713471"/>
                    <a:chExt cx="988647" cy="1036411"/>
                  </a:xfrm>
                </p:grpSpPr>
                <p:cxnSp>
                  <p:nvCxnSpPr>
                    <p:cNvPr id="135" name="米菲PPT44-3"/>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36" name="米菲PPT44-4"/>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165" name="米菲PPT44"/>
                <p:cNvGrpSpPr/>
                <p:nvPr/>
              </p:nvGrpSpPr>
              <p:grpSpPr>
                <a:xfrm rot="10800000">
                  <a:off x="8785265" y="5570220"/>
                  <a:ext cx="153339" cy="138249"/>
                  <a:chOff x="2789387" y="5853593"/>
                  <a:chExt cx="261321" cy="235604"/>
                </a:xfrm>
              </p:grpSpPr>
              <p:grpSp>
                <p:nvGrpSpPr>
                  <p:cNvPr id="166" name="组合 165"/>
                  <p:cNvGrpSpPr/>
                  <p:nvPr/>
                </p:nvGrpSpPr>
                <p:grpSpPr>
                  <a:xfrm rot="16200000" flipV="1">
                    <a:off x="2858398" y="5784582"/>
                    <a:ext cx="123299" cy="261321"/>
                    <a:chOff x="9665361" y="-2713471"/>
                    <a:chExt cx="988647" cy="1036411"/>
                  </a:xfrm>
                </p:grpSpPr>
                <p:cxnSp>
                  <p:nvCxnSpPr>
                    <p:cNvPr id="170" name="米菲PPT44-1"/>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1" name="米菲PPT44-2"/>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67" name="组合 166"/>
                  <p:cNvGrpSpPr/>
                  <p:nvPr/>
                </p:nvGrpSpPr>
                <p:grpSpPr>
                  <a:xfrm rot="16200000" flipV="1">
                    <a:off x="2884206" y="5962239"/>
                    <a:ext cx="81399" cy="172517"/>
                    <a:chOff x="9665361" y="-2713471"/>
                    <a:chExt cx="988647" cy="1036411"/>
                  </a:xfrm>
                </p:grpSpPr>
                <p:cxnSp>
                  <p:nvCxnSpPr>
                    <p:cNvPr id="168" name="米菲PPT44-3"/>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69" name="米菲PPT44-4"/>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172" name="米菲PPT44"/>
                <p:cNvGrpSpPr/>
                <p:nvPr/>
              </p:nvGrpSpPr>
              <p:grpSpPr>
                <a:xfrm rot="10800000">
                  <a:off x="11140639" y="5570220"/>
                  <a:ext cx="153339" cy="138249"/>
                  <a:chOff x="2789387" y="5853593"/>
                  <a:chExt cx="261321" cy="235604"/>
                </a:xfrm>
              </p:grpSpPr>
              <p:grpSp>
                <p:nvGrpSpPr>
                  <p:cNvPr id="173" name="组合 172"/>
                  <p:cNvGrpSpPr/>
                  <p:nvPr/>
                </p:nvGrpSpPr>
                <p:grpSpPr>
                  <a:xfrm rot="16200000" flipV="1">
                    <a:off x="2858398" y="5784582"/>
                    <a:ext cx="123299" cy="261321"/>
                    <a:chOff x="9665361" y="-2713471"/>
                    <a:chExt cx="988647" cy="1036411"/>
                  </a:xfrm>
                </p:grpSpPr>
                <p:cxnSp>
                  <p:nvCxnSpPr>
                    <p:cNvPr id="177" name="米菲PPT44-1"/>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8" name="米菲PPT44-2"/>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74" name="组合 173"/>
                  <p:cNvGrpSpPr/>
                  <p:nvPr/>
                </p:nvGrpSpPr>
                <p:grpSpPr>
                  <a:xfrm rot="16200000" flipV="1">
                    <a:off x="2884206" y="5962239"/>
                    <a:ext cx="81399" cy="172517"/>
                    <a:chOff x="9665361" y="-2713471"/>
                    <a:chExt cx="988647" cy="1036411"/>
                  </a:xfrm>
                </p:grpSpPr>
                <p:cxnSp>
                  <p:nvCxnSpPr>
                    <p:cNvPr id="175" name="米菲PPT44-3"/>
                    <p:cNvCxnSpPr/>
                    <p:nvPr/>
                  </p:nvCxnSpPr>
                  <p:spPr>
                    <a:xfrm>
                      <a:off x="9665361" y="-2713471"/>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76" name="米菲PPT44-4"/>
                    <p:cNvCxnSpPr/>
                    <p:nvPr/>
                  </p:nvCxnSpPr>
                  <p:spPr>
                    <a:xfrm flipV="1">
                      <a:off x="9665361" y="-2171133"/>
                      <a:ext cx="988647" cy="494073"/>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sp>
            <p:nvSpPr>
              <p:cNvPr id="182" name="米菲PPT7"/>
              <p:cNvSpPr/>
              <p:nvPr/>
            </p:nvSpPr>
            <p:spPr>
              <a:xfrm>
                <a:off x="9250723" y="5756701"/>
                <a:ext cx="2636478" cy="745818"/>
              </a:xfrm>
              <a:prstGeom prst="rect">
                <a:avLst/>
              </a:prstGeom>
              <a:gradFill>
                <a:gsLst>
                  <a:gs pos="100000">
                    <a:schemeClr val="accent1">
                      <a:lumMod val="5000"/>
                      <a:lumOff val="95000"/>
                    </a:schemeClr>
                  </a:gs>
                  <a:gs pos="1000">
                    <a:schemeClr val="bg1"/>
                  </a:gs>
                </a:gsLst>
                <a:lin ang="19800000" scaled="0"/>
              </a:gradFill>
              <a:ln w="63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chemeClr val="accent1"/>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183" name="米菲PPT42"/>
              <p:cNvSpPr/>
              <p:nvPr/>
            </p:nvSpPr>
            <p:spPr>
              <a:xfrm>
                <a:off x="9145947" y="5756701"/>
                <a:ext cx="683853" cy="745818"/>
              </a:xfrm>
              <a:prstGeom prst="rect">
                <a:avLst/>
              </a:prstGeom>
              <a:solidFill>
                <a:schemeClr val="accent1"/>
              </a:solidFill>
              <a:ln w="6350">
                <a:noFill/>
                <a:prstDash val="sysDash"/>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r>
                  <a:rPr lang="zh-CN" altLang="en-US" b="1" i="0" dirty="0">
                    <a:solidFill>
                      <a:schemeClr val="bg1"/>
                    </a:solidFill>
                    <a:effectLst/>
                    <a:latin typeface="思源宋体 CN Heavy" panose="02020900000000000000" pitchFamily="18" charset="-122"/>
                    <a:cs typeface="思源宋体 CN Heavy" panose="02020900000000000000" pitchFamily="18" charset="-122"/>
                  </a:rPr>
                  <a:t>技能目标</a:t>
                </a:r>
                <a:endParaRPr lang="zh-CN" altLang="en-US" dirty="0">
                  <a:solidFill>
                    <a:schemeClr val="bg1"/>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188" name="文本框 187"/>
              <p:cNvSpPr txBox="1"/>
              <p:nvPr/>
            </p:nvSpPr>
            <p:spPr>
              <a:xfrm>
                <a:off x="6236494" y="5859536"/>
                <a:ext cx="2781775" cy="540148"/>
              </a:xfrm>
              <a:prstGeom prst="rect">
                <a:avLst/>
              </a:prstGeom>
              <a:noFill/>
            </p:spPr>
            <p:txBody>
              <a:bodyPr wrap="square">
                <a:spAutoFit/>
              </a:bodyPr>
              <a:lstStyle/>
              <a:p>
                <a:pPr marL="171450" indent="-171450" algn="l" fontAlgn="base">
                  <a:lnSpc>
                    <a:spcPts val="1800"/>
                  </a:lnSpc>
                  <a:buFont typeface="思源宋体 CN Heavy" panose="02020900000000000000" pitchFamily="18" charset="-122"/>
                  <a:buChar char="•"/>
                </a:pPr>
                <a:r>
                  <a:rPr lang="zh-CN" altLang="en-US" sz="1200" b="0" i="0" dirty="0">
                    <a:solidFill>
                      <a:srgbClr val="060607"/>
                    </a:solidFill>
                    <a:effectLst/>
                    <a:latin typeface="思源宋体 CN Heavy" panose="02020900000000000000" pitchFamily="18" charset="-122"/>
                    <a:cs typeface="思源宋体 CN Heavy" panose="02020900000000000000" pitchFamily="18" charset="-122"/>
                  </a:rPr>
                  <a:t>掌握数控技术的基本原理和基础知识</a:t>
                </a:r>
              </a:p>
              <a:p>
                <a:pPr marL="171450" indent="-171450" algn="l" fontAlgn="base">
                  <a:lnSpc>
                    <a:spcPts val="1800"/>
                  </a:lnSpc>
                  <a:buFont typeface="思源宋体 CN Heavy" panose="02020900000000000000" pitchFamily="18" charset="-122"/>
                  <a:buChar char="•"/>
                </a:pPr>
                <a:r>
                  <a:rPr lang="zh-CN" altLang="en-US" sz="1200" b="0" i="0" dirty="0">
                    <a:solidFill>
                      <a:srgbClr val="060607"/>
                    </a:solidFill>
                    <a:effectLst/>
                    <a:latin typeface="思源宋体 CN Heavy" panose="02020900000000000000" pitchFamily="18" charset="-122"/>
                    <a:cs typeface="思源宋体 CN Heavy" panose="02020900000000000000" pitchFamily="18" charset="-122"/>
                  </a:rPr>
                  <a:t>熟悉数控机床的结构和操作流程</a:t>
                </a:r>
              </a:p>
            </p:txBody>
          </p:sp>
          <p:sp>
            <p:nvSpPr>
              <p:cNvPr id="189" name="文本框 188"/>
              <p:cNvSpPr txBox="1"/>
              <p:nvPr/>
            </p:nvSpPr>
            <p:spPr>
              <a:xfrm>
                <a:off x="9815511" y="5744120"/>
                <a:ext cx="2128839" cy="770980"/>
              </a:xfrm>
              <a:prstGeom prst="rect">
                <a:avLst/>
              </a:prstGeom>
              <a:noFill/>
            </p:spPr>
            <p:txBody>
              <a:bodyPr wrap="square">
                <a:spAutoFit/>
              </a:bodyPr>
              <a:lstStyle/>
              <a:p>
                <a:pPr marL="171450" indent="-171450" algn="l" fontAlgn="base">
                  <a:lnSpc>
                    <a:spcPts val="1800"/>
                  </a:lnSpc>
                  <a:buFont typeface="思源宋体 CN Heavy" panose="02020900000000000000" pitchFamily="18" charset="-122"/>
                  <a:buChar char="•"/>
                </a:pPr>
                <a:r>
                  <a:rPr lang="zh-CN" altLang="en-US" sz="1200" b="0" i="0" dirty="0">
                    <a:solidFill>
                      <a:srgbClr val="060607"/>
                    </a:solidFill>
                    <a:effectLst/>
                    <a:latin typeface="思源宋体 CN Heavy" panose="02020900000000000000" pitchFamily="18" charset="-122"/>
                    <a:cs typeface="思源宋体 CN Heavy" panose="02020900000000000000" pitchFamily="18" charset="-122"/>
                  </a:rPr>
                  <a:t>熟练操作数控机床，完成简单到复杂的零件加工</a:t>
                </a:r>
                <a:endParaRPr lang="en-US" altLang="zh-CN" sz="1200" b="0" i="0" dirty="0">
                  <a:solidFill>
                    <a:srgbClr val="060607"/>
                  </a:solidFill>
                  <a:effectLst/>
                  <a:latin typeface="思源宋体 CN Heavy" panose="02020900000000000000" pitchFamily="18" charset="-122"/>
                  <a:cs typeface="思源宋体 CN Heavy" panose="02020900000000000000" pitchFamily="18" charset="-122"/>
                </a:endParaRPr>
              </a:p>
              <a:p>
                <a:pPr marL="171450" indent="-171450" algn="l" fontAlgn="base">
                  <a:lnSpc>
                    <a:spcPts val="1800"/>
                  </a:lnSpc>
                  <a:buFont typeface="思源宋体 CN Heavy" panose="02020900000000000000" pitchFamily="18" charset="-122"/>
                  <a:buChar char="•"/>
                </a:pPr>
                <a:r>
                  <a:rPr lang="zh-CN" altLang="en-US" sz="1200" b="0" i="0" dirty="0">
                    <a:solidFill>
                      <a:srgbClr val="060607"/>
                    </a:solidFill>
                    <a:effectLst/>
                    <a:latin typeface="思源宋体 CN Heavy" panose="02020900000000000000" pitchFamily="18" charset="-122"/>
                    <a:cs typeface="思源宋体 CN Heavy" panose="02020900000000000000" pitchFamily="18" charset="-122"/>
                  </a:rPr>
                  <a:t>编写高效的数控加工程序</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750"/>
                                        <p:tgtEl>
                                          <p:spTgt spid="3"/>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750"/>
                                        <p:tgtEl>
                                          <p:spTgt spid="52"/>
                                        </p:tgtEl>
                                      </p:cBhvr>
                                    </p:animEffect>
                                    <p:anim calcmode="lin" valueType="num">
                                      <p:cBhvr>
                                        <p:cTn id="12" dur="750" fill="hold"/>
                                        <p:tgtEl>
                                          <p:spTgt spid="52"/>
                                        </p:tgtEl>
                                        <p:attrNameLst>
                                          <p:attrName>ppt_x</p:attrName>
                                        </p:attrNameLst>
                                      </p:cBhvr>
                                      <p:tavLst>
                                        <p:tav tm="0">
                                          <p:val>
                                            <p:strVal val="#ppt_x"/>
                                          </p:val>
                                        </p:tav>
                                        <p:tav tm="100000">
                                          <p:val>
                                            <p:strVal val="#ppt_x"/>
                                          </p:val>
                                        </p:tav>
                                      </p:tavLst>
                                    </p:anim>
                                    <p:anim calcmode="lin" valueType="num">
                                      <p:cBhvr>
                                        <p:cTn id="13" dur="750" fill="hold"/>
                                        <p:tgtEl>
                                          <p:spTgt spid="52"/>
                                        </p:tgtEl>
                                        <p:attrNameLst>
                                          <p:attrName>ppt_y</p:attrName>
                                        </p:attrNameLst>
                                      </p:cBhvr>
                                      <p:tavLst>
                                        <p:tav tm="0">
                                          <p:val>
                                            <p:strVal val="#ppt_y+.1"/>
                                          </p:val>
                                        </p:tav>
                                        <p:tav tm="100000">
                                          <p:val>
                                            <p:strVal val="#ppt_y"/>
                                          </p:val>
                                        </p:tav>
                                      </p:tavLst>
                                    </p:anim>
                                  </p:childTnLst>
                                </p:cTn>
                              </p:par>
                            </p:childTnLst>
                          </p:cTn>
                        </p:par>
                        <p:par>
                          <p:cTn id="14" fill="hold">
                            <p:stCondLst>
                              <p:cond delay="2000"/>
                            </p:stCondLst>
                            <p:childTnLst>
                              <p:par>
                                <p:cTn id="15" presetID="42"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750"/>
                                        <p:tgtEl>
                                          <p:spTgt spid="6"/>
                                        </p:tgtEl>
                                      </p:cBhvr>
                                    </p:animEffect>
                                    <p:anim calcmode="lin" valueType="num">
                                      <p:cBhvr>
                                        <p:cTn id="18" dur="750" fill="hold"/>
                                        <p:tgtEl>
                                          <p:spTgt spid="6"/>
                                        </p:tgtEl>
                                        <p:attrNameLst>
                                          <p:attrName>ppt_x</p:attrName>
                                        </p:attrNameLst>
                                      </p:cBhvr>
                                      <p:tavLst>
                                        <p:tav tm="0">
                                          <p:val>
                                            <p:strVal val="#ppt_x"/>
                                          </p:val>
                                        </p:tav>
                                        <p:tav tm="100000">
                                          <p:val>
                                            <p:strVal val="#ppt_x"/>
                                          </p:val>
                                        </p:tav>
                                      </p:tavLst>
                                    </p:anim>
                                    <p:anim calcmode="lin" valueType="num">
                                      <p:cBhvr>
                                        <p:cTn id="19" dur="7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米菲PPT11"/>
          <p:cNvSpPr/>
          <p:nvPr/>
        </p:nvSpPr>
        <p:spPr>
          <a:xfrm>
            <a:off x="263530" y="1440146"/>
            <a:ext cx="11694146" cy="127502"/>
          </a:xfrm>
          <a:custGeom>
            <a:avLst/>
            <a:gdLst>
              <a:gd name="connsiteX0" fmla="*/ 12576255 w 12867171"/>
              <a:gd name="connsiteY0" fmla="*/ 0 h 145680"/>
              <a:gd name="connsiteX1" fmla="*/ 12867171 w 12867171"/>
              <a:gd name="connsiteY1" fmla="*/ 145680 h 145680"/>
              <a:gd name="connsiteX2" fmla="*/ 12715297 w 12867171"/>
              <a:gd name="connsiteY2" fmla="*/ 145680 h 145680"/>
              <a:gd name="connsiteX3" fmla="*/ 12576255 w 12867171"/>
              <a:gd name="connsiteY3" fmla="*/ 145680 h 145680"/>
              <a:gd name="connsiteX4" fmla="*/ 0 w 12867171"/>
              <a:gd name="connsiteY4" fmla="*/ 145680 h 145680"/>
              <a:gd name="connsiteX5" fmla="*/ 0 w 12867171"/>
              <a:gd name="connsiteY5" fmla="*/ 99961 h 145680"/>
              <a:gd name="connsiteX6" fmla="*/ 12576255 w 12867171"/>
              <a:gd name="connsiteY6" fmla="*/ 99961 h 14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67171" h="145680">
                <a:moveTo>
                  <a:pt x="12576255" y="0"/>
                </a:moveTo>
                <a:lnTo>
                  <a:pt x="12867171" y="145680"/>
                </a:lnTo>
                <a:lnTo>
                  <a:pt x="12715297" y="145680"/>
                </a:lnTo>
                <a:lnTo>
                  <a:pt x="12576255" y="145680"/>
                </a:lnTo>
                <a:lnTo>
                  <a:pt x="0" y="145680"/>
                </a:lnTo>
                <a:lnTo>
                  <a:pt x="0" y="99961"/>
                </a:lnTo>
                <a:lnTo>
                  <a:pt x="12576255" y="99961"/>
                </a:lnTo>
                <a:close/>
              </a:path>
            </a:pathLst>
          </a:custGeom>
          <a:solidFill>
            <a:schemeClr val="accent1">
              <a:lumMod val="20000"/>
              <a:lumOff val="80000"/>
              <a:alpha val="74000"/>
            </a:schemeClr>
          </a:soli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42" name="米菲PPT59"/>
          <p:cNvSpPr txBox="1"/>
          <p:nvPr/>
        </p:nvSpPr>
        <p:spPr>
          <a:xfrm>
            <a:off x="482812" y="1567707"/>
            <a:ext cx="992579" cy="338554"/>
          </a:xfrm>
          <a:prstGeom prst="rect">
            <a:avLst/>
          </a:prstGeom>
          <a:noFill/>
        </p:spPr>
        <p:txBody>
          <a:bodyPr wrap="none">
            <a:spAutoFit/>
          </a:bodyPr>
          <a:lstStyle/>
          <a:p>
            <a:pPr algn="ctr"/>
            <a:r>
              <a:rPr lang="zh-CN" altLang="en-US" sz="16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引入话题</a:t>
            </a:r>
          </a:p>
        </p:txBody>
      </p:sp>
      <p:grpSp>
        <p:nvGrpSpPr>
          <p:cNvPr id="2" name="组合 1"/>
          <p:cNvGrpSpPr/>
          <p:nvPr/>
        </p:nvGrpSpPr>
        <p:grpSpPr>
          <a:xfrm>
            <a:off x="1656313" y="716462"/>
            <a:ext cx="3088908" cy="2244340"/>
            <a:chOff x="1656313" y="716462"/>
            <a:chExt cx="3088908" cy="2244340"/>
          </a:xfrm>
        </p:grpSpPr>
        <p:sp>
          <p:nvSpPr>
            <p:cNvPr id="29" name="米菲PPT4"/>
            <p:cNvSpPr/>
            <p:nvPr/>
          </p:nvSpPr>
          <p:spPr>
            <a:xfrm flipH="1" flipV="1">
              <a:off x="1656313" y="71646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j-ea"/>
                <a:ea typeface="+mj-ea"/>
                <a:cs typeface="思源宋体 CN Heavy" panose="02020900000000000000" pitchFamily="18" charset="-122"/>
              </a:endParaRPr>
            </a:p>
          </p:txBody>
        </p:sp>
        <p:sp>
          <p:nvSpPr>
            <p:cNvPr id="32" name="米菲PPT9"/>
            <p:cNvSpPr txBox="1"/>
            <p:nvPr/>
          </p:nvSpPr>
          <p:spPr>
            <a:xfrm>
              <a:off x="2660138" y="886152"/>
              <a:ext cx="1220206" cy="554767"/>
            </a:xfrm>
            <a:prstGeom prst="rect">
              <a:avLst/>
            </a:prstGeom>
            <a:noFill/>
          </p:spPr>
          <p:txBody>
            <a:bodyPr wrap="none">
              <a:spAutoFit/>
            </a:bodyPr>
            <a:lstStyle/>
            <a:p>
              <a:pPr algn="ctr"/>
              <a:r>
                <a:rPr lang="zh-CN" altLang="en-US" sz="1805" dirty="0">
                  <a:solidFill>
                    <a:schemeClr val="accent1"/>
                  </a:solidFill>
                  <a:latin typeface="+mj-ea"/>
                  <a:ea typeface="+mj-ea"/>
                  <a:cs typeface="思源宋体 CN Heavy" panose="02020900000000000000" pitchFamily="18" charset="-122"/>
                </a:rPr>
                <a:t>理论讲解</a:t>
              </a:r>
              <a:endParaRPr lang="en-US" altLang="zh-CN" sz="1805" dirty="0">
                <a:solidFill>
                  <a:schemeClr val="accent1"/>
                </a:solidFill>
                <a:latin typeface="+mj-ea"/>
                <a:ea typeface="+mj-ea"/>
                <a:cs typeface="思源宋体 CN Heavy" panose="02020900000000000000" pitchFamily="18" charset="-122"/>
              </a:endParaRPr>
            </a:p>
            <a:p>
              <a:pPr algn="ctr"/>
              <a:r>
                <a:rPr lang="zh-CN" altLang="en-US" sz="1200" dirty="0">
                  <a:solidFill>
                    <a:schemeClr val="tx1">
                      <a:lumMod val="100000"/>
                    </a:schemeClr>
                  </a:solidFill>
                  <a:latin typeface="+mj-ea"/>
                  <a:ea typeface="+mj-ea"/>
                  <a:cs typeface="思源宋体 CN Heavy" panose="02020900000000000000" pitchFamily="18" charset="-122"/>
                </a:rPr>
                <a:t>（</a:t>
              </a:r>
              <a:r>
                <a:rPr lang="en-US" altLang="zh-CN" sz="1200" dirty="0">
                  <a:solidFill>
                    <a:schemeClr val="tx1">
                      <a:lumMod val="100000"/>
                    </a:schemeClr>
                  </a:solidFill>
                  <a:latin typeface="+mj-ea"/>
                  <a:ea typeface="+mj-ea"/>
                  <a:cs typeface="思源宋体 CN Heavy" panose="02020900000000000000" pitchFamily="18" charset="-122"/>
                </a:rPr>
                <a:t>40-60</a:t>
              </a:r>
              <a:r>
                <a:rPr lang="zh-CN" altLang="en-US" sz="1200" dirty="0">
                  <a:solidFill>
                    <a:schemeClr val="tx1">
                      <a:lumMod val="100000"/>
                    </a:schemeClr>
                  </a:solidFill>
                  <a:latin typeface="+mj-ea"/>
                  <a:ea typeface="+mj-ea"/>
                  <a:cs typeface="思源宋体 CN Heavy" panose="02020900000000000000" pitchFamily="18" charset="-122"/>
                </a:rPr>
                <a:t>分钟）</a:t>
              </a:r>
            </a:p>
          </p:txBody>
        </p:sp>
        <p:sp>
          <p:nvSpPr>
            <p:cNvPr id="33" name="米菲PPT10"/>
            <p:cNvSpPr/>
            <p:nvPr/>
          </p:nvSpPr>
          <p:spPr>
            <a:xfrm>
              <a:off x="2004606" y="970129"/>
              <a:ext cx="229803" cy="229803"/>
            </a:xfrm>
            <a:prstGeom prst="ellipse">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mj-ea"/>
                  <a:ea typeface="+mj-ea"/>
                  <a:cs typeface="思源宋体 CN Heavy" panose="02020900000000000000" pitchFamily="18" charset="-122"/>
                </a:rPr>
                <a:t>1</a:t>
              </a:r>
              <a:endParaRPr lang="zh-CN" altLang="en-US" sz="1200" dirty="0">
                <a:latin typeface="+mj-ea"/>
                <a:ea typeface="+mj-ea"/>
                <a:cs typeface="思源宋体 CN Heavy" panose="02020900000000000000" pitchFamily="18" charset="-122"/>
              </a:endParaRPr>
            </a:p>
          </p:txBody>
        </p:sp>
        <p:sp>
          <p:nvSpPr>
            <p:cNvPr id="41" name="米菲PPT18"/>
            <p:cNvSpPr/>
            <p:nvPr/>
          </p:nvSpPr>
          <p:spPr>
            <a:xfrm flipV="1">
              <a:off x="3153601" y="144730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43" name="米菲PPT60"/>
            <p:cNvSpPr txBox="1"/>
            <p:nvPr/>
          </p:nvSpPr>
          <p:spPr>
            <a:xfrm>
              <a:off x="2737314" y="1567706"/>
              <a:ext cx="992579" cy="338554"/>
            </a:xfrm>
            <a:prstGeom prst="rect">
              <a:avLst/>
            </a:prstGeom>
            <a:noFill/>
          </p:spPr>
          <p:txBody>
            <a:bodyPr wrap="none">
              <a:spAutoFit/>
            </a:bodyPr>
            <a:lstStyle/>
            <a:p>
              <a:pPr algn="ctr"/>
              <a:r>
                <a:rPr lang="zh-CN" altLang="en-US" sz="1600" dirty="0">
                  <a:solidFill>
                    <a:schemeClr val="accent1"/>
                  </a:solidFill>
                  <a:latin typeface="+mj-ea"/>
                  <a:ea typeface="+mj-ea"/>
                  <a:cs typeface="思源宋体 CN Heavy" panose="02020900000000000000" pitchFamily="18" charset="-122"/>
                  <a:sym typeface="思源宋体 CN Heavy" panose="02020900000000000000" pitchFamily="18" charset="-122"/>
                </a:rPr>
                <a:t>结合案例</a:t>
              </a:r>
            </a:p>
          </p:txBody>
        </p:sp>
      </p:grpSp>
      <p:grpSp>
        <p:nvGrpSpPr>
          <p:cNvPr id="3" name="组合 2"/>
          <p:cNvGrpSpPr/>
          <p:nvPr/>
        </p:nvGrpSpPr>
        <p:grpSpPr>
          <a:xfrm>
            <a:off x="5117920" y="716462"/>
            <a:ext cx="3088908" cy="2244340"/>
            <a:chOff x="5117920" y="716462"/>
            <a:chExt cx="3088908" cy="2244340"/>
          </a:xfrm>
        </p:grpSpPr>
        <p:sp>
          <p:nvSpPr>
            <p:cNvPr id="30" name="米菲PPT5"/>
            <p:cNvSpPr/>
            <p:nvPr/>
          </p:nvSpPr>
          <p:spPr>
            <a:xfrm flipH="1" flipV="1">
              <a:off x="5117920" y="71646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j-ea"/>
                <a:ea typeface="+mj-ea"/>
                <a:cs typeface="思源宋体 CN Heavy" panose="02020900000000000000" pitchFamily="18" charset="-122"/>
              </a:endParaRPr>
            </a:p>
          </p:txBody>
        </p:sp>
        <p:sp>
          <p:nvSpPr>
            <p:cNvPr id="35" name="米菲PPT12"/>
            <p:cNvSpPr txBox="1"/>
            <p:nvPr/>
          </p:nvSpPr>
          <p:spPr>
            <a:xfrm>
              <a:off x="6076071" y="886152"/>
              <a:ext cx="1311576" cy="554767"/>
            </a:xfrm>
            <a:prstGeom prst="rect">
              <a:avLst/>
            </a:prstGeom>
            <a:noFill/>
          </p:spPr>
          <p:txBody>
            <a:bodyPr wrap="none">
              <a:spAutoFit/>
            </a:bodyPr>
            <a:lstStyle/>
            <a:p>
              <a:pPr algn="ctr"/>
              <a:r>
                <a:rPr lang="zh-CN" altLang="en-US" sz="1805" dirty="0">
                  <a:solidFill>
                    <a:schemeClr val="accent1"/>
                  </a:solidFill>
                  <a:latin typeface="+mj-ea"/>
                  <a:ea typeface="+mj-ea"/>
                  <a:cs typeface="思源宋体 CN Heavy" panose="02020900000000000000" pitchFamily="18" charset="-122"/>
                </a:rPr>
                <a:t>实践操作</a:t>
              </a:r>
              <a:endParaRPr lang="en-US" altLang="zh-CN" sz="1805" dirty="0">
                <a:solidFill>
                  <a:schemeClr val="accent1"/>
                </a:solidFill>
                <a:latin typeface="+mj-ea"/>
                <a:ea typeface="+mj-ea"/>
                <a:cs typeface="思源宋体 CN Heavy" panose="02020900000000000000" pitchFamily="18" charset="-122"/>
              </a:endParaRPr>
            </a:p>
            <a:p>
              <a:pPr algn="ctr"/>
              <a:r>
                <a:rPr lang="zh-CN" altLang="en-US" sz="1200" dirty="0">
                  <a:solidFill>
                    <a:schemeClr val="tx1">
                      <a:lumMod val="100000"/>
                    </a:schemeClr>
                  </a:solidFill>
                  <a:latin typeface="+mj-ea"/>
                  <a:ea typeface="+mj-ea"/>
                  <a:cs typeface="思源宋体 CN Heavy" panose="02020900000000000000" pitchFamily="18" charset="-122"/>
                </a:rPr>
                <a:t>（</a:t>
              </a:r>
              <a:r>
                <a:rPr lang="en-US" altLang="zh-CN" sz="1200" dirty="0">
                  <a:solidFill>
                    <a:schemeClr val="tx1">
                      <a:lumMod val="100000"/>
                    </a:schemeClr>
                  </a:solidFill>
                  <a:latin typeface="+mj-ea"/>
                  <a:ea typeface="+mj-ea"/>
                  <a:cs typeface="思源宋体 CN Heavy" panose="02020900000000000000" pitchFamily="18" charset="-122"/>
                </a:rPr>
                <a:t>90-120</a:t>
              </a:r>
              <a:r>
                <a:rPr lang="zh-CN" altLang="en-US" sz="1200" dirty="0">
                  <a:solidFill>
                    <a:schemeClr val="tx1">
                      <a:lumMod val="100000"/>
                    </a:schemeClr>
                  </a:solidFill>
                  <a:latin typeface="+mj-ea"/>
                  <a:ea typeface="+mj-ea"/>
                  <a:cs typeface="思源宋体 CN Heavy" panose="02020900000000000000" pitchFamily="18" charset="-122"/>
                </a:rPr>
                <a:t>分钟）</a:t>
              </a:r>
              <a:endParaRPr lang="en-US" altLang="zh-CN" sz="1200" dirty="0">
                <a:solidFill>
                  <a:schemeClr val="tx1">
                    <a:lumMod val="100000"/>
                  </a:schemeClr>
                </a:solidFill>
                <a:latin typeface="+mj-ea"/>
                <a:ea typeface="+mj-ea"/>
                <a:cs typeface="思源宋体 CN Heavy" panose="02020900000000000000" pitchFamily="18" charset="-122"/>
              </a:endParaRPr>
            </a:p>
          </p:txBody>
        </p:sp>
        <p:sp>
          <p:nvSpPr>
            <p:cNvPr id="36" name="米菲PPT13"/>
            <p:cNvSpPr/>
            <p:nvPr/>
          </p:nvSpPr>
          <p:spPr>
            <a:xfrm>
              <a:off x="5466207" y="970129"/>
              <a:ext cx="229803" cy="229803"/>
            </a:xfrm>
            <a:prstGeom prst="ellipse">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mj-ea"/>
                  <a:ea typeface="+mj-ea"/>
                  <a:cs typeface="思源宋体 CN Heavy" panose="02020900000000000000" pitchFamily="18" charset="-122"/>
                </a:rPr>
                <a:t>2</a:t>
              </a:r>
              <a:endParaRPr lang="zh-CN" altLang="en-US" sz="1200" dirty="0">
                <a:latin typeface="+mj-ea"/>
                <a:ea typeface="+mj-ea"/>
                <a:cs typeface="思源宋体 CN Heavy" panose="02020900000000000000" pitchFamily="18" charset="-122"/>
              </a:endParaRPr>
            </a:p>
          </p:txBody>
        </p:sp>
        <p:sp>
          <p:nvSpPr>
            <p:cNvPr id="39" name="米菲PPT16"/>
            <p:cNvSpPr/>
            <p:nvPr/>
          </p:nvSpPr>
          <p:spPr>
            <a:xfrm flipV="1">
              <a:off x="6651855" y="144730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44" name="米菲PPT61"/>
            <p:cNvSpPr txBox="1"/>
            <p:nvPr/>
          </p:nvSpPr>
          <p:spPr>
            <a:xfrm>
              <a:off x="6281969" y="1567701"/>
              <a:ext cx="992579" cy="338554"/>
            </a:xfrm>
            <a:prstGeom prst="rect">
              <a:avLst/>
            </a:prstGeom>
            <a:noFill/>
          </p:spPr>
          <p:txBody>
            <a:bodyPr wrap="none">
              <a:spAutoFit/>
            </a:bodyPr>
            <a:lstStyle/>
            <a:p>
              <a:pPr algn="ctr"/>
              <a:r>
                <a:rPr lang="zh-CN" altLang="en-US" sz="1600" dirty="0">
                  <a:solidFill>
                    <a:schemeClr val="accent1"/>
                  </a:solidFill>
                  <a:latin typeface="+mj-ea"/>
                  <a:ea typeface="+mj-ea"/>
                  <a:cs typeface="思源宋体 CN Heavy" panose="02020900000000000000" pitchFamily="18" charset="-122"/>
                  <a:sym typeface="思源宋体 CN Heavy" panose="02020900000000000000" pitchFamily="18" charset="-122"/>
                </a:rPr>
                <a:t>成果展示</a:t>
              </a:r>
            </a:p>
          </p:txBody>
        </p:sp>
      </p:grpSp>
      <p:grpSp>
        <p:nvGrpSpPr>
          <p:cNvPr id="4" name="组合 3"/>
          <p:cNvGrpSpPr/>
          <p:nvPr/>
        </p:nvGrpSpPr>
        <p:grpSpPr>
          <a:xfrm>
            <a:off x="8596833" y="716462"/>
            <a:ext cx="3088908" cy="2244340"/>
            <a:chOff x="8596833" y="716462"/>
            <a:chExt cx="3088908" cy="2244340"/>
          </a:xfrm>
        </p:grpSpPr>
        <p:sp>
          <p:nvSpPr>
            <p:cNvPr id="31" name="米菲PPT6"/>
            <p:cNvSpPr/>
            <p:nvPr/>
          </p:nvSpPr>
          <p:spPr>
            <a:xfrm flipH="1" flipV="1">
              <a:off x="8596833" y="716462"/>
              <a:ext cx="3088908" cy="2244340"/>
            </a:xfrm>
            <a:prstGeom prst="flowChartConnector">
              <a:avLst/>
            </a:prstGeom>
            <a:gradFill>
              <a:gsLst>
                <a:gs pos="64000">
                  <a:schemeClr val="accent2">
                    <a:lumMod val="99000"/>
                    <a:alpha val="0"/>
                  </a:schemeClr>
                </a:gs>
                <a:gs pos="100000">
                  <a:schemeClr val="accent2">
                    <a:alpha val="16000"/>
                  </a:schemeClr>
                </a:gs>
              </a:gsLst>
              <a:lin ang="5400000" scaled="1"/>
            </a:gradFill>
            <a:ln w="15875">
              <a:gradFill>
                <a:gsLst>
                  <a:gs pos="61000">
                    <a:schemeClr val="accent2">
                      <a:alpha val="0"/>
                    </a:schemeClr>
                  </a:gs>
                  <a:gs pos="100000">
                    <a:schemeClr val="accent2">
                      <a:alpha val="54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mj-ea"/>
                <a:ea typeface="+mj-ea"/>
                <a:cs typeface="思源宋体 CN Heavy" panose="02020900000000000000" pitchFamily="18" charset="-122"/>
              </a:endParaRPr>
            </a:p>
          </p:txBody>
        </p:sp>
        <p:sp>
          <p:nvSpPr>
            <p:cNvPr id="37" name="米菲PPT14"/>
            <p:cNvSpPr txBox="1"/>
            <p:nvPr/>
          </p:nvSpPr>
          <p:spPr>
            <a:xfrm>
              <a:off x="9549372" y="886152"/>
              <a:ext cx="1322798" cy="554767"/>
            </a:xfrm>
            <a:prstGeom prst="rect">
              <a:avLst/>
            </a:prstGeom>
            <a:noFill/>
          </p:spPr>
          <p:txBody>
            <a:bodyPr wrap="none">
              <a:spAutoFit/>
            </a:bodyPr>
            <a:lstStyle/>
            <a:p>
              <a:pPr algn="ctr"/>
              <a:r>
                <a:rPr lang="zh-CN" altLang="en-US" sz="1805" dirty="0">
                  <a:solidFill>
                    <a:schemeClr val="accent1"/>
                  </a:solidFill>
                  <a:latin typeface="+mj-ea"/>
                  <a:ea typeface="+mj-ea"/>
                  <a:cs typeface="思源宋体 CN Heavy" panose="02020900000000000000" pitchFamily="18" charset="-122"/>
                </a:rPr>
                <a:t>总结与反馈</a:t>
              </a:r>
              <a:endParaRPr lang="en-US" altLang="zh-CN" sz="1805" dirty="0">
                <a:solidFill>
                  <a:schemeClr val="accent1"/>
                </a:solidFill>
                <a:latin typeface="+mj-ea"/>
                <a:ea typeface="+mj-ea"/>
                <a:cs typeface="思源宋体 CN Heavy" panose="02020900000000000000" pitchFamily="18" charset="-122"/>
              </a:endParaRPr>
            </a:p>
            <a:p>
              <a:pPr algn="ctr"/>
              <a:r>
                <a:rPr lang="zh-CN" altLang="en-US" sz="1200" dirty="0">
                  <a:solidFill>
                    <a:schemeClr val="tx1">
                      <a:lumMod val="100000"/>
                    </a:schemeClr>
                  </a:solidFill>
                  <a:latin typeface="+mj-ea"/>
                  <a:ea typeface="+mj-ea"/>
                  <a:cs typeface="思源宋体 CN Heavy" panose="02020900000000000000" pitchFamily="18" charset="-122"/>
                </a:rPr>
                <a:t>（</a:t>
              </a:r>
              <a:r>
                <a:rPr lang="en-US" altLang="zh-CN" sz="1200" dirty="0">
                  <a:solidFill>
                    <a:schemeClr val="tx1">
                      <a:lumMod val="100000"/>
                    </a:schemeClr>
                  </a:solidFill>
                  <a:latin typeface="+mj-ea"/>
                  <a:ea typeface="+mj-ea"/>
                  <a:cs typeface="思源宋体 CN Heavy" panose="02020900000000000000" pitchFamily="18" charset="-122"/>
                </a:rPr>
                <a:t>15-20</a:t>
              </a:r>
              <a:r>
                <a:rPr lang="zh-CN" altLang="en-US" sz="1200" dirty="0">
                  <a:solidFill>
                    <a:schemeClr val="tx1">
                      <a:lumMod val="100000"/>
                    </a:schemeClr>
                  </a:solidFill>
                  <a:latin typeface="+mj-ea"/>
                  <a:ea typeface="+mj-ea"/>
                  <a:cs typeface="思源宋体 CN Heavy" panose="02020900000000000000" pitchFamily="18" charset="-122"/>
                </a:rPr>
                <a:t>分钟）</a:t>
              </a:r>
            </a:p>
          </p:txBody>
        </p:sp>
        <p:sp>
          <p:nvSpPr>
            <p:cNvPr id="38" name="米菲PPT15"/>
            <p:cNvSpPr/>
            <p:nvPr/>
          </p:nvSpPr>
          <p:spPr>
            <a:xfrm>
              <a:off x="8945125" y="970129"/>
              <a:ext cx="229803" cy="229803"/>
            </a:xfrm>
            <a:prstGeom prst="ellipse">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mj-ea"/>
                  <a:ea typeface="+mj-ea"/>
                  <a:cs typeface="思源宋体 CN Heavy" panose="02020900000000000000" pitchFamily="18" charset="-122"/>
                </a:rPr>
                <a:t>3</a:t>
              </a:r>
              <a:endParaRPr lang="zh-CN" altLang="en-US" sz="1200" dirty="0">
                <a:latin typeface="+mj-ea"/>
                <a:ea typeface="+mj-ea"/>
                <a:cs typeface="思源宋体 CN Heavy" panose="02020900000000000000" pitchFamily="18" charset="-122"/>
              </a:endParaRPr>
            </a:p>
          </p:txBody>
        </p:sp>
        <p:sp>
          <p:nvSpPr>
            <p:cNvPr id="40" name="米菲PPT17"/>
            <p:cNvSpPr/>
            <p:nvPr/>
          </p:nvSpPr>
          <p:spPr>
            <a:xfrm flipV="1">
              <a:off x="10103769" y="1447304"/>
              <a:ext cx="159997" cy="109560"/>
            </a:xfrm>
            <a:prstGeom prst="triangl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45" name="米菲PPT62"/>
            <p:cNvSpPr txBox="1"/>
            <p:nvPr/>
          </p:nvSpPr>
          <p:spPr>
            <a:xfrm>
              <a:off x="9719358" y="1567706"/>
              <a:ext cx="992580" cy="338554"/>
            </a:xfrm>
            <a:prstGeom prst="rect">
              <a:avLst/>
            </a:prstGeom>
            <a:noFill/>
          </p:spPr>
          <p:txBody>
            <a:bodyPr wrap="none">
              <a:spAutoFit/>
            </a:bodyPr>
            <a:lstStyle/>
            <a:p>
              <a:pPr algn="ctr"/>
              <a:r>
                <a:rPr lang="zh-CN" altLang="en-US" sz="1600" dirty="0">
                  <a:solidFill>
                    <a:schemeClr val="accent1"/>
                  </a:solidFill>
                  <a:latin typeface="+mj-ea"/>
                  <a:ea typeface="+mj-ea"/>
                  <a:cs typeface="思源宋体 CN Heavy" panose="02020900000000000000" pitchFamily="18" charset="-122"/>
                  <a:sym typeface="思源宋体 CN Heavy" panose="02020900000000000000" pitchFamily="18" charset="-122"/>
                </a:rPr>
                <a:t>调整后续</a:t>
              </a:r>
            </a:p>
          </p:txBody>
        </p:sp>
      </p:grpSp>
      <p:grpSp>
        <p:nvGrpSpPr>
          <p:cNvPr id="8" name="组合 7"/>
          <p:cNvGrpSpPr/>
          <p:nvPr/>
        </p:nvGrpSpPr>
        <p:grpSpPr>
          <a:xfrm>
            <a:off x="781480" y="5002309"/>
            <a:ext cx="10622105" cy="1512791"/>
            <a:chOff x="781480" y="5002309"/>
            <a:chExt cx="10622105" cy="1512791"/>
          </a:xfrm>
        </p:grpSpPr>
        <p:grpSp>
          <p:nvGrpSpPr>
            <p:cNvPr id="6" name="组合 5"/>
            <p:cNvGrpSpPr/>
            <p:nvPr/>
          </p:nvGrpSpPr>
          <p:grpSpPr>
            <a:xfrm>
              <a:off x="1613292" y="5002309"/>
              <a:ext cx="8885602" cy="459301"/>
              <a:chOff x="1613292" y="5002309"/>
              <a:chExt cx="8885602" cy="459301"/>
            </a:xfrm>
          </p:grpSpPr>
          <p:sp>
            <p:nvSpPr>
              <p:cNvPr id="142" name="任意多边形: 形状 141"/>
              <p:cNvSpPr/>
              <p:nvPr/>
            </p:nvSpPr>
            <p:spPr bwMode="auto">
              <a:xfrm rot="5400000" flipH="1" flipV="1">
                <a:off x="9874488" y="4837205"/>
                <a:ext cx="459301" cy="789510"/>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algn="ctr"/>
                <a:endParaRPr lang="zh-CN" altLang="en-US" kern="0" dirty="0">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3" name="任意多边形: 形状 142"/>
              <p:cNvSpPr/>
              <p:nvPr/>
            </p:nvSpPr>
            <p:spPr bwMode="auto">
              <a:xfrm rot="5400000" flipH="1" flipV="1">
                <a:off x="7175790" y="4837205"/>
                <a:ext cx="459301" cy="789510"/>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algn="ctr"/>
                <a:endParaRPr lang="zh-CN" altLang="en-US" kern="0" dirty="0">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4" name="任意多边形: 形状 143"/>
              <p:cNvSpPr/>
              <p:nvPr/>
            </p:nvSpPr>
            <p:spPr bwMode="auto">
              <a:xfrm rot="5400000" flipH="1" flipV="1">
                <a:off x="4477093" y="4837205"/>
                <a:ext cx="459301" cy="789510"/>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algn="ctr"/>
                <a:endParaRPr lang="zh-CN" altLang="en-US" kern="0" dirty="0">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5" name="任意多边形: 形状 144"/>
              <p:cNvSpPr/>
              <p:nvPr/>
            </p:nvSpPr>
            <p:spPr bwMode="auto">
              <a:xfrm rot="5400000" flipH="1" flipV="1">
                <a:off x="1778396" y="4837205"/>
                <a:ext cx="459301" cy="789510"/>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algn="ctr"/>
                <a:endParaRPr lang="zh-CN" altLang="en-US" kern="0" dirty="0">
                  <a:solidFill>
                    <a:prstClr val="white"/>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5" name="组合 4"/>
            <p:cNvGrpSpPr/>
            <p:nvPr/>
          </p:nvGrpSpPr>
          <p:grpSpPr>
            <a:xfrm>
              <a:off x="781480" y="5457944"/>
              <a:ext cx="10622105" cy="1057156"/>
              <a:chOff x="781480" y="5457944"/>
              <a:chExt cx="10622105" cy="1057156"/>
            </a:xfrm>
          </p:grpSpPr>
          <p:sp>
            <p:nvSpPr>
              <p:cNvPr id="105" name="矩形 104"/>
              <p:cNvSpPr/>
              <p:nvPr/>
            </p:nvSpPr>
            <p:spPr>
              <a:xfrm>
                <a:off x="781480" y="5483225"/>
                <a:ext cx="10622105" cy="1031875"/>
              </a:xfrm>
              <a:prstGeom prst="rect">
                <a:avLst/>
              </a:prstGeom>
              <a:solidFill>
                <a:schemeClr val="bg1"/>
              </a:solidFill>
              <a:ln>
                <a:solidFill>
                  <a:schemeClr val="accent1">
                    <a:lumMod val="40000"/>
                    <a:lumOff val="60000"/>
                    <a:alpha val="87000"/>
                  </a:schemeClr>
                </a:solidFill>
                <a:prstDash val="solid"/>
              </a:ln>
              <a:effectLst>
                <a:outerShdw blurRad="317500" dist="203200" dir="5400000" sx="94000" sy="94000" algn="ctr"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cxnSp>
            <p:nvCxnSpPr>
              <p:cNvPr id="110" name="直接连接符 109"/>
              <p:cNvCxnSpPr/>
              <p:nvPr/>
            </p:nvCxnSpPr>
            <p:spPr>
              <a:xfrm>
                <a:off x="3398670" y="5822623"/>
                <a:ext cx="0" cy="69247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70" name="组合 169"/>
              <p:cNvGrpSpPr/>
              <p:nvPr/>
            </p:nvGrpSpPr>
            <p:grpSpPr>
              <a:xfrm>
                <a:off x="1236121" y="5931320"/>
                <a:ext cx="1635284" cy="439003"/>
                <a:chOff x="1190404" y="5931320"/>
                <a:chExt cx="1635284" cy="439003"/>
              </a:xfrm>
            </p:grpSpPr>
            <p:sp>
              <p:nvSpPr>
                <p:cNvPr id="163" name="文本框 162"/>
                <p:cNvSpPr txBox="1"/>
                <p:nvPr/>
              </p:nvSpPr>
              <p:spPr>
                <a:xfrm>
                  <a:off x="1190404" y="5931320"/>
                  <a:ext cx="1635284" cy="369332"/>
                </a:xfrm>
                <a:prstGeom prst="rect">
                  <a:avLst/>
                </a:prstGeom>
                <a:noFill/>
              </p:spPr>
              <p:txBody>
                <a:bodyPr wrap="square">
                  <a:spAutoFit/>
                </a:bodyPr>
                <a:lstStyle/>
                <a:p>
                  <a:pPr algn="ctr"/>
                  <a:r>
                    <a:rPr lang="zh-CN" altLang="en-US" b="1" dirty="0">
                      <a:latin typeface="思源宋体 CN Heavy" panose="02020900000000000000" pitchFamily="18" charset="-122"/>
                      <a:ea typeface="思源宋体 CN Heavy" panose="02020900000000000000" pitchFamily="18" charset="-122"/>
                      <a:cs typeface="思源宋体 CN Heavy" panose="02020900000000000000" pitchFamily="18" charset="-122"/>
                    </a:rPr>
                    <a:t>引案例</a:t>
                  </a:r>
                </a:p>
              </p:txBody>
            </p:sp>
            <p:sp>
              <p:nvSpPr>
                <p:cNvPr id="164" name="椭圆 163"/>
                <p:cNvSpPr/>
                <p:nvPr/>
              </p:nvSpPr>
              <p:spPr>
                <a:xfrm>
                  <a:off x="1302323" y="6297298"/>
                  <a:ext cx="1411446" cy="73025"/>
                </a:xfrm>
                <a:prstGeom prst="ellipse">
                  <a:avLst/>
                </a:prstGeom>
                <a:gradFill flip="none" rotWithShape="1">
                  <a:gsLst>
                    <a:gs pos="99000">
                      <a:schemeClr val="accent1">
                        <a:lumMod val="60000"/>
                        <a:lumOff val="40000"/>
                        <a:alpha val="25000"/>
                      </a:schemeClr>
                    </a:gs>
                    <a:gs pos="33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65" name="椭圆 164"/>
                <p:cNvSpPr/>
                <p:nvPr/>
              </p:nvSpPr>
              <p:spPr>
                <a:xfrm>
                  <a:off x="1566208" y="6278615"/>
                  <a:ext cx="883676" cy="45720"/>
                </a:xfrm>
                <a:prstGeom prst="ellipse">
                  <a:avLst/>
                </a:prstGeom>
                <a:gradFill flip="none" rotWithShape="1">
                  <a:gsLst>
                    <a:gs pos="99000">
                      <a:schemeClr val="accent1">
                        <a:lumMod val="60000"/>
                        <a:lumOff val="40000"/>
                        <a:alpha val="25000"/>
                      </a:schemeClr>
                    </a:gs>
                    <a:gs pos="80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71" name="组合 170"/>
              <p:cNvGrpSpPr/>
              <p:nvPr/>
            </p:nvGrpSpPr>
            <p:grpSpPr>
              <a:xfrm>
                <a:off x="3950058" y="5931320"/>
                <a:ext cx="1635284" cy="439003"/>
                <a:chOff x="1190404" y="5931320"/>
                <a:chExt cx="1635284" cy="439003"/>
              </a:xfrm>
            </p:grpSpPr>
            <p:sp>
              <p:nvSpPr>
                <p:cNvPr id="172" name="文本框 171"/>
                <p:cNvSpPr txBox="1"/>
                <p:nvPr/>
              </p:nvSpPr>
              <p:spPr>
                <a:xfrm>
                  <a:off x="1190404" y="5931320"/>
                  <a:ext cx="1635284" cy="369332"/>
                </a:xfrm>
                <a:prstGeom prst="rect">
                  <a:avLst/>
                </a:prstGeom>
                <a:noFill/>
              </p:spPr>
              <p:txBody>
                <a:bodyPr wrap="square">
                  <a:spAutoFit/>
                </a:bodyPr>
                <a:lstStyle/>
                <a:p>
                  <a:pPr algn="ctr"/>
                  <a:r>
                    <a:rPr lang="zh-CN" altLang="en-US" b="1" dirty="0">
                      <a:latin typeface="思源宋体 CN Heavy" panose="02020900000000000000" pitchFamily="18" charset="-122"/>
                      <a:ea typeface="思源宋体 CN Heavy" panose="02020900000000000000" pitchFamily="18" charset="-122"/>
                      <a:cs typeface="思源宋体 CN Heavy" panose="02020900000000000000" pitchFamily="18" charset="-122"/>
                    </a:rPr>
                    <a:t>夯基础</a:t>
                  </a:r>
                </a:p>
              </p:txBody>
            </p:sp>
            <p:sp>
              <p:nvSpPr>
                <p:cNvPr id="173" name="椭圆 172"/>
                <p:cNvSpPr/>
                <p:nvPr/>
              </p:nvSpPr>
              <p:spPr>
                <a:xfrm>
                  <a:off x="1302323" y="6297298"/>
                  <a:ext cx="1411446" cy="73025"/>
                </a:xfrm>
                <a:prstGeom prst="ellipse">
                  <a:avLst/>
                </a:prstGeom>
                <a:gradFill flip="none" rotWithShape="1">
                  <a:gsLst>
                    <a:gs pos="99000">
                      <a:schemeClr val="accent1">
                        <a:lumMod val="60000"/>
                        <a:lumOff val="40000"/>
                        <a:alpha val="25000"/>
                      </a:schemeClr>
                    </a:gs>
                    <a:gs pos="33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74" name="椭圆 173"/>
                <p:cNvSpPr/>
                <p:nvPr/>
              </p:nvSpPr>
              <p:spPr>
                <a:xfrm>
                  <a:off x="1566208" y="6278615"/>
                  <a:ext cx="883676" cy="45720"/>
                </a:xfrm>
                <a:prstGeom prst="ellipse">
                  <a:avLst/>
                </a:prstGeom>
                <a:gradFill flip="none" rotWithShape="1">
                  <a:gsLst>
                    <a:gs pos="99000">
                      <a:schemeClr val="accent1">
                        <a:lumMod val="60000"/>
                        <a:lumOff val="40000"/>
                        <a:alpha val="25000"/>
                      </a:schemeClr>
                    </a:gs>
                    <a:gs pos="80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75" name="组合 174"/>
              <p:cNvGrpSpPr/>
              <p:nvPr/>
            </p:nvGrpSpPr>
            <p:grpSpPr>
              <a:xfrm>
                <a:off x="6663995" y="5931320"/>
                <a:ext cx="1635284" cy="439003"/>
                <a:chOff x="1190404" y="5931320"/>
                <a:chExt cx="1635284" cy="439003"/>
              </a:xfrm>
            </p:grpSpPr>
            <p:sp>
              <p:nvSpPr>
                <p:cNvPr id="176" name="文本框 175"/>
                <p:cNvSpPr txBox="1"/>
                <p:nvPr/>
              </p:nvSpPr>
              <p:spPr>
                <a:xfrm>
                  <a:off x="1190404" y="5931320"/>
                  <a:ext cx="1635284" cy="369332"/>
                </a:xfrm>
                <a:prstGeom prst="rect">
                  <a:avLst/>
                </a:prstGeom>
                <a:noFill/>
              </p:spPr>
              <p:txBody>
                <a:bodyPr wrap="square">
                  <a:spAutoFit/>
                </a:bodyPr>
                <a:lstStyle/>
                <a:p>
                  <a:pPr algn="ctr"/>
                  <a:r>
                    <a:rPr lang="zh-CN" altLang="en-US" b="1" dirty="0">
                      <a:latin typeface="思源宋体 CN Heavy" panose="02020900000000000000" pitchFamily="18" charset="-122"/>
                      <a:ea typeface="思源宋体 CN Heavy" panose="02020900000000000000" pitchFamily="18" charset="-122"/>
                      <a:cs typeface="思源宋体 CN Heavy" panose="02020900000000000000" pitchFamily="18" charset="-122"/>
                    </a:rPr>
                    <a:t>验方案</a:t>
                  </a:r>
                </a:p>
              </p:txBody>
            </p:sp>
            <p:sp>
              <p:nvSpPr>
                <p:cNvPr id="177" name="椭圆 176"/>
                <p:cNvSpPr/>
                <p:nvPr/>
              </p:nvSpPr>
              <p:spPr>
                <a:xfrm>
                  <a:off x="1302323" y="6297298"/>
                  <a:ext cx="1411446" cy="73025"/>
                </a:xfrm>
                <a:prstGeom prst="ellipse">
                  <a:avLst/>
                </a:prstGeom>
                <a:gradFill flip="none" rotWithShape="1">
                  <a:gsLst>
                    <a:gs pos="99000">
                      <a:schemeClr val="accent1">
                        <a:lumMod val="60000"/>
                        <a:lumOff val="40000"/>
                        <a:alpha val="25000"/>
                      </a:schemeClr>
                    </a:gs>
                    <a:gs pos="33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78" name="椭圆 177"/>
                <p:cNvSpPr/>
                <p:nvPr/>
              </p:nvSpPr>
              <p:spPr>
                <a:xfrm>
                  <a:off x="1566208" y="6278615"/>
                  <a:ext cx="883676" cy="45720"/>
                </a:xfrm>
                <a:prstGeom prst="ellipse">
                  <a:avLst/>
                </a:prstGeom>
                <a:gradFill flip="none" rotWithShape="1">
                  <a:gsLst>
                    <a:gs pos="99000">
                      <a:schemeClr val="accent1">
                        <a:lumMod val="60000"/>
                        <a:lumOff val="40000"/>
                        <a:alpha val="25000"/>
                      </a:schemeClr>
                    </a:gs>
                    <a:gs pos="80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79" name="组合 178"/>
              <p:cNvGrpSpPr/>
              <p:nvPr/>
            </p:nvGrpSpPr>
            <p:grpSpPr>
              <a:xfrm>
                <a:off x="9377932" y="5931320"/>
                <a:ext cx="1635284" cy="439003"/>
                <a:chOff x="1190404" y="5931320"/>
                <a:chExt cx="1635284" cy="439003"/>
              </a:xfrm>
            </p:grpSpPr>
            <p:sp>
              <p:nvSpPr>
                <p:cNvPr id="180" name="文本框 179"/>
                <p:cNvSpPr txBox="1"/>
                <p:nvPr/>
              </p:nvSpPr>
              <p:spPr>
                <a:xfrm>
                  <a:off x="1190404" y="5931320"/>
                  <a:ext cx="1635284" cy="369332"/>
                </a:xfrm>
                <a:prstGeom prst="rect">
                  <a:avLst/>
                </a:prstGeom>
                <a:noFill/>
              </p:spPr>
              <p:txBody>
                <a:bodyPr wrap="square">
                  <a:spAutoFit/>
                </a:bodyPr>
                <a:lstStyle/>
                <a:p>
                  <a:pPr algn="ctr"/>
                  <a:r>
                    <a:rPr lang="zh-CN" altLang="en-US" b="1" dirty="0">
                      <a:latin typeface="思源宋体 CN Heavy" panose="02020900000000000000" pitchFamily="18" charset="-122"/>
                      <a:ea typeface="思源宋体 CN Heavy" panose="02020900000000000000" pitchFamily="18" charset="-122"/>
                      <a:cs typeface="思源宋体 CN Heavy" panose="02020900000000000000" pitchFamily="18" charset="-122"/>
                    </a:rPr>
                    <a:t>通关练</a:t>
                  </a:r>
                </a:p>
              </p:txBody>
            </p:sp>
            <p:sp>
              <p:nvSpPr>
                <p:cNvPr id="181" name="椭圆 180"/>
                <p:cNvSpPr/>
                <p:nvPr/>
              </p:nvSpPr>
              <p:spPr>
                <a:xfrm>
                  <a:off x="1302323" y="6297298"/>
                  <a:ext cx="1411446" cy="73025"/>
                </a:xfrm>
                <a:prstGeom prst="ellipse">
                  <a:avLst/>
                </a:prstGeom>
                <a:gradFill flip="none" rotWithShape="1">
                  <a:gsLst>
                    <a:gs pos="99000">
                      <a:schemeClr val="accent1">
                        <a:lumMod val="60000"/>
                        <a:lumOff val="40000"/>
                        <a:alpha val="25000"/>
                      </a:schemeClr>
                    </a:gs>
                    <a:gs pos="33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82" name="椭圆 181"/>
                <p:cNvSpPr/>
                <p:nvPr/>
              </p:nvSpPr>
              <p:spPr>
                <a:xfrm>
                  <a:off x="1566208" y="6278615"/>
                  <a:ext cx="883676" cy="45720"/>
                </a:xfrm>
                <a:prstGeom prst="ellipse">
                  <a:avLst/>
                </a:prstGeom>
                <a:gradFill flip="none" rotWithShape="1">
                  <a:gsLst>
                    <a:gs pos="99000">
                      <a:schemeClr val="accent1">
                        <a:lumMod val="60000"/>
                        <a:lumOff val="40000"/>
                        <a:alpha val="25000"/>
                      </a:schemeClr>
                    </a:gs>
                    <a:gs pos="80000">
                      <a:schemeClr val="accent1">
                        <a:alpha val="0"/>
                      </a:schemeClr>
                    </a:gs>
                  </a:gsLst>
                  <a:lin ang="5400000" scaled="1"/>
                  <a:tileRect/>
                </a:gra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73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cxnSp>
            <p:nvCxnSpPr>
              <p:cNvPr id="183" name="直接连接符 182"/>
              <p:cNvCxnSpPr/>
              <p:nvPr/>
            </p:nvCxnSpPr>
            <p:spPr>
              <a:xfrm>
                <a:off x="6073290" y="5822623"/>
                <a:ext cx="0" cy="69247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a:off x="8733940" y="5822623"/>
                <a:ext cx="0" cy="69247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38" name="组合 137"/>
              <p:cNvGrpSpPr/>
              <p:nvPr/>
            </p:nvGrpSpPr>
            <p:grpSpPr>
              <a:xfrm>
                <a:off x="781480" y="5473768"/>
                <a:ext cx="10622105" cy="368463"/>
                <a:chOff x="781480" y="5462624"/>
                <a:chExt cx="10622105" cy="368463"/>
              </a:xfrm>
              <a:gradFill>
                <a:gsLst>
                  <a:gs pos="0">
                    <a:schemeClr val="accent1">
                      <a:lumMod val="75000"/>
                    </a:schemeClr>
                  </a:gs>
                  <a:gs pos="100000">
                    <a:schemeClr val="accent1"/>
                  </a:gs>
                </a:gsLst>
                <a:lin ang="10800000" scaled="1"/>
              </a:gradFill>
            </p:grpSpPr>
            <p:sp>
              <p:nvSpPr>
                <p:cNvPr id="107" name="矩形 106"/>
                <p:cNvSpPr/>
                <p:nvPr/>
              </p:nvSpPr>
              <p:spPr>
                <a:xfrm>
                  <a:off x="781480" y="5462624"/>
                  <a:ext cx="2625561" cy="3684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8" name="等腰三角形 107"/>
                <p:cNvSpPr/>
                <p:nvPr/>
              </p:nvSpPr>
              <p:spPr>
                <a:xfrm rot="5400000">
                  <a:off x="3369393" y="5613657"/>
                  <a:ext cx="162355" cy="8891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2" name="任意多边形: 形状 111"/>
                <p:cNvSpPr/>
                <p:nvPr/>
              </p:nvSpPr>
              <p:spPr>
                <a:xfrm>
                  <a:off x="3477708" y="5462624"/>
                  <a:ext cx="2598893" cy="368463"/>
                </a:xfrm>
                <a:custGeom>
                  <a:avLst/>
                  <a:gdLst>
                    <a:gd name="connsiteX0" fmla="*/ 0 w 2625561"/>
                    <a:gd name="connsiteY0" fmla="*/ 0 h 368463"/>
                    <a:gd name="connsiteX1" fmla="*/ 2625561 w 2625561"/>
                    <a:gd name="connsiteY1" fmla="*/ 0 h 368463"/>
                    <a:gd name="connsiteX2" fmla="*/ 2625561 w 2625561"/>
                    <a:gd name="connsiteY2" fmla="*/ 368463 h 368463"/>
                    <a:gd name="connsiteX3" fmla="*/ 0 w 2625561"/>
                    <a:gd name="connsiteY3" fmla="*/ 368463 h 368463"/>
                    <a:gd name="connsiteX4" fmla="*/ 0 w 2625561"/>
                    <a:gd name="connsiteY4" fmla="*/ 259295 h 368463"/>
                    <a:gd name="connsiteX5" fmla="*/ 69886 w 2625561"/>
                    <a:gd name="connsiteY5" fmla="*/ 195492 h 368463"/>
                    <a:gd name="connsiteX6" fmla="*/ 0 w 2625561"/>
                    <a:gd name="connsiteY6" fmla="*/ 131689 h 36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5561" h="368463">
                      <a:moveTo>
                        <a:pt x="0" y="0"/>
                      </a:moveTo>
                      <a:lnTo>
                        <a:pt x="2625561" y="0"/>
                      </a:lnTo>
                      <a:lnTo>
                        <a:pt x="2625561" y="368463"/>
                      </a:lnTo>
                      <a:lnTo>
                        <a:pt x="0" y="368463"/>
                      </a:lnTo>
                      <a:lnTo>
                        <a:pt x="0" y="259295"/>
                      </a:lnTo>
                      <a:lnTo>
                        <a:pt x="69886" y="195492"/>
                      </a:lnTo>
                      <a:lnTo>
                        <a:pt x="0" y="13168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3" name="等腰三角形 112"/>
                <p:cNvSpPr/>
                <p:nvPr/>
              </p:nvSpPr>
              <p:spPr>
                <a:xfrm rot="5400000">
                  <a:off x="6030540" y="5613657"/>
                  <a:ext cx="162355" cy="8891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6" name="任意多边形: 形状 115"/>
                <p:cNvSpPr/>
                <p:nvPr/>
              </p:nvSpPr>
              <p:spPr>
                <a:xfrm>
                  <a:off x="6138855" y="5462624"/>
                  <a:ext cx="2598893" cy="368463"/>
                </a:xfrm>
                <a:custGeom>
                  <a:avLst/>
                  <a:gdLst>
                    <a:gd name="connsiteX0" fmla="*/ 0 w 2625561"/>
                    <a:gd name="connsiteY0" fmla="*/ 0 h 368463"/>
                    <a:gd name="connsiteX1" fmla="*/ 2625561 w 2625561"/>
                    <a:gd name="connsiteY1" fmla="*/ 0 h 368463"/>
                    <a:gd name="connsiteX2" fmla="*/ 2625561 w 2625561"/>
                    <a:gd name="connsiteY2" fmla="*/ 368463 h 368463"/>
                    <a:gd name="connsiteX3" fmla="*/ 0 w 2625561"/>
                    <a:gd name="connsiteY3" fmla="*/ 368463 h 368463"/>
                    <a:gd name="connsiteX4" fmla="*/ 0 w 2625561"/>
                    <a:gd name="connsiteY4" fmla="*/ 259295 h 368463"/>
                    <a:gd name="connsiteX5" fmla="*/ 69886 w 2625561"/>
                    <a:gd name="connsiteY5" fmla="*/ 195492 h 368463"/>
                    <a:gd name="connsiteX6" fmla="*/ 0 w 2625561"/>
                    <a:gd name="connsiteY6" fmla="*/ 131689 h 36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5561" h="368463">
                      <a:moveTo>
                        <a:pt x="0" y="0"/>
                      </a:moveTo>
                      <a:lnTo>
                        <a:pt x="2625561" y="0"/>
                      </a:lnTo>
                      <a:lnTo>
                        <a:pt x="2625561" y="368463"/>
                      </a:lnTo>
                      <a:lnTo>
                        <a:pt x="0" y="368463"/>
                      </a:lnTo>
                      <a:lnTo>
                        <a:pt x="0" y="259295"/>
                      </a:lnTo>
                      <a:lnTo>
                        <a:pt x="69886" y="195492"/>
                      </a:lnTo>
                      <a:lnTo>
                        <a:pt x="0" y="13168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7" name="等腰三角形 116"/>
                <p:cNvSpPr/>
                <p:nvPr/>
              </p:nvSpPr>
              <p:spPr>
                <a:xfrm rot="5400000">
                  <a:off x="8696377" y="5613657"/>
                  <a:ext cx="162355" cy="8891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18" name="任意多边形: 形状 117"/>
                <p:cNvSpPr/>
                <p:nvPr/>
              </p:nvSpPr>
              <p:spPr>
                <a:xfrm>
                  <a:off x="8804692" y="5462624"/>
                  <a:ext cx="2598893" cy="368463"/>
                </a:xfrm>
                <a:custGeom>
                  <a:avLst/>
                  <a:gdLst>
                    <a:gd name="connsiteX0" fmla="*/ 0 w 2625561"/>
                    <a:gd name="connsiteY0" fmla="*/ 0 h 368463"/>
                    <a:gd name="connsiteX1" fmla="*/ 2625561 w 2625561"/>
                    <a:gd name="connsiteY1" fmla="*/ 0 h 368463"/>
                    <a:gd name="connsiteX2" fmla="*/ 2625561 w 2625561"/>
                    <a:gd name="connsiteY2" fmla="*/ 368463 h 368463"/>
                    <a:gd name="connsiteX3" fmla="*/ 0 w 2625561"/>
                    <a:gd name="connsiteY3" fmla="*/ 368463 h 368463"/>
                    <a:gd name="connsiteX4" fmla="*/ 0 w 2625561"/>
                    <a:gd name="connsiteY4" fmla="*/ 259295 h 368463"/>
                    <a:gd name="connsiteX5" fmla="*/ 69886 w 2625561"/>
                    <a:gd name="connsiteY5" fmla="*/ 195492 h 368463"/>
                    <a:gd name="connsiteX6" fmla="*/ 0 w 2625561"/>
                    <a:gd name="connsiteY6" fmla="*/ 131689 h 368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25561" h="368463">
                      <a:moveTo>
                        <a:pt x="0" y="0"/>
                      </a:moveTo>
                      <a:lnTo>
                        <a:pt x="2625561" y="0"/>
                      </a:lnTo>
                      <a:lnTo>
                        <a:pt x="2625561" y="368463"/>
                      </a:lnTo>
                      <a:lnTo>
                        <a:pt x="0" y="368463"/>
                      </a:lnTo>
                      <a:lnTo>
                        <a:pt x="0" y="259295"/>
                      </a:lnTo>
                      <a:lnTo>
                        <a:pt x="69886" y="195492"/>
                      </a:lnTo>
                      <a:lnTo>
                        <a:pt x="0" y="131689"/>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109" name="文本框 108"/>
              <p:cNvSpPr txBox="1"/>
              <p:nvPr/>
            </p:nvSpPr>
            <p:spPr>
              <a:xfrm>
                <a:off x="1137748" y="5457944"/>
                <a:ext cx="1832031" cy="400110"/>
              </a:xfrm>
              <a:prstGeom prst="rect">
                <a:avLst/>
              </a:prstGeom>
              <a:noFill/>
            </p:spPr>
            <p:txBody>
              <a:bodyPr wrap="square" rtlCol="0">
                <a:spAutoFit/>
              </a:bodyPr>
              <a:lstStyle>
                <a:defPPr>
                  <a:defRPr lang="zh-CN"/>
                </a:defPPr>
                <a:lvl1pPr>
                  <a:defRPr sz="3200">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cs typeface="思源宋体 CN Heavy" panose="02020900000000000000" pitchFamily="18" charset="-122"/>
                  </a:rPr>
                  <a:t>任务发布</a:t>
                </a:r>
              </a:p>
            </p:txBody>
          </p:sp>
          <p:sp>
            <p:nvSpPr>
              <p:cNvPr id="121" name="文本框 120"/>
              <p:cNvSpPr txBox="1"/>
              <p:nvPr/>
            </p:nvSpPr>
            <p:spPr>
              <a:xfrm>
                <a:off x="3851685" y="5457944"/>
                <a:ext cx="1832031" cy="400110"/>
              </a:xfrm>
              <a:prstGeom prst="rect">
                <a:avLst/>
              </a:prstGeom>
              <a:noFill/>
            </p:spPr>
            <p:txBody>
              <a:bodyPr wrap="square" rtlCol="0">
                <a:spAutoFit/>
              </a:bodyPr>
              <a:lstStyle>
                <a:defPPr>
                  <a:defRPr lang="zh-CN"/>
                </a:defPPr>
                <a:lvl1pPr>
                  <a:defRPr sz="3200">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cs typeface="思源宋体 CN Heavy" panose="02020900000000000000" pitchFamily="18" charset="-122"/>
                  </a:rPr>
                  <a:t>任务分析</a:t>
                </a:r>
              </a:p>
            </p:txBody>
          </p:sp>
          <p:sp>
            <p:nvSpPr>
              <p:cNvPr id="123" name="文本框 122"/>
              <p:cNvSpPr txBox="1"/>
              <p:nvPr/>
            </p:nvSpPr>
            <p:spPr>
              <a:xfrm>
                <a:off x="6565622" y="5457944"/>
                <a:ext cx="1832031" cy="400110"/>
              </a:xfrm>
              <a:prstGeom prst="rect">
                <a:avLst/>
              </a:prstGeom>
              <a:noFill/>
            </p:spPr>
            <p:txBody>
              <a:bodyPr wrap="square" rtlCol="0">
                <a:spAutoFit/>
              </a:bodyPr>
              <a:lstStyle>
                <a:defPPr>
                  <a:defRPr lang="zh-CN"/>
                </a:defPPr>
                <a:lvl1pPr>
                  <a:defRPr sz="3200">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cs typeface="思源宋体 CN Heavy" panose="02020900000000000000" pitchFamily="18" charset="-122"/>
                  </a:rPr>
                  <a:t>任务模拟</a:t>
                </a:r>
              </a:p>
            </p:txBody>
          </p:sp>
          <p:sp>
            <p:nvSpPr>
              <p:cNvPr id="125" name="文本框 124"/>
              <p:cNvSpPr txBox="1"/>
              <p:nvPr/>
            </p:nvSpPr>
            <p:spPr>
              <a:xfrm>
                <a:off x="9279559" y="5457944"/>
                <a:ext cx="1832031" cy="400110"/>
              </a:xfrm>
              <a:prstGeom prst="rect">
                <a:avLst/>
              </a:prstGeom>
              <a:noFill/>
            </p:spPr>
            <p:txBody>
              <a:bodyPr wrap="square" rtlCol="0">
                <a:spAutoFit/>
              </a:bodyPr>
              <a:lstStyle>
                <a:defPPr>
                  <a:defRPr lang="zh-CN"/>
                </a:defPPr>
                <a:lvl1pPr>
                  <a:defRPr sz="3200">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cs typeface="思源宋体 CN Heavy" panose="02020900000000000000" pitchFamily="18" charset="-122"/>
                  </a:rPr>
                  <a:t>任务实施</a:t>
                </a:r>
              </a:p>
            </p:txBody>
          </p:sp>
        </p:grpSp>
      </p:grpSp>
      <p:grpSp>
        <p:nvGrpSpPr>
          <p:cNvPr id="7" name="组合 6"/>
          <p:cNvGrpSpPr/>
          <p:nvPr/>
        </p:nvGrpSpPr>
        <p:grpSpPr>
          <a:xfrm>
            <a:off x="304801" y="1963572"/>
            <a:ext cx="11582399" cy="3009899"/>
            <a:chOff x="304801" y="1963572"/>
            <a:chExt cx="11582399" cy="3009899"/>
          </a:xfrm>
        </p:grpSpPr>
        <p:sp>
          <p:nvSpPr>
            <p:cNvPr id="141" name="矩形: 圆角 140"/>
            <p:cNvSpPr/>
            <p:nvPr/>
          </p:nvSpPr>
          <p:spPr>
            <a:xfrm>
              <a:off x="304801" y="1963572"/>
              <a:ext cx="11582399" cy="3009899"/>
            </a:xfrm>
            <a:prstGeom prst="roundRect">
              <a:avLst>
                <a:gd name="adj" fmla="val 751"/>
              </a:avLst>
            </a:prstGeom>
            <a:solidFill>
              <a:schemeClr val="bg1"/>
            </a:solidFill>
            <a:ln w="12700">
              <a:solidFill>
                <a:schemeClr val="accent1">
                  <a:lumMod val="60000"/>
                  <a:lumOff val="4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pic>
          <p:nvPicPr>
            <p:cNvPr id="146" name="图片 145"/>
            <p:cNvPicPr/>
            <p:nvPr/>
          </p:nvPicPr>
          <p:blipFill>
            <a:blip r:embed="rId9" cstate="print">
              <a:extLst>
                <a:ext uri="{BEBA8EAE-BF5A-486C-A8C5-ECC9F3942E4B}">
                  <a14:imgProps xmlns:a14="http://schemas.microsoft.com/office/drawing/2010/main">
                    <a14:imgLayer r:embed="rId10">
                      <a14:imgEffect>
                        <a14:artisticBlur/>
                      </a14:imgEffect>
                    </a14:imgLayer>
                  </a14:imgProps>
                </a:ext>
                <a:ext uri="{28A0092B-C50C-407E-A947-70E740481C1C}">
                  <a14:useLocalDpi xmlns:a14="http://schemas.microsoft.com/office/drawing/2010/main" val="0"/>
                </a:ext>
              </a:extLst>
            </a:blip>
            <a:stretch>
              <a:fillRect/>
            </a:stretch>
          </p:blipFill>
          <p:spPr>
            <a:xfrm>
              <a:off x="411592" y="2061466"/>
              <a:ext cx="2045858" cy="1363905"/>
            </a:xfrm>
            <a:prstGeom prst="roundRect">
              <a:avLst>
                <a:gd name="adj" fmla="val 4000"/>
              </a:avLst>
            </a:prstGeom>
          </p:spPr>
        </p:pic>
        <p:pic>
          <p:nvPicPr>
            <p:cNvPr id="147" name="图片 146"/>
            <p:cNvPicPr/>
            <p:nvPr/>
          </p:nvPicPr>
          <p:blipFill>
            <a:blip r:embed="rId11" cstate="print">
              <a:extLst>
                <a:ext uri="{28A0092B-C50C-407E-A947-70E740481C1C}">
                  <a14:useLocalDpi xmlns:a14="http://schemas.microsoft.com/office/drawing/2010/main" val="0"/>
                </a:ext>
              </a:extLst>
            </a:blip>
            <a:stretch>
              <a:fillRect/>
            </a:stretch>
          </p:blipFill>
          <p:spPr>
            <a:xfrm>
              <a:off x="411592" y="3511671"/>
              <a:ext cx="2045858" cy="1363905"/>
            </a:xfrm>
            <a:prstGeom prst="roundRect">
              <a:avLst>
                <a:gd name="adj" fmla="val 4000"/>
              </a:avLst>
            </a:prstGeom>
          </p:spPr>
        </p:pic>
        <p:pic>
          <p:nvPicPr>
            <p:cNvPr id="150" name="图片 149"/>
            <p:cNvPicPr/>
            <p:nvPr/>
          </p:nvPicPr>
          <p:blipFill>
            <a:blip r:embed="rId12" cstate="print">
              <a:extLst>
                <a:ext uri="{28A0092B-C50C-407E-A947-70E740481C1C}">
                  <a14:useLocalDpi xmlns:a14="http://schemas.microsoft.com/office/drawing/2010/main" val="0"/>
                </a:ext>
              </a:extLst>
            </a:blip>
            <a:stretch>
              <a:fillRect/>
            </a:stretch>
          </p:blipFill>
          <p:spPr>
            <a:xfrm>
              <a:off x="9738472" y="2061466"/>
              <a:ext cx="2045858" cy="1363905"/>
            </a:xfrm>
            <a:prstGeom prst="roundRect">
              <a:avLst>
                <a:gd name="adj" fmla="val 4000"/>
              </a:avLst>
            </a:prstGeom>
          </p:spPr>
        </p:pic>
        <p:pic>
          <p:nvPicPr>
            <p:cNvPr id="151" name="图片 150"/>
            <p:cNvPicPr/>
            <p:nvPr/>
          </p:nvPicPr>
          <p:blipFill>
            <a:blip r:embed="rId13" cstate="print">
              <a:extLst>
                <a:ext uri="{BEBA8EAE-BF5A-486C-A8C5-ECC9F3942E4B}">
                  <a14:imgProps xmlns:a14="http://schemas.microsoft.com/office/drawing/2010/main">
                    <a14:imgLayer r:embed="rId14">
                      <a14:imgEffect>
                        <a14:artisticBlur/>
                      </a14:imgEffect>
                    </a14:imgLayer>
                  </a14:imgProps>
                </a:ext>
                <a:ext uri="{28A0092B-C50C-407E-A947-70E740481C1C}">
                  <a14:useLocalDpi xmlns:a14="http://schemas.microsoft.com/office/drawing/2010/main" val="0"/>
                </a:ext>
              </a:extLst>
            </a:blip>
            <a:stretch>
              <a:fillRect/>
            </a:stretch>
          </p:blipFill>
          <p:spPr>
            <a:xfrm>
              <a:off x="9738472" y="3511671"/>
              <a:ext cx="2045858" cy="1363905"/>
            </a:xfrm>
            <a:prstGeom prst="roundRect">
              <a:avLst>
                <a:gd name="adj" fmla="val 4000"/>
              </a:avLst>
            </a:prstGeom>
          </p:spPr>
        </p:pic>
        <p:grpSp>
          <p:nvGrpSpPr>
            <p:cNvPr id="188" name="组合 187"/>
            <p:cNvGrpSpPr/>
            <p:nvPr/>
          </p:nvGrpSpPr>
          <p:grpSpPr>
            <a:xfrm>
              <a:off x="2494235" y="2089201"/>
              <a:ext cx="7203530" cy="2758641"/>
              <a:chOff x="2618333" y="2068729"/>
              <a:chExt cx="7203530" cy="2758641"/>
            </a:xfrm>
          </p:grpSpPr>
          <p:sp>
            <p:nvSpPr>
              <p:cNvPr id="78" name="米菲PPT78-1"/>
              <p:cNvSpPr/>
              <p:nvPr/>
            </p:nvSpPr>
            <p:spPr>
              <a:xfrm rot="5400000" flipH="1" flipV="1">
                <a:off x="6916456" y="1793244"/>
                <a:ext cx="2525975" cy="3284839"/>
              </a:xfrm>
              <a:custGeom>
                <a:avLst/>
                <a:gdLst>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1" fmla="*/ 0 w 965390"/>
                  <a:gd name="connsiteY0-2" fmla="*/ 697627 h 697627"/>
                  <a:gd name="connsiteX1-3" fmla="*/ 174407 w 965390"/>
                  <a:gd name="connsiteY1-4" fmla="*/ 0 h 697627"/>
                  <a:gd name="connsiteX2-5" fmla="*/ 790983 w 965390"/>
                  <a:gd name="connsiteY2-6" fmla="*/ 0 h 697627"/>
                  <a:gd name="connsiteX3-7" fmla="*/ 965390 w 965390"/>
                  <a:gd name="connsiteY3-8" fmla="*/ 697627 h 697627"/>
                  <a:gd name="connsiteX4-9" fmla="*/ 0 w 965390"/>
                  <a:gd name="connsiteY4-10" fmla="*/ 697627 h 697627"/>
                  <a:gd name="connsiteX0-11" fmla="*/ 0 w 965390"/>
                  <a:gd name="connsiteY0-12" fmla="*/ 697627 h 697627"/>
                  <a:gd name="connsiteX1-13" fmla="*/ 174407 w 965390"/>
                  <a:gd name="connsiteY1-14" fmla="*/ 0 h 697627"/>
                  <a:gd name="connsiteX2-15" fmla="*/ 790983 w 965390"/>
                  <a:gd name="connsiteY2-16" fmla="*/ 0 h 697627"/>
                  <a:gd name="connsiteX3-17" fmla="*/ 965390 w 965390"/>
                  <a:gd name="connsiteY3-18" fmla="*/ 697627 h 697627"/>
                  <a:gd name="connsiteX4-19" fmla="*/ 0 w 965390"/>
                  <a:gd name="connsiteY4-20" fmla="*/ 697627 h 697627"/>
                  <a:gd name="connsiteX0-21" fmla="*/ 0 w 965390"/>
                  <a:gd name="connsiteY0-22" fmla="*/ 697627 h 697627"/>
                  <a:gd name="connsiteX1-23" fmla="*/ 174407 w 965390"/>
                  <a:gd name="connsiteY1-24" fmla="*/ 0 h 697627"/>
                  <a:gd name="connsiteX2-25" fmla="*/ 790983 w 965390"/>
                  <a:gd name="connsiteY2-26" fmla="*/ 0 h 697627"/>
                  <a:gd name="connsiteX3-27" fmla="*/ 965390 w 965390"/>
                  <a:gd name="connsiteY3-28" fmla="*/ 697627 h 697627"/>
                  <a:gd name="connsiteX4-29" fmla="*/ 0 w 965390"/>
                  <a:gd name="connsiteY4-30" fmla="*/ 697627 h 697627"/>
                  <a:gd name="connsiteX0-31" fmla="*/ 0 w 965390"/>
                  <a:gd name="connsiteY0-32" fmla="*/ 697627 h 697627"/>
                  <a:gd name="connsiteX1-33" fmla="*/ 174407 w 965390"/>
                  <a:gd name="connsiteY1-34" fmla="*/ 0 h 697627"/>
                  <a:gd name="connsiteX2-35" fmla="*/ 790983 w 965390"/>
                  <a:gd name="connsiteY2-36" fmla="*/ 0 h 697627"/>
                  <a:gd name="connsiteX3-37" fmla="*/ 965390 w 965390"/>
                  <a:gd name="connsiteY3-38" fmla="*/ 697627 h 697627"/>
                  <a:gd name="connsiteX4-39" fmla="*/ 0 w 965390"/>
                  <a:gd name="connsiteY4-40" fmla="*/ 697627 h 697627"/>
                  <a:gd name="connsiteX0-41" fmla="*/ 0 w 965390"/>
                  <a:gd name="connsiteY0-42" fmla="*/ 697627 h 697627"/>
                  <a:gd name="connsiteX1-43" fmla="*/ 174407 w 965390"/>
                  <a:gd name="connsiteY1-44" fmla="*/ 0 h 697627"/>
                  <a:gd name="connsiteX2-45" fmla="*/ 745261 w 965390"/>
                  <a:gd name="connsiteY2-46" fmla="*/ 0 h 697627"/>
                  <a:gd name="connsiteX3-47" fmla="*/ 965390 w 965390"/>
                  <a:gd name="connsiteY3-48" fmla="*/ 697627 h 697627"/>
                  <a:gd name="connsiteX4-49" fmla="*/ 0 w 965390"/>
                  <a:gd name="connsiteY4-50" fmla="*/ 697627 h 697627"/>
                  <a:gd name="connsiteX0-51" fmla="*/ 0 w 965390"/>
                  <a:gd name="connsiteY0-52" fmla="*/ 697627 h 697627"/>
                  <a:gd name="connsiteX1-53" fmla="*/ 197267 w 965390"/>
                  <a:gd name="connsiteY1-54" fmla="*/ 0 h 697627"/>
                  <a:gd name="connsiteX2-55" fmla="*/ 745261 w 965390"/>
                  <a:gd name="connsiteY2-56" fmla="*/ 0 h 697627"/>
                  <a:gd name="connsiteX3-57" fmla="*/ 965390 w 965390"/>
                  <a:gd name="connsiteY3-58" fmla="*/ 697627 h 697627"/>
                  <a:gd name="connsiteX4-59" fmla="*/ 0 w 965390"/>
                  <a:gd name="connsiteY4-60" fmla="*/ 697627 h 697627"/>
                  <a:gd name="connsiteX0-61" fmla="*/ 0 w 965390"/>
                  <a:gd name="connsiteY0-62" fmla="*/ 697627 h 697627"/>
                  <a:gd name="connsiteX1-63" fmla="*/ 255327 w 965390"/>
                  <a:gd name="connsiteY1-64" fmla="*/ 0 h 697627"/>
                  <a:gd name="connsiteX2-65" fmla="*/ 745261 w 965390"/>
                  <a:gd name="connsiteY2-66" fmla="*/ 0 h 697627"/>
                  <a:gd name="connsiteX3-67" fmla="*/ 965390 w 965390"/>
                  <a:gd name="connsiteY3-68" fmla="*/ 697627 h 697627"/>
                  <a:gd name="connsiteX4-69" fmla="*/ 0 w 965390"/>
                  <a:gd name="connsiteY4-70" fmla="*/ 697627 h 697627"/>
                  <a:gd name="connsiteX0-71" fmla="*/ 0 w 965390"/>
                  <a:gd name="connsiteY0-72" fmla="*/ 701285 h 701285"/>
                  <a:gd name="connsiteX1-73" fmla="*/ 255327 w 965390"/>
                  <a:gd name="connsiteY1-74" fmla="*/ 3658 h 701285"/>
                  <a:gd name="connsiteX2-75" fmla="*/ 694459 w 965390"/>
                  <a:gd name="connsiteY2-76" fmla="*/ 0 h 701285"/>
                  <a:gd name="connsiteX3-77" fmla="*/ 965390 w 965390"/>
                  <a:gd name="connsiteY3-78" fmla="*/ 701285 h 701285"/>
                  <a:gd name="connsiteX4-79" fmla="*/ 0 w 965390"/>
                  <a:gd name="connsiteY4-80" fmla="*/ 701285 h 701285"/>
                  <a:gd name="connsiteX0-81" fmla="*/ 0 w 965390"/>
                  <a:gd name="connsiteY0-82" fmla="*/ 701285 h 708601"/>
                  <a:gd name="connsiteX1-83" fmla="*/ 255327 w 965390"/>
                  <a:gd name="connsiteY1-84" fmla="*/ 3658 h 708601"/>
                  <a:gd name="connsiteX2-85" fmla="*/ 694459 w 965390"/>
                  <a:gd name="connsiteY2-86" fmla="*/ 0 h 708601"/>
                  <a:gd name="connsiteX3-87" fmla="*/ 965390 w 965390"/>
                  <a:gd name="connsiteY3-88" fmla="*/ 708601 h 708601"/>
                  <a:gd name="connsiteX4-89" fmla="*/ 0 w 965390"/>
                  <a:gd name="connsiteY4-90" fmla="*/ 701285 h 708601"/>
                  <a:gd name="connsiteX0-91" fmla="*/ 0 w 965390"/>
                  <a:gd name="connsiteY0-92" fmla="*/ 701285 h 708601"/>
                  <a:gd name="connsiteX1-93" fmla="*/ 255327 w 965390"/>
                  <a:gd name="connsiteY1-94" fmla="*/ 3658 h 708601"/>
                  <a:gd name="connsiteX2-95" fmla="*/ 694459 w 965390"/>
                  <a:gd name="connsiteY2-96" fmla="*/ 0 h 708601"/>
                  <a:gd name="connsiteX3-97" fmla="*/ 965390 w 965390"/>
                  <a:gd name="connsiteY3-98" fmla="*/ 708601 h 708601"/>
                  <a:gd name="connsiteX4-99" fmla="*/ 0 w 965390"/>
                  <a:gd name="connsiteY4-100" fmla="*/ 701285 h 708601"/>
                  <a:gd name="connsiteX0-101" fmla="*/ 0 w 965390"/>
                  <a:gd name="connsiteY0-102" fmla="*/ 701285 h 708601"/>
                  <a:gd name="connsiteX1-103" fmla="*/ 255327 w 965390"/>
                  <a:gd name="connsiteY1-104" fmla="*/ 3658 h 708601"/>
                  <a:gd name="connsiteX2-105" fmla="*/ 694459 w 965390"/>
                  <a:gd name="connsiteY2-106" fmla="*/ 0 h 708601"/>
                  <a:gd name="connsiteX3-107" fmla="*/ 965390 w 965390"/>
                  <a:gd name="connsiteY3-108" fmla="*/ 708601 h 708601"/>
                  <a:gd name="connsiteX4-109" fmla="*/ 0 w 965390"/>
                  <a:gd name="connsiteY4-110" fmla="*/ 701285 h 7086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5390" h="708601">
                    <a:moveTo>
                      <a:pt x="0" y="701285"/>
                    </a:moveTo>
                    <a:cubicBezTo>
                      <a:pt x="142112" y="496738"/>
                      <a:pt x="281166" y="310848"/>
                      <a:pt x="255327" y="3658"/>
                    </a:cubicBezTo>
                    <a:lnTo>
                      <a:pt x="694459" y="0"/>
                    </a:lnTo>
                    <a:cubicBezTo>
                      <a:pt x="696612" y="269867"/>
                      <a:pt x="797877" y="425379"/>
                      <a:pt x="965390" y="708601"/>
                    </a:cubicBezTo>
                    <a:lnTo>
                      <a:pt x="0" y="701285"/>
                    </a:lnTo>
                    <a:close/>
                  </a:path>
                </a:pathLst>
              </a:custGeom>
              <a:gradFill flip="none" rotWithShape="1">
                <a:gsLst>
                  <a:gs pos="0">
                    <a:schemeClr val="accent3">
                      <a:alpha val="0"/>
                    </a:schemeClr>
                  </a:gs>
                  <a:gs pos="99425">
                    <a:schemeClr val="accent3">
                      <a:alpha val="0"/>
                    </a:schemeClr>
                  </a:gs>
                  <a:gs pos="50000">
                    <a:schemeClr val="accent3">
                      <a:alpha val="15000"/>
                    </a:schemeClr>
                  </a:gs>
                </a:gsLst>
                <a:lin ang="16200000" scaled="0"/>
                <a:tileRect/>
              </a:gradFill>
              <a:ln w="12383">
                <a:gradFill flip="none" rotWithShape="1">
                  <a:gsLst>
                    <a:gs pos="51000">
                      <a:schemeClr val="accent6"/>
                    </a:gs>
                    <a:gs pos="0">
                      <a:schemeClr val="accent6">
                        <a:lumMod val="20000"/>
                        <a:lumOff val="80000"/>
                        <a:alpha val="0"/>
                      </a:schemeClr>
                    </a:gs>
                    <a:gs pos="100000">
                      <a:schemeClr val="accent6">
                        <a:lumMod val="20000"/>
                        <a:lumOff val="8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defTabSz="914400">
                  <a:defRPr/>
                </a:pPr>
                <a:endParaRPr lang="zh-CN" altLang="en-US" sz="3900" dirty="0">
                  <a:solidFill>
                    <a:prstClr val="white"/>
                  </a:solidFill>
                  <a:latin typeface="+mj-ea"/>
                  <a:ea typeface="+mj-ea"/>
                  <a:cs typeface="思源宋体 CN Heavy" panose="02020900000000000000" pitchFamily="18" charset="-122"/>
                </a:endParaRPr>
              </a:p>
            </p:txBody>
          </p:sp>
          <p:sp>
            <p:nvSpPr>
              <p:cNvPr id="79" name="米菲PPT78-2"/>
              <p:cNvSpPr/>
              <p:nvPr/>
            </p:nvSpPr>
            <p:spPr>
              <a:xfrm rot="16200000" flipH="1" flipV="1">
                <a:off x="3049882" y="1790653"/>
                <a:ext cx="2525971" cy="3284838"/>
              </a:xfrm>
              <a:custGeom>
                <a:avLst/>
                <a:gdLst>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1" fmla="*/ 0 w 965390"/>
                  <a:gd name="connsiteY0-2" fmla="*/ 697627 h 697627"/>
                  <a:gd name="connsiteX1-3" fmla="*/ 174407 w 965390"/>
                  <a:gd name="connsiteY1-4" fmla="*/ 0 h 697627"/>
                  <a:gd name="connsiteX2-5" fmla="*/ 790983 w 965390"/>
                  <a:gd name="connsiteY2-6" fmla="*/ 0 h 697627"/>
                  <a:gd name="connsiteX3-7" fmla="*/ 965390 w 965390"/>
                  <a:gd name="connsiteY3-8" fmla="*/ 697627 h 697627"/>
                  <a:gd name="connsiteX4-9" fmla="*/ 0 w 965390"/>
                  <a:gd name="connsiteY4-10" fmla="*/ 697627 h 697627"/>
                  <a:gd name="connsiteX0-11" fmla="*/ 0 w 965390"/>
                  <a:gd name="connsiteY0-12" fmla="*/ 697627 h 697627"/>
                  <a:gd name="connsiteX1-13" fmla="*/ 174407 w 965390"/>
                  <a:gd name="connsiteY1-14" fmla="*/ 0 h 697627"/>
                  <a:gd name="connsiteX2-15" fmla="*/ 790983 w 965390"/>
                  <a:gd name="connsiteY2-16" fmla="*/ 0 h 697627"/>
                  <a:gd name="connsiteX3-17" fmla="*/ 965390 w 965390"/>
                  <a:gd name="connsiteY3-18" fmla="*/ 697627 h 697627"/>
                  <a:gd name="connsiteX4-19" fmla="*/ 0 w 965390"/>
                  <a:gd name="connsiteY4-20" fmla="*/ 697627 h 697627"/>
                  <a:gd name="connsiteX0-21" fmla="*/ 0 w 965390"/>
                  <a:gd name="connsiteY0-22" fmla="*/ 697627 h 697627"/>
                  <a:gd name="connsiteX1-23" fmla="*/ 174407 w 965390"/>
                  <a:gd name="connsiteY1-24" fmla="*/ 0 h 697627"/>
                  <a:gd name="connsiteX2-25" fmla="*/ 790983 w 965390"/>
                  <a:gd name="connsiteY2-26" fmla="*/ 0 h 697627"/>
                  <a:gd name="connsiteX3-27" fmla="*/ 965390 w 965390"/>
                  <a:gd name="connsiteY3-28" fmla="*/ 697627 h 697627"/>
                  <a:gd name="connsiteX4-29" fmla="*/ 0 w 965390"/>
                  <a:gd name="connsiteY4-30" fmla="*/ 697627 h 697627"/>
                  <a:gd name="connsiteX0-31" fmla="*/ 0 w 965390"/>
                  <a:gd name="connsiteY0-32" fmla="*/ 697627 h 697627"/>
                  <a:gd name="connsiteX1-33" fmla="*/ 174407 w 965390"/>
                  <a:gd name="connsiteY1-34" fmla="*/ 0 h 697627"/>
                  <a:gd name="connsiteX2-35" fmla="*/ 790983 w 965390"/>
                  <a:gd name="connsiteY2-36" fmla="*/ 0 h 697627"/>
                  <a:gd name="connsiteX3-37" fmla="*/ 965390 w 965390"/>
                  <a:gd name="connsiteY3-38" fmla="*/ 697627 h 697627"/>
                  <a:gd name="connsiteX4-39" fmla="*/ 0 w 965390"/>
                  <a:gd name="connsiteY4-40" fmla="*/ 697627 h 697627"/>
                  <a:gd name="connsiteX0-41" fmla="*/ 0 w 965390"/>
                  <a:gd name="connsiteY0-42" fmla="*/ 697627 h 697627"/>
                  <a:gd name="connsiteX1-43" fmla="*/ 174407 w 965390"/>
                  <a:gd name="connsiteY1-44" fmla="*/ 0 h 697627"/>
                  <a:gd name="connsiteX2-45" fmla="*/ 745261 w 965390"/>
                  <a:gd name="connsiteY2-46" fmla="*/ 0 h 697627"/>
                  <a:gd name="connsiteX3-47" fmla="*/ 965390 w 965390"/>
                  <a:gd name="connsiteY3-48" fmla="*/ 697627 h 697627"/>
                  <a:gd name="connsiteX4-49" fmla="*/ 0 w 965390"/>
                  <a:gd name="connsiteY4-50" fmla="*/ 697627 h 697627"/>
                  <a:gd name="connsiteX0-51" fmla="*/ 0 w 965390"/>
                  <a:gd name="connsiteY0-52" fmla="*/ 697627 h 697627"/>
                  <a:gd name="connsiteX1-53" fmla="*/ 197267 w 965390"/>
                  <a:gd name="connsiteY1-54" fmla="*/ 0 h 697627"/>
                  <a:gd name="connsiteX2-55" fmla="*/ 745261 w 965390"/>
                  <a:gd name="connsiteY2-56" fmla="*/ 0 h 697627"/>
                  <a:gd name="connsiteX3-57" fmla="*/ 965390 w 965390"/>
                  <a:gd name="connsiteY3-58" fmla="*/ 697627 h 697627"/>
                  <a:gd name="connsiteX4-59" fmla="*/ 0 w 965390"/>
                  <a:gd name="connsiteY4-60" fmla="*/ 697627 h 697627"/>
                  <a:gd name="connsiteX0-61" fmla="*/ 0 w 965390"/>
                  <a:gd name="connsiteY0-62" fmla="*/ 697627 h 697627"/>
                  <a:gd name="connsiteX1-63" fmla="*/ 255327 w 965390"/>
                  <a:gd name="connsiteY1-64" fmla="*/ 0 h 697627"/>
                  <a:gd name="connsiteX2-65" fmla="*/ 745261 w 965390"/>
                  <a:gd name="connsiteY2-66" fmla="*/ 0 h 697627"/>
                  <a:gd name="connsiteX3-67" fmla="*/ 965390 w 965390"/>
                  <a:gd name="connsiteY3-68" fmla="*/ 697627 h 697627"/>
                  <a:gd name="connsiteX4-69" fmla="*/ 0 w 965390"/>
                  <a:gd name="connsiteY4-70" fmla="*/ 697627 h 697627"/>
                  <a:gd name="connsiteX0-71" fmla="*/ 0 w 965390"/>
                  <a:gd name="connsiteY0-72" fmla="*/ 701285 h 701285"/>
                  <a:gd name="connsiteX1-73" fmla="*/ 255327 w 965390"/>
                  <a:gd name="connsiteY1-74" fmla="*/ 3658 h 701285"/>
                  <a:gd name="connsiteX2-75" fmla="*/ 694459 w 965390"/>
                  <a:gd name="connsiteY2-76" fmla="*/ 0 h 701285"/>
                  <a:gd name="connsiteX3-77" fmla="*/ 965390 w 965390"/>
                  <a:gd name="connsiteY3-78" fmla="*/ 701285 h 701285"/>
                  <a:gd name="connsiteX4-79" fmla="*/ 0 w 965390"/>
                  <a:gd name="connsiteY4-80" fmla="*/ 701285 h 701285"/>
                  <a:gd name="connsiteX0-81" fmla="*/ 0 w 965390"/>
                  <a:gd name="connsiteY0-82" fmla="*/ 701285 h 708601"/>
                  <a:gd name="connsiteX1-83" fmla="*/ 255327 w 965390"/>
                  <a:gd name="connsiteY1-84" fmla="*/ 3658 h 708601"/>
                  <a:gd name="connsiteX2-85" fmla="*/ 694459 w 965390"/>
                  <a:gd name="connsiteY2-86" fmla="*/ 0 h 708601"/>
                  <a:gd name="connsiteX3-87" fmla="*/ 965390 w 965390"/>
                  <a:gd name="connsiteY3-88" fmla="*/ 708601 h 708601"/>
                  <a:gd name="connsiteX4-89" fmla="*/ 0 w 965390"/>
                  <a:gd name="connsiteY4-90" fmla="*/ 701285 h 708601"/>
                  <a:gd name="connsiteX0-91" fmla="*/ 0 w 965390"/>
                  <a:gd name="connsiteY0-92" fmla="*/ 701285 h 708601"/>
                  <a:gd name="connsiteX1-93" fmla="*/ 255327 w 965390"/>
                  <a:gd name="connsiteY1-94" fmla="*/ 3658 h 708601"/>
                  <a:gd name="connsiteX2-95" fmla="*/ 694459 w 965390"/>
                  <a:gd name="connsiteY2-96" fmla="*/ 0 h 708601"/>
                  <a:gd name="connsiteX3-97" fmla="*/ 965390 w 965390"/>
                  <a:gd name="connsiteY3-98" fmla="*/ 708601 h 708601"/>
                  <a:gd name="connsiteX4-99" fmla="*/ 0 w 965390"/>
                  <a:gd name="connsiteY4-100" fmla="*/ 701285 h 708601"/>
                  <a:gd name="connsiteX0-101" fmla="*/ 0 w 965390"/>
                  <a:gd name="connsiteY0-102" fmla="*/ 701285 h 708601"/>
                  <a:gd name="connsiteX1-103" fmla="*/ 255327 w 965390"/>
                  <a:gd name="connsiteY1-104" fmla="*/ 3658 h 708601"/>
                  <a:gd name="connsiteX2-105" fmla="*/ 694459 w 965390"/>
                  <a:gd name="connsiteY2-106" fmla="*/ 0 h 708601"/>
                  <a:gd name="connsiteX3-107" fmla="*/ 965390 w 965390"/>
                  <a:gd name="connsiteY3-108" fmla="*/ 708601 h 708601"/>
                  <a:gd name="connsiteX4-109" fmla="*/ 0 w 965390"/>
                  <a:gd name="connsiteY4-110" fmla="*/ 701285 h 7086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5390" h="708601">
                    <a:moveTo>
                      <a:pt x="0" y="701285"/>
                    </a:moveTo>
                    <a:cubicBezTo>
                      <a:pt x="142112" y="496738"/>
                      <a:pt x="281166" y="310848"/>
                      <a:pt x="255327" y="3658"/>
                    </a:cubicBezTo>
                    <a:lnTo>
                      <a:pt x="694459" y="0"/>
                    </a:lnTo>
                    <a:cubicBezTo>
                      <a:pt x="696612" y="269867"/>
                      <a:pt x="797877" y="425379"/>
                      <a:pt x="965390" y="708601"/>
                    </a:cubicBezTo>
                    <a:lnTo>
                      <a:pt x="0" y="701285"/>
                    </a:lnTo>
                    <a:close/>
                  </a:path>
                </a:pathLst>
              </a:custGeom>
              <a:gradFill flip="none" rotWithShape="1">
                <a:gsLst>
                  <a:gs pos="0">
                    <a:schemeClr val="accent1">
                      <a:alpha val="0"/>
                    </a:schemeClr>
                  </a:gs>
                  <a:gs pos="99425">
                    <a:schemeClr val="accent1">
                      <a:alpha val="0"/>
                    </a:schemeClr>
                  </a:gs>
                  <a:gs pos="50000">
                    <a:schemeClr val="accent1">
                      <a:alpha val="15000"/>
                    </a:schemeClr>
                  </a:gs>
                </a:gsLst>
                <a:lin ang="16200000" scaled="0"/>
                <a:tileRect/>
              </a:gradFill>
              <a:ln w="12383">
                <a:gradFill flip="none" rotWithShape="1">
                  <a:gsLst>
                    <a:gs pos="51000">
                      <a:schemeClr val="accent1"/>
                    </a:gs>
                    <a:gs pos="0">
                      <a:schemeClr val="accent1">
                        <a:lumMod val="20000"/>
                        <a:lumOff val="80000"/>
                        <a:alpha val="0"/>
                      </a:schemeClr>
                    </a:gs>
                    <a:gs pos="100000">
                      <a:schemeClr val="accent1">
                        <a:lumMod val="20000"/>
                        <a:lumOff val="80000"/>
                        <a:alpha val="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defTabSz="914400">
                  <a:defRPr/>
                </a:pPr>
                <a:endParaRPr lang="zh-CN" altLang="en-US" sz="3900" dirty="0">
                  <a:solidFill>
                    <a:prstClr val="white"/>
                  </a:solidFill>
                  <a:latin typeface="+mj-ea"/>
                  <a:ea typeface="+mj-ea"/>
                  <a:cs typeface="思源宋体 CN Heavy" panose="02020900000000000000" pitchFamily="18" charset="-122"/>
                </a:endParaRPr>
              </a:p>
            </p:txBody>
          </p:sp>
          <p:sp>
            <p:nvSpPr>
              <p:cNvPr id="82" name="米菲PPT78-5"/>
              <p:cNvSpPr/>
              <p:nvPr>
                <p:custDataLst>
                  <p:tags r:id="rId1"/>
                </p:custDataLst>
              </p:nvPr>
            </p:nvSpPr>
            <p:spPr>
              <a:xfrm>
                <a:off x="5603436" y="2705453"/>
                <a:ext cx="1321713" cy="1321709"/>
              </a:xfrm>
              <a:prstGeom prst="ellipse">
                <a:avLst/>
              </a:prstGeom>
              <a:gradFill flip="none" rotWithShape="1">
                <a:gsLst>
                  <a:gs pos="100000">
                    <a:schemeClr val="accent1"/>
                  </a:gs>
                  <a:gs pos="0">
                    <a:schemeClr val="accent1">
                      <a:lumMod val="75000"/>
                    </a:schemeClr>
                  </a:gs>
                </a:gsLst>
                <a:lin ang="19800000" scaled="0"/>
                <a:tileRect/>
              </a:gradFill>
              <a:ln w="38100">
                <a:noFill/>
              </a:ln>
              <a:effectLst>
                <a:outerShdw blurRad="916305" dist="240716"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92574" tIns="96281" rIns="192574" bIns="96281" rtlCol="0" anchor="ctr">
                <a:noAutofit/>
              </a:bodyPr>
              <a:lstStyle/>
              <a:p>
                <a:pPr algn="ctr" defTabSz="914400"/>
                <a:endParaRPr lang="zh-CN" altLang="en-US" sz="5470" dirty="0">
                  <a:solidFill>
                    <a:srgbClr val="FFFFFF"/>
                  </a:solidFill>
                  <a:latin typeface="+mj-ea"/>
                  <a:ea typeface="+mj-ea"/>
                  <a:cs typeface="思源宋体 CN Heavy" panose="02020900000000000000" pitchFamily="18" charset="-122"/>
                </a:endParaRPr>
              </a:p>
            </p:txBody>
          </p:sp>
          <p:grpSp>
            <p:nvGrpSpPr>
              <p:cNvPr id="83" name="组合 82"/>
              <p:cNvGrpSpPr/>
              <p:nvPr/>
            </p:nvGrpSpPr>
            <p:grpSpPr>
              <a:xfrm>
                <a:off x="5352118" y="2501858"/>
                <a:ext cx="1747420" cy="1747424"/>
                <a:chOff x="4419520" y="5570828"/>
                <a:chExt cx="981477" cy="981496"/>
              </a:xfrm>
            </p:grpSpPr>
            <p:sp>
              <p:nvSpPr>
                <p:cNvPr id="103" name="米菲PPT78-6"/>
                <p:cNvSpPr/>
                <p:nvPr/>
              </p:nvSpPr>
              <p:spPr>
                <a:xfrm>
                  <a:off x="4419520" y="5570831"/>
                  <a:ext cx="981475" cy="981493"/>
                </a:xfrm>
                <a:prstGeom prst="arc">
                  <a:avLst>
                    <a:gd name="adj1" fmla="val 12054972"/>
                    <a:gd name="adj2" fmla="val 0"/>
                  </a:avLst>
                </a:prstGeom>
                <a:noFill/>
                <a:ln w="6192">
                  <a:gradFill flip="none" rotWithShape="1">
                    <a:gsLst>
                      <a:gs pos="7300">
                        <a:schemeClr val="accent1"/>
                      </a:gs>
                      <a:gs pos="100000">
                        <a:schemeClr val="bg1">
                          <a:alpha val="0"/>
                        </a:schemeClr>
                      </a:gs>
                    </a:gsLst>
                    <a:lin ang="0" scaled="1"/>
                    <a:tileRect/>
                  </a:gradFill>
                  <a:headEnd type="arrow"/>
                </a:ln>
                <a:effectLst/>
              </p:spPr>
              <p:style>
                <a:lnRef idx="2">
                  <a:schemeClr val="accent1">
                    <a:shade val="50000"/>
                  </a:schemeClr>
                </a:lnRef>
                <a:fillRef idx="1">
                  <a:schemeClr val="accent1"/>
                </a:fillRef>
                <a:effectRef idx="0">
                  <a:schemeClr val="accent1"/>
                </a:effectRef>
                <a:fontRef idx="minor">
                  <a:schemeClr val="lt1"/>
                </a:fontRef>
              </p:style>
              <p:txBody>
                <a:bodyPr wrap="none" lIns="160489" tIns="80239" rIns="160489" bIns="80239" rtlCol="0" anchor="ctr"/>
                <a:lstStyle/>
                <a:p>
                  <a:pPr algn="ctr"/>
                  <a:endParaRPr lang="zh-CN" altLang="en-US" sz="1365" dirty="0">
                    <a:solidFill>
                      <a:schemeClr val="bg1"/>
                    </a:solidFill>
                    <a:latin typeface="+mj-ea"/>
                    <a:ea typeface="+mj-ea"/>
                    <a:cs typeface="思源宋体 CN Heavy" panose="02020900000000000000" pitchFamily="18" charset="-122"/>
                  </a:endParaRPr>
                </a:p>
              </p:txBody>
            </p:sp>
            <p:sp>
              <p:nvSpPr>
                <p:cNvPr id="104" name="米菲PPT78-7"/>
                <p:cNvSpPr/>
                <p:nvPr/>
              </p:nvSpPr>
              <p:spPr>
                <a:xfrm flipH="1" flipV="1">
                  <a:off x="4419524" y="5570828"/>
                  <a:ext cx="981473" cy="981493"/>
                </a:xfrm>
                <a:prstGeom prst="arc">
                  <a:avLst>
                    <a:gd name="adj1" fmla="val 12054944"/>
                    <a:gd name="adj2" fmla="val 0"/>
                  </a:avLst>
                </a:prstGeom>
                <a:noFill/>
                <a:ln w="6192">
                  <a:gradFill flip="none" rotWithShape="1">
                    <a:gsLst>
                      <a:gs pos="7300">
                        <a:schemeClr val="accent1"/>
                      </a:gs>
                      <a:gs pos="100000">
                        <a:schemeClr val="bg1">
                          <a:alpha val="0"/>
                        </a:schemeClr>
                      </a:gs>
                    </a:gsLst>
                    <a:lin ang="0" scaled="1"/>
                    <a:tileRect/>
                  </a:gradFill>
                  <a:headEnd type="arrow"/>
                </a:ln>
                <a:effectLst/>
              </p:spPr>
              <p:style>
                <a:lnRef idx="2">
                  <a:schemeClr val="accent1">
                    <a:shade val="50000"/>
                  </a:schemeClr>
                </a:lnRef>
                <a:fillRef idx="1">
                  <a:schemeClr val="accent1"/>
                </a:fillRef>
                <a:effectRef idx="0">
                  <a:schemeClr val="accent1"/>
                </a:effectRef>
                <a:fontRef idx="minor">
                  <a:schemeClr val="lt1"/>
                </a:fontRef>
              </p:style>
              <p:txBody>
                <a:bodyPr wrap="none" lIns="160489" tIns="80239" rIns="160489" bIns="80239" rtlCol="0" anchor="ctr"/>
                <a:lstStyle/>
                <a:p>
                  <a:pPr algn="ctr"/>
                  <a:endParaRPr lang="zh-CN" altLang="en-US" sz="1365" dirty="0">
                    <a:solidFill>
                      <a:schemeClr val="bg1"/>
                    </a:solidFill>
                    <a:latin typeface="+mj-ea"/>
                    <a:ea typeface="+mj-ea"/>
                    <a:cs typeface="思源宋体 CN Heavy" panose="02020900000000000000" pitchFamily="18" charset="-122"/>
                  </a:endParaRPr>
                </a:p>
              </p:txBody>
            </p:sp>
          </p:grpSp>
          <p:sp>
            <p:nvSpPr>
              <p:cNvPr id="84" name="米菲PPT78-8"/>
              <p:cNvSpPr/>
              <p:nvPr>
                <p:custDataLst>
                  <p:tags r:id="rId2"/>
                </p:custDataLst>
              </p:nvPr>
            </p:nvSpPr>
            <p:spPr>
              <a:xfrm>
                <a:off x="3830975" y="2068729"/>
                <a:ext cx="4809979" cy="334580"/>
              </a:xfrm>
              <a:prstGeom prst="roundRect">
                <a:avLst>
                  <a:gd name="adj" fmla="val 42587"/>
                </a:avLst>
              </a:prstGeom>
              <a:gradFill flip="none" rotWithShape="1">
                <a:gsLst>
                  <a:gs pos="100000">
                    <a:schemeClr val="accent1"/>
                  </a:gs>
                  <a:gs pos="3000">
                    <a:schemeClr val="accent1">
                      <a:lumMod val="75000"/>
                    </a:schemeClr>
                  </a:gs>
                </a:gsLst>
                <a:lin ang="10800000" scaled="1"/>
                <a:tileRect/>
              </a:gradFill>
              <a:ln w="38100">
                <a:noFill/>
              </a:ln>
              <a:effectLst>
                <a:outerShdw blurRad="916305" dist="240716"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92574" tIns="96281" rIns="192574" bIns="96281" rtlCol="0" anchor="ctr">
                <a:noAutofit/>
              </a:bodyPr>
              <a:lstStyle/>
              <a:p>
                <a:pPr algn="ctr" defTabSz="914400"/>
                <a:r>
                  <a:rPr lang="zh-CN" altLang="en-US" sz="1560" dirty="0">
                    <a:solidFill>
                      <a:srgbClr val="FFFFFF"/>
                    </a:solidFill>
                    <a:latin typeface="+mj-ea"/>
                    <a:ea typeface="+mj-ea"/>
                    <a:cs typeface="思源宋体 CN Heavy" panose="02020900000000000000" pitchFamily="18" charset="-122"/>
                    <a:sym typeface="思源宋体 CN Heavy" panose="02020900000000000000" pitchFamily="18" charset="-122"/>
                  </a:rPr>
                  <a:t>理解数控编程和加工工艺</a:t>
                </a:r>
              </a:p>
            </p:txBody>
          </p:sp>
          <p:sp>
            <p:nvSpPr>
              <p:cNvPr id="87" name="米菲PPT78-11"/>
              <p:cNvSpPr txBox="1"/>
              <p:nvPr/>
            </p:nvSpPr>
            <p:spPr>
              <a:xfrm>
                <a:off x="5527816" y="3132657"/>
                <a:ext cx="1443729" cy="510140"/>
              </a:xfrm>
              <a:prstGeom prst="rect">
                <a:avLst/>
              </a:prstGeom>
              <a:noFill/>
              <a:effectLst/>
            </p:spPr>
            <p:txBody>
              <a:bodyPr wrap="none" lIns="178308" tIns="89154" rIns="178308" bIns="89154" rtlCol="0">
                <a:spAutoFit/>
              </a:bodyPr>
              <a:lstStyle/>
              <a:p>
                <a:pPr algn="ctr"/>
                <a:r>
                  <a:rPr lang="zh-CN" altLang="en-US" sz="2145" dirty="0">
                    <a:solidFill>
                      <a:schemeClr val="bg1"/>
                    </a:solidFill>
                    <a:latin typeface="+mj-ea"/>
                    <a:ea typeface="+mj-ea"/>
                    <a:cs typeface="思源宋体 CN Heavy" panose="02020900000000000000" pitchFamily="18" charset="-122"/>
                    <a:sym typeface="思源宋体 CN Heavy" panose="02020900000000000000" pitchFamily="18" charset="-122"/>
                  </a:rPr>
                  <a:t>过程框架</a:t>
                </a:r>
              </a:p>
            </p:txBody>
          </p:sp>
          <p:grpSp>
            <p:nvGrpSpPr>
              <p:cNvPr id="90" name="组合 89"/>
              <p:cNvGrpSpPr/>
              <p:nvPr/>
            </p:nvGrpSpPr>
            <p:grpSpPr>
              <a:xfrm>
                <a:off x="4230816" y="3268124"/>
                <a:ext cx="1020950" cy="601364"/>
                <a:chOff x="3741376" y="5548782"/>
                <a:chExt cx="1020950" cy="601365"/>
              </a:xfrm>
            </p:grpSpPr>
            <p:sp>
              <p:nvSpPr>
                <p:cNvPr id="101" name="米菲PPT78-14"/>
                <p:cNvSpPr/>
                <p:nvPr>
                  <p:custDataLst>
                    <p:tags r:id="rId7"/>
                  </p:custDataLst>
                </p:nvPr>
              </p:nvSpPr>
              <p:spPr>
                <a:xfrm>
                  <a:off x="3929455" y="5609800"/>
                  <a:ext cx="644794" cy="284661"/>
                </a:xfrm>
                <a:prstGeom prst="roundRect">
                  <a:avLst>
                    <a:gd name="adj" fmla="val 50000"/>
                  </a:avLst>
                </a:prstGeom>
                <a:gradFill>
                  <a:gsLst>
                    <a:gs pos="0">
                      <a:schemeClr val="accent2">
                        <a:lumMod val="75000"/>
                      </a:schemeClr>
                    </a:gs>
                    <a:gs pos="100000">
                      <a:schemeClr val="accent2"/>
                    </a:gs>
                  </a:gsLst>
                  <a:path path="circle">
                    <a:fillToRect l="100000" t="100000"/>
                  </a:path>
                </a:gradFill>
                <a:ln>
                  <a:noFill/>
                </a:ln>
                <a:effectLst>
                  <a:outerShdw blurRad="916305" dist="272415"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eaVert" lIns="178308" tIns="89154" rIns="178308" bIns="89154" rtlCol="0" anchor="ctr"/>
                <a:lstStyle/>
                <a:p>
                  <a:pPr algn="ctr"/>
                  <a:endParaRPr lang="zh-CN" altLang="en-US" sz="1365" dirty="0">
                    <a:latin typeface="+mj-ea"/>
                    <a:ea typeface="+mj-ea"/>
                    <a:cs typeface="思源宋体 CN Heavy" panose="02020900000000000000" pitchFamily="18" charset="-122"/>
                  </a:endParaRPr>
                </a:p>
              </p:txBody>
            </p:sp>
            <p:sp>
              <p:nvSpPr>
                <p:cNvPr id="102" name="米菲PPT78-15"/>
                <p:cNvSpPr txBox="1"/>
                <p:nvPr/>
              </p:nvSpPr>
              <p:spPr>
                <a:xfrm>
                  <a:off x="3741376" y="5548782"/>
                  <a:ext cx="1020950" cy="601365"/>
                </a:xfrm>
                <a:prstGeom prst="rect">
                  <a:avLst/>
                </a:prstGeom>
                <a:noFill/>
                <a:effectLst/>
              </p:spPr>
              <p:txBody>
                <a:bodyPr vert="horz" wrap="square" lIns="178308" tIns="89154" rIns="178308" bIns="89154" rtlCol="0">
                  <a:spAutoFit/>
                </a:bodyPr>
                <a:lstStyle/>
                <a:p>
                  <a:pPr algn="ctr"/>
                  <a:r>
                    <a:rPr lang="zh-CN" altLang="en-US" sz="1365" dirty="0">
                      <a:solidFill>
                        <a:schemeClr val="bg1"/>
                      </a:solidFill>
                      <a:latin typeface="+mj-ea"/>
                      <a:ea typeface="+mj-ea"/>
                      <a:cs typeface="思源宋体 CN Heavy" panose="02020900000000000000" pitchFamily="18" charset="-122"/>
                    </a:rPr>
                    <a:t>指导</a:t>
                  </a:r>
                </a:p>
                <a:p>
                  <a:pPr algn="ctr"/>
                  <a:endParaRPr lang="zh-CN" altLang="en-US" sz="1365" dirty="0">
                    <a:solidFill>
                      <a:schemeClr val="bg1"/>
                    </a:solidFill>
                    <a:latin typeface="+mj-ea"/>
                    <a:ea typeface="+mj-ea"/>
                    <a:cs typeface="思源宋体 CN Heavy" panose="02020900000000000000" pitchFamily="18" charset="-122"/>
                  </a:endParaRPr>
                </a:p>
              </p:txBody>
            </p:sp>
          </p:grpSp>
          <p:grpSp>
            <p:nvGrpSpPr>
              <p:cNvPr id="91" name="组合 90"/>
              <p:cNvGrpSpPr/>
              <p:nvPr/>
            </p:nvGrpSpPr>
            <p:grpSpPr>
              <a:xfrm>
                <a:off x="7215236" y="3264497"/>
                <a:ext cx="932968" cy="390107"/>
                <a:chOff x="6457709" y="5545155"/>
                <a:chExt cx="932968" cy="390108"/>
              </a:xfrm>
            </p:grpSpPr>
            <p:sp>
              <p:nvSpPr>
                <p:cNvPr id="99" name="米菲PPT78-16"/>
                <p:cNvSpPr/>
                <p:nvPr>
                  <p:custDataLst>
                    <p:tags r:id="rId6"/>
                  </p:custDataLst>
                </p:nvPr>
              </p:nvSpPr>
              <p:spPr>
                <a:xfrm>
                  <a:off x="6601797" y="5597876"/>
                  <a:ext cx="644794" cy="284661"/>
                </a:xfrm>
                <a:prstGeom prst="roundRect">
                  <a:avLst>
                    <a:gd name="adj" fmla="val 50000"/>
                  </a:avLst>
                </a:prstGeom>
                <a:gradFill>
                  <a:gsLst>
                    <a:gs pos="0">
                      <a:schemeClr val="accent2">
                        <a:lumMod val="75000"/>
                      </a:schemeClr>
                    </a:gs>
                    <a:gs pos="100000">
                      <a:schemeClr val="accent2"/>
                    </a:gs>
                  </a:gsLst>
                  <a:path path="circle">
                    <a:fillToRect l="100000" t="100000"/>
                  </a:path>
                </a:gradFill>
                <a:ln>
                  <a:noFill/>
                </a:ln>
                <a:effectLst>
                  <a:outerShdw blurRad="916305" dist="272415"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eaVert" lIns="178308" tIns="89154" rIns="178308" bIns="89154" rtlCol="0" anchor="ctr"/>
                <a:lstStyle/>
                <a:p>
                  <a:pPr algn="ctr"/>
                  <a:endParaRPr lang="zh-CN" altLang="en-US" sz="1365" dirty="0">
                    <a:latin typeface="+mj-ea"/>
                    <a:ea typeface="+mj-ea"/>
                    <a:cs typeface="思源宋体 CN Heavy" panose="02020900000000000000" pitchFamily="18" charset="-122"/>
                  </a:endParaRPr>
                </a:p>
              </p:txBody>
            </p:sp>
            <p:sp>
              <p:nvSpPr>
                <p:cNvPr id="100" name="米菲PPT78-17"/>
                <p:cNvSpPr txBox="1"/>
                <p:nvPr/>
              </p:nvSpPr>
              <p:spPr>
                <a:xfrm>
                  <a:off x="6457709" y="5545155"/>
                  <a:ext cx="932968" cy="390108"/>
                </a:xfrm>
                <a:prstGeom prst="rect">
                  <a:avLst/>
                </a:prstGeom>
                <a:noFill/>
                <a:effectLst/>
              </p:spPr>
              <p:txBody>
                <a:bodyPr vert="horz" wrap="square" lIns="178308" tIns="89154" rIns="178308" bIns="89154" rtlCol="0">
                  <a:spAutoFit/>
                </a:bodyPr>
                <a:lstStyle>
                  <a:defPPr>
                    <a:defRPr lang="en-US"/>
                  </a:defPPr>
                  <a:lvl1pPr>
                    <a:defRPr sz="600">
                      <a:solidFill>
                        <a:schemeClr val="bg1"/>
                      </a:solidFill>
                      <a:latin typeface="MiSans Medium" panose="00000600000000000000" pitchFamily="2" charset="-122"/>
                      <a:ea typeface="MiSans Medium" panose="00000600000000000000" pitchFamily="2" charset="-122"/>
                    </a:defRPr>
                  </a:lvl1pPr>
                </a:lstStyle>
                <a:p>
                  <a:pPr algn="ctr"/>
                  <a:r>
                    <a:rPr lang="zh-CN" altLang="en-US" sz="1365" dirty="0">
                      <a:latin typeface="+mj-ea"/>
                      <a:ea typeface="+mj-ea"/>
                      <a:cs typeface="思源宋体 CN Heavy" panose="02020900000000000000" pitchFamily="18" charset="-122"/>
                    </a:rPr>
                    <a:t>展示</a:t>
                  </a:r>
                </a:p>
              </p:txBody>
            </p:sp>
          </p:grpSp>
          <p:sp>
            <p:nvSpPr>
              <p:cNvPr id="92" name="米菲PPT78-18"/>
              <p:cNvSpPr/>
              <p:nvPr>
                <p:custDataLst>
                  <p:tags r:id="rId3"/>
                </p:custDataLst>
              </p:nvPr>
            </p:nvSpPr>
            <p:spPr>
              <a:xfrm>
                <a:off x="3830975" y="4492790"/>
                <a:ext cx="4809979" cy="334580"/>
              </a:xfrm>
              <a:prstGeom prst="roundRect">
                <a:avLst>
                  <a:gd name="adj" fmla="val 50000"/>
                </a:avLst>
              </a:prstGeom>
              <a:gradFill flip="none" rotWithShape="1">
                <a:gsLst>
                  <a:gs pos="100000">
                    <a:schemeClr val="accent3">
                      <a:lumMod val="75000"/>
                    </a:schemeClr>
                  </a:gs>
                  <a:gs pos="1000">
                    <a:schemeClr val="accent3"/>
                  </a:gs>
                </a:gsLst>
                <a:lin ang="19800000" scaled="0"/>
                <a:tileRect/>
              </a:gradFill>
              <a:ln w="38100">
                <a:noFill/>
              </a:ln>
              <a:effectLst>
                <a:outerShdw blurRad="916305" dist="240716" dir="5400000" sx="99000" sy="99000" algn="ctr" rotWithShape="0">
                  <a:schemeClr val="accent3">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92574" tIns="96281" rIns="192574" bIns="96281" rtlCol="0" anchor="ctr">
                <a:noAutofit/>
              </a:bodyPr>
              <a:lstStyle/>
              <a:p>
                <a:pPr algn="ctr" defTabSz="914400"/>
                <a:r>
                  <a:rPr lang="zh-CN" altLang="en-US" sz="1560" dirty="0">
                    <a:solidFill>
                      <a:srgbClr val="FFFFFF"/>
                    </a:solidFill>
                    <a:latin typeface="+mj-ea"/>
                    <a:ea typeface="+mj-ea"/>
                    <a:cs typeface="思源宋体 CN Heavy" panose="02020900000000000000" pitchFamily="18" charset="-122"/>
                    <a:sym typeface="思源宋体 CN Heavy" panose="02020900000000000000" pitchFamily="18" charset="-122"/>
                  </a:rPr>
                  <a:t>掌握数控车床的基本操作和简单零件的加工</a:t>
                </a:r>
              </a:p>
            </p:txBody>
          </p:sp>
          <p:grpSp>
            <p:nvGrpSpPr>
              <p:cNvPr id="187" name="组合 186"/>
              <p:cNvGrpSpPr/>
              <p:nvPr/>
            </p:nvGrpSpPr>
            <p:grpSpPr>
              <a:xfrm>
                <a:off x="8075546" y="2731568"/>
                <a:ext cx="1509881" cy="1483655"/>
                <a:chOff x="8206174" y="2731568"/>
                <a:chExt cx="1509881" cy="1483655"/>
              </a:xfrm>
            </p:grpSpPr>
            <p:sp>
              <p:nvSpPr>
                <p:cNvPr id="80" name="米菲PPT78-3"/>
                <p:cNvSpPr txBox="1"/>
                <p:nvPr/>
              </p:nvSpPr>
              <p:spPr>
                <a:xfrm>
                  <a:off x="8206174" y="2731568"/>
                  <a:ext cx="1509881" cy="150041"/>
                </a:xfrm>
                <a:prstGeom prst="rect">
                  <a:avLst/>
                </a:prstGeom>
                <a:noFill/>
                <a:effectLst/>
              </p:spPr>
              <p:txBody>
                <a:bodyPr wrap="square" lIns="0" tIns="0" rIns="0" bIns="0" rtlCol="0">
                  <a:spAutoFit/>
                </a:bodyPr>
                <a:lstStyle/>
                <a:p>
                  <a:pPr algn="ctr"/>
                  <a:r>
                    <a:rPr lang="zh-CN" altLang="en-US" sz="975" dirty="0">
                      <a:solidFill>
                        <a:schemeClr val="accent3"/>
                      </a:solidFill>
                      <a:latin typeface="+mj-ea"/>
                      <a:ea typeface="+mj-ea"/>
                      <a:cs typeface="思源宋体 CN Heavy" panose="02020900000000000000" pitchFamily="18" charset="-122"/>
                    </a:rPr>
                    <a:t>选用权威的数控技术教材</a:t>
                  </a:r>
                  <a:endParaRPr lang="en-US" altLang="zh-CN" sz="975" dirty="0">
                    <a:solidFill>
                      <a:schemeClr val="accent3"/>
                    </a:solidFill>
                    <a:latin typeface="+mj-ea"/>
                    <a:ea typeface="+mj-ea"/>
                    <a:cs typeface="思源宋体 CN Heavy" panose="02020900000000000000" pitchFamily="18" charset="-122"/>
                  </a:endParaRPr>
                </a:p>
              </p:txBody>
            </p:sp>
            <p:sp>
              <p:nvSpPr>
                <p:cNvPr id="88" name="米菲PPT78-12"/>
                <p:cNvSpPr/>
                <p:nvPr>
                  <p:custDataLst>
                    <p:tags r:id="rId5"/>
                  </p:custDataLst>
                </p:nvPr>
              </p:nvSpPr>
              <p:spPr>
                <a:xfrm>
                  <a:off x="8424785" y="2936563"/>
                  <a:ext cx="894660" cy="894657"/>
                </a:xfrm>
                <a:prstGeom prst="ellipse">
                  <a:avLst/>
                </a:prstGeom>
                <a:solidFill>
                  <a:schemeClr val="bg1"/>
                </a:solidFill>
                <a:ln>
                  <a:noFill/>
                </a:ln>
                <a:effectLst>
                  <a:outerShdw blurRad="767715" dist="222885" dir="5400000" sx="98000" sy="98000" algn="t" rotWithShape="0">
                    <a:schemeClr val="accent6">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78308" tIns="89154" rIns="178308" bIns="89154" rtlCol="0" anchor="ctr"/>
                <a:lstStyle/>
                <a:p>
                  <a:pPr algn="ctr" defTabSz="914400">
                    <a:defRPr/>
                  </a:pPr>
                  <a:endParaRPr lang="zh-CN" altLang="en-US" sz="5470" dirty="0">
                    <a:solidFill>
                      <a:prstClr val="white"/>
                    </a:solidFill>
                    <a:latin typeface="+mj-ea"/>
                    <a:ea typeface="+mj-ea"/>
                    <a:cs typeface="思源宋体 CN Heavy" panose="02020900000000000000" pitchFamily="18" charset="-122"/>
                  </a:endParaRPr>
                </a:p>
              </p:txBody>
            </p:sp>
            <p:sp>
              <p:nvSpPr>
                <p:cNvPr id="89" name="米菲PPT78-13"/>
                <p:cNvSpPr txBox="1"/>
                <p:nvPr/>
              </p:nvSpPr>
              <p:spPr>
                <a:xfrm>
                  <a:off x="8470852" y="3023793"/>
                  <a:ext cx="802527" cy="720197"/>
                </a:xfrm>
                <a:prstGeom prst="rect">
                  <a:avLst/>
                </a:prstGeom>
                <a:noFill/>
                <a:effectLst/>
              </p:spPr>
              <p:txBody>
                <a:bodyPr wrap="none" lIns="178308" tIns="89154" rIns="178308" bIns="89154" rtlCol="0">
                  <a:spAutoFit/>
                </a:bodyPr>
                <a:lstStyle/>
                <a:p>
                  <a:pPr algn="ctr"/>
                  <a:r>
                    <a:rPr lang="zh-CN" altLang="en-US" sz="1755" dirty="0">
                      <a:solidFill>
                        <a:schemeClr val="accent3"/>
                      </a:solidFill>
                      <a:latin typeface="+mj-ea"/>
                      <a:ea typeface="+mj-ea"/>
                      <a:cs typeface="思源宋体 CN Heavy" panose="02020900000000000000" pitchFamily="18" charset="-122"/>
                      <a:sym typeface="思源宋体 CN Heavy" panose="02020900000000000000" pitchFamily="18" charset="-122"/>
                    </a:rPr>
                    <a:t>教学</a:t>
                  </a:r>
                  <a:endParaRPr lang="en-US" altLang="zh-CN" sz="1755" dirty="0">
                    <a:solidFill>
                      <a:schemeClr val="accent3"/>
                    </a:solidFill>
                    <a:latin typeface="+mj-ea"/>
                    <a:ea typeface="+mj-ea"/>
                    <a:cs typeface="思源宋体 CN Heavy" panose="02020900000000000000" pitchFamily="18" charset="-122"/>
                    <a:sym typeface="思源宋体 CN Heavy" panose="02020900000000000000" pitchFamily="18" charset="-122"/>
                  </a:endParaRPr>
                </a:p>
                <a:p>
                  <a:pPr algn="ctr"/>
                  <a:r>
                    <a:rPr lang="zh-CN" altLang="en-US" sz="1755" dirty="0">
                      <a:solidFill>
                        <a:schemeClr val="accent3"/>
                      </a:solidFill>
                      <a:latin typeface="+mj-ea"/>
                      <a:ea typeface="+mj-ea"/>
                      <a:cs typeface="思源宋体 CN Heavy" panose="02020900000000000000" pitchFamily="18" charset="-122"/>
                      <a:sym typeface="思源宋体 CN Heavy" panose="02020900000000000000" pitchFamily="18" charset="-122"/>
                    </a:rPr>
                    <a:t>资源</a:t>
                  </a:r>
                </a:p>
              </p:txBody>
            </p:sp>
            <p:sp>
              <p:nvSpPr>
                <p:cNvPr id="93" name="米菲PPT78-19"/>
                <p:cNvSpPr txBox="1"/>
                <p:nvPr/>
              </p:nvSpPr>
              <p:spPr>
                <a:xfrm>
                  <a:off x="8299642" y="3907446"/>
                  <a:ext cx="1322944" cy="307777"/>
                </a:xfrm>
                <a:prstGeom prst="rect">
                  <a:avLst/>
                </a:prstGeom>
                <a:noFill/>
                <a:effectLst/>
              </p:spPr>
              <p:txBody>
                <a:bodyPr wrap="square" lIns="0" tIns="0" rIns="0" bIns="0" rtlCol="0">
                  <a:spAutoFit/>
                </a:bodyPr>
                <a:lstStyle/>
                <a:p>
                  <a:pPr algn="ctr"/>
                  <a:r>
                    <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a:t>
                  </a:r>
                  <a:r>
                    <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数控加工技术</a:t>
                  </a:r>
                  <a:r>
                    <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a:t>
                  </a:r>
                </a:p>
                <a:p>
                  <a:pPr algn="ctr"/>
                  <a:r>
                    <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a:t>
                  </a:r>
                  <a:r>
                    <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数控编程与操作</a:t>
                  </a:r>
                  <a:r>
                    <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a:t>
                  </a:r>
                  <a:endPar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endParaRPr>
                </a:p>
              </p:txBody>
            </p:sp>
          </p:grpSp>
          <p:grpSp>
            <p:nvGrpSpPr>
              <p:cNvPr id="186" name="组合 185"/>
              <p:cNvGrpSpPr/>
              <p:nvPr/>
            </p:nvGrpSpPr>
            <p:grpSpPr>
              <a:xfrm>
                <a:off x="2618333" y="2731568"/>
                <a:ext cx="2048110" cy="1483655"/>
                <a:chOff x="2344013" y="2731568"/>
                <a:chExt cx="2048110" cy="1483655"/>
              </a:xfrm>
            </p:grpSpPr>
            <p:sp>
              <p:nvSpPr>
                <p:cNvPr id="81" name="米菲PPT78-4"/>
                <p:cNvSpPr txBox="1"/>
                <p:nvPr/>
              </p:nvSpPr>
              <p:spPr>
                <a:xfrm>
                  <a:off x="2549817" y="2731568"/>
                  <a:ext cx="1728037" cy="150041"/>
                </a:xfrm>
                <a:prstGeom prst="rect">
                  <a:avLst/>
                </a:prstGeom>
                <a:noFill/>
                <a:effectLst/>
              </p:spPr>
              <p:txBody>
                <a:bodyPr wrap="none" lIns="0" tIns="0" rIns="0" bIns="0" rtlCol="0">
                  <a:spAutoFit/>
                </a:bodyPr>
                <a:lstStyle/>
                <a:p>
                  <a:pPr algn="ctr"/>
                  <a:r>
                    <a:rPr lang="zh-CN" altLang="en-US" sz="975" dirty="0">
                      <a:solidFill>
                        <a:srgbClr val="A070BE"/>
                      </a:solidFill>
                      <a:latin typeface="+mj-ea"/>
                      <a:ea typeface="+mj-ea"/>
                      <a:cs typeface="思源宋体 CN Heavy" panose="02020900000000000000" pitchFamily="18" charset="-122"/>
                    </a:rPr>
                    <a:t>对数控技术基础知识的掌握情况</a:t>
                  </a:r>
                </a:p>
              </p:txBody>
            </p:sp>
            <p:sp>
              <p:nvSpPr>
                <p:cNvPr id="85" name="米菲PPT78-9"/>
                <p:cNvSpPr/>
                <p:nvPr>
                  <p:custDataLst>
                    <p:tags r:id="rId4"/>
                  </p:custDataLst>
                </p:nvPr>
              </p:nvSpPr>
              <p:spPr>
                <a:xfrm>
                  <a:off x="2968120" y="2947724"/>
                  <a:ext cx="894660" cy="894657"/>
                </a:xfrm>
                <a:prstGeom prst="ellipse">
                  <a:avLst/>
                </a:prstGeom>
                <a:solidFill>
                  <a:schemeClr val="bg1"/>
                </a:solidFill>
                <a:ln>
                  <a:noFill/>
                </a:ln>
                <a:effectLst>
                  <a:outerShdw blurRad="767715" dist="222885" dir="5400000" sx="98000" sy="98000" algn="t" rotWithShape="0">
                    <a:schemeClr val="accent1">
                      <a:alpha val="23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78308" tIns="89154" rIns="178308" bIns="89154" rtlCol="0" anchor="ctr"/>
                <a:lstStyle/>
                <a:p>
                  <a:pPr algn="ctr" defTabSz="914400">
                    <a:defRPr/>
                  </a:pPr>
                  <a:endParaRPr lang="zh-CN" altLang="en-US" sz="5470" dirty="0">
                    <a:solidFill>
                      <a:prstClr val="white"/>
                    </a:solidFill>
                    <a:latin typeface="+mj-ea"/>
                    <a:ea typeface="+mj-ea"/>
                    <a:cs typeface="思源宋体 CN Heavy" panose="02020900000000000000" pitchFamily="18" charset="-122"/>
                  </a:endParaRPr>
                </a:p>
              </p:txBody>
            </p:sp>
            <p:sp>
              <p:nvSpPr>
                <p:cNvPr id="86" name="米菲PPT78-10"/>
                <p:cNvSpPr txBox="1"/>
                <p:nvPr/>
              </p:nvSpPr>
              <p:spPr>
                <a:xfrm>
                  <a:off x="3014187" y="3034954"/>
                  <a:ext cx="802527" cy="720197"/>
                </a:xfrm>
                <a:prstGeom prst="rect">
                  <a:avLst/>
                </a:prstGeom>
                <a:noFill/>
                <a:effectLst/>
              </p:spPr>
              <p:txBody>
                <a:bodyPr wrap="none" lIns="178308" tIns="89154" rIns="178308" bIns="89154" rtlCol="0">
                  <a:spAutoFit/>
                </a:bodyPr>
                <a:lstStyle/>
                <a:p>
                  <a:pPr algn="ctr"/>
                  <a:r>
                    <a:rPr lang="zh-CN" altLang="en-US" sz="1755" dirty="0">
                      <a:solidFill>
                        <a:srgbClr val="A070BE"/>
                      </a:solidFill>
                      <a:latin typeface="+mj-ea"/>
                      <a:ea typeface="+mj-ea"/>
                      <a:cs typeface="思源宋体 CN Heavy" panose="02020900000000000000" pitchFamily="18" charset="-122"/>
                      <a:sym typeface="思源宋体 CN Heavy" panose="02020900000000000000" pitchFamily="18" charset="-122"/>
                    </a:rPr>
                    <a:t>教学</a:t>
                  </a:r>
                  <a:endParaRPr lang="en-US" altLang="zh-CN" sz="1755" dirty="0">
                    <a:solidFill>
                      <a:srgbClr val="A070BE"/>
                    </a:solidFill>
                    <a:latin typeface="+mj-ea"/>
                    <a:ea typeface="+mj-ea"/>
                    <a:cs typeface="思源宋体 CN Heavy" panose="02020900000000000000" pitchFamily="18" charset="-122"/>
                    <a:sym typeface="思源宋体 CN Heavy" panose="02020900000000000000" pitchFamily="18" charset="-122"/>
                  </a:endParaRPr>
                </a:p>
                <a:p>
                  <a:pPr algn="ctr"/>
                  <a:r>
                    <a:rPr lang="zh-CN" altLang="en-US" sz="1755" dirty="0">
                      <a:solidFill>
                        <a:srgbClr val="A070BE"/>
                      </a:solidFill>
                      <a:latin typeface="+mj-ea"/>
                      <a:ea typeface="+mj-ea"/>
                      <a:cs typeface="思源宋体 CN Heavy" panose="02020900000000000000" pitchFamily="18" charset="-122"/>
                      <a:sym typeface="思源宋体 CN Heavy" panose="02020900000000000000" pitchFamily="18" charset="-122"/>
                    </a:rPr>
                    <a:t>评估</a:t>
                  </a:r>
                </a:p>
              </p:txBody>
            </p:sp>
            <p:sp>
              <p:nvSpPr>
                <p:cNvPr id="94" name="米菲PPT78-20"/>
                <p:cNvSpPr txBox="1"/>
                <p:nvPr/>
              </p:nvSpPr>
              <p:spPr>
                <a:xfrm>
                  <a:off x="2344013" y="3907446"/>
                  <a:ext cx="2048110" cy="307777"/>
                </a:xfrm>
                <a:prstGeom prst="rect">
                  <a:avLst/>
                </a:prstGeom>
                <a:noFill/>
                <a:effectLst/>
              </p:spPr>
              <p:txBody>
                <a:bodyPr wrap="square" lIns="0" tIns="0" rIns="0" bIns="0" rtlCol="0">
                  <a:spAutoFit/>
                </a:bodyPr>
                <a:lstStyle/>
                <a:p>
                  <a:pPr algn="ctr"/>
                  <a:r>
                    <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实践操作</a:t>
                  </a:r>
                  <a:endParaRPr lang="en-US" altLang="zh-CN"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endParaRPr>
                </a:p>
                <a:p>
                  <a:pPr algn="ctr"/>
                  <a:r>
                    <a:rPr lang="zh-CN" altLang="en-US" sz="10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作业与编程练习</a:t>
                  </a:r>
                </a:p>
              </p:txBody>
            </p:sp>
          </p:grpSp>
          <p:sp>
            <p:nvSpPr>
              <p:cNvPr id="95" name="米菲PPT78-21"/>
              <p:cNvSpPr/>
              <p:nvPr/>
            </p:nvSpPr>
            <p:spPr>
              <a:xfrm rot="16200000">
                <a:off x="7524260" y="4170185"/>
                <a:ext cx="272229" cy="272229"/>
              </a:xfrm>
              <a:prstGeom prst="chevron">
                <a:avLst/>
              </a:pr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a:endParaRPr lang="zh-CN" altLang="en-US" sz="1365" dirty="0">
                  <a:solidFill>
                    <a:schemeClr val="tx1"/>
                  </a:solidFill>
                  <a:latin typeface="+mj-ea"/>
                  <a:ea typeface="+mj-ea"/>
                  <a:cs typeface="思源宋体 CN Heavy" panose="02020900000000000000" pitchFamily="18" charset="-122"/>
                </a:endParaRPr>
              </a:p>
            </p:txBody>
          </p:sp>
          <p:sp>
            <p:nvSpPr>
              <p:cNvPr id="96" name="米菲PPT78-22"/>
              <p:cNvSpPr/>
              <p:nvPr/>
            </p:nvSpPr>
            <p:spPr>
              <a:xfrm rot="16200000">
                <a:off x="4655171" y="4170187"/>
                <a:ext cx="272229" cy="272229"/>
              </a:xfrm>
              <a:prstGeom prst="chevron">
                <a:avLst/>
              </a:pr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a:endParaRPr lang="zh-CN" altLang="en-US" sz="1365" dirty="0">
                  <a:solidFill>
                    <a:schemeClr val="tx1"/>
                  </a:solidFill>
                  <a:latin typeface="+mj-ea"/>
                  <a:ea typeface="+mj-ea"/>
                  <a:cs typeface="思源宋体 CN Heavy" panose="02020900000000000000" pitchFamily="18" charset="-122"/>
                </a:endParaRPr>
              </a:p>
            </p:txBody>
          </p:sp>
          <p:sp>
            <p:nvSpPr>
              <p:cNvPr id="97" name="米菲PPT78-23"/>
              <p:cNvSpPr/>
              <p:nvPr/>
            </p:nvSpPr>
            <p:spPr>
              <a:xfrm rot="10800000" flipH="1">
                <a:off x="5143043" y="3367402"/>
                <a:ext cx="246446" cy="188269"/>
              </a:xfrm>
              <a:prstGeom prst="chevron">
                <a:avLst>
                  <a:gd name="adj" fmla="val 59097"/>
                </a:avLst>
              </a:pr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a:endParaRPr lang="zh-CN" altLang="en-US" sz="1365" dirty="0">
                  <a:solidFill>
                    <a:schemeClr val="tx1"/>
                  </a:solidFill>
                  <a:latin typeface="+mj-ea"/>
                  <a:ea typeface="+mj-ea"/>
                  <a:cs typeface="思源宋体 CN Heavy" panose="02020900000000000000" pitchFamily="18" charset="-122"/>
                </a:endParaRPr>
              </a:p>
            </p:txBody>
          </p:sp>
          <p:sp>
            <p:nvSpPr>
              <p:cNvPr id="98" name="米菲PPT78-24"/>
              <p:cNvSpPr/>
              <p:nvPr/>
            </p:nvSpPr>
            <p:spPr>
              <a:xfrm rot="10800000">
                <a:off x="7009874" y="3367402"/>
                <a:ext cx="246446" cy="188269"/>
              </a:xfrm>
              <a:prstGeom prst="chevron">
                <a:avLst>
                  <a:gd name="adj" fmla="val 59097"/>
                </a:avLst>
              </a:prstGeom>
              <a:gradFill flip="none" rotWithShape="1">
                <a:gsLst>
                  <a:gs pos="0">
                    <a:schemeClr val="accent1">
                      <a:lumMod val="60000"/>
                      <a:lumOff val="40000"/>
                    </a:schemeClr>
                  </a:gs>
                  <a:gs pos="100000">
                    <a:schemeClr val="accent1">
                      <a:lumMod val="60000"/>
                      <a:lumOff val="40000"/>
                      <a:alpha val="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78308" tIns="89154" rIns="178308" bIns="89154" rtlCol="0" anchor="ctr"/>
              <a:lstStyle/>
              <a:p>
                <a:pPr algn="ctr"/>
                <a:endParaRPr lang="zh-CN" altLang="en-US" sz="1365" dirty="0">
                  <a:solidFill>
                    <a:schemeClr val="tx1"/>
                  </a:solidFill>
                  <a:latin typeface="+mj-ea"/>
                  <a:ea typeface="+mj-ea"/>
                  <a:cs typeface="思源宋体 CN Heavy" panose="02020900000000000000" pitchFamily="18"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left)">
                                      <p:cBhvr>
                                        <p:cTn id="7" dur="750"/>
                                        <p:tgtEl>
                                          <p:spTgt spid="34"/>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750"/>
                                        <p:tgtEl>
                                          <p:spTgt spid="42"/>
                                        </p:tgtEl>
                                      </p:cBhvr>
                                    </p:animEffect>
                                    <p:anim calcmode="lin" valueType="num">
                                      <p:cBhvr>
                                        <p:cTn id="11" dur="750" fill="hold"/>
                                        <p:tgtEl>
                                          <p:spTgt spid="42"/>
                                        </p:tgtEl>
                                        <p:attrNameLst>
                                          <p:attrName>ppt_x</p:attrName>
                                        </p:attrNameLst>
                                      </p:cBhvr>
                                      <p:tavLst>
                                        <p:tav tm="0">
                                          <p:val>
                                            <p:strVal val="#ppt_x"/>
                                          </p:val>
                                        </p:tav>
                                        <p:tav tm="100000">
                                          <p:val>
                                            <p:strVal val="#ppt_x"/>
                                          </p:val>
                                        </p:tav>
                                      </p:tavLst>
                                    </p:anim>
                                    <p:anim calcmode="lin" valueType="num">
                                      <p:cBhvr>
                                        <p:cTn id="12" dur="750" fill="hold"/>
                                        <p:tgtEl>
                                          <p:spTgt spid="42"/>
                                        </p:tgtEl>
                                        <p:attrNameLst>
                                          <p:attrName>ppt_y</p:attrName>
                                        </p:attrNameLst>
                                      </p:cBhvr>
                                      <p:tavLst>
                                        <p:tav tm="0">
                                          <p:val>
                                            <p:strVal val="#ppt_y+.1"/>
                                          </p:val>
                                        </p:tav>
                                        <p:tav tm="100000">
                                          <p:val>
                                            <p:strVal val="#ppt_y"/>
                                          </p:val>
                                        </p:tav>
                                      </p:tavLst>
                                    </p:anim>
                                  </p:childTnLst>
                                </p:cTn>
                              </p:par>
                            </p:childTnLst>
                          </p:cTn>
                        </p:par>
                        <p:par>
                          <p:cTn id="13" fill="hold">
                            <p:stCondLst>
                              <p:cond delay="1000"/>
                            </p:stCondLst>
                            <p:childTnLst>
                              <p:par>
                                <p:cTn id="14" presetID="42"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750"/>
                                        <p:tgtEl>
                                          <p:spTgt spid="2"/>
                                        </p:tgtEl>
                                      </p:cBhvr>
                                    </p:animEffect>
                                    <p:anim calcmode="lin" valueType="num">
                                      <p:cBhvr>
                                        <p:cTn id="17" dur="750" fill="hold"/>
                                        <p:tgtEl>
                                          <p:spTgt spid="2"/>
                                        </p:tgtEl>
                                        <p:attrNameLst>
                                          <p:attrName>ppt_x</p:attrName>
                                        </p:attrNameLst>
                                      </p:cBhvr>
                                      <p:tavLst>
                                        <p:tav tm="0">
                                          <p:val>
                                            <p:strVal val="#ppt_x"/>
                                          </p:val>
                                        </p:tav>
                                        <p:tav tm="100000">
                                          <p:val>
                                            <p:strVal val="#ppt_x"/>
                                          </p:val>
                                        </p:tav>
                                      </p:tavLst>
                                    </p:anim>
                                    <p:anim calcmode="lin" valueType="num">
                                      <p:cBhvr>
                                        <p:cTn id="18" dur="750" fill="hold"/>
                                        <p:tgtEl>
                                          <p:spTgt spid="2"/>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42" presetClass="entr" presetSubtype="0"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750"/>
                                        <p:tgtEl>
                                          <p:spTgt spid="3"/>
                                        </p:tgtEl>
                                      </p:cBhvr>
                                    </p:animEffect>
                                    <p:anim calcmode="lin" valueType="num">
                                      <p:cBhvr>
                                        <p:cTn id="23" dur="750" fill="hold"/>
                                        <p:tgtEl>
                                          <p:spTgt spid="3"/>
                                        </p:tgtEl>
                                        <p:attrNameLst>
                                          <p:attrName>ppt_x</p:attrName>
                                        </p:attrNameLst>
                                      </p:cBhvr>
                                      <p:tavLst>
                                        <p:tav tm="0">
                                          <p:val>
                                            <p:strVal val="#ppt_x"/>
                                          </p:val>
                                        </p:tav>
                                        <p:tav tm="100000">
                                          <p:val>
                                            <p:strVal val="#ppt_x"/>
                                          </p:val>
                                        </p:tav>
                                      </p:tavLst>
                                    </p:anim>
                                    <p:anim calcmode="lin" valueType="num">
                                      <p:cBhvr>
                                        <p:cTn id="24" dur="750" fill="hold"/>
                                        <p:tgtEl>
                                          <p:spTgt spid="3"/>
                                        </p:tgtEl>
                                        <p:attrNameLst>
                                          <p:attrName>ppt_y</p:attrName>
                                        </p:attrNameLst>
                                      </p:cBhvr>
                                      <p:tavLst>
                                        <p:tav tm="0">
                                          <p:val>
                                            <p:strVal val="#ppt_y+.1"/>
                                          </p:val>
                                        </p:tav>
                                        <p:tav tm="100000">
                                          <p:val>
                                            <p:strVal val="#ppt_y"/>
                                          </p:val>
                                        </p:tav>
                                      </p:tavLst>
                                    </p:anim>
                                  </p:childTnLst>
                                </p:cTn>
                              </p:par>
                            </p:childTnLst>
                          </p:cTn>
                        </p:par>
                        <p:par>
                          <p:cTn id="25" fill="hold">
                            <p:stCondLst>
                              <p:cond delay="3000"/>
                            </p:stCondLst>
                            <p:childTnLst>
                              <p:par>
                                <p:cTn id="26" presetID="42" presetClass="entr" presetSubtype="0"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750"/>
                                        <p:tgtEl>
                                          <p:spTgt spid="4"/>
                                        </p:tgtEl>
                                      </p:cBhvr>
                                    </p:animEffect>
                                    <p:anim calcmode="lin" valueType="num">
                                      <p:cBhvr>
                                        <p:cTn id="29" dur="750" fill="hold"/>
                                        <p:tgtEl>
                                          <p:spTgt spid="4"/>
                                        </p:tgtEl>
                                        <p:attrNameLst>
                                          <p:attrName>ppt_x</p:attrName>
                                        </p:attrNameLst>
                                      </p:cBhvr>
                                      <p:tavLst>
                                        <p:tav tm="0">
                                          <p:val>
                                            <p:strVal val="#ppt_x"/>
                                          </p:val>
                                        </p:tav>
                                        <p:tav tm="100000">
                                          <p:val>
                                            <p:strVal val="#ppt_x"/>
                                          </p:val>
                                        </p:tav>
                                      </p:tavLst>
                                    </p:anim>
                                    <p:anim calcmode="lin" valueType="num">
                                      <p:cBhvr>
                                        <p:cTn id="30" dur="750" fill="hold"/>
                                        <p:tgtEl>
                                          <p:spTgt spid="4"/>
                                        </p:tgtEl>
                                        <p:attrNameLst>
                                          <p:attrName>ppt_y</p:attrName>
                                        </p:attrNameLst>
                                      </p:cBhvr>
                                      <p:tavLst>
                                        <p:tav tm="0">
                                          <p:val>
                                            <p:strVal val="#ppt_y+.1"/>
                                          </p:val>
                                        </p:tav>
                                        <p:tav tm="100000">
                                          <p:val>
                                            <p:strVal val="#ppt_y"/>
                                          </p:val>
                                        </p:tav>
                                      </p:tavLst>
                                    </p:anim>
                                  </p:childTnLst>
                                </p:cTn>
                              </p:par>
                            </p:childTnLst>
                          </p:cTn>
                        </p:par>
                        <p:par>
                          <p:cTn id="31" fill="hold">
                            <p:stCondLst>
                              <p:cond delay="4000"/>
                            </p:stCondLst>
                            <p:childTnLst>
                              <p:par>
                                <p:cTn id="32" presetID="16" presetClass="entr" presetSubtype="37"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arn(outVertical)">
                                      <p:cBhvr>
                                        <p:cTn id="34" dur="750"/>
                                        <p:tgtEl>
                                          <p:spTgt spid="7"/>
                                        </p:tgtEl>
                                      </p:cBhvr>
                                    </p:animEffect>
                                  </p:childTnLst>
                                </p:cTn>
                              </p:par>
                            </p:childTnLst>
                          </p:cTn>
                        </p:par>
                        <p:par>
                          <p:cTn id="35" fill="hold">
                            <p:stCondLst>
                              <p:cond delay="5000"/>
                            </p:stCondLst>
                            <p:childTnLst>
                              <p:par>
                                <p:cTn id="36" presetID="42" presetClass="entr" presetSubtype="0" fill="hold" nodeType="after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750"/>
                                        <p:tgtEl>
                                          <p:spTgt spid="8"/>
                                        </p:tgtEl>
                                      </p:cBhvr>
                                    </p:animEffect>
                                    <p:anim calcmode="lin" valueType="num">
                                      <p:cBhvr>
                                        <p:cTn id="39" dur="750" fill="hold"/>
                                        <p:tgtEl>
                                          <p:spTgt spid="8"/>
                                        </p:tgtEl>
                                        <p:attrNameLst>
                                          <p:attrName>ppt_x</p:attrName>
                                        </p:attrNameLst>
                                      </p:cBhvr>
                                      <p:tavLst>
                                        <p:tav tm="0">
                                          <p:val>
                                            <p:strVal val="#ppt_x"/>
                                          </p:val>
                                        </p:tav>
                                        <p:tav tm="100000">
                                          <p:val>
                                            <p:strVal val="#ppt_x"/>
                                          </p:val>
                                        </p:tav>
                                      </p:tavLst>
                                    </p:anim>
                                    <p:anim calcmode="lin" valueType="num">
                                      <p:cBhvr>
                                        <p:cTn id="40" dur="7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4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组合 77"/>
          <p:cNvGrpSpPr/>
          <p:nvPr/>
        </p:nvGrpSpPr>
        <p:grpSpPr>
          <a:xfrm>
            <a:off x="304802" y="685800"/>
            <a:ext cx="11582397" cy="477716"/>
            <a:chOff x="203202" y="765175"/>
            <a:chExt cx="11582397" cy="477716"/>
          </a:xfrm>
        </p:grpSpPr>
        <p:sp>
          <p:nvSpPr>
            <p:cNvPr id="74" name="文本框 73"/>
            <p:cNvSpPr txBox="1"/>
            <p:nvPr/>
          </p:nvSpPr>
          <p:spPr>
            <a:xfrm>
              <a:off x="203202" y="765175"/>
              <a:ext cx="3004456" cy="477716"/>
            </a:xfrm>
            <a:prstGeom prst="homePlate">
              <a:avLst/>
            </a:prstGeom>
            <a:gradFill>
              <a:gsLst>
                <a:gs pos="0">
                  <a:schemeClr val="accent1"/>
                </a:gs>
                <a:gs pos="100000">
                  <a:schemeClr val="accent1">
                    <a:lumMod val="75000"/>
                  </a:schemeClr>
                </a:gs>
              </a:gsLst>
              <a:lin ang="5400000" scaled="1"/>
            </a:gradFill>
            <a:ln w="6350">
              <a:noFill/>
            </a:ln>
          </p:spPr>
          <p:txBody>
            <a:bodyPr wrap="square" anchor="ctr">
              <a:noAutofit/>
            </a:bodyPr>
            <a:lstStyle/>
            <a:p>
              <a:pPr algn="ctr"/>
              <a:r>
                <a:rPr lang="zh-CN" altLang="en-US" sz="2000" b="1" dirty="0">
                  <a:solidFill>
                    <a:schemeClr val="bg1"/>
                  </a:solidFill>
                  <a:latin typeface="+mj-ea"/>
                  <a:ea typeface="+mj-ea"/>
                  <a:cs typeface="思源宋体 CN Heavy" panose="02020900000000000000" pitchFamily="18" charset="-122"/>
                </a:rPr>
                <a:t>推进教育</a:t>
              </a:r>
              <a:r>
                <a:rPr lang="en-US" altLang="zh-CN" sz="2000" b="1" dirty="0">
                  <a:solidFill>
                    <a:schemeClr val="bg1"/>
                  </a:solidFill>
                  <a:latin typeface="+mj-ea"/>
                  <a:ea typeface="+mj-ea"/>
                  <a:cs typeface="思源宋体 CN Heavy" panose="02020900000000000000" pitchFamily="18" charset="-122"/>
                </a:rPr>
                <a:t>+</a:t>
              </a:r>
              <a:r>
                <a:rPr lang="zh-CN" altLang="en-US" sz="2000" b="1" dirty="0">
                  <a:solidFill>
                    <a:schemeClr val="bg1"/>
                  </a:solidFill>
                  <a:latin typeface="+mj-ea"/>
                  <a:ea typeface="+mj-ea"/>
                  <a:cs typeface="思源宋体 CN Heavy" panose="02020900000000000000" pitchFamily="18" charset="-122"/>
                </a:rPr>
                <a:t>互联网</a:t>
              </a:r>
            </a:p>
          </p:txBody>
        </p:sp>
        <p:sp>
          <p:nvSpPr>
            <p:cNvPr id="75" name="文本框 74"/>
            <p:cNvSpPr txBox="1"/>
            <p:nvPr/>
          </p:nvSpPr>
          <p:spPr>
            <a:xfrm>
              <a:off x="3048002" y="765175"/>
              <a:ext cx="3018970" cy="477716"/>
            </a:xfrm>
            <a:prstGeom prst="chevron">
              <a:avLst/>
            </a:prstGeom>
            <a:gradFill>
              <a:gsLst>
                <a:gs pos="0">
                  <a:schemeClr val="accent1"/>
                </a:gs>
                <a:gs pos="100000">
                  <a:schemeClr val="accent1">
                    <a:lumMod val="75000"/>
                  </a:schemeClr>
                </a:gs>
              </a:gsLst>
              <a:lin ang="5400000" scaled="1"/>
            </a:gradFill>
            <a:ln w="6350">
              <a:noFill/>
            </a:ln>
          </p:spPr>
          <p:txBody>
            <a:bodyPr wrap="square" anchor="ctr">
              <a:noAutofit/>
            </a:bodyPr>
            <a:lstStyle/>
            <a:p>
              <a:pPr algn="ctr"/>
              <a:r>
                <a:rPr lang="zh-CN" altLang="en-US" sz="2000" b="1" dirty="0">
                  <a:solidFill>
                    <a:schemeClr val="bg1"/>
                  </a:solidFill>
                  <a:latin typeface="+mj-ea"/>
                  <a:ea typeface="+mj-ea"/>
                  <a:cs typeface="思源宋体 CN Heavy" panose="02020900000000000000" pitchFamily="18" charset="-122"/>
                </a:rPr>
                <a:t>课程教学改革要求</a:t>
              </a:r>
            </a:p>
          </p:txBody>
        </p:sp>
        <p:sp>
          <p:nvSpPr>
            <p:cNvPr id="76" name="文本框 75"/>
            <p:cNvSpPr txBox="1"/>
            <p:nvPr/>
          </p:nvSpPr>
          <p:spPr>
            <a:xfrm>
              <a:off x="8766629" y="765175"/>
              <a:ext cx="3018970" cy="477716"/>
            </a:xfrm>
            <a:prstGeom prst="chevron">
              <a:avLst/>
            </a:prstGeom>
            <a:gradFill>
              <a:gsLst>
                <a:gs pos="0">
                  <a:schemeClr val="accent1"/>
                </a:gs>
                <a:gs pos="100000">
                  <a:schemeClr val="accent1">
                    <a:lumMod val="75000"/>
                  </a:schemeClr>
                </a:gs>
              </a:gsLst>
              <a:lin ang="5400000" scaled="1"/>
            </a:gradFill>
            <a:ln w="6350">
              <a:noFill/>
            </a:ln>
          </p:spPr>
          <p:txBody>
            <a:bodyPr wrap="square" anchor="ctr">
              <a:noAutofit/>
            </a:bodyPr>
            <a:lstStyle/>
            <a:p>
              <a:pPr algn="ctr"/>
              <a:r>
                <a:rPr lang="zh-CN" altLang="en-US" sz="2000" b="1" dirty="0">
                  <a:solidFill>
                    <a:schemeClr val="bg1"/>
                  </a:solidFill>
                  <a:latin typeface="+mj-ea"/>
                  <a:ea typeface="+mj-ea"/>
                  <a:cs typeface="思源宋体 CN Heavy" panose="02020900000000000000" pitchFamily="18" charset="-122"/>
                </a:rPr>
                <a:t>搭建人才需求平台</a:t>
              </a:r>
            </a:p>
          </p:txBody>
        </p:sp>
        <p:sp>
          <p:nvSpPr>
            <p:cNvPr id="77" name="文本框 76"/>
            <p:cNvSpPr txBox="1"/>
            <p:nvPr/>
          </p:nvSpPr>
          <p:spPr>
            <a:xfrm>
              <a:off x="5907316" y="765175"/>
              <a:ext cx="3018970" cy="477716"/>
            </a:xfrm>
            <a:prstGeom prst="chevron">
              <a:avLst/>
            </a:prstGeom>
            <a:gradFill>
              <a:gsLst>
                <a:gs pos="0">
                  <a:schemeClr val="accent1"/>
                </a:gs>
                <a:gs pos="100000">
                  <a:schemeClr val="accent1">
                    <a:lumMod val="75000"/>
                  </a:schemeClr>
                </a:gs>
              </a:gsLst>
              <a:lin ang="5400000" scaled="1"/>
            </a:gradFill>
            <a:ln w="6350">
              <a:noFill/>
            </a:ln>
          </p:spPr>
          <p:txBody>
            <a:bodyPr wrap="square" anchor="ctr">
              <a:noAutofit/>
            </a:bodyPr>
            <a:lstStyle/>
            <a:p>
              <a:pPr algn="ctr"/>
              <a:r>
                <a:rPr lang="zh-CN" altLang="en-US" sz="2000" b="1" dirty="0">
                  <a:solidFill>
                    <a:schemeClr val="bg1"/>
                  </a:solidFill>
                  <a:latin typeface="+mj-ea"/>
                  <a:ea typeface="+mj-ea"/>
                  <a:cs typeface="思源宋体 CN Heavy" panose="02020900000000000000" pitchFamily="18" charset="-122"/>
                </a:rPr>
                <a:t>优先发展新兴专业</a:t>
              </a:r>
            </a:p>
          </p:txBody>
        </p:sp>
      </p:grpSp>
      <p:grpSp>
        <p:nvGrpSpPr>
          <p:cNvPr id="23" name="组合 22"/>
          <p:cNvGrpSpPr/>
          <p:nvPr/>
        </p:nvGrpSpPr>
        <p:grpSpPr>
          <a:xfrm>
            <a:off x="3406333" y="5335269"/>
            <a:ext cx="5417434" cy="1171871"/>
            <a:chOff x="3406333" y="5335269"/>
            <a:chExt cx="5417434" cy="1171871"/>
          </a:xfrm>
        </p:grpSpPr>
        <p:grpSp>
          <p:nvGrpSpPr>
            <p:cNvPr id="22" name="组合 21"/>
            <p:cNvGrpSpPr/>
            <p:nvPr/>
          </p:nvGrpSpPr>
          <p:grpSpPr>
            <a:xfrm>
              <a:off x="3406333" y="5539740"/>
              <a:ext cx="5417434" cy="967400"/>
              <a:chOff x="3406333" y="5539740"/>
              <a:chExt cx="5417434" cy="967400"/>
            </a:xfrm>
          </p:grpSpPr>
          <p:sp>
            <p:nvSpPr>
              <p:cNvPr id="88" name="矩形: 圆角 87"/>
              <p:cNvSpPr/>
              <p:nvPr/>
            </p:nvSpPr>
            <p:spPr>
              <a:xfrm>
                <a:off x="3406333" y="5539740"/>
                <a:ext cx="5417434" cy="967400"/>
              </a:xfrm>
              <a:prstGeom prst="roundRect">
                <a:avLst>
                  <a:gd name="adj" fmla="val 3809"/>
                </a:avLst>
              </a:prstGeom>
              <a:solidFill>
                <a:schemeClr val="bg1"/>
              </a:solidFill>
              <a:ln w="19050">
                <a:solidFill>
                  <a:schemeClr val="accent1">
                    <a:lumMod val="20000"/>
                    <a:lumOff val="80000"/>
                  </a:schemeClr>
                </a:solidFill>
              </a:ln>
              <a:effectLst>
                <a:outerShdw blurRad="381000" dist="1270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89" name="矩形: 圆角 88"/>
              <p:cNvSpPr/>
              <p:nvPr/>
            </p:nvSpPr>
            <p:spPr>
              <a:xfrm>
                <a:off x="3576043" y="6046469"/>
                <a:ext cx="5078014" cy="381001"/>
              </a:xfrm>
              <a:prstGeom prst="roundRect">
                <a:avLst>
                  <a:gd name="adj" fmla="val 3371"/>
                </a:avLst>
              </a:prstGeom>
              <a:gradFill flip="none" rotWithShape="1">
                <a:gsLst>
                  <a:gs pos="100000">
                    <a:schemeClr val="accent1">
                      <a:lumMod val="20000"/>
                      <a:lumOff val="80000"/>
                    </a:schemeClr>
                  </a:gs>
                  <a:gs pos="0">
                    <a:schemeClr val="accent1">
                      <a:lumMod val="20000"/>
                      <a:lumOff val="80000"/>
                    </a:schemeClr>
                  </a:gs>
                  <a:gs pos="55000">
                    <a:schemeClr val="accent1">
                      <a:lumMod val="20000"/>
                      <a:lumOff val="80000"/>
                      <a:alpha val="0"/>
                    </a:schemeClr>
                  </a:gs>
                </a:gsLst>
                <a:lin ang="2700000" scaled="1"/>
                <a:tileRect/>
              </a:gradFill>
              <a:ln w="6350">
                <a:gradFill>
                  <a:gsLst>
                    <a:gs pos="0">
                      <a:schemeClr val="accent1">
                        <a:lumMod val="0"/>
                        <a:lumOff val="100000"/>
                        <a:alpha val="50000"/>
                      </a:schemeClr>
                    </a:gs>
                    <a:gs pos="100000">
                      <a:srgbClr val="FFFFFF">
                        <a:lumMod val="0"/>
                        <a:lumOff val="100000"/>
                        <a:alpha val="20000"/>
                      </a:srgbClr>
                    </a:gs>
                  </a:gsLst>
                  <a:lin ang="5400000" scaled="1"/>
                </a:gradFill>
              </a:ln>
              <a:effectLst>
                <a:outerShdw blurRad="381000" dist="3175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rPr>
                  <a:t>实践教学、真实生产和技术服务功能于一体</a:t>
                </a:r>
                <a:endParaRPr kumimoji="0" lang="en-US" altLang="zh-CN" sz="1600" b="0" i="0" u="none" strike="noStrike" kern="1200" cap="none" spc="0" normalizeH="0" baseline="0" noProof="0" dirty="0">
                  <a:ln>
                    <a:noFill/>
                  </a:ln>
                  <a:solidFill>
                    <a:schemeClr val="accent1"/>
                  </a:solidFill>
                  <a:effectLst/>
                  <a:uLnTx/>
                  <a:uFillTx/>
                  <a:latin typeface="+mj-ea"/>
                  <a:ea typeface="+mj-ea"/>
                  <a:cs typeface="思源宋体 CN Heavy" panose="02020900000000000000" pitchFamily="18" charset="-122"/>
                </a:endParaRPr>
              </a:p>
            </p:txBody>
          </p:sp>
        </p:grpSp>
        <p:grpSp>
          <p:nvGrpSpPr>
            <p:cNvPr id="57" name="组合 56"/>
            <p:cNvGrpSpPr/>
            <p:nvPr/>
          </p:nvGrpSpPr>
          <p:grpSpPr>
            <a:xfrm>
              <a:off x="4852404" y="5335269"/>
              <a:ext cx="2521286" cy="607745"/>
              <a:chOff x="4852404" y="5335269"/>
              <a:chExt cx="2521286" cy="607745"/>
            </a:xfrm>
          </p:grpSpPr>
          <p:sp>
            <p:nvSpPr>
              <p:cNvPr id="85" name="文本框 84"/>
              <p:cNvSpPr txBox="1"/>
              <p:nvPr/>
            </p:nvSpPr>
            <p:spPr>
              <a:xfrm>
                <a:off x="4852404" y="5604460"/>
                <a:ext cx="992580" cy="338554"/>
              </a:xfrm>
              <a:prstGeom prst="rect">
                <a:avLst/>
              </a:prstGeom>
              <a:noFill/>
            </p:spPr>
            <p:txBody>
              <a:bodyPr wrap="none" rtlCol="0">
                <a:spAutoFit/>
              </a:bodyPr>
              <a:lstStyle/>
              <a:p>
                <a:pPr algn="ctr"/>
                <a:r>
                  <a:rPr lang="zh-CN" altLang="en-US" sz="1600" dirty="0">
                    <a:solidFill>
                      <a:schemeClr val="accent1"/>
                    </a:solidFill>
                    <a:latin typeface="+mj-ea"/>
                    <a:ea typeface="+mj-ea"/>
                    <a:cs typeface="思源宋体 CN Heavy" panose="02020900000000000000" pitchFamily="18" charset="-122"/>
                  </a:rPr>
                  <a:t>政策支持</a:t>
                </a:r>
              </a:p>
            </p:txBody>
          </p:sp>
          <p:sp>
            <p:nvSpPr>
              <p:cNvPr id="86" name="文本框 85"/>
              <p:cNvSpPr txBox="1"/>
              <p:nvPr/>
            </p:nvSpPr>
            <p:spPr>
              <a:xfrm>
                <a:off x="6389125" y="5604460"/>
                <a:ext cx="984565" cy="338554"/>
              </a:xfrm>
              <a:prstGeom prst="rect">
                <a:avLst/>
              </a:prstGeom>
              <a:noFill/>
            </p:spPr>
            <p:txBody>
              <a:bodyPr wrap="none" rtlCol="0">
                <a:spAutoFit/>
              </a:bodyPr>
              <a:lstStyle/>
              <a:p>
                <a:pPr algn="ctr"/>
                <a:r>
                  <a:rPr lang="zh-CN" altLang="en-US" sz="1600" dirty="0">
                    <a:solidFill>
                      <a:schemeClr val="accent1"/>
                    </a:solidFill>
                    <a:latin typeface="+mj-ea"/>
                    <a:ea typeface="+mj-ea"/>
                    <a:cs typeface="思源宋体 CN Heavy" panose="02020900000000000000" pitchFamily="18" charset="-122"/>
                  </a:rPr>
                  <a:t>激励机制</a:t>
                </a:r>
              </a:p>
            </p:txBody>
          </p:sp>
          <p:sp>
            <p:nvSpPr>
              <p:cNvPr id="87" name="箭头: 上 38"/>
              <p:cNvSpPr/>
              <p:nvPr/>
            </p:nvSpPr>
            <p:spPr>
              <a:xfrm flipV="1">
                <a:off x="5669314" y="5335269"/>
                <a:ext cx="916593" cy="588285"/>
              </a:xfrm>
              <a:custGeom>
                <a:avLst/>
                <a:gdLst>
                  <a:gd name="connsiteX0" fmla="*/ 0 w 989897"/>
                  <a:gd name="connsiteY0" fmla="*/ 494949 h 1038861"/>
                  <a:gd name="connsiteX1" fmla="*/ 494949 w 989897"/>
                  <a:gd name="connsiteY1" fmla="*/ 0 h 1038861"/>
                  <a:gd name="connsiteX2" fmla="*/ 989897 w 989897"/>
                  <a:gd name="connsiteY2" fmla="*/ 494949 h 1038861"/>
                  <a:gd name="connsiteX3" fmla="*/ 742423 w 989897"/>
                  <a:gd name="connsiteY3" fmla="*/ 494949 h 1038861"/>
                  <a:gd name="connsiteX4" fmla="*/ 742423 w 989897"/>
                  <a:gd name="connsiteY4" fmla="*/ 1038861 h 1038861"/>
                  <a:gd name="connsiteX5" fmla="*/ 247474 w 989897"/>
                  <a:gd name="connsiteY5" fmla="*/ 1038861 h 1038861"/>
                  <a:gd name="connsiteX6" fmla="*/ 247474 w 989897"/>
                  <a:gd name="connsiteY6" fmla="*/ 494949 h 1038861"/>
                  <a:gd name="connsiteX7" fmla="*/ 0 w 989897"/>
                  <a:gd name="connsiteY7" fmla="*/ 494949 h 1038861"/>
                  <a:gd name="connsiteX0-1" fmla="*/ 0 w 989897"/>
                  <a:gd name="connsiteY0-2" fmla="*/ 289209 h 833121"/>
                  <a:gd name="connsiteX1-3" fmla="*/ 483519 w 989897"/>
                  <a:gd name="connsiteY1-4" fmla="*/ 0 h 833121"/>
                  <a:gd name="connsiteX2-5" fmla="*/ 989897 w 989897"/>
                  <a:gd name="connsiteY2-6" fmla="*/ 289209 h 833121"/>
                  <a:gd name="connsiteX3-7" fmla="*/ 742423 w 989897"/>
                  <a:gd name="connsiteY3-8" fmla="*/ 289209 h 833121"/>
                  <a:gd name="connsiteX4-9" fmla="*/ 742423 w 989897"/>
                  <a:gd name="connsiteY4-10" fmla="*/ 833121 h 833121"/>
                  <a:gd name="connsiteX5-11" fmla="*/ 247474 w 989897"/>
                  <a:gd name="connsiteY5-12" fmla="*/ 833121 h 833121"/>
                  <a:gd name="connsiteX6-13" fmla="*/ 247474 w 989897"/>
                  <a:gd name="connsiteY6-14" fmla="*/ 289209 h 833121"/>
                  <a:gd name="connsiteX7-15" fmla="*/ 0 w 989897"/>
                  <a:gd name="connsiteY7-16" fmla="*/ 289209 h 833121"/>
                  <a:gd name="connsiteX0-17" fmla="*/ 0 w 989897"/>
                  <a:gd name="connsiteY0-18" fmla="*/ 289209 h 837354"/>
                  <a:gd name="connsiteX1-19" fmla="*/ 483519 w 989897"/>
                  <a:gd name="connsiteY1-20" fmla="*/ 0 h 837354"/>
                  <a:gd name="connsiteX2-21" fmla="*/ 989897 w 989897"/>
                  <a:gd name="connsiteY2-22" fmla="*/ 289209 h 837354"/>
                  <a:gd name="connsiteX3-23" fmla="*/ 742423 w 989897"/>
                  <a:gd name="connsiteY3-24" fmla="*/ 289209 h 837354"/>
                  <a:gd name="connsiteX4-25" fmla="*/ 742423 w 989897"/>
                  <a:gd name="connsiteY4-26" fmla="*/ 833121 h 837354"/>
                  <a:gd name="connsiteX5-27" fmla="*/ 90840 w 989897"/>
                  <a:gd name="connsiteY5-28" fmla="*/ 837354 h 837354"/>
                  <a:gd name="connsiteX6-29" fmla="*/ 247474 w 989897"/>
                  <a:gd name="connsiteY6-30" fmla="*/ 289209 h 837354"/>
                  <a:gd name="connsiteX7-31" fmla="*/ 0 w 989897"/>
                  <a:gd name="connsiteY7-32" fmla="*/ 289209 h 837354"/>
                  <a:gd name="connsiteX0-33" fmla="*/ 0 w 989897"/>
                  <a:gd name="connsiteY0-34" fmla="*/ 289209 h 837354"/>
                  <a:gd name="connsiteX1-35" fmla="*/ 483519 w 989897"/>
                  <a:gd name="connsiteY1-36" fmla="*/ 0 h 837354"/>
                  <a:gd name="connsiteX2-37" fmla="*/ 989897 w 989897"/>
                  <a:gd name="connsiteY2-38" fmla="*/ 289209 h 837354"/>
                  <a:gd name="connsiteX3-39" fmla="*/ 742423 w 989897"/>
                  <a:gd name="connsiteY3-40" fmla="*/ 289209 h 837354"/>
                  <a:gd name="connsiteX4-41" fmla="*/ 886356 w 989897"/>
                  <a:gd name="connsiteY4-42" fmla="*/ 833121 h 837354"/>
                  <a:gd name="connsiteX5-43" fmla="*/ 90840 w 989897"/>
                  <a:gd name="connsiteY5-44" fmla="*/ 837354 h 837354"/>
                  <a:gd name="connsiteX6-45" fmla="*/ 247474 w 989897"/>
                  <a:gd name="connsiteY6-46" fmla="*/ 289209 h 837354"/>
                  <a:gd name="connsiteX7-47" fmla="*/ 0 w 989897"/>
                  <a:gd name="connsiteY7-48" fmla="*/ 289209 h 837354"/>
                  <a:gd name="connsiteX0-49" fmla="*/ 0 w 989897"/>
                  <a:gd name="connsiteY0-50" fmla="*/ 289209 h 837354"/>
                  <a:gd name="connsiteX1-51" fmla="*/ 483519 w 989897"/>
                  <a:gd name="connsiteY1-52" fmla="*/ 0 h 837354"/>
                  <a:gd name="connsiteX2-53" fmla="*/ 989897 w 989897"/>
                  <a:gd name="connsiteY2-54" fmla="*/ 289209 h 837354"/>
                  <a:gd name="connsiteX3-55" fmla="*/ 742423 w 989897"/>
                  <a:gd name="connsiteY3-56" fmla="*/ 289209 h 837354"/>
                  <a:gd name="connsiteX4-57" fmla="*/ 886356 w 989897"/>
                  <a:gd name="connsiteY4-58" fmla="*/ 833121 h 837354"/>
                  <a:gd name="connsiteX5-59" fmla="*/ 90840 w 989897"/>
                  <a:gd name="connsiteY5-60" fmla="*/ 837354 h 837354"/>
                  <a:gd name="connsiteX6-61" fmla="*/ 247474 w 989897"/>
                  <a:gd name="connsiteY6-62" fmla="*/ 289209 h 837354"/>
                  <a:gd name="connsiteX7-63" fmla="*/ 0 w 989897"/>
                  <a:gd name="connsiteY7-64" fmla="*/ 289209 h 837354"/>
                  <a:gd name="connsiteX0-65" fmla="*/ 0 w 989897"/>
                  <a:gd name="connsiteY0-66" fmla="*/ 289209 h 837354"/>
                  <a:gd name="connsiteX1-67" fmla="*/ 483519 w 989897"/>
                  <a:gd name="connsiteY1-68" fmla="*/ 0 h 837354"/>
                  <a:gd name="connsiteX2-69" fmla="*/ 989897 w 989897"/>
                  <a:gd name="connsiteY2-70" fmla="*/ 289209 h 837354"/>
                  <a:gd name="connsiteX3-71" fmla="*/ 742423 w 989897"/>
                  <a:gd name="connsiteY3-72" fmla="*/ 289209 h 837354"/>
                  <a:gd name="connsiteX4-73" fmla="*/ 886356 w 989897"/>
                  <a:gd name="connsiteY4-74" fmla="*/ 833121 h 837354"/>
                  <a:gd name="connsiteX5-75" fmla="*/ 90840 w 989897"/>
                  <a:gd name="connsiteY5-76" fmla="*/ 837354 h 837354"/>
                  <a:gd name="connsiteX6-77" fmla="*/ 247474 w 989897"/>
                  <a:gd name="connsiteY6-78" fmla="*/ 289209 h 837354"/>
                  <a:gd name="connsiteX7-79" fmla="*/ 0 w 989897"/>
                  <a:gd name="connsiteY7-80" fmla="*/ 289209 h 837354"/>
                  <a:gd name="connsiteX0-81" fmla="*/ 0 w 989897"/>
                  <a:gd name="connsiteY0-82" fmla="*/ 289209 h 837354"/>
                  <a:gd name="connsiteX1-83" fmla="*/ 483519 w 989897"/>
                  <a:gd name="connsiteY1-84" fmla="*/ 0 h 837354"/>
                  <a:gd name="connsiteX2-85" fmla="*/ 989897 w 989897"/>
                  <a:gd name="connsiteY2-86" fmla="*/ 289209 h 837354"/>
                  <a:gd name="connsiteX3-87" fmla="*/ 742423 w 989897"/>
                  <a:gd name="connsiteY3-88" fmla="*/ 289209 h 837354"/>
                  <a:gd name="connsiteX4-89" fmla="*/ 886356 w 989897"/>
                  <a:gd name="connsiteY4-90" fmla="*/ 833121 h 837354"/>
                  <a:gd name="connsiteX5-91" fmla="*/ 90840 w 989897"/>
                  <a:gd name="connsiteY5-92" fmla="*/ 837354 h 837354"/>
                  <a:gd name="connsiteX6-93" fmla="*/ 247474 w 989897"/>
                  <a:gd name="connsiteY6-94" fmla="*/ 289209 h 837354"/>
                  <a:gd name="connsiteX7-95" fmla="*/ 0 w 989897"/>
                  <a:gd name="connsiteY7-96" fmla="*/ 289209 h 837354"/>
                  <a:gd name="connsiteX0-97" fmla="*/ 0 w 989897"/>
                  <a:gd name="connsiteY0-98" fmla="*/ 289209 h 837354"/>
                  <a:gd name="connsiteX1-99" fmla="*/ 483519 w 989897"/>
                  <a:gd name="connsiteY1-100" fmla="*/ 0 h 837354"/>
                  <a:gd name="connsiteX2-101" fmla="*/ 989897 w 989897"/>
                  <a:gd name="connsiteY2-102" fmla="*/ 289209 h 837354"/>
                  <a:gd name="connsiteX3-103" fmla="*/ 742423 w 989897"/>
                  <a:gd name="connsiteY3-104" fmla="*/ 289209 h 837354"/>
                  <a:gd name="connsiteX4-105" fmla="*/ 886356 w 989897"/>
                  <a:gd name="connsiteY4-106" fmla="*/ 833121 h 837354"/>
                  <a:gd name="connsiteX5-107" fmla="*/ 90840 w 989897"/>
                  <a:gd name="connsiteY5-108" fmla="*/ 837354 h 837354"/>
                  <a:gd name="connsiteX6-109" fmla="*/ 247474 w 989897"/>
                  <a:gd name="connsiteY6-110" fmla="*/ 289209 h 837354"/>
                  <a:gd name="connsiteX7-111" fmla="*/ 0 w 989897"/>
                  <a:gd name="connsiteY7-112" fmla="*/ 289209 h 837354"/>
                  <a:gd name="connsiteX0-113" fmla="*/ 0 w 989897"/>
                  <a:gd name="connsiteY0-114" fmla="*/ 289209 h 837354"/>
                  <a:gd name="connsiteX1-115" fmla="*/ 483519 w 989897"/>
                  <a:gd name="connsiteY1-116" fmla="*/ 0 h 837354"/>
                  <a:gd name="connsiteX2-117" fmla="*/ 989897 w 989897"/>
                  <a:gd name="connsiteY2-118" fmla="*/ 289209 h 837354"/>
                  <a:gd name="connsiteX3-119" fmla="*/ 742423 w 989897"/>
                  <a:gd name="connsiteY3-120" fmla="*/ 289209 h 837354"/>
                  <a:gd name="connsiteX4-121" fmla="*/ 886356 w 989897"/>
                  <a:gd name="connsiteY4-122" fmla="*/ 833121 h 837354"/>
                  <a:gd name="connsiteX5-123" fmla="*/ 90840 w 989897"/>
                  <a:gd name="connsiteY5-124" fmla="*/ 837354 h 837354"/>
                  <a:gd name="connsiteX6-125" fmla="*/ 247474 w 989897"/>
                  <a:gd name="connsiteY6-126" fmla="*/ 289209 h 837354"/>
                  <a:gd name="connsiteX7-127" fmla="*/ 0 w 989897"/>
                  <a:gd name="connsiteY7-128" fmla="*/ 289209 h 837354"/>
                  <a:gd name="connsiteX0-129" fmla="*/ 0 w 989897"/>
                  <a:gd name="connsiteY0-130" fmla="*/ 289209 h 837354"/>
                  <a:gd name="connsiteX1-131" fmla="*/ 483519 w 989897"/>
                  <a:gd name="connsiteY1-132" fmla="*/ 0 h 837354"/>
                  <a:gd name="connsiteX2-133" fmla="*/ 989897 w 989897"/>
                  <a:gd name="connsiteY2-134" fmla="*/ 289209 h 837354"/>
                  <a:gd name="connsiteX3-135" fmla="*/ 742423 w 989897"/>
                  <a:gd name="connsiteY3-136" fmla="*/ 289209 h 837354"/>
                  <a:gd name="connsiteX4-137" fmla="*/ 886356 w 989897"/>
                  <a:gd name="connsiteY4-138" fmla="*/ 833121 h 837354"/>
                  <a:gd name="connsiteX5-139" fmla="*/ 90840 w 989897"/>
                  <a:gd name="connsiteY5-140" fmla="*/ 837354 h 837354"/>
                  <a:gd name="connsiteX6-141" fmla="*/ 247474 w 989897"/>
                  <a:gd name="connsiteY6-142" fmla="*/ 289209 h 837354"/>
                  <a:gd name="connsiteX7-143" fmla="*/ 0 w 989897"/>
                  <a:gd name="connsiteY7-144" fmla="*/ 289209 h 837354"/>
                  <a:gd name="connsiteX0-145" fmla="*/ 0 w 989897"/>
                  <a:gd name="connsiteY0-146" fmla="*/ 289209 h 837354"/>
                  <a:gd name="connsiteX1-147" fmla="*/ 483519 w 989897"/>
                  <a:gd name="connsiteY1-148" fmla="*/ 0 h 837354"/>
                  <a:gd name="connsiteX2-149" fmla="*/ 989897 w 989897"/>
                  <a:gd name="connsiteY2-150" fmla="*/ 289209 h 837354"/>
                  <a:gd name="connsiteX3-151" fmla="*/ 742423 w 989897"/>
                  <a:gd name="connsiteY3-152" fmla="*/ 289209 h 837354"/>
                  <a:gd name="connsiteX4-153" fmla="*/ 886356 w 989897"/>
                  <a:gd name="connsiteY4-154" fmla="*/ 833121 h 837354"/>
                  <a:gd name="connsiteX5-155" fmla="*/ 90840 w 989897"/>
                  <a:gd name="connsiteY5-156" fmla="*/ 837354 h 837354"/>
                  <a:gd name="connsiteX6-157" fmla="*/ 247474 w 989897"/>
                  <a:gd name="connsiteY6-158" fmla="*/ 289209 h 837354"/>
                  <a:gd name="connsiteX7-159" fmla="*/ 0 w 989897"/>
                  <a:gd name="connsiteY7-160" fmla="*/ 289209 h 837354"/>
                  <a:gd name="connsiteX0-161" fmla="*/ 0 w 989897"/>
                  <a:gd name="connsiteY0-162" fmla="*/ 289209 h 837354"/>
                  <a:gd name="connsiteX1-163" fmla="*/ 483519 w 989897"/>
                  <a:gd name="connsiteY1-164" fmla="*/ 0 h 837354"/>
                  <a:gd name="connsiteX2-165" fmla="*/ 989897 w 989897"/>
                  <a:gd name="connsiteY2-166" fmla="*/ 289209 h 837354"/>
                  <a:gd name="connsiteX3-167" fmla="*/ 742423 w 989897"/>
                  <a:gd name="connsiteY3-168" fmla="*/ 289209 h 837354"/>
                  <a:gd name="connsiteX4-169" fmla="*/ 886356 w 989897"/>
                  <a:gd name="connsiteY4-170" fmla="*/ 833121 h 837354"/>
                  <a:gd name="connsiteX5-171" fmla="*/ 90840 w 989897"/>
                  <a:gd name="connsiteY5-172" fmla="*/ 837354 h 837354"/>
                  <a:gd name="connsiteX6-173" fmla="*/ 247474 w 989897"/>
                  <a:gd name="connsiteY6-174" fmla="*/ 289209 h 837354"/>
                  <a:gd name="connsiteX7-175" fmla="*/ 0 w 989897"/>
                  <a:gd name="connsiteY7-176" fmla="*/ 289209 h 837354"/>
                  <a:gd name="connsiteX0-177" fmla="*/ 0 w 989897"/>
                  <a:gd name="connsiteY0-178" fmla="*/ 289209 h 837354"/>
                  <a:gd name="connsiteX1-179" fmla="*/ 483519 w 989897"/>
                  <a:gd name="connsiteY1-180" fmla="*/ 0 h 837354"/>
                  <a:gd name="connsiteX2-181" fmla="*/ 989897 w 989897"/>
                  <a:gd name="connsiteY2-182" fmla="*/ 289209 h 837354"/>
                  <a:gd name="connsiteX3-183" fmla="*/ 742423 w 989897"/>
                  <a:gd name="connsiteY3-184" fmla="*/ 289209 h 837354"/>
                  <a:gd name="connsiteX4-185" fmla="*/ 886356 w 989897"/>
                  <a:gd name="connsiteY4-186" fmla="*/ 833121 h 837354"/>
                  <a:gd name="connsiteX5-187" fmla="*/ 90840 w 989897"/>
                  <a:gd name="connsiteY5-188" fmla="*/ 837354 h 837354"/>
                  <a:gd name="connsiteX6-189" fmla="*/ 285574 w 989897"/>
                  <a:gd name="connsiteY6-190" fmla="*/ 284976 h 837354"/>
                  <a:gd name="connsiteX7-191" fmla="*/ 0 w 989897"/>
                  <a:gd name="connsiteY7-192" fmla="*/ 289209 h 837354"/>
                  <a:gd name="connsiteX0-193" fmla="*/ 0 w 989897"/>
                  <a:gd name="connsiteY0-194" fmla="*/ 289209 h 837354"/>
                  <a:gd name="connsiteX1-195" fmla="*/ 483519 w 989897"/>
                  <a:gd name="connsiteY1-196" fmla="*/ 0 h 837354"/>
                  <a:gd name="connsiteX2-197" fmla="*/ 989897 w 989897"/>
                  <a:gd name="connsiteY2-198" fmla="*/ 289209 h 837354"/>
                  <a:gd name="connsiteX3-199" fmla="*/ 700089 w 989897"/>
                  <a:gd name="connsiteY3-200" fmla="*/ 293442 h 837354"/>
                  <a:gd name="connsiteX4-201" fmla="*/ 886356 w 989897"/>
                  <a:gd name="connsiteY4-202" fmla="*/ 833121 h 837354"/>
                  <a:gd name="connsiteX5-203" fmla="*/ 90840 w 989897"/>
                  <a:gd name="connsiteY5-204" fmla="*/ 837354 h 837354"/>
                  <a:gd name="connsiteX6-205" fmla="*/ 285574 w 989897"/>
                  <a:gd name="connsiteY6-206" fmla="*/ 284976 h 837354"/>
                  <a:gd name="connsiteX7-207" fmla="*/ 0 w 989897"/>
                  <a:gd name="connsiteY7-208" fmla="*/ 289209 h 837354"/>
                  <a:gd name="connsiteX0-209" fmla="*/ 0 w 989897"/>
                  <a:gd name="connsiteY0-210" fmla="*/ 289209 h 837354"/>
                  <a:gd name="connsiteX1-211" fmla="*/ 483519 w 989897"/>
                  <a:gd name="connsiteY1-212" fmla="*/ 0 h 837354"/>
                  <a:gd name="connsiteX2-213" fmla="*/ 989897 w 989897"/>
                  <a:gd name="connsiteY2-214" fmla="*/ 289209 h 837354"/>
                  <a:gd name="connsiteX3-215" fmla="*/ 694849 w 989897"/>
                  <a:gd name="connsiteY3-216" fmla="*/ 285582 h 837354"/>
                  <a:gd name="connsiteX4-217" fmla="*/ 886356 w 989897"/>
                  <a:gd name="connsiteY4-218" fmla="*/ 833121 h 837354"/>
                  <a:gd name="connsiteX5-219" fmla="*/ 90840 w 989897"/>
                  <a:gd name="connsiteY5-220" fmla="*/ 837354 h 837354"/>
                  <a:gd name="connsiteX6-221" fmla="*/ 285574 w 989897"/>
                  <a:gd name="connsiteY6-222" fmla="*/ 284976 h 837354"/>
                  <a:gd name="connsiteX7-223" fmla="*/ 0 w 989897"/>
                  <a:gd name="connsiteY7-224" fmla="*/ 289209 h 837354"/>
                  <a:gd name="connsiteX0-225" fmla="*/ 0 w 989897"/>
                  <a:gd name="connsiteY0-226" fmla="*/ 289209 h 837354"/>
                  <a:gd name="connsiteX1-227" fmla="*/ 483519 w 989897"/>
                  <a:gd name="connsiteY1-228" fmla="*/ 0 h 837354"/>
                  <a:gd name="connsiteX2-229" fmla="*/ 989897 w 989897"/>
                  <a:gd name="connsiteY2-230" fmla="*/ 289209 h 837354"/>
                  <a:gd name="connsiteX3-231" fmla="*/ 694849 w 989897"/>
                  <a:gd name="connsiteY3-232" fmla="*/ 288202 h 837354"/>
                  <a:gd name="connsiteX4-233" fmla="*/ 886356 w 989897"/>
                  <a:gd name="connsiteY4-234" fmla="*/ 833121 h 837354"/>
                  <a:gd name="connsiteX5-235" fmla="*/ 90840 w 989897"/>
                  <a:gd name="connsiteY5-236" fmla="*/ 837354 h 837354"/>
                  <a:gd name="connsiteX6-237" fmla="*/ 285574 w 989897"/>
                  <a:gd name="connsiteY6-238" fmla="*/ 284976 h 837354"/>
                  <a:gd name="connsiteX7-239" fmla="*/ 0 w 989897"/>
                  <a:gd name="connsiteY7-240" fmla="*/ 289209 h 837354"/>
                  <a:gd name="connsiteX0-241" fmla="*/ 0 w 989897"/>
                  <a:gd name="connsiteY0-242" fmla="*/ 289209 h 837354"/>
                  <a:gd name="connsiteX1-243" fmla="*/ 483519 w 989897"/>
                  <a:gd name="connsiteY1-244" fmla="*/ 0 h 837354"/>
                  <a:gd name="connsiteX2-245" fmla="*/ 989897 w 989897"/>
                  <a:gd name="connsiteY2-246" fmla="*/ 289209 h 837354"/>
                  <a:gd name="connsiteX3-247" fmla="*/ 694849 w 989897"/>
                  <a:gd name="connsiteY3-248" fmla="*/ 288202 h 837354"/>
                  <a:gd name="connsiteX4-249" fmla="*/ 886356 w 989897"/>
                  <a:gd name="connsiteY4-250" fmla="*/ 833121 h 837354"/>
                  <a:gd name="connsiteX5-251" fmla="*/ 90840 w 989897"/>
                  <a:gd name="connsiteY5-252" fmla="*/ 837354 h 837354"/>
                  <a:gd name="connsiteX6-253" fmla="*/ 285574 w 989897"/>
                  <a:gd name="connsiteY6-254" fmla="*/ 284976 h 837354"/>
                  <a:gd name="connsiteX7-255" fmla="*/ 0 w 989897"/>
                  <a:gd name="connsiteY7-256" fmla="*/ 289209 h 837354"/>
                  <a:gd name="connsiteX0-257" fmla="*/ 0 w 989897"/>
                  <a:gd name="connsiteY0-258" fmla="*/ 289209 h 837354"/>
                  <a:gd name="connsiteX1-259" fmla="*/ 483519 w 989897"/>
                  <a:gd name="connsiteY1-260" fmla="*/ 0 h 837354"/>
                  <a:gd name="connsiteX2-261" fmla="*/ 989897 w 989897"/>
                  <a:gd name="connsiteY2-262" fmla="*/ 289209 h 837354"/>
                  <a:gd name="connsiteX3-263" fmla="*/ 694849 w 989897"/>
                  <a:gd name="connsiteY3-264" fmla="*/ 288202 h 837354"/>
                  <a:gd name="connsiteX4-265" fmla="*/ 886356 w 989897"/>
                  <a:gd name="connsiteY4-266" fmla="*/ 833121 h 837354"/>
                  <a:gd name="connsiteX5-267" fmla="*/ 90840 w 989897"/>
                  <a:gd name="connsiteY5-268" fmla="*/ 837354 h 837354"/>
                  <a:gd name="connsiteX6-269" fmla="*/ 285574 w 989897"/>
                  <a:gd name="connsiteY6-270" fmla="*/ 284976 h 837354"/>
                  <a:gd name="connsiteX7-271" fmla="*/ 0 w 989897"/>
                  <a:gd name="connsiteY7-272" fmla="*/ 289209 h 837354"/>
                  <a:gd name="connsiteX0-273" fmla="*/ 0 w 989897"/>
                  <a:gd name="connsiteY0-274" fmla="*/ 289209 h 837354"/>
                  <a:gd name="connsiteX1-275" fmla="*/ 483519 w 989897"/>
                  <a:gd name="connsiteY1-276" fmla="*/ 0 h 837354"/>
                  <a:gd name="connsiteX2-277" fmla="*/ 989897 w 989897"/>
                  <a:gd name="connsiteY2-278" fmla="*/ 289209 h 837354"/>
                  <a:gd name="connsiteX3-279" fmla="*/ 694849 w 989897"/>
                  <a:gd name="connsiteY3-280" fmla="*/ 288202 h 837354"/>
                  <a:gd name="connsiteX4-281" fmla="*/ 886356 w 989897"/>
                  <a:gd name="connsiteY4-282" fmla="*/ 833121 h 837354"/>
                  <a:gd name="connsiteX5-283" fmla="*/ 90840 w 989897"/>
                  <a:gd name="connsiteY5-284" fmla="*/ 837354 h 837354"/>
                  <a:gd name="connsiteX6-285" fmla="*/ 285574 w 989897"/>
                  <a:gd name="connsiteY6-286" fmla="*/ 290216 h 837354"/>
                  <a:gd name="connsiteX7-287" fmla="*/ 0 w 989897"/>
                  <a:gd name="connsiteY7-288" fmla="*/ 289209 h 837354"/>
                  <a:gd name="connsiteX0-289" fmla="*/ 0 w 989897"/>
                  <a:gd name="connsiteY0-290" fmla="*/ 289209 h 837354"/>
                  <a:gd name="connsiteX1-291" fmla="*/ 483519 w 989897"/>
                  <a:gd name="connsiteY1-292" fmla="*/ 0 h 837354"/>
                  <a:gd name="connsiteX2-293" fmla="*/ 989897 w 989897"/>
                  <a:gd name="connsiteY2-294" fmla="*/ 289209 h 837354"/>
                  <a:gd name="connsiteX3-295" fmla="*/ 694849 w 989897"/>
                  <a:gd name="connsiteY3-296" fmla="*/ 288202 h 837354"/>
                  <a:gd name="connsiteX4-297" fmla="*/ 886356 w 989897"/>
                  <a:gd name="connsiteY4-298" fmla="*/ 833121 h 837354"/>
                  <a:gd name="connsiteX5-299" fmla="*/ 90840 w 989897"/>
                  <a:gd name="connsiteY5-300" fmla="*/ 837354 h 837354"/>
                  <a:gd name="connsiteX6-301" fmla="*/ 293434 w 989897"/>
                  <a:gd name="connsiteY6-302" fmla="*/ 287596 h 837354"/>
                  <a:gd name="connsiteX7-303" fmla="*/ 0 w 989897"/>
                  <a:gd name="connsiteY7-304" fmla="*/ 289209 h 837354"/>
                  <a:gd name="connsiteX0-305" fmla="*/ 0 w 989897"/>
                  <a:gd name="connsiteY0-306" fmla="*/ 289209 h 837354"/>
                  <a:gd name="connsiteX1-307" fmla="*/ 483519 w 989897"/>
                  <a:gd name="connsiteY1-308" fmla="*/ 0 h 837354"/>
                  <a:gd name="connsiteX2-309" fmla="*/ 989897 w 989897"/>
                  <a:gd name="connsiteY2-310" fmla="*/ 289209 h 837354"/>
                  <a:gd name="connsiteX3-311" fmla="*/ 694849 w 989897"/>
                  <a:gd name="connsiteY3-312" fmla="*/ 288202 h 837354"/>
                  <a:gd name="connsiteX4-313" fmla="*/ 886356 w 989897"/>
                  <a:gd name="connsiteY4-314" fmla="*/ 833121 h 837354"/>
                  <a:gd name="connsiteX5-315" fmla="*/ 90840 w 989897"/>
                  <a:gd name="connsiteY5-316" fmla="*/ 837354 h 837354"/>
                  <a:gd name="connsiteX6-317" fmla="*/ 293434 w 989897"/>
                  <a:gd name="connsiteY6-318" fmla="*/ 287596 h 837354"/>
                  <a:gd name="connsiteX7-319" fmla="*/ 0 w 989897"/>
                  <a:gd name="connsiteY7-320" fmla="*/ 289209 h 837354"/>
                  <a:gd name="connsiteX0-321" fmla="*/ 0 w 974177"/>
                  <a:gd name="connsiteY0-322" fmla="*/ 289209 h 837354"/>
                  <a:gd name="connsiteX1-323" fmla="*/ 483519 w 974177"/>
                  <a:gd name="connsiteY1-324" fmla="*/ 0 h 837354"/>
                  <a:gd name="connsiteX2-325" fmla="*/ 974177 w 974177"/>
                  <a:gd name="connsiteY2-326" fmla="*/ 323270 h 837354"/>
                  <a:gd name="connsiteX3-327" fmla="*/ 694849 w 974177"/>
                  <a:gd name="connsiteY3-328" fmla="*/ 288202 h 837354"/>
                  <a:gd name="connsiteX4-329" fmla="*/ 886356 w 974177"/>
                  <a:gd name="connsiteY4-330" fmla="*/ 833121 h 837354"/>
                  <a:gd name="connsiteX5-331" fmla="*/ 90840 w 974177"/>
                  <a:gd name="connsiteY5-332" fmla="*/ 837354 h 837354"/>
                  <a:gd name="connsiteX6-333" fmla="*/ 293434 w 974177"/>
                  <a:gd name="connsiteY6-334" fmla="*/ 287596 h 837354"/>
                  <a:gd name="connsiteX7-335" fmla="*/ 0 w 974177"/>
                  <a:gd name="connsiteY7-336" fmla="*/ 289209 h 837354"/>
                  <a:gd name="connsiteX0-337" fmla="*/ 0 w 961077"/>
                  <a:gd name="connsiteY0-338" fmla="*/ 325890 h 837354"/>
                  <a:gd name="connsiteX1-339" fmla="*/ 470419 w 961077"/>
                  <a:gd name="connsiteY1-340" fmla="*/ 0 h 837354"/>
                  <a:gd name="connsiteX2-341" fmla="*/ 961077 w 961077"/>
                  <a:gd name="connsiteY2-342" fmla="*/ 323270 h 837354"/>
                  <a:gd name="connsiteX3-343" fmla="*/ 681749 w 961077"/>
                  <a:gd name="connsiteY3-344" fmla="*/ 288202 h 837354"/>
                  <a:gd name="connsiteX4-345" fmla="*/ 873256 w 961077"/>
                  <a:gd name="connsiteY4-346" fmla="*/ 833121 h 837354"/>
                  <a:gd name="connsiteX5-347" fmla="*/ 77740 w 961077"/>
                  <a:gd name="connsiteY5-348" fmla="*/ 837354 h 837354"/>
                  <a:gd name="connsiteX6-349" fmla="*/ 280334 w 961077"/>
                  <a:gd name="connsiteY6-350" fmla="*/ 287596 h 837354"/>
                  <a:gd name="connsiteX7-351" fmla="*/ 0 w 961077"/>
                  <a:gd name="connsiteY7-352" fmla="*/ 325890 h 837354"/>
                  <a:gd name="connsiteX0-353" fmla="*/ 0 w 961077"/>
                  <a:gd name="connsiteY0-354" fmla="*/ 325890 h 837354"/>
                  <a:gd name="connsiteX1-355" fmla="*/ 470419 w 961077"/>
                  <a:gd name="connsiteY1-356" fmla="*/ 0 h 837354"/>
                  <a:gd name="connsiteX2-357" fmla="*/ 961077 w 961077"/>
                  <a:gd name="connsiteY2-358" fmla="*/ 323270 h 837354"/>
                  <a:gd name="connsiteX3-359" fmla="*/ 681749 w 961077"/>
                  <a:gd name="connsiteY3-360" fmla="*/ 288202 h 837354"/>
                  <a:gd name="connsiteX4-361" fmla="*/ 894216 w 961077"/>
                  <a:gd name="connsiteY4-362" fmla="*/ 830501 h 837354"/>
                  <a:gd name="connsiteX5-363" fmla="*/ 77740 w 961077"/>
                  <a:gd name="connsiteY5-364" fmla="*/ 837354 h 837354"/>
                  <a:gd name="connsiteX6-365" fmla="*/ 280334 w 961077"/>
                  <a:gd name="connsiteY6-366" fmla="*/ 287596 h 837354"/>
                  <a:gd name="connsiteX7-367" fmla="*/ 0 w 961077"/>
                  <a:gd name="connsiteY7-368" fmla="*/ 325890 h 837354"/>
                  <a:gd name="connsiteX0-369" fmla="*/ 0 w 968937"/>
                  <a:gd name="connsiteY0-370" fmla="*/ 325890 h 837354"/>
                  <a:gd name="connsiteX1-371" fmla="*/ 470419 w 968937"/>
                  <a:gd name="connsiteY1-372" fmla="*/ 0 h 837354"/>
                  <a:gd name="connsiteX2-373" fmla="*/ 968937 w 968937"/>
                  <a:gd name="connsiteY2-374" fmla="*/ 323270 h 837354"/>
                  <a:gd name="connsiteX3-375" fmla="*/ 681749 w 968937"/>
                  <a:gd name="connsiteY3-376" fmla="*/ 288202 h 837354"/>
                  <a:gd name="connsiteX4-377" fmla="*/ 894216 w 968937"/>
                  <a:gd name="connsiteY4-378" fmla="*/ 830501 h 837354"/>
                  <a:gd name="connsiteX5-379" fmla="*/ 77740 w 968937"/>
                  <a:gd name="connsiteY5-380" fmla="*/ 837354 h 837354"/>
                  <a:gd name="connsiteX6-381" fmla="*/ 280334 w 968937"/>
                  <a:gd name="connsiteY6-382" fmla="*/ 287596 h 837354"/>
                  <a:gd name="connsiteX7-383" fmla="*/ 0 w 968937"/>
                  <a:gd name="connsiteY7-384" fmla="*/ 325890 h 837354"/>
                  <a:gd name="connsiteX0-385" fmla="*/ 0 w 934876"/>
                  <a:gd name="connsiteY0-386" fmla="*/ 325890 h 837354"/>
                  <a:gd name="connsiteX1-387" fmla="*/ 470419 w 934876"/>
                  <a:gd name="connsiteY1-388" fmla="*/ 0 h 837354"/>
                  <a:gd name="connsiteX2-389" fmla="*/ 934876 w 934876"/>
                  <a:gd name="connsiteY2-390" fmla="*/ 318030 h 837354"/>
                  <a:gd name="connsiteX3-391" fmla="*/ 681749 w 934876"/>
                  <a:gd name="connsiteY3-392" fmla="*/ 288202 h 837354"/>
                  <a:gd name="connsiteX4-393" fmla="*/ 894216 w 934876"/>
                  <a:gd name="connsiteY4-394" fmla="*/ 830501 h 837354"/>
                  <a:gd name="connsiteX5-395" fmla="*/ 77740 w 934876"/>
                  <a:gd name="connsiteY5-396" fmla="*/ 837354 h 837354"/>
                  <a:gd name="connsiteX6-397" fmla="*/ 280334 w 934876"/>
                  <a:gd name="connsiteY6-398" fmla="*/ 287596 h 837354"/>
                  <a:gd name="connsiteX7-399" fmla="*/ 0 w 934876"/>
                  <a:gd name="connsiteY7-400" fmla="*/ 325890 h 837354"/>
                  <a:gd name="connsiteX0-401" fmla="*/ 0 w 1181598"/>
                  <a:gd name="connsiteY0-402" fmla="*/ 325890 h 1627340"/>
                  <a:gd name="connsiteX1-403" fmla="*/ 470419 w 1181598"/>
                  <a:gd name="connsiteY1-404" fmla="*/ 0 h 1627340"/>
                  <a:gd name="connsiteX2-405" fmla="*/ 934876 w 1181598"/>
                  <a:gd name="connsiteY2-406" fmla="*/ 318030 h 1627340"/>
                  <a:gd name="connsiteX3-407" fmla="*/ 681749 w 1181598"/>
                  <a:gd name="connsiteY3-408" fmla="*/ 288202 h 1627340"/>
                  <a:gd name="connsiteX4-409" fmla="*/ 1181598 w 1181598"/>
                  <a:gd name="connsiteY4-410" fmla="*/ 1627336 h 1627340"/>
                  <a:gd name="connsiteX5-411" fmla="*/ 77740 w 1181598"/>
                  <a:gd name="connsiteY5-412" fmla="*/ 837354 h 1627340"/>
                  <a:gd name="connsiteX6-413" fmla="*/ 280334 w 1181598"/>
                  <a:gd name="connsiteY6-414" fmla="*/ 287596 h 1627340"/>
                  <a:gd name="connsiteX7-415" fmla="*/ 0 w 1181598"/>
                  <a:gd name="connsiteY7-416" fmla="*/ 325890 h 1627340"/>
                  <a:gd name="connsiteX0-417" fmla="*/ 105140 w 1286738"/>
                  <a:gd name="connsiteY0-418" fmla="*/ 325890 h 1627437"/>
                  <a:gd name="connsiteX1-419" fmla="*/ 575559 w 1286738"/>
                  <a:gd name="connsiteY1-420" fmla="*/ 0 h 1627437"/>
                  <a:gd name="connsiteX2-421" fmla="*/ 1040016 w 1286738"/>
                  <a:gd name="connsiteY2-422" fmla="*/ 318030 h 1627437"/>
                  <a:gd name="connsiteX3-423" fmla="*/ 786889 w 1286738"/>
                  <a:gd name="connsiteY3-424" fmla="*/ 288202 h 1627437"/>
                  <a:gd name="connsiteX4-425" fmla="*/ 1286738 w 1286738"/>
                  <a:gd name="connsiteY4-426" fmla="*/ 1627336 h 1627437"/>
                  <a:gd name="connsiteX5-427" fmla="*/ 0 w 1286738"/>
                  <a:gd name="connsiteY5-428" fmla="*/ 1594999 h 1627437"/>
                  <a:gd name="connsiteX6-429" fmla="*/ 385474 w 1286738"/>
                  <a:gd name="connsiteY6-430" fmla="*/ 287596 h 1627437"/>
                  <a:gd name="connsiteX7-431" fmla="*/ 105140 w 1286738"/>
                  <a:gd name="connsiteY7-432" fmla="*/ 325890 h 1627437"/>
                  <a:gd name="connsiteX0-433" fmla="*/ 105140 w 1286738"/>
                  <a:gd name="connsiteY0-434" fmla="*/ 325890 h 1627437"/>
                  <a:gd name="connsiteX1-435" fmla="*/ 575559 w 1286738"/>
                  <a:gd name="connsiteY1-436" fmla="*/ 0 h 1627437"/>
                  <a:gd name="connsiteX2-437" fmla="*/ 1040016 w 1286738"/>
                  <a:gd name="connsiteY2-438" fmla="*/ 318030 h 1627437"/>
                  <a:gd name="connsiteX3-439" fmla="*/ 786889 w 1286738"/>
                  <a:gd name="connsiteY3-440" fmla="*/ 288202 h 1627437"/>
                  <a:gd name="connsiteX4-441" fmla="*/ 1286738 w 1286738"/>
                  <a:gd name="connsiteY4-442" fmla="*/ 1627336 h 1627437"/>
                  <a:gd name="connsiteX5-443" fmla="*/ 0 w 1286738"/>
                  <a:gd name="connsiteY5-444" fmla="*/ 1594999 h 1627437"/>
                  <a:gd name="connsiteX6-445" fmla="*/ 385474 w 1286738"/>
                  <a:gd name="connsiteY6-446" fmla="*/ 287596 h 1627437"/>
                  <a:gd name="connsiteX7-447" fmla="*/ 105140 w 1286738"/>
                  <a:gd name="connsiteY7-448" fmla="*/ 325890 h 1627437"/>
                  <a:gd name="connsiteX0-449" fmla="*/ 105140 w 1260612"/>
                  <a:gd name="connsiteY0-450" fmla="*/ 325890 h 1594999"/>
                  <a:gd name="connsiteX1-451" fmla="*/ 575559 w 1260612"/>
                  <a:gd name="connsiteY1-452" fmla="*/ 0 h 1594999"/>
                  <a:gd name="connsiteX2-453" fmla="*/ 1040016 w 1260612"/>
                  <a:gd name="connsiteY2-454" fmla="*/ 318030 h 1594999"/>
                  <a:gd name="connsiteX3-455" fmla="*/ 786889 w 1260612"/>
                  <a:gd name="connsiteY3-456" fmla="*/ 288202 h 1594999"/>
                  <a:gd name="connsiteX4-457" fmla="*/ 1260612 w 1260612"/>
                  <a:gd name="connsiteY4-458" fmla="*/ 1588147 h 1594999"/>
                  <a:gd name="connsiteX5-459" fmla="*/ 0 w 1260612"/>
                  <a:gd name="connsiteY5-460" fmla="*/ 1594999 h 1594999"/>
                  <a:gd name="connsiteX6-461" fmla="*/ 385474 w 1260612"/>
                  <a:gd name="connsiteY6-462" fmla="*/ 287596 h 1594999"/>
                  <a:gd name="connsiteX7-463" fmla="*/ 105140 w 1260612"/>
                  <a:gd name="connsiteY7-464" fmla="*/ 325890 h 1594999"/>
                  <a:gd name="connsiteX0-465" fmla="*/ 105140 w 1260612"/>
                  <a:gd name="connsiteY0-466" fmla="*/ 325890 h 1594999"/>
                  <a:gd name="connsiteX1-467" fmla="*/ 575559 w 1260612"/>
                  <a:gd name="connsiteY1-468" fmla="*/ 0 h 1594999"/>
                  <a:gd name="connsiteX2-469" fmla="*/ 1040016 w 1260612"/>
                  <a:gd name="connsiteY2-470" fmla="*/ 318030 h 1594999"/>
                  <a:gd name="connsiteX3-471" fmla="*/ 786889 w 1260612"/>
                  <a:gd name="connsiteY3-472" fmla="*/ 288202 h 1594999"/>
                  <a:gd name="connsiteX4-473" fmla="*/ 1260612 w 1260612"/>
                  <a:gd name="connsiteY4-474" fmla="*/ 1588147 h 1594999"/>
                  <a:gd name="connsiteX5-475" fmla="*/ 0 w 1260612"/>
                  <a:gd name="connsiteY5-476" fmla="*/ 1594999 h 1594999"/>
                  <a:gd name="connsiteX6-477" fmla="*/ 385474 w 1260612"/>
                  <a:gd name="connsiteY6-478" fmla="*/ 287596 h 1594999"/>
                  <a:gd name="connsiteX7-479" fmla="*/ 105140 w 1260612"/>
                  <a:gd name="connsiteY7-480" fmla="*/ 325890 h 1594999"/>
                  <a:gd name="connsiteX0-481" fmla="*/ 105140 w 1260612"/>
                  <a:gd name="connsiteY0-482" fmla="*/ 325890 h 1594999"/>
                  <a:gd name="connsiteX1-483" fmla="*/ 575559 w 1260612"/>
                  <a:gd name="connsiteY1-484" fmla="*/ 0 h 1594999"/>
                  <a:gd name="connsiteX2-485" fmla="*/ 1040016 w 1260612"/>
                  <a:gd name="connsiteY2-486" fmla="*/ 318030 h 1594999"/>
                  <a:gd name="connsiteX3-487" fmla="*/ 786889 w 1260612"/>
                  <a:gd name="connsiteY3-488" fmla="*/ 288202 h 1594999"/>
                  <a:gd name="connsiteX4-489" fmla="*/ 1260612 w 1260612"/>
                  <a:gd name="connsiteY4-490" fmla="*/ 1588147 h 1594999"/>
                  <a:gd name="connsiteX5-491" fmla="*/ 0 w 1260612"/>
                  <a:gd name="connsiteY5-492" fmla="*/ 1594999 h 1594999"/>
                  <a:gd name="connsiteX6-493" fmla="*/ 385474 w 1260612"/>
                  <a:gd name="connsiteY6-494" fmla="*/ 287596 h 1594999"/>
                  <a:gd name="connsiteX7-495" fmla="*/ 105140 w 1260612"/>
                  <a:gd name="connsiteY7-496" fmla="*/ 325890 h 1594999"/>
                  <a:gd name="connsiteX0-497" fmla="*/ 105140 w 1212612"/>
                  <a:gd name="connsiteY0-498" fmla="*/ 325890 h 1594999"/>
                  <a:gd name="connsiteX1-499" fmla="*/ 575559 w 1212612"/>
                  <a:gd name="connsiteY1-500" fmla="*/ 0 h 1594999"/>
                  <a:gd name="connsiteX2-501" fmla="*/ 1040016 w 1212612"/>
                  <a:gd name="connsiteY2-502" fmla="*/ 318030 h 1594999"/>
                  <a:gd name="connsiteX3-503" fmla="*/ 786889 w 1212612"/>
                  <a:gd name="connsiteY3-504" fmla="*/ 288202 h 1594999"/>
                  <a:gd name="connsiteX4-505" fmla="*/ 1212612 w 1212612"/>
                  <a:gd name="connsiteY4-506" fmla="*/ 1588147 h 1594999"/>
                  <a:gd name="connsiteX5-507" fmla="*/ 0 w 1212612"/>
                  <a:gd name="connsiteY5-508" fmla="*/ 1594999 h 1594999"/>
                  <a:gd name="connsiteX6-509" fmla="*/ 385474 w 1212612"/>
                  <a:gd name="connsiteY6-510" fmla="*/ 287596 h 1594999"/>
                  <a:gd name="connsiteX7-511" fmla="*/ 105140 w 1212612"/>
                  <a:gd name="connsiteY7-512" fmla="*/ 325890 h 1594999"/>
                  <a:gd name="connsiteX0-513" fmla="*/ 69140 w 1176612"/>
                  <a:gd name="connsiteY0-514" fmla="*/ 325890 h 1594999"/>
                  <a:gd name="connsiteX1-515" fmla="*/ 539559 w 1176612"/>
                  <a:gd name="connsiteY1-516" fmla="*/ 0 h 1594999"/>
                  <a:gd name="connsiteX2-517" fmla="*/ 1004016 w 1176612"/>
                  <a:gd name="connsiteY2-518" fmla="*/ 318030 h 1594999"/>
                  <a:gd name="connsiteX3-519" fmla="*/ 750889 w 1176612"/>
                  <a:gd name="connsiteY3-520" fmla="*/ 288202 h 1594999"/>
                  <a:gd name="connsiteX4-521" fmla="*/ 1176612 w 1176612"/>
                  <a:gd name="connsiteY4-522" fmla="*/ 1588147 h 1594999"/>
                  <a:gd name="connsiteX5-523" fmla="*/ 0 w 1176612"/>
                  <a:gd name="connsiteY5-524" fmla="*/ 1594999 h 1594999"/>
                  <a:gd name="connsiteX6-525" fmla="*/ 349474 w 1176612"/>
                  <a:gd name="connsiteY6-526" fmla="*/ 287596 h 1594999"/>
                  <a:gd name="connsiteX7-527" fmla="*/ 69140 w 1176612"/>
                  <a:gd name="connsiteY7-528" fmla="*/ 325890 h 1594999"/>
                  <a:gd name="connsiteX0-529" fmla="*/ 69140 w 1116611"/>
                  <a:gd name="connsiteY0-530" fmla="*/ 325890 h 1594999"/>
                  <a:gd name="connsiteX1-531" fmla="*/ 539559 w 1116611"/>
                  <a:gd name="connsiteY1-532" fmla="*/ 0 h 1594999"/>
                  <a:gd name="connsiteX2-533" fmla="*/ 1004016 w 1116611"/>
                  <a:gd name="connsiteY2-534" fmla="*/ 318030 h 1594999"/>
                  <a:gd name="connsiteX3-535" fmla="*/ 750889 w 1116611"/>
                  <a:gd name="connsiteY3-536" fmla="*/ 288202 h 1594999"/>
                  <a:gd name="connsiteX4-537" fmla="*/ 1116611 w 1116611"/>
                  <a:gd name="connsiteY4-538" fmla="*/ 1588147 h 1594999"/>
                  <a:gd name="connsiteX5-539" fmla="*/ 0 w 1116611"/>
                  <a:gd name="connsiteY5-540" fmla="*/ 1594999 h 1594999"/>
                  <a:gd name="connsiteX6-541" fmla="*/ 349474 w 1116611"/>
                  <a:gd name="connsiteY6-542" fmla="*/ 287596 h 1594999"/>
                  <a:gd name="connsiteX7-543" fmla="*/ 69140 w 1116611"/>
                  <a:gd name="connsiteY7-544" fmla="*/ 325890 h 1594999"/>
                  <a:gd name="connsiteX0-545" fmla="*/ 69140 w 1674417"/>
                  <a:gd name="connsiteY0-546" fmla="*/ 325890 h 1594999"/>
                  <a:gd name="connsiteX1-547" fmla="*/ 539559 w 1674417"/>
                  <a:gd name="connsiteY1-548" fmla="*/ 0 h 1594999"/>
                  <a:gd name="connsiteX2-549" fmla="*/ 1004016 w 1674417"/>
                  <a:gd name="connsiteY2-550" fmla="*/ 318030 h 1594999"/>
                  <a:gd name="connsiteX3-551" fmla="*/ 750889 w 1674417"/>
                  <a:gd name="connsiteY3-552" fmla="*/ 288202 h 1594999"/>
                  <a:gd name="connsiteX4-553" fmla="*/ 1674417 w 1674417"/>
                  <a:gd name="connsiteY4-554" fmla="*/ 1376704 h 1594999"/>
                  <a:gd name="connsiteX5-555" fmla="*/ 0 w 1674417"/>
                  <a:gd name="connsiteY5-556" fmla="*/ 1594999 h 1594999"/>
                  <a:gd name="connsiteX6-557" fmla="*/ 349474 w 1674417"/>
                  <a:gd name="connsiteY6-558" fmla="*/ 287596 h 1594999"/>
                  <a:gd name="connsiteX7-559" fmla="*/ 69140 w 1674417"/>
                  <a:gd name="connsiteY7-560" fmla="*/ 325890 h 1594999"/>
                  <a:gd name="connsiteX0-561" fmla="*/ 344255 w 1949532"/>
                  <a:gd name="connsiteY0-562" fmla="*/ 325890 h 1594999"/>
                  <a:gd name="connsiteX1-563" fmla="*/ 814674 w 1949532"/>
                  <a:gd name="connsiteY1-564" fmla="*/ 0 h 1594999"/>
                  <a:gd name="connsiteX2-565" fmla="*/ 1279131 w 1949532"/>
                  <a:gd name="connsiteY2-566" fmla="*/ 318030 h 1594999"/>
                  <a:gd name="connsiteX3-567" fmla="*/ 1026004 w 1949532"/>
                  <a:gd name="connsiteY3-568" fmla="*/ 288202 h 1594999"/>
                  <a:gd name="connsiteX4-569" fmla="*/ 1949532 w 1949532"/>
                  <a:gd name="connsiteY4-570" fmla="*/ 1376704 h 1594999"/>
                  <a:gd name="connsiteX5-571" fmla="*/ 0 w 1949532"/>
                  <a:gd name="connsiteY5-572" fmla="*/ 1485822 h 1594999"/>
                  <a:gd name="connsiteX6-573" fmla="*/ 275115 w 1949532"/>
                  <a:gd name="connsiteY6-574" fmla="*/ 1594999 h 1594999"/>
                  <a:gd name="connsiteX7-575" fmla="*/ 624589 w 1949532"/>
                  <a:gd name="connsiteY7-576" fmla="*/ 287596 h 1594999"/>
                  <a:gd name="connsiteX8" fmla="*/ 344255 w 1949532"/>
                  <a:gd name="connsiteY8" fmla="*/ 325890 h 1594999"/>
                  <a:gd name="connsiteX0-577" fmla="*/ 69140 w 1674417"/>
                  <a:gd name="connsiteY0-578" fmla="*/ 325890 h 1669202"/>
                  <a:gd name="connsiteX1-579" fmla="*/ 539559 w 1674417"/>
                  <a:gd name="connsiteY1-580" fmla="*/ 0 h 1669202"/>
                  <a:gd name="connsiteX2-581" fmla="*/ 1004016 w 1674417"/>
                  <a:gd name="connsiteY2-582" fmla="*/ 318030 h 1669202"/>
                  <a:gd name="connsiteX3-583" fmla="*/ 750889 w 1674417"/>
                  <a:gd name="connsiteY3-584" fmla="*/ 288202 h 1669202"/>
                  <a:gd name="connsiteX4-585" fmla="*/ 1674417 w 1674417"/>
                  <a:gd name="connsiteY4-586" fmla="*/ 1376704 h 1669202"/>
                  <a:gd name="connsiteX5-587" fmla="*/ 0 w 1674417"/>
                  <a:gd name="connsiteY5-588" fmla="*/ 1594999 h 1669202"/>
                  <a:gd name="connsiteX6-589" fmla="*/ 349474 w 1674417"/>
                  <a:gd name="connsiteY6-590" fmla="*/ 287596 h 1669202"/>
                  <a:gd name="connsiteX7-591" fmla="*/ 69140 w 1674417"/>
                  <a:gd name="connsiteY7-592" fmla="*/ 325890 h 1669202"/>
                  <a:gd name="connsiteX0-593" fmla="*/ 581961 w 2187238"/>
                  <a:gd name="connsiteY0-594" fmla="*/ 325890 h 1486472"/>
                  <a:gd name="connsiteX1-595" fmla="*/ 1052380 w 2187238"/>
                  <a:gd name="connsiteY1-596" fmla="*/ 0 h 1486472"/>
                  <a:gd name="connsiteX2-597" fmla="*/ 1516837 w 2187238"/>
                  <a:gd name="connsiteY2-598" fmla="*/ 318030 h 1486472"/>
                  <a:gd name="connsiteX3-599" fmla="*/ 1263710 w 2187238"/>
                  <a:gd name="connsiteY3-600" fmla="*/ 288202 h 1486472"/>
                  <a:gd name="connsiteX4-601" fmla="*/ 2187238 w 2187238"/>
                  <a:gd name="connsiteY4-602" fmla="*/ 1376704 h 1486472"/>
                  <a:gd name="connsiteX5-603" fmla="*/ 0 w 2187238"/>
                  <a:gd name="connsiteY5-604" fmla="*/ 1269262 h 1486472"/>
                  <a:gd name="connsiteX6-605" fmla="*/ 862295 w 2187238"/>
                  <a:gd name="connsiteY6-606" fmla="*/ 287596 h 1486472"/>
                  <a:gd name="connsiteX7-607" fmla="*/ 581961 w 2187238"/>
                  <a:gd name="connsiteY7-608" fmla="*/ 325890 h 1486472"/>
                  <a:gd name="connsiteX0-609" fmla="*/ 581961 w 2193236"/>
                  <a:gd name="connsiteY0-610" fmla="*/ 325890 h 1420234"/>
                  <a:gd name="connsiteX1-611" fmla="*/ 1052380 w 2193236"/>
                  <a:gd name="connsiteY1-612" fmla="*/ 0 h 1420234"/>
                  <a:gd name="connsiteX2-613" fmla="*/ 1516837 w 2193236"/>
                  <a:gd name="connsiteY2-614" fmla="*/ 318030 h 1420234"/>
                  <a:gd name="connsiteX3-615" fmla="*/ 1263710 w 2193236"/>
                  <a:gd name="connsiteY3-616" fmla="*/ 288202 h 1420234"/>
                  <a:gd name="connsiteX4-617" fmla="*/ 2193236 w 2193236"/>
                  <a:gd name="connsiteY4-618" fmla="*/ 1270982 h 1420234"/>
                  <a:gd name="connsiteX5-619" fmla="*/ 0 w 2193236"/>
                  <a:gd name="connsiteY5-620" fmla="*/ 1269262 h 1420234"/>
                  <a:gd name="connsiteX6-621" fmla="*/ 862295 w 2193236"/>
                  <a:gd name="connsiteY6-622" fmla="*/ 287596 h 1420234"/>
                  <a:gd name="connsiteX7-623" fmla="*/ 581961 w 2193236"/>
                  <a:gd name="connsiteY7-624" fmla="*/ 325890 h 1420234"/>
                  <a:gd name="connsiteX0-625" fmla="*/ 581961 w 2193236"/>
                  <a:gd name="connsiteY0-626" fmla="*/ 325890 h 1420234"/>
                  <a:gd name="connsiteX1-627" fmla="*/ 1052380 w 2193236"/>
                  <a:gd name="connsiteY1-628" fmla="*/ 0 h 1420234"/>
                  <a:gd name="connsiteX2-629" fmla="*/ 1516837 w 2193236"/>
                  <a:gd name="connsiteY2-630" fmla="*/ 318030 h 1420234"/>
                  <a:gd name="connsiteX3-631" fmla="*/ 1263710 w 2193236"/>
                  <a:gd name="connsiteY3-632" fmla="*/ 288202 h 1420234"/>
                  <a:gd name="connsiteX4-633" fmla="*/ 2193236 w 2193236"/>
                  <a:gd name="connsiteY4-634" fmla="*/ 1270982 h 1420234"/>
                  <a:gd name="connsiteX5-635" fmla="*/ 0 w 2193236"/>
                  <a:gd name="connsiteY5-636" fmla="*/ 1269262 h 1420234"/>
                  <a:gd name="connsiteX6-637" fmla="*/ 862295 w 2193236"/>
                  <a:gd name="connsiteY6-638" fmla="*/ 287596 h 1420234"/>
                  <a:gd name="connsiteX7-639" fmla="*/ 581961 w 2193236"/>
                  <a:gd name="connsiteY7-640" fmla="*/ 325890 h 1420234"/>
                  <a:gd name="connsiteX0-641" fmla="*/ 581961 w 2193236"/>
                  <a:gd name="connsiteY0-642" fmla="*/ 325890 h 1420234"/>
                  <a:gd name="connsiteX1-643" fmla="*/ 1052380 w 2193236"/>
                  <a:gd name="connsiteY1-644" fmla="*/ 0 h 1420234"/>
                  <a:gd name="connsiteX2-645" fmla="*/ 1516837 w 2193236"/>
                  <a:gd name="connsiteY2-646" fmla="*/ 318030 h 1420234"/>
                  <a:gd name="connsiteX3-647" fmla="*/ 1263710 w 2193236"/>
                  <a:gd name="connsiteY3-648" fmla="*/ 288202 h 1420234"/>
                  <a:gd name="connsiteX4-649" fmla="*/ 2193236 w 2193236"/>
                  <a:gd name="connsiteY4-650" fmla="*/ 1270982 h 1420234"/>
                  <a:gd name="connsiteX5-651" fmla="*/ 0 w 2193236"/>
                  <a:gd name="connsiteY5-652" fmla="*/ 1269262 h 1420234"/>
                  <a:gd name="connsiteX6-653" fmla="*/ 862295 w 2193236"/>
                  <a:gd name="connsiteY6-654" fmla="*/ 287596 h 1420234"/>
                  <a:gd name="connsiteX7-655" fmla="*/ 581961 w 2193236"/>
                  <a:gd name="connsiteY7-656" fmla="*/ 325890 h 1420234"/>
                  <a:gd name="connsiteX0-657" fmla="*/ 581961 w 2082275"/>
                  <a:gd name="connsiteY0-658" fmla="*/ 325890 h 1420234"/>
                  <a:gd name="connsiteX1-659" fmla="*/ 1052380 w 2082275"/>
                  <a:gd name="connsiteY1-660" fmla="*/ 0 h 1420234"/>
                  <a:gd name="connsiteX2-661" fmla="*/ 1516837 w 2082275"/>
                  <a:gd name="connsiteY2-662" fmla="*/ 318030 h 1420234"/>
                  <a:gd name="connsiteX3-663" fmla="*/ 1263710 w 2082275"/>
                  <a:gd name="connsiteY3-664" fmla="*/ 288202 h 1420234"/>
                  <a:gd name="connsiteX4-665" fmla="*/ 2082275 w 2082275"/>
                  <a:gd name="connsiteY4-666" fmla="*/ 1270982 h 1420234"/>
                  <a:gd name="connsiteX5-667" fmla="*/ 0 w 2082275"/>
                  <a:gd name="connsiteY5-668" fmla="*/ 1269262 h 1420234"/>
                  <a:gd name="connsiteX6-669" fmla="*/ 862295 w 2082275"/>
                  <a:gd name="connsiteY6-670" fmla="*/ 287596 h 1420234"/>
                  <a:gd name="connsiteX7-671" fmla="*/ 581961 w 2082275"/>
                  <a:gd name="connsiteY7-672" fmla="*/ 325890 h 1420234"/>
                  <a:gd name="connsiteX0-673" fmla="*/ 581961 w 2112264"/>
                  <a:gd name="connsiteY0-674" fmla="*/ 325890 h 1417196"/>
                  <a:gd name="connsiteX1-675" fmla="*/ 1052380 w 2112264"/>
                  <a:gd name="connsiteY1-676" fmla="*/ 0 h 1417196"/>
                  <a:gd name="connsiteX2-677" fmla="*/ 1516837 w 2112264"/>
                  <a:gd name="connsiteY2-678" fmla="*/ 318030 h 1417196"/>
                  <a:gd name="connsiteX3-679" fmla="*/ 1263710 w 2112264"/>
                  <a:gd name="connsiteY3-680" fmla="*/ 288202 h 1417196"/>
                  <a:gd name="connsiteX4-681" fmla="*/ 2112264 w 2112264"/>
                  <a:gd name="connsiteY4-682" fmla="*/ 1265267 h 1417196"/>
                  <a:gd name="connsiteX5-683" fmla="*/ 0 w 2112264"/>
                  <a:gd name="connsiteY5-684" fmla="*/ 1269262 h 1417196"/>
                  <a:gd name="connsiteX6-685" fmla="*/ 862295 w 2112264"/>
                  <a:gd name="connsiteY6-686" fmla="*/ 287596 h 1417196"/>
                  <a:gd name="connsiteX7-687" fmla="*/ 581961 w 2112264"/>
                  <a:gd name="connsiteY7-688" fmla="*/ 325890 h 14171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112264" h="1417196">
                    <a:moveTo>
                      <a:pt x="581961" y="325890"/>
                    </a:moveTo>
                    <a:lnTo>
                      <a:pt x="1052380" y="0"/>
                    </a:lnTo>
                    <a:lnTo>
                      <a:pt x="1516837" y="318030"/>
                    </a:lnTo>
                    <a:lnTo>
                      <a:pt x="1263710" y="288202"/>
                    </a:lnTo>
                    <a:cubicBezTo>
                      <a:pt x="1265521" y="491679"/>
                      <a:pt x="1554159" y="1199774"/>
                      <a:pt x="2112264" y="1265267"/>
                    </a:cubicBezTo>
                    <a:cubicBezTo>
                      <a:pt x="1987116" y="1483067"/>
                      <a:pt x="220824" y="1450780"/>
                      <a:pt x="0" y="1269262"/>
                    </a:cubicBezTo>
                    <a:cubicBezTo>
                      <a:pt x="488391" y="1209097"/>
                      <a:pt x="860884" y="495711"/>
                      <a:pt x="862295" y="287596"/>
                    </a:cubicBezTo>
                    <a:lnTo>
                      <a:pt x="581961" y="325890"/>
                    </a:lnTo>
                    <a:close/>
                  </a:path>
                </a:pathLst>
              </a:custGeom>
              <a:gradFill flip="none" rotWithShape="1">
                <a:gsLst>
                  <a:gs pos="0">
                    <a:schemeClr val="accent1"/>
                  </a:gs>
                  <a:gs pos="100000">
                    <a:schemeClr val="accent1">
                      <a:lumMod val="20000"/>
                      <a:lumOff val="80000"/>
                      <a:alpha val="0"/>
                    </a:schemeClr>
                  </a:gs>
                </a:gsLst>
                <a:lin ang="5400000" scaled="1"/>
                <a:tileRect/>
              </a:gradFill>
              <a:ln>
                <a:gradFill flip="none" rotWithShape="1">
                  <a:gsLst>
                    <a:gs pos="0">
                      <a:schemeClr val="accent1">
                        <a:alpha val="0"/>
                        <a:lumMod val="0"/>
                        <a:lumOff val="100000"/>
                      </a:schemeClr>
                    </a:gs>
                    <a:gs pos="100000">
                      <a:schemeClr val="accent2">
                        <a:alpha val="40000"/>
                        <a:lumMod val="100000"/>
                      </a:schemeClr>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思源宋体 CN Heavy" panose="02020900000000000000" pitchFamily="18" charset="-122"/>
                </a:endParaRPr>
              </a:p>
            </p:txBody>
          </p:sp>
        </p:grpSp>
      </p:grpSp>
      <p:sp>
        <p:nvSpPr>
          <p:cNvPr id="92" name="箭头: 右 91"/>
          <p:cNvSpPr/>
          <p:nvPr/>
        </p:nvSpPr>
        <p:spPr>
          <a:xfrm>
            <a:off x="2901950" y="5702300"/>
            <a:ext cx="476250" cy="361950"/>
          </a:xfrm>
          <a:prstGeom prst="rightArrow">
            <a:avLst/>
          </a:prstGeom>
          <a:gradFill flip="none" rotWithShape="1">
            <a:gsLst>
              <a:gs pos="0">
                <a:schemeClr val="accent1"/>
              </a:gs>
              <a:gs pos="100000">
                <a:schemeClr val="accent1">
                  <a:alpha val="0"/>
                </a:schemeClr>
              </a:gs>
            </a:gsLst>
            <a:lin ang="10800000" scaled="1"/>
            <a:tileRect/>
          </a:gradFill>
          <a:ln>
            <a:gradFill flip="none" rotWithShape="1">
              <a:gsLst>
                <a:gs pos="0">
                  <a:schemeClr val="accent1">
                    <a:alpha val="0"/>
                    <a:lumMod val="0"/>
                    <a:lumOff val="100000"/>
                  </a:schemeClr>
                </a:gs>
                <a:gs pos="100000">
                  <a:schemeClr val="accent2">
                    <a:alpha val="40000"/>
                    <a:lumMod val="10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j-ea"/>
              <a:ea typeface="+mj-ea"/>
              <a:cs typeface="思源宋体 CN Heavy" panose="02020900000000000000" pitchFamily="18" charset="-122"/>
            </a:endParaRPr>
          </a:p>
        </p:txBody>
      </p:sp>
      <p:sp>
        <p:nvSpPr>
          <p:cNvPr id="93" name="箭头: 右 92"/>
          <p:cNvSpPr/>
          <p:nvPr/>
        </p:nvSpPr>
        <p:spPr>
          <a:xfrm flipH="1">
            <a:off x="8858250" y="5702300"/>
            <a:ext cx="476250" cy="361950"/>
          </a:xfrm>
          <a:prstGeom prst="rightArrow">
            <a:avLst/>
          </a:prstGeom>
          <a:gradFill flip="none" rotWithShape="1">
            <a:gsLst>
              <a:gs pos="0">
                <a:schemeClr val="accent1"/>
              </a:gs>
              <a:gs pos="100000">
                <a:schemeClr val="accent1">
                  <a:alpha val="0"/>
                </a:schemeClr>
              </a:gs>
            </a:gsLst>
            <a:lin ang="10800000" scaled="1"/>
            <a:tileRect/>
          </a:gradFill>
          <a:ln>
            <a:gradFill flip="none" rotWithShape="1">
              <a:gsLst>
                <a:gs pos="0">
                  <a:schemeClr val="accent1">
                    <a:alpha val="0"/>
                    <a:lumMod val="0"/>
                    <a:lumOff val="100000"/>
                  </a:schemeClr>
                </a:gs>
                <a:gs pos="100000">
                  <a:schemeClr val="accent2">
                    <a:alpha val="40000"/>
                    <a:lumMod val="10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j-ea"/>
              <a:ea typeface="+mj-ea"/>
              <a:cs typeface="思源宋体 CN Heavy" panose="02020900000000000000" pitchFamily="18" charset="-122"/>
            </a:endParaRPr>
          </a:p>
        </p:txBody>
      </p:sp>
      <p:grpSp>
        <p:nvGrpSpPr>
          <p:cNvPr id="24" name="组合 23"/>
          <p:cNvGrpSpPr/>
          <p:nvPr/>
        </p:nvGrpSpPr>
        <p:grpSpPr>
          <a:xfrm>
            <a:off x="2996304" y="4411980"/>
            <a:ext cx="6168571" cy="950046"/>
            <a:chOff x="2996304" y="4411980"/>
            <a:chExt cx="6168571" cy="950046"/>
          </a:xfrm>
        </p:grpSpPr>
        <p:sp>
          <p:nvSpPr>
            <p:cNvPr id="83" name="梯形 82"/>
            <p:cNvSpPr/>
            <p:nvPr/>
          </p:nvSpPr>
          <p:spPr>
            <a:xfrm>
              <a:off x="2996304" y="4536573"/>
              <a:ext cx="6168571" cy="825453"/>
            </a:xfrm>
            <a:prstGeom prst="trapezoid">
              <a:avLst>
                <a:gd name="adj" fmla="val 208260"/>
              </a:avLst>
            </a:prstGeom>
            <a:gradFill>
              <a:gsLst>
                <a:gs pos="0">
                  <a:schemeClr val="accent1"/>
                </a:gs>
                <a:gs pos="90000">
                  <a:schemeClr val="accent1">
                    <a:alpha val="0"/>
                  </a:schemeClr>
                </a:gs>
              </a:gsLst>
              <a:lin ang="16200000" scaled="1"/>
            </a:gradFill>
            <a:ln w="15875">
              <a:gradFill flip="none" rotWithShape="1">
                <a:gsLst>
                  <a:gs pos="0">
                    <a:schemeClr val="accent1">
                      <a:alpha val="80000"/>
                    </a:schemeClr>
                  </a:gs>
                  <a:gs pos="100000">
                    <a:schemeClr val="accent1">
                      <a:alpha val="0"/>
                      <a:lumMod val="0"/>
                      <a:lumOff val="100000"/>
                    </a:schemeClr>
                  </a:gs>
                </a:gsLst>
                <a:lin ang="16200000" scaled="1"/>
                <a:tileRect/>
              </a:gradFill>
              <a:prstDash val="solid"/>
            </a:ln>
            <a:effectLst>
              <a:outerShdw blurRad="381000" dir="5400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mj-ea"/>
                <a:ea typeface="+mj-ea"/>
                <a:cs typeface="思源宋体 CN Heavy" panose="02020900000000000000" pitchFamily="18" charset="-122"/>
              </a:endParaRPr>
            </a:p>
          </p:txBody>
        </p:sp>
        <p:grpSp>
          <p:nvGrpSpPr>
            <p:cNvPr id="58" name="组合 57"/>
            <p:cNvGrpSpPr/>
            <p:nvPr/>
          </p:nvGrpSpPr>
          <p:grpSpPr>
            <a:xfrm>
              <a:off x="3406333" y="4411980"/>
              <a:ext cx="2698880" cy="822241"/>
              <a:chOff x="3406333" y="4411980"/>
              <a:chExt cx="2698880" cy="822241"/>
            </a:xfrm>
          </p:grpSpPr>
          <p:sp>
            <p:nvSpPr>
              <p:cNvPr id="420" name="矩形: 圆角 419"/>
              <p:cNvSpPr/>
              <p:nvPr/>
            </p:nvSpPr>
            <p:spPr>
              <a:xfrm>
                <a:off x="3406333" y="4411980"/>
                <a:ext cx="2656359" cy="822241"/>
              </a:xfrm>
              <a:prstGeom prst="roundRect">
                <a:avLst>
                  <a:gd name="adj" fmla="val 4959"/>
                </a:avLst>
              </a:prstGeom>
              <a:solidFill>
                <a:srgbClr val="FFFFFF">
                  <a:alpha val="70000"/>
                </a:srgbClr>
              </a:solidFill>
              <a:ln w="9525" cap="flat">
                <a:solidFill>
                  <a:schemeClr val="accent1"/>
                </a:solidFill>
                <a:prstDash val="dash"/>
                <a:miter/>
              </a:ln>
            </p:spPr>
            <p:txBody>
              <a:bodyPr rtlCol="0" anchor="ctr"/>
              <a:lstStyle/>
              <a:p>
                <a:endParaRPr lang="zh-CN" altLang="en-US" dirty="0">
                  <a:solidFill>
                    <a:prstClr val="black"/>
                  </a:solidFill>
                  <a:latin typeface="+mj-ea"/>
                  <a:ea typeface="+mj-ea"/>
                  <a:cs typeface="思源宋体 CN Heavy" panose="02020900000000000000" pitchFamily="18" charset="-122"/>
                </a:endParaRPr>
              </a:p>
            </p:txBody>
          </p:sp>
          <p:sp>
            <p:nvSpPr>
              <p:cNvPr id="421" name="文本框 420"/>
              <p:cNvSpPr txBox="1"/>
              <p:nvPr/>
            </p:nvSpPr>
            <p:spPr>
              <a:xfrm>
                <a:off x="4708677" y="4463909"/>
                <a:ext cx="1396536" cy="338554"/>
              </a:xfrm>
              <a:prstGeom prst="rect">
                <a:avLst/>
              </a:prstGeom>
              <a:noFill/>
            </p:spPr>
            <p:txBody>
              <a:bodyPr wrap="none" rtlCol="0">
                <a:spAutoFit/>
              </a:bodyPr>
              <a:lstStyle/>
              <a:p>
                <a:pPr algn="ctr"/>
                <a:r>
                  <a:rPr lang="zh-CN" altLang="en-US" sz="1600" dirty="0">
                    <a:solidFill>
                      <a:schemeClr val="accent1"/>
                    </a:solidFill>
                    <a:latin typeface="+mj-ea"/>
                    <a:ea typeface="+mj-ea"/>
                    <a:cs typeface="思源宋体 CN Heavy" panose="02020900000000000000" pitchFamily="18" charset="-122"/>
                  </a:rPr>
                  <a:t>优化课程体系</a:t>
                </a:r>
              </a:p>
            </p:txBody>
          </p:sp>
          <p:sp>
            <p:nvSpPr>
              <p:cNvPr id="422" name="文本框 421"/>
              <p:cNvSpPr txBox="1"/>
              <p:nvPr/>
            </p:nvSpPr>
            <p:spPr>
              <a:xfrm>
                <a:off x="3780461" y="4494687"/>
                <a:ext cx="486030" cy="276999"/>
              </a:xfrm>
              <a:prstGeom prst="rect">
                <a:avLst/>
              </a:prstGeom>
              <a:solidFill>
                <a:schemeClr val="accent1">
                  <a:lumMod val="20000"/>
                  <a:lumOff val="80000"/>
                </a:schemeClr>
              </a:solidFill>
            </p:spPr>
            <p:txBody>
              <a:bodyPr wrap="none" rtlCol="0">
                <a:spAutoFit/>
              </a:bodyPr>
              <a:lstStyle/>
              <a:p>
                <a:pPr algn="ctr"/>
                <a:r>
                  <a:rPr lang="zh-CN" altLang="en-US" sz="1200" dirty="0">
                    <a:solidFill>
                      <a:schemeClr val="accent1"/>
                    </a:solidFill>
                    <a:latin typeface="+mj-ea"/>
                    <a:ea typeface="+mj-ea"/>
                    <a:cs typeface="思源宋体 CN Heavy" panose="02020900000000000000" pitchFamily="18" charset="-122"/>
                  </a:rPr>
                  <a:t>课程</a:t>
                </a:r>
              </a:p>
            </p:txBody>
          </p:sp>
          <p:sp>
            <p:nvSpPr>
              <p:cNvPr id="423" name="矩形: 圆角 422"/>
              <p:cNvSpPr/>
              <p:nvPr/>
            </p:nvSpPr>
            <p:spPr>
              <a:xfrm>
                <a:off x="3501264" y="4844993"/>
                <a:ext cx="1044423" cy="337299"/>
              </a:xfrm>
              <a:prstGeom prst="roundRect">
                <a:avLst>
                  <a:gd name="adj" fmla="val 4000"/>
                </a:avLst>
              </a:prstGeom>
              <a:gradFill flip="none" rotWithShape="1">
                <a:gsLst>
                  <a:gs pos="0">
                    <a:schemeClr val="accent1"/>
                  </a:gs>
                  <a:gs pos="100000">
                    <a:schemeClr val="accent1">
                      <a:lumMod val="75000"/>
                    </a:schemeClr>
                  </a:gs>
                </a:gsLst>
                <a:lin ang="5400000" scaled="1"/>
                <a:tileRect/>
              </a:gradFill>
              <a:ln>
                <a:noFill/>
              </a:ln>
              <a:effectLst>
                <a:outerShdw blurRad="317500" dist="88900" dir="2700000" sx="99000" sy="99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j-ea"/>
                    <a:ea typeface="+mj-ea"/>
                    <a:cs typeface="思源宋体 CN Heavy" panose="02020900000000000000" pitchFamily="18" charset="-122"/>
                  </a:rPr>
                  <a:t>动态调整</a:t>
                </a:r>
              </a:p>
            </p:txBody>
          </p:sp>
          <p:sp>
            <p:nvSpPr>
              <p:cNvPr id="424" name="矩形: 圆角 423"/>
              <p:cNvSpPr/>
              <p:nvPr/>
            </p:nvSpPr>
            <p:spPr>
              <a:xfrm>
                <a:off x="4923338" y="4844993"/>
                <a:ext cx="1044423" cy="337299"/>
              </a:xfrm>
              <a:prstGeom prst="roundRect">
                <a:avLst>
                  <a:gd name="adj" fmla="val 4000"/>
                </a:avLst>
              </a:prstGeom>
              <a:gradFill flip="none" rotWithShape="1">
                <a:gsLst>
                  <a:gs pos="0">
                    <a:schemeClr val="accent1"/>
                  </a:gs>
                  <a:gs pos="100000">
                    <a:schemeClr val="accent1">
                      <a:lumMod val="75000"/>
                    </a:schemeClr>
                  </a:gs>
                </a:gsLst>
                <a:lin ang="5400000" scaled="1"/>
                <a:tileRect/>
              </a:gradFill>
              <a:ln>
                <a:noFill/>
              </a:ln>
              <a:effectLst>
                <a:outerShdw blurRad="317500" dist="88900" dir="2700000" sx="99000" sy="99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FFFFF"/>
                    </a:solidFill>
                    <a:latin typeface="+mj-ea"/>
                    <a:ea typeface="+mj-ea"/>
                    <a:cs typeface="思源宋体 CN Heavy" panose="02020900000000000000" pitchFamily="18" charset="-122"/>
                  </a:rPr>
                  <a:t>融入企业</a:t>
                </a:r>
              </a:p>
            </p:txBody>
          </p:sp>
          <p:grpSp>
            <p:nvGrpSpPr>
              <p:cNvPr id="425" name="组合 424"/>
              <p:cNvGrpSpPr/>
              <p:nvPr/>
            </p:nvGrpSpPr>
            <p:grpSpPr>
              <a:xfrm rot="5400000">
                <a:off x="4672853" y="4893634"/>
                <a:ext cx="123319" cy="240016"/>
                <a:chOff x="1863001" y="3959373"/>
                <a:chExt cx="191008" cy="371760"/>
              </a:xfrm>
            </p:grpSpPr>
            <p:sp>
              <p:nvSpPr>
                <p:cNvPr id="458" name="Freeform 5"/>
                <p:cNvSpPr/>
                <p:nvPr/>
              </p:nvSpPr>
              <p:spPr bwMode="auto">
                <a:xfrm rot="16200000">
                  <a:off x="1860313" y="3962061"/>
                  <a:ext cx="196383" cy="191007"/>
                </a:xfrm>
                <a:custGeom>
                  <a:avLst/>
                  <a:gdLst>
                    <a:gd name="T0" fmla="*/ 3 w 168"/>
                    <a:gd name="T1" fmla="*/ 153 h 162"/>
                    <a:gd name="T2" fmla="*/ 78 w 168"/>
                    <a:gd name="T3" fmla="*/ 87 h 162"/>
                    <a:gd name="T4" fmla="*/ 78 w 168"/>
                    <a:gd name="T5" fmla="*/ 75 h 162"/>
                    <a:gd name="T6" fmla="*/ 3 w 168"/>
                    <a:gd name="T7" fmla="*/ 9 h 162"/>
                    <a:gd name="T8" fmla="*/ 6 w 168"/>
                    <a:gd name="T9" fmla="*/ 0 h 162"/>
                    <a:gd name="T10" fmla="*/ 73 w 168"/>
                    <a:gd name="T11" fmla="*/ 0 h 162"/>
                    <a:gd name="T12" fmla="*/ 83 w 168"/>
                    <a:gd name="T13" fmla="*/ 4 h 162"/>
                    <a:gd name="T14" fmla="*/ 164 w 168"/>
                    <a:gd name="T15" fmla="*/ 75 h 162"/>
                    <a:gd name="T16" fmla="*/ 164 w 168"/>
                    <a:gd name="T17" fmla="*/ 87 h 162"/>
                    <a:gd name="T18" fmla="*/ 83 w 168"/>
                    <a:gd name="T19" fmla="*/ 158 h 162"/>
                    <a:gd name="T20" fmla="*/ 73 w 168"/>
                    <a:gd name="T21" fmla="*/ 162 h 162"/>
                    <a:gd name="T22" fmla="*/ 6 w 168"/>
                    <a:gd name="T23" fmla="*/ 162 h 162"/>
                    <a:gd name="T24" fmla="*/ 3 w 168"/>
                    <a:gd name="T25" fmla="*/ 15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2">
                      <a:moveTo>
                        <a:pt x="3" y="153"/>
                      </a:moveTo>
                      <a:cubicBezTo>
                        <a:pt x="78" y="87"/>
                        <a:pt x="78" y="87"/>
                        <a:pt x="78" y="87"/>
                      </a:cubicBezTo>
                      <a:cubicBezTo>
                        <a:pt x="82" y="84"/>
                        <a:pt x="82" y="78"/>
                        <a:pt x="78" y="75"/>
                      </a:cubicBezTo>
                      <a:cubicBezTo>
                        <a:pt x="3" y="9"/>
                        <a:pt x="3" y="9"/>
                        <a:pt x="3" y="9"/>
                      </a:cubicBezTo>
                      <a:cubicBezTo>
                        <a:pt x="0" y="6"/>
                        <a:pt x="2" y="0"/>
                        <a:pt x="6" y="0"/>
                      </a:cubicBezTo>
                      <a:cubicBezTo>
                        <a:pt x="73" y="0"/>
                        <a:pt x="73" y="0"/>
                        <a:pt x="73" y="0"/>
                      </a:cubicBezTo>
                      <a:cubicBezTo>
                        <a:pt x="77" y="0"/>
                        <a:pt x="81" y="2"/>
                        <a:pt x="83" y="4"/>
                      </a:cubicBezTo>
                      <a:cubicBezTo>
                        <a:pt x="164" y="75"/>
                        <a:pt x="164" y="75"/>
                        <a:pt x="164" y="75"/>
                      </a:cubicBezTo>
                      <a:cubicBezTo>
                        <a:pt x="168" y="78"/>
                        <a:pt x="168" y="84"/>
                        <a:pt x="164" y="87"/>
                      </a:cubicBezTo>
                      <a:cubicBezTo>
                        <a:pt x="83" y="158"/>
                        <a:pt x="83" y="158"/>
                        <a:pt x="83" y="158"/>
                      </a:cubicBezTo>
                      <a:cubicBezTo>
                        <a:pt x="81" y="160"/>
                        <a:pt x="77" y="162"/>
                        <a:pt x="73" y="162"/>
                      </a:cubicBezTo>
                      <a:cubicBezTo>
                        <a:pt x="6" y="162"/>
                        <a:pt x="6" y="162"/>
                        <a:pt x="6" y="162"/>
                      </a:cubicBezTo>
                      <a:cubicBezTo>
                        <a:pt x="2" y="162"/>
                        <a:pt x="0" y="156"/>
                        <a:pt x="3" y="153"/>
                      </a:cubicBezTo>
                      <a:close/>
                    </a:path>
                  </a:pathLst>
                </a:custGeom>
                <a:gradFill flip="none" rotWithShape="1">
                  <a:gsLst>
                    <a:gs pos="0">
                      <a:schemeClr val="accent2">
                        <a:alpha val="0"/>
                      </a:schemeClr>
                    </a:gs>
                    <a:gs pos="100000">
                      <a:schemeClr val="accent1"/>
                    </a:gs>
                  </a:gsLst>
                  <a:lin ang="0" scaled="1"/>
                  <a:tileRect/>
                </a:gradFill>
                <a:ln w="3175">
                  <a:gradFill flip="none" rotWithShape="1">
                    <a:gsLst>
                      <a:gs pos="0">
                        <a:schemeClr val="accent1">
                          <a:alpha val="0"/>
                        </a:schemeClr>
                      </a:gs>
                      <a:gs pos="77000">
                        <a:schemeClr val="accent1"/>
                      </a:gs>
                    </a:gsLst>
                    <a:lin ang="0" scaled="1"/>
                    <a:tileRect/>
                  </a:gradFill>
                  <a:round/>
                </a:ln>
                <a:effectLst>
                  <a:outerShdw blurRad="152400" sx="102000" sy="102000" algn="ctr" rotWithShape="0">
                    <a:schemeClr val="accent1"/>
                  </a:outerShdw>
                </a:effectLst>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grpSp>
              <p:nvGrpSpPr>
                <p:cNvPr id="459" name="组合 458"/>
                <p:cNvGrpSpPr/>
                <p:nvPr/>
              </p:nvGrpSpPr>
              <p:grpSpPr>
                <a:xfrm rot="10800000">
                  <a:off x="1863002" y="4102019"/>
                  <a:ext cx="191007" cy="229114"/>
                  <a:chOff x="5362659" y="3928314"/>
                  <a:chExt cx="333290" cy="399781"/>
                </a:xfrm>
                <a:gradFill flip="none" rotWithShape="1">
                  <a:gsLst>
                    <a:gs pos="0">
                      <a:schemeClr val="accent2">
                        <a:alpha val="0"/>
                      </a:schemeClr>
                    </a:gs>
                    <a:gs pos="77000">
                      <a:schemeClr val="accent1"/>
                    </a:gs>
                  </a:gsLst>
                  <a:lin ang="5400000" scaled="1"/>
                  <a:tileRect/>
                </a:gradFill>
                <a:effectLst>
                  <a:outerShdw blurRad="152400" sx="102000" sy="102000" algn="ctr" rotWithShape="0">
                    <a:schemeClr val="accent1"/>
                  </a:outerShdw>
                </a:effectLst>
              </p:grpSpPr>
              <p:sp>
                <p:nvSpPr>
                  <p:cNvPr id="460" name="Freeform 6"/>
                  <p:cNvSpPr/>
                  <p:nvPr/>
                </p:nvSpPr>
                <p:spPr bwMode="auto">
                  <a:xfrm rot="5400000">
                    <a:off x="5655033" y="4142269"/>
                    <a:ext cx="40916" cy="40915"/>
                  </a:xfrm>
                  <a:custGeom>
                    <a:avLst/>
                    <a:gdLst>
                      <a:gd name="T0" fmla="*/ 4 w 20"/>
                      <a:gd name="T1" fmla="*/ 3 h 20"/>
                      <a:gd name="T2" fmla="*/ 4 w 20"/>
                      <a:gd name="T3" fmla="*/ 16 h 20"/>
                      <a:gd name="T4" fmla="*/ 16 w 20"/>
                      <a:gd name="T5" fmla="*/ 16 h 20"/>
                      <a:gd name="T6" fmla="*/ 16 w 20"/>
                      <a:gd name="T7" fmla="*/ 3 h 20"/>
                      <a:gd name="T8" fmla="*/ 4 w 20"/>
                      <a:gd name="T9" fmla="*/ 3 h 20"/>
                    </a:gdLst>
                    <a:ahLst/>
                    <a:cxnLst>
                      <a:cxn ang="0">
                        <a:pos x="T0" y="T1"/>
                      </a:cxn>
                      <a:cxn ang="0">
                        <a:pos x="T2" y="T3"/>
                      </a:cxn>
                      <a:cxn ang="0">
                        <a:pos x="T4" y="T5"/>
                      </a:cxn>
                      <a:cxn ang="0">
                        <a:pos x="T6" y="T7"/>
                      </a:cxn>
                      <a:cxn ang="0">
                        <a:pos x="T8" y="T9"/>
                      </a:cxn>
                    </a:cxnLst>
                    <a:rect l="0" t="0" r="r" b="b"/>
                    <a:pathLst>
                      <a:path w="20" h="20">
                        <a:moveTo>
                          <a:pt x="4" y="3"/>
                        </a:moveTo>
                        <a:cubicBezTo>
                          <a:pt x="0" y="7"/>
                          <a:pt x="0" y="13"/>
                          <a:pt x="4" y="16"/>
                        </a:cubicBezTo>
                        <a:cubicBezTo>
                          <a:pt x="7" y="20"/>
                          <a:pt x="13" y="20"/>
                          <a:pt x="16" y="16"/>
                        </a:cubicBezTo>
                        <a:cubicBezTo>
                          <a:pt x="20" y="13"/>
                          <a:pt x="20" y="7"/>
                          <a:pt x="16"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1" name="Freeform 7"/>
                  <p:cNvSpPr/>
                  <p:nvPr/>
                </p:nvSpPr>
                <p:spPr bwMode="auto">
                  <a:xfrm rot="5400000">
                    <a:off x="5608151" y="4190856"/>
                    <a:ext cx="39211" cy="39211"/>
                  </a:xfrm>
                  <a:custGeom>
                    <a:avLst/>
                    <a:gdLst>
                      <a:gd name="T0" fmla="*/ 3 w 19"/>
                      <a:gd name="T1" fmla="*/ 3 h 19"/>
                      <a:gd name="T2" fmla="*/ 3 w 19"/>
                      <a:gd name="T3" fmla="*/ 16 h 19"/>
                      <a:gd name="T4" fmla="*/ 16 w 19"/>
                      <a:gd name="T5" fmla="*/ 16 h 19"/>
                      <a:gd name="T6" fmla="*/ 16 w 19"/>
                      <a:gd name="T7" fmla="*/ 3 h 19"/>
                      <a:gd name="T8" fmla="*/ 3 w 19"/>
                      <a:gd name="T9" fmla="*/ 3 h 19"/>
                    </a:gdLst>
                    <a:ahLst/>
                    <a:cxnLst>
                      <a:cxn ang="0">
                        <a:pos x="T0" y="T1"/>
                      </a:cxn>
                      <a:cxn ang="0">
                        <a:pos x="T2" y="T3"/>
                      </a:cxn>
                      <a:cxn ang="0">
                        <a:pos x="T4" y="T5"/>
                      </a:cxn>
                      <a:cxn ang="0">
                        <a:pos x="T6" y="T7"/>
                      </a:cxn>
                      <a:cxn ang="0">
                        <a:pos x="T8" y="T9"/>
                      </a:cxn>
                    </a:cxnLst>
                    <a:rect l="0" t="0" r="r" b="b"/>
                    <a:pathLst>
                      <a:path w="19" h="19">
                        <a:moveTo>
                          <a:pt x="3" y="3"/>
                        </a:moveTo>
                        <a:cubicBezTo>
                          <a:pt x="0" y="7"/>
                          <a:pt x="0" y="12"/>
                          <a:pt x="3" y="16"/>
                        </a:cubicBezTo>
                        <a:cubicBezTo>
                          <a:pt x="7" y="19"/>
                          <a:pt x="12" y="19"/>
                          <a:pt x="16" y="16"/>
                        </a:cubicBezTo>
                        <a:cubicBezTo>
                          <a:pt x="19" y="12"/>
                          <a:pt x="19" y="7"/>
                          <a:pt x="16" y="3"/>
                        </a:cubicBezTo>
                        <a:cubicBezTo>
                          <a:pt x="12"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2" name="Freeform 8"/>
                  <p:cNvSpPr/>
                  <p:nvPr/>
                </p:nvSpPr>
                <p:spPr bwMode="auto">
                  <a:xfrm rot="5400000">
                    <a:off x="5559990" y="4239018"/>
                    <a:ext cx="38359" cy="40915"/>
                  </a:xfrm>
                  <a:custGeom>
                    <a:avLst/>
                    <a:gdLst>
                      <a:gd name="T0" fmla="*/ 3 w 19"/>
                      <a:gd name="T1" fmla="*/ 4 h 20"/>
                      <a:gd name="T2" fmla="*/ 3 w 19"/>
                      <a:gd name="T3" fmla="*/ 17 h 20"/>
                      <a:gd name="T4" fmla="*/ 16 w 19"/>
                      <a:gd name="T5" fmla="*/ 17 h 20"/>
                      <a:gd name="T6" fmla="*/ 16 w 19"/>
                      <a:gd name="T7" fmla="*/ 4 h 20"/>
                      <a:gd name="T8" fmla="*/ 3 w 19"/>
                      <a:gd name="T9" fmla="*/ 4 h 20"/>
                    </a:gdLst>
                    <a:ahLst/>
                    <a:cxnLst>
                      <a:cxn ang="0">
                        <a:pos x="T0" y="T1"/>
                      </a:cxn>
                      <a:cxn ang="0">
                        <a:pos x="T2" y="T3"/>
                      </a:cxn>
                      <a:cxn ang="0">
                        <a:pos x="T4" y="T5"/>
                      </a:cxn>
                      <a:cxn ang="0">
                        <a:pos x="T6" y="T7"/>
                      </a:cxn>
                      <a:cxn ang="0">
                        <a:pos x="T8" y="T9"/>
                      </a:cxn>
                    </a:cxnLst>
                    <a:rect l="0" t="0" r="r" b="b"/>
                    <a:pathLst>
                      <a:path w="19" h="20">
                        <a:moveTo>
                          <a:pt x="3" y="4"/>
                        </a:moveTo>
                        <a:cubicBezTo>
                          <a:pt x="0" y="7"/>
                          <a:pt x="0" y="13"/>
                          <a:pt x="3" y="17"/>
                        </a:cubicBezTo>
                        <a:cubicBezTo>
                          <a:pt x="7" y="20"/>
                          <a:pt x="12" y="20"/>
                          <a:pt x="16" y="17"/>
                        </a:cubicBezTo>
                        <a:cubicBezTo>
                          <a:pt x="19" y="13"/>
                          <a:pt x="19" y="7"/>
                          <a:pt x="16" y="4"/>
                        </a:cubicBezTo>
                        <a:cubicBezTo>
                          <a:pt x="12"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3" name="Freeform 9"/>
                  <p:cNvSpPr/>
                  <p:nvPr/>
                </p:nvSpPr>
                <p:spPr bwMode="auto">
                  <a:xfrm rot="5400000">
                    <a:off x="5509273" y="4287179"/>
                    <a:ext cx="40916" cy="40915"/>
                  </a:xfrm>
                  <a:custGeom>
                    <a:avLst/>
                    <a:gdLst>
                      <a:gd name="T0" fmla="*/ 4 w 20"/>
                      <a:gd name="T1" fmla="*/ 4 h 20"/>
                      <a:gd name="T2" fmla="*/ 4 w 20"/>
                      <a:gd name="T3" fmla="*/ 16 h 20"/>
                      <a:gd name="T4" fmla="*/ 16 w 20"/>
                      <a:gd name="T5" fmla="*/ 16 h 20"/>
                      <a:gd name="T6" fmla="*/ 16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6"/>
                        </a:cubicBezTo>
                        <a:cubicBezTo>
                          <a:pt x="7" y="20"/>
                          <a:pt x="13" y="20"/>
                          <a:pt x="16" y="16"/>
                        </a:cubicBezTo>
                        <a:cubicBezTo>
                          <a:pt x="20" y="13"/>
                          <a:pt x="20" y="7"/>
                          <a:pt x="16"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4" name="Freeform 10"/>
                  <p:cNvSpPr/>
                  <p:nvPr/>
                </p:nvSpPr>
                <p:spPr bwMode="auto">
                  <a:xfrm rot="5400000">
                    <a:off x="5363085" y="4141843"/>
                    <a:ext cx="40916" cy="41768"/>
                  </a:xfrm>
                  <a:custGeom>
                    <a:avLst/>
                    <a:gdLst>
                      <a:gd name="T0" fmla="*/ 4 w 20"/>
                      <a:gd name="T1" fmla="*/ 17 h 20"/>
                      <a:gd name="T2" fmla="*/ 4 w 20"/>
                      <a:gd name="T3" fmla="*/ 4 h 20"/>
                      <a:gd name="T4" fmla="*/ 16 w 20"/>
                      <a:gd name="T5" fmla="*/ 4 h 20"/>
                      <a:gd name="T6" fmla="*/ 16 w 20"/>
                      <a:gd name="T7" fmla="*/ 17 h 20"/>
                      <a:gd name="T8" fmla="*/ 4 w 20"/>
                      <a:gd name="T9" fmla="*/ 17 h 20"/>
                    </a:gdLst>
                    <a:ahLst/>
                    <a:cxnLst>
                      <a:cxn ang="0">
                        <a:pos x="T0" y="T1"/>
                      </a:cxn>
                      <a:cxn ang="0">
                        <a:pos x="T2" y="T3"/>
                      </a:cxn>
                      <a:cxn ang="0">
                        <a:pos x="T4" y="T5"/>
                      </a:cxn>
                      <a:cxn ang="0">
                        <a:pos x="T6" y="T7"/>
                      </a:cxn>
                      <a:cxn ang="0">
                        <a:pos x="T8" y="T9"/>
                      </a:cxn>
                    </a:cxnLst>
                    <a:rect l="0" t="0" r="r" b="b"/>
                    <a:pathLst>
                      <a:path w="20" h="20">
                        <a:moveTo>
                          <a:pt x="4" y="17"/>
                        </a:moveTo>
                        <a:cubicBezTo>
                          <a:pt x="0" y="13"/>
                          <a:pt x="0" y="7"/>
                          <a:pt x="4" y="4"/>
                        </a:cubicBezTo>
                        <a:cubicBezTo>
                          <a:pt x="7" y="0"/>
                          <a:pt x="13" y="0"/>
                          <a:pt x="16" y="4"/>
                        </a:cubicBezTo>
                        <a:cubicBezTo>
                          <a:pt x="20" y="7"/>
                          <a:pt x="20" y="13"/>
                          <a:pt x="16" y="17"/>
                        </a:cubicBezTo>
                        <a:cubicBezTo>
                          <a:pt x="13" y="20"/>
                          <a:pt x="7" y="20"/>
                          <a:pt x="4"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5" name="Freeform 11"/>
                  <p:cNvSpPr/>
                  <p:nvPr/>
                </p:nvSpPr>
                <p:spPr bwMode="auto">
                  <a:xfrm rot="5400000">
                    <a:off x="5412098" y="4190856"/>
                    <a:ext cx="39211" cy="39211"/>
                  </a:xfrm>
                  <a:custGeom>
                    <a:avLst/>
                    <a:gdLst>
                      <a:gd name="T0" fmla="*/ 3 w 19"/>
                      <a:gd name="T1" fmla="*/ 16 h 19"/>
                      <a:gd name="T2" fmla="*/ 3 w 19"/>
                      <a:gd name="T3" fmla="*/ 3 h 19"/>
                      <a:gd name="T4" fmla="*/ 16 w 19"/>
                      <a:gd name="T5" fmla="*/ 3 h 19"/>
                      <a:gd name="T6" fmla="*/ 16 w 19"/>
                      <a:gd name="T7" fmla="*/ 16 h 19"/>
                      <a:gd name="T8" fmla="*/ 3 w 19"/>
                      <a:gd name="T9" fmla="*/ 16 h 19"/>
                    </a:gdLst>
                    <a:ahLst/>
                    <a:cxnLst>
                      <a:cxn ang="0">
                        <a:pos x="T0" y="T1"/>
                      </a:cxn>
                      <a:cxn ang="0">
                        <a:pos x="T2" y="T3"/>
                      </a:cxn>
                      <a:cxn ang="0">
                        <a:pos x="T4" y="T5"/>
                      </a:cxn>
                      <a:cxn ang="0">
                        <a:pos x="T6" y="T7"/>
                      </a:cxn>
                      <a:cxn ang="0">
                        <a:pos x="T8" y="T9"/>
                      </a:cxn>
                    </a:cxnLst>
                    <a:rect l="0" t="0" r="r" b="b"/>
                    <a:pathLst>
                      <a:path w="19" h="19">
                        <a:moveTo>
                          <a:pt x="3" y="16"/>
                        </a:moveTo>
                        <a:cubicBezTo>
                          <a:pt x="0" y="12"/>
                          <a:pt x="0" y="7"/>
                          <a:pt x="3" y="3"/>
                        </a:cubicBezTo>
                        <a:cubicBezTo>
                          <a:pt x="7" y="0"/>
                          <a:pt x="12" y="0"/>
                          <a:pt x="16" y="3"/>
                        </a:cubicBezTo>
                        <a:cubicBezTo>
                          <a:pt x="19" y="7"/>
                          <a:pt x="19" y="12"/>
                          <a:pt x="16" y="16"/>
                        </a:cubicBezTo>
                        <a:cubicBezTo>
                          <a:pt x="12" y="19"/>
                          <a:pt x="7" y="19"/>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6" name="Freeform 12"/>
                  <p:cNvSpPr/>
                  <p:nvPr/>
                </p:nvSpPr>
                <p:spPr bwMode="auto">
                  <a:xfrm rot="5400000">
                    <a:off x="5461112" y="4239018"/>
                    <a:ext cx="38359" cy="40915"/>
                  </a:xfrm>
                  <a:custGeom>
                    <a:avLst/>
                    <a:gdLst>
                      <a:gd name="T0" fmla="*/ 3 w 19"/>
                      <a:gd name="T1" fmla="*/ 16 h 20"/>
                      <a:gd name="T2" fmla="*/ 3 w 19"/>
                      <a:gd name="T3" fmla="*/ 3 h 20"/>
                      <a:gd name="T4" fmla="*/ 16 w 19"/>
                      <a:gd name="T5" fmla="*/ 3 h 20"/>
                      <a:gd name="T6" fmla="*/ 16 w 19"/>
                      <a:gd name="T7" fmla="*/ 16 h 20"/>
                      <a:gd name="T8" fmla="*/ 3 w 19"/>
                      <a:gd name="T9" fmla="*/ 16 h 20"/>
                    </a:gdLst>
                    <a:ahLst/>
                    <a:cxnLst>
                      <a:cxn ang="0">
                        <a:pos x="T0" y="T1"/>
                      </a:cxn>
                      <a:cxn ang="0">
                        <a:pos x="T2" y="T3"/>
                      </a:cxn>
                      <a:cxn ang="0">
                        <a:pos x="T4" y="T5"/>
                      </a:cxn>
                      <a:cxn ang="0">
                        <a:pos x="T6" y="T7"/>
                      </a:cxn>
                      <a:cxn ang="0">
                        <a:pos x="T8" y="T9"/>
                      </a:cxn>
                    </a:cxnLst>
                    <a:rect l="0" t="0" r="r" b="b"/>
                    <a:pathLst>
                      <a:path w="19" h="20">
                        <a:moveTo>
                          <a:pt x="3" y="16"/>
                        </a:moveTo>
                        <a:cubicBezTo>
                          <a:pt x="0" y="13"/>
                          <a:pt x="0" y="7"/>
                          <a:pt x="3" y="3"/>
                        </a:cubicBezTo>
                        <a:cubicBezTo>
                          <a:pt x="7" y="0"/>
                          <a:pt x="12" y="0"/>
                          <a:pt x="16" y="3"/>
                        </a:cubicBezTo>
                        <a:cubicBezTo>
                          <a:pt x="19" y="7"/>
                          <a:pt x="19" y="13"/>
                          <a:pt x="16" y="16"/>
                        </a:cubicBezTo>
                        <a:cubicBezTo>
                          <a:pt x="12"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7" name="Freeform 13"/>
                  <p:cNvSpPr/>
                  <p:nvPr/>
                </p:nvSpPr>
                <p:spPr bwMode="auto">
                  <a:xfrm rot="5400000">
                    <a:off x="5509273" y="4287179"/>
                    <a:ext cx="40916" cy="40915"/>
                  </a:xfrm>
                  <a:custGeom>
                    <a:avLst/>
                    <a:gdLst>
                      <a:gd name="T0" fmla="*/ 4 w 20"/>
                      <a:gd name="T1" fmla="*/ 16 h 20"/>
                      <a:gd name="T2" fmla="*/ 4 w 20"/>
                      <a:gd name="T3" fmla="*/ 4 h 20"/>
                      <a:gd name="T4" fmla="*/ 16 w 20"/>
                      <a:gd name="T5" fmla="*/ 4 h 20"/>
                      <a:gd name="T6" fmla="*/ 16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4"/>
                        </a:cubicBezTo>
                        <a:cubicBezTo>
                          <a:pt x="7" y="0"/>
                          <a:pt x="13" y="0"/>
                          <a:pt x="16" y="4"/>
                        </a:cubicBezTo>
                        <a:cubicBezTo>
                          <a:pt x="20" y="7"/>
                          <a:pt x="20" y="13"/>
                          <a:pt x="16"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8" name="Freeform 14"/>
                  <p:cNvSpPr/>
                  <p:nvPr/>
                </p:nvSpPr>
                <p:spPr bwMode="auto">
                  <a:xfrm rot="5400000">
                    <a:off x="5656312" y="4035292"/>
                    <a:ext cx="38359" cy="40915"/>
                  </a:xfrm>
                  <a:custGeom>
                    <a:avLst/>
                    <a:gdLst>
                      <a:gd name="T0" fmla="*/ 3 w 19"/>
                      <a:gd name="T1" fmla="*/ 3 h 20"/>
                      <a:gd name="T2" fmla="*/ 3 w 19"/>
                      <a:gd name="T3" fmla="*/ 16 h 20"/>
                      <a:gd name="T4" fmla="*/ 16 w 19"/>
                      <a:gd name="T5" fmla="*/ 16 h 20"/>
                      <a:gd name="T6" fmla="*/ 16 w 19"/>
                      <a:gd name="T7" fmla="*/ 3 h 20"/>
                      <a:gd name="T8" fmla="*/ 3 w 19"/>
                      <a:gd name="T9" fmla="*/ 3 h 20"/>
                    </a:gdLst>
                    <a:ahLst/>
                    <a:cxnLst>
                      <a:cxn ang="0">
                        <a:pos x="T0" y="T1"/>
                      </a:cxn>
                      <a:cxn ang="0">
                        <a:pos x="T2" y="T3"/>
                      </a:cxn>
                      <a:cxn ang="0">
                        <a:pos x="T4" y="T5"/>
                      </a:cxn>
                      <a:cxn ang="0">
                        <a:pos x="T6" y="T7"/>
                      </a:cxn>
                      <a:cxn ang="0">
                        <a:pos x="T8" y="T9"/>
                      </a:cxn>
                    </a:cxnLst>
                    <a:rect l="0" t="0" r="r" b="b"/>
                    <a:pathLst>
                      <a:path w="19" h="20">
                        <a:moveTo>
                          <a:pt x="3" y="3"/>
                        </a:moveTo>
                        <a:cubicBezTo>
                          <a:pt x="0" y="7"/>
                          <a:pt x="0" y="13"/>
                          <a:pt x="3" y="16"/>
                        </a:cubicBezTo>
                        <a:cubicBezTo>
                          <a:pt x="7" y="20"/>
                          <a:pt x="12" y="20"/>
                          <a:pt x="16" y="16"/>
                        </a:cubicBezTo>
                        <a:cubicBezTo>
                          <a:pt x="19" y="13"/>
                          <a:pt x="19" y="7"/>
                          <a:pt x="16" y="3"/>
                        </a:cubicBezTo>
                        <a:cubicBezTo>
                          <a:pt x="12"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69" name="Freeform 15"/>
                  <p:cNvSpPr/>
                  <p:nvPr/>
                </p:nvSpPr>
                <p:spPr bwMode="auto">
                  <a:xfrm rot="5400000">
                    <a:off x="5607725" y="4083879"/>
                    <a:ext cx="40064" cy="39211"/>
                  </a:xfrm>
                  <a:custGeom>
                    <a:avLst/>
                    <a:gdLst>
                      <a:gd name="T0" fmla="*/ 4 w 20"/>
                      <a:gd name="T1" fmla="*/ 3 h 19"/>
                      <a:gd name="T2" fmla="*/ 4 w 20"/>
                      <a:gd name="T3" fmla="*/ 16 h 19"/>
                      <a:gd name="T4" fmla="*/ 17 w 20"/>
                      <a:gd name="T5" fmla="*/ 16 h 19"/>
                      <a:gd name="T6" fmla="*/ 17 w 20"/>
                      <a:gd name="T7" fmla="*/ 3 h 19"/>
                      <a:gd name="T8" fmla="*/ 4 w 20"/>
                      <a:gd name="T9" fmla="*/ 3 h 19"/>
                    </a:gdLst>
                    <a:ahLst/>
                    <a:cxnLst>
                      <a:cxn ang="0">
                        <a:pos x="T0" y="T1"/>
                      </a:cxn>
                      <a:cxn ang="0">
                        <a:pos x="T2" y="T3"/>
                      </a:cxn>
                      <a:cxn ang="0">
                        <a:pos x="T4" y="T5"/>
                      </a:cxn>
                      <a:cxn ang="0">
                        <a:pos x="T6" y="T7"/>
                      </a:cxn>
                      <a:cxn ang="0">
                        <a:pos x="T8" y="T9"/>
                      </a:cxn>
                    </a:cxnLst>
                    <a:rect l="0" t="0" r="r" b="b"/>
                    <a:pathLst>
                      <a:path w="20" h="19">
                        <a:moveTo>
                          <a:pt x="4" y="3"/>
                        </a:moveTo>
                        <a:cubicBezTo>
                          <a:pt x="0" y="7"/>
                          <a:pt x="0" y="12"/>
                          <a:pt x="4" y="16"/>
                        </a:cubicBezTo>
                        <a:cubicBezTo>
                          <a:pt x="7" y="19"/>
                          <a:pt x="13" y="19"/>
                          <a:pt x="17" y="16"/>
                        </a:cubicBezTo>
                        <a:cubicBezTo>
                          <a:pt x="20" y="12"/>
                          <a:pt x="20" y="7"/>
                          <a:pt x="17"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0" name="Freeform 16"/>
                  <p:cNvSpPr/>
                  <p:nvPr/>
                </p:nvSpPr>
                <p:spPr bwMode="auto">
                  <a:xfrm rot="5400000">
                    <a:off x="5558712" y="4132040"/>
                    <a:ext cx="40916" cy="40915"/>
                  </a:xfrm>
                  <a:custGeom>
                    <a:avLst/>
                    <a:gdLst>
                      <a:gd name="T0" fmla="*/ 4 w 20"/>
                      <a:gd name="T1" fmla="*/ 4 h 20"/>
                      <a:gd name="T2" fmla="*/ 4 w 20"/>
                      <a:gd name="T3" fmla="*/ 17 h 20"/>
                      <a:gd name="T4" fmla="*/ 16 w 20"/>
                      <a:gd name="T5" fmla="*/ 17 h 20"/>
                      <a:gd name="T6" fmla="*/ 16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7"/>
                        </a:cubicBezTo>
                        <a:cubicBezTo>
                          <a:pt x="7" y="20"/>
                          <a:pt x="13" y="20"/>
                          <a:pt x="16" y="17"/>
                        </a:cubicBezTo>
                        <a:cubicBezTo>
                          <a:pt x="20" y="13"/>
                          <a:pt x="20" y="7"/>
                          <a:pt x="16"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1" name="Freeform 17"/>
                  <p:cNvSpPr/>
                  <p:nvPr/>
                </p:nvSpPr>
                <p:spPr bwMode="auto">
                  <a:xfrm rot="5400000">
                    <a:off x="5509273" y="4180627"/>
                    <a:ext cx="40916" cy="40915"/>
                  </a:xfrm>
                  <a:custGeom>
                    <a:avLst/>
                    <a:gdLst>
                      <a:gd name="T0" fmla="*/ 3 w 20"/>
                      <a:gd name="T1" fmla="*/ 4 h 20"/>
                      <a:gd name="T2" fmla="*/ 3 w 20"/>
                      <a:gd name="T3" fmla="*/ 16 h 20"/>
                      <a:gd name="T4" fmla="*/ 16 w 20"/>
                      <a:gd name="T5" fmla="*/ 16 h 20"/>
                      <a:gd name="T6" fmla="*/ 16 w 20"/>
                      <a:gd name="T7" fmla="*/ 4 h 20"/>
                      <a:gd name="T8" fmla="*/ 3 w 20"/>
                      <a:gd name="T9" fmla="*/ 4 h 20"/>
                    </a:gdLst>
                    <a:ahLst/>
                    <a:cxnLst>
                      <a:cxn ang="0">
                        <a:pos x="T0" y="T1"/>
                      </a:cxn>
                      <a:cxn ang="0">
                        <a:pos x="T2" y="T3"/>
                      </a:cxn>
                      <a:cxn ang="0">
                        <a:pos x="T4" y="T5"/>
                      </a:cxn>
                      <a:cxn ang="0">
                        <a:pos x="T6" y="T7"/>
                      </a:cxn>
                      <a:cxn ang="0">
                        <a:pos x="T8" y="T9"/>
                      </a:cxn>
                    </a:cxnLst>
                    <a:rect l="0" t="0" r="r" b="b"/>
                    <a:pathLst>
                      <a:path w="20" h="20">
                        <a:moveTo>
                          <a:pt x="3" y="4"/>
                        </a:moveTo>
                        <a:cubicBezTo>
                          <a:pt x="0" y="7"/>
                          <a:pt x="0" y="13"/>
                          <a:pt x="3" y="16"/>
                        </a:cubicBezTo>
                        <a:cubicBezTo>
                          <a:pt x="7" y="20"/>
                          <a:pt x="13" y="20"/>
                          <a:pt x="16" y="16"/>
                        </a:cubicBezTo>
                        <a:cubicBezTo>
                          <a:pt x="20" y="13"/>
                          <a:pt x="20" y="7"/>
                          <a:pt x="16" y="4"/>
                        </a:cubicBezTo>
                        <a:cubicBezTo>
                          <a:pt x="13"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2" name="Freeform 18"/>
                  <p:cNvSpPr/>
                  <p:nvPr/>
                </p:nvSpPr>
                <p:spPr bwMode="auto">
                  <a:xfrm rot="5400000">
                    <a:off x="5364363" y="4034866"/>
                    <a:ext cx="38359" cy="41768"/>
                  </a:xfrm>
                  <a:custGeom>
                    <a:avLst/>
                    <a:gdLst>
                      <a:gd name="T0" fmla="*/ 3 w 19"/>
                      <a:gd name="T1" fmla="*/ 17 h 20"/>
                      <a:gd name="T2" fmla="*/ 3 w 19"/>
                      <a:gd name="T3" fmla="*/ 4 h 20"/>
                      <a:gd name="T4" fmla="*/ 16 w 19"/>
                      <a:gd name="T5" fmla="*/ 4 h 20"/>
                      <a:gd name="T6" fmla="*/ 16 w 19"/>
                      <a:gd name="T7" fmla="*/ 17 h 20"/>
                      <a:gd name="T8" fmla="*/ 3 w 19"/>
                      <a:gd name="T9" fmla="*/ 17 h 20"/>
                    </a:gdLst>
                    <a:ahLst/>
                    <a:cxnLst>
                      <a:cxn ang="0">
                        <a:pos x="T0" y="T1"/>
                      </a:cxn>
                      <a:cxn ang="0">
                        <a:pos x="T2" y="T3"/>
                      </a:cxn>
                      <a:cxn ang="0">
                        <a:pos x="T4" y="T5"/>
                      </a:cxn>
                      <a:cxn ang="0">
                        <a:pos x="T6" y="T7"/>
                      </a:cxn>
                      <a:cxn ang="0">
                        <a:pos x="T8" y="T9"/>
                      </a:cxn>
                    </a:cxnLst>
                    <a:rect l="0" t="0" r="r" b="b"/>
                    <a:pathLst>
                      <a:path w="19" h="20">
                        <a:moveTo>
                          <a:pt x="3" y="17"/>
                        </a:moveTo>
                        <a:cubicBezTo>
                          <a:pt x="0" y="13"/>
                          <a:pt x="0" y="7"/>
                          <a:pt x="3" y="4"/>
                        </a:cubicBezTo>
                        <a:cubicBezTo>
                          <a:pt x="7" y="0"/>
                          <a:pt x="12" y="0"/>
                          <a:pt x="16" y="4"/>
                        </a:cubicBezTo>
                        <a:cubicBezTo>
                          <a:pt x="19" y="7"/>
                          <a:pt x="19" y="13"/>
                          <a:pt x="16" y="17"/>
                        </a:cubicBezTo>
                        <a:cubicBezTo>
                          <a:pt x="12" y="20"/>
                          <a:pt x="7" y="20"/>
                          <a:pt x="3"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3" name="Freeform 19"/>
                  <p:cNvSpPr/>
                  <p:nvPr/>
                </p:nvSpPr>
                <p:spPr bwMode="auto">
                  <a:xfrm rot="5400000">
                    <a:off x="5411672" y="4083879"/>
                    <a:ext cx="40064" cy="39211"/>
                  </a:xfrm>
                  <a:custGeom>
                    <a:avLst/>
                    <a:gdLst>
                      <a:gd name="T0" fmla="*/ 4 w 20"/>
                      <a:gd name="T1" fmla="*/ 16 h 19"/>
                      <a:gd name="T2" fmla="*/ 4 w 20"/>
                      <a:gd name="T3" fmla="*/ 3 h 19"/>
                      <a:gd name="T4" fmla="*/ 17 w 20"/>
                      <a:gd name="T5" fmla="*/ 3 h 19"/>
                      <a:gd name="T6" fmla="*/ 17 w 20"/>
                      <a:gd name="T7" fmla="*/ 16 h 19"/>
                      <a:gd name="T8" fmla="*/ 4 w 20"/>
                      <a:gd name="T9" fmla="*/ 16 h 19"/>
                    </a:gdLst>
                    <a:ahLst/>
                    <a:cxnLst>
                      <a:cxn ang="0">
                        <a:pos x="T0" y="T1"/>
                      </a:cxn>
                      <a:cxn ang="0">
                        <a:pos x="T2" y="T3"/>
                      </a:cxn>
                      <a:cxn ang="0">
                        <a:pos x="T4" y="T5"/>
                      </a:cxn>
                      <a:cxn ang="0">
                        <a:pos x="T6" y="T7"/>
                      </a:cxn>
                      <a:cxn ang="0">
                        <a:pos x="T8" y="T9"/>
                      </a:cxn>
                    </a:cxnLst>
                    <a:rect l="0" t="0" r="r" b="b"/>
                    <a:pathLst>
                      <a:path w="20" h="19">
                        <a:moveTo>
                          <a:pt x="4" y="16"/>
                        </a:moveTo>
                        <a:cubicBezTo>
                          <a:pt x="0" y="12"/>
                          <a:pt x="0" y="7"/>
                          <a:pt x="4" y="3"/>
                        </a:cubicBezTo>
                        <a:cubicBezTo>
                          <a:pt x="7" y="0"/>
                          <a:pt x="13" y="0"/>
                          <a:pt x="17" y="3"/>
                        </a:cubicBezTo>
                        <a:cubicBezTo>
                          <a:pt x="20" y="7"/>
                          <a:pt x="20" y="12"/>
                          <a:pt x="17" y="16"/>
                        </a:cubicBezTo>
                        <a:cubicBezTo>
                          <a:pt x="13" y="19"/>
                          <a:pt x="7" y="19"/>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4" name="Freeform 20"/>
                  <p:cNvSpPr/>
                  <p:nvPr/>
                </p:nvSpPr>
                <p:spPr bwMode="auto">
                  <a:xfrm rot="5400000">
                    <a:off x="5459833" y="4132040"/>
                    <a:ext cx="40916" cy="40915"/>
                  </a:xfrm>
                  <a:custGeom>
                    <a:avLst/>
                    <a:gdLst>
                      <a:gd name="T0" fmla="*/ 4 w 20"/>
                      <a:gd name="T1" fmla="*/ 16 h 20"/>
                      <a:gd name="T2" fmla="*/ 4 w 20"/>
                      <a:gd name="T3" fmla="*/ 3 h 20"/>
                      <a:gd name="T4" fmla="*/ 16 w 20"/>
                      <a:gd name="T5" fmla="*/ 3 h 20"/>
                      <a:gd name="T6" fmla="*/ 16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3"/>
                        </a:cubicBezTo>
                        <a:cubicBezTo>
                          <a:pt x="7" y="0"/>
                          <a:pt x="13" y="0"/>
                          <a:pt x="16" y="3"/>
                        </a:cubicBezTo>
                        <a:cubicBezTo>
                          <a:pt x="20" y="7"/>
                          <a:pt x="20" y="13"/>
                          <a:pt x="16"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5" name="Freeform 21"/>
                  <p:cNvSpPr/>
                  <p:nvPr/>
                </p:nvSpPr>
                <p:spPr bwMode="auto">
                  <a:xfrm rot="5400000">
                    <a:off x="5509273" y="4180627"/>
                    <a:ext cx="40916" cy="40915"/>
                  </a:xfrm>
                  <a:custGeom>
                    <a:avLst/>
                    <a:gdLst>
                      <a:gd name="T0" fmla="*/ 3 w 20"/>
                      <a:gd name="T1" fmla="*/ 16 h 20"/>
                      <a:gd name="T2" fmla="*/ 3 w 20"/>
                      <a:gd name="T3" fmla="*/ 4 h 20"/>
                      <a:gd name="T4" fmla="*/ 16 w 20"/>
                      <a:gd name="T5" fmla="*/ 4 h 20"/>
                      <a:gd name="T6" fmla="*/ 16 w 20"/>
                      <a:gd name="T7" fmla="*/ 16 h 20"/>
                      <a:gd name="T8" fmla="*/ 3 w 20"/>
                      <a:gd name="T9" fmla="*/ 16 h 20"/>
                    </a:gdLst>
                    <a:ahLst/>
                    <a:cxnLst>
                      <a:cxn ang="0">
                        <a:pos x="T0" y="T1"/>
                      </a:cxn>
                      <a:cxn ang="0">
                        <a:pos x="T2" y="T3"/>
                      </a:cxn>
                      <a:cxn ang="0">
                        <a:pos x="T4" y="T5"/>
                      </a:cxn>
                      <a:cxn ang="0">
                        <a:pos x="T6" y="T7"/>
                      </a:cxn>
                      <a:cxn ang="0">
                        <a:pos x="T8" y="T9"/>
                      </a:cxn>
                    </a:cxnLst>
                    <a:rect l="0" t="0" r="r" b="b"/>
                    <a:pathLst>
                      <a:path w="20" h="20">
                        <a:moveTo>
                          <a:pt x="3" y="16"/>
                        </a:moveTo>
                        <a:cubicBezTo>
                          <a:pt x="0" y="13"/>
                          <a:pt x="0" y="7"/>
                          <a:pt x="3" y="4"/>
                        </a:cubicBezTo>
                        <a:cubicBezTo>
                          <a:pt x="7" y="0"/>
                          <a:pt x="13" y="0"/>
                          <a:pt x="16" y="4"/>
                        </a:cubicBezTo>
                        <a:cubicBezTo>
                          <a:pt x="20" y="7"/>
                          <a:pt x="20" y="13"/>
                          <a:pt x="16" y="16"/>
                        </a:cubicBezTo>
                        <a:cubicBezTo>
                          <a:pt x="13"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6" name="Freeform 22"/>
                  <p:cNvSpPr/>
                  <p:nvPr/>
                </p:nvSpPr>
                <p:spPr bwMode="auto">
                  <a:xfrm rot="5400000">
                    <a:off x="5655033" y="3928314"/>
                    <a:ext cx="40916" cy="40915"/>
                  </a:xfrm>
                  <a:custGeom>
                    <a:avLst/>
                    <a:gdLst>
                      <a:gd name="T0" fmla="*/ 4 w 20"/>
                      <a:gd name="T1" fmla="*/ 3 h 20"/>
                      <a:gd name="T2" fmla="*/ 4 w 20"/>
                      <a:gd name="T3" fmla="*/ 16 h 20"/>
                      <a:gd name="T4" fmla="*/ 16 w 20"/>
                      <a:gd name="T5" fmla="*/ 16 h 20"/>
                      <a:gd name="T6" fmla="*/ 16 w 20"/>
                      <a:gd name="T7" fmla="*/ 3 h 20"/>
                      <a:gd name="T8" fmla="*/ 4 w 20"/>
                      <a:gd name="T9" fmla="*/ 3 h 20"/>
                    </a:gdLst>
                    <a:ahLst/>
                    <a:cxnLst>
                      <a:cxn ang="0">
                        <a:pos x="T0" y="T1"/>
                      </a:cxn>
                      <a:cxn ang="0">
                        <a:pos x="T2" y="T3"/>
                      </a:cxn>
                      <a:cxn ang="0">
                        <a:pos x="T4" y="T5"/>
                      </a:cxn>
                      <a:cxn ang="0">
                        <a:pos x="T6" y="T7"/>
                      </a:cxn>
                      <a:cxn ang="0">
                        <a:pos x="T8" y="T9"/>
                      </a:cxn>
                    </a:cxnLst>
                    <a:rect l="0" t="0" r="r" b="b"/>
                    <a:pathLst>
                      <a:path w="20" h="20">
                        <a:moveTo>
                          <a:pt x="4" y="3"/>
                        </a:moveTo>
                        <a:cubicBezTo>
                          <a:pt x="0" y="7"/>
                          <a:pt x="0" y="13"/>
                          <a:pt x="4" y="16"/>
                        </a:cubicBezTo>
                        <a:cubicBezTo>
                          <a:pt x="7" y="20"/>
                          <a:pt x="13" y="20"/>
                          <a:pt x="16" y="16"/>
                        </a:cubicBezTo>
                        <a:cubicBezTo>
                          <a:pt x="20" y="13"/>
                          <a:pt x="20" y="7"/>
                          <a:pt x="16"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7" name="Freeform 23"/>
                  <p:cNvSpPr/>
                  <p:nvPr/>
                </p:nvSpPr>
                <p:spPr bwMode="auto">
                  <a:xfrm rot="5400000">
                    <a:off x="5607299" y="3977754"/>
                    <a:ext cx="40916" cy="39211"/>
                  </a:xfrm>
                  <a:custGeom>
                    <a:avLst/>
                    <a:gdLst>
                      <a:gd name="T0" fmla="*/ 3 w 20"/>
                      <a:gd name="T1" fmla="*/ 3 h 19"/>
                      <a:gd name="T2" fmla="*/ 3 w 20"/>
                      <a:gd name="T3" fmla="*/ 16 h 19"/>
                      <a:gd name="T4" fmla="*/ 16 w 20"/>
                      <a:gd name="T5" fmla="*/ 16 h 19"/>
                      <a:gd name="T6" fmla="*/ 16 w 20"/>
                      <a:gd name="T7" fmla="*/ 3 h 19"/>
                      <a:gd name="T8" fmla="*/ 3 w 20"/>
                      <a:gd name="T9" fmla="*/ 3 h 19"/>
                    </a:gdLst>
                    <a:ahLst/>
                    <a:cxnLst>
                      <a:cxn ang="0">
                        <a:pos x="T0" y="T1"/>
                      </a:cxn>
                      <a:cxn ang="0">
                        <a:pos x="T2" y="T3"/>
                      </a:cxn>
                      <a:cxn ang="0">
                        <a:pos x="T4" y="T5"/>
                      </a:cxn>
                      <a:cxn ang="0">
                        <a:pos x="T6" y="T7"/>
                      </a:cxn>
                      <a:cxn ang="0">
                        <a:pos x="T8" y="T9"/>
                      </a:cxn>
                    </a:cxnLst>
                    <a:rect l="0" t="0" r="r" b="b"/>
                    <a:pathLst>
                      <a:path w="20" h="19">
                        <a:moveTo>
                          <a:pt x="3" y="3"/>
                        </a:moveTo>
                        <a:cubicBezTo>
                          <a:pt x="0" y="7"/>
                          <a:pt x="0" y="12"/>
                          <a:pt x="3" y="16"/>
                        </a:cubicBezTo>
                        <a:cubicBezTo>
                          <a:pt x="7" y="19"/>
                          <a:pt x="13" y="19"/>
                          <a:pt x="16" y="16"/>
                        </a:cubicBezTo>
                        <a:cubicBezTo>
                          <a:pt x="20" y="12"/>
                          <a:pt x="20" y="7"/>
                          <a:pt x="16" y="3"/>
                        </a:cubicBezTo>
                        <a:cubicBezTo>
                          <a:pt x="13"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8" name="Freeform 24"/>
                  <p:cNvSpPr/>
                  <p:nvPr/>
                </p:nvSpPr>
                <p:spPr bwMode="auto">
                  <a:xfrm rot="5400000">
                    <a:off x="5559990" y="4025063"/>
                    <a:ext cx="38359" cy="40915"/>
                  </a:xfrm>
                  <a:custGeom>
                    <a:avLst/>
                    <a:gdLst>
                      <a:gd name="T0" fmla="*/ 3 w 19"/>
                      <a:gd name="T1" fmla="*/ 4 h 20"/>
                      <a:gd name="T2" fmla="*/ 3 w 19"/>
                      <a:gd name="T3" fmla="*/ 17 h 20"/>
                      <a:gd name="T4" fmla="*/ 16 w 19"/>
                      <a:gd name="T5" fmla="*/ 17 h 20"/>
                      <a:gd name="T6" fmla="*/ 16 w 19"/>
                      <a:gd name="T7" fmla="*/ 4 h 20"/>
                      <a:gd name="T8" fmla="*/ 3 w 19"/>
                      <a:gd name="T9" fmla="*/ 4 h 20"/>
                    </a:gdLst>
                    <a:ahLst/>
                    <a:cxnLst>
                      <a:cxn ang="0">
                        <a:pos x="T0" y="T1"/>
                      </a:cxn>
                      <a:cxn ang="0">
                        <a:pos x="T2" y="T3"/>
                      </a:cxn>
                      <a:cxn ang="0">
                        <a:pos x="T4" y="T5"/>
                      </a:cxn>
                      <a:cxn ang="0">
                        <a:pos x="T6" y="T7"/>
                      </a:cxn>
                      <a:cxn ang="0">
                        <a:pos x="T8" y="T9"/>
                      </a:cxn>
                    </a:cxnLst>
                    <a:rect l="0" t="0" r="r" b="b"/>
                    <a:pathLst>
                      <a:path w="19" h="20">
                        <a:moveTo>
                          <a:pt x="3" y="4"/>
                        </a:moveTo>
                        <a:cubicBezTo>
                          <a:pt x="0" y="7"/>
                          <a:pt x="0" y="13"/>
                          <a:pt x="3" y="17"/>
                        </a:cubicBezTo>
                        <a:cubicBezTo>
                          <a:pt x="7" y="20"/>
                          <a:pt x="12" y="20"/>
                          <a:pt x="16" y="17"/>
                        </a:cubicBezTo>
                        <a:cubicBezTo>
                          <a:pt x="19" y="13"/>
                          <a:pt x="19" y="7"/>
                          <a:pt x="16" y="4"/>
                        </a:cubicBezTo>
                        <a:cubicBezTo>
                          <a:pt x="12"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79" name="Freeform 25"/>
                  <p:cNvSpPr/>
                  <p:nvPr/>
                </p:nvSpPr>
                <p:spPr bwMode="auto">
                  <a:xfrm rot="5400000">
                    <a:off x="5509699" y="4072798"/>
                    <a:ext cx="40064" cy="40915"/>
                  </a:xfrm>
                  <a:custGeom>
                    <a:avLst/>
                    <a:gdLst>
                      <a:gd name="T0" fmla="*/ 4 w 20"/>
                      <a:gd name="T1" fmla="*/ 4 h 20"/>
                      <a:gd name="T2" fmla="*/ 4 w 20"/>
                      <a:gd name="T3" fmla="*/ 16 h 20"/>
                      <a:gd name="T4" fmla="*/ 17 w 20"/>
                      <a:gd name="T5" fmla="*/ 16 h 20"/>
                      <a:gd name="T6" fmla="*/ 17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6"/>
                        </a:cubicBezTo>
                        <a:cubicBezTo>
                          <a:pt x="7" y="20"/>
                          <a:pt x="13" y="20"/>
                          <a:pt x="17" y="16"/>
                        </a:cubicBezTo>
                        <a:cubicBezTo>
                          <a:pt x="20" y="13"/>
                          <a:pt x="20" y="7"/>
                          <a:pt x="17"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80" name="Freeform 26"/>
                  <p:cNvSpPr/>
                  <p:nvPr/>
                </p:nvSpPr>
                <p:spPr bwMode="auto">
                  <a:xfrm rot="5400000">
                    <a:off x="5363085" y="3927888"/>
                    <a:ext cx="40916" cy="41768"/>
                  </a:xfrm>
                  <a:custGeom>
                    <a:avLst/>
                    <a:gdLst>
                      <a:gd name="T0" fmla="*/ 4 w 20"/>
                      <a:gd name="T1" fmla="*/ 17 h 20"/>
                      <a:gd name="T2" fmla="*/ 4 w 20"/>
                      <a:gd name="T3" fmla="*/ 4 h 20"/>
                      <a:gd name="T4" fmla="*/ 16 w 20"/>
                      <a:gd name="T5" fmla="*/ 4 h 20"/>
                      <a:gd name="T6" fmla="*/ 16 w 20"/>
                      <a:gd name="T7" fmla="*/ 17 h 20"/>
                      <a:gd name="T8" fmla="*/ 4 w 20"/>
                      <a:gd name="T9" fmla="*/ 17 h 20"/>
                    </a:gdLst>
                    <a:ahLst/>
                    <a:cxnLst>
                      <a:cxn ang="0">
                        <a:pos x="T0" y="T1"/>
                      </a:cxn>
                      <a:cxn ang="0">
                        <a:pos x="T2" y="T3"/>
                      </a:cxn>
                      <a:cxn ang="0">
                        <a:pos x="T4" y="T5"/>
                      </a:cxn>
                      <a:cxn ang="0">
                        <a:pos x="T6" y="T7"/>
                      </a:cxn>
                      <a:cxn ang="0">
                        <a:pos x="T8" y="T9"/>
                      </a:cxn>
                    </a:cxnLst>
                    <a:rect l="0" t="0" r="r" b="b"/>
                    <a:pathLst>
                      <a:path w="20" h="20">
                        <a:moveTo>
                          <a:pt x="4" y="17"/>
                        </a:moveTo>
                        <a:cubicBezTo>
                          <a:pt x="0" y="13"/>
                          <a:pt x="0" y="7"/>
                          <a:pt x="4" y="4"/>
                        </a:cubicBezTo>
                        <a:cubicBezTo>
                          <a:pt x="7" y="0"/>
                          <a:pt x="13" y="0"/>
                          <a:pt x="16" y="4"/>
                        </a:cubicBezTo>
                        <a:cubicBezTo>
                          <a:pt x="20" y="7"/>
                          <a:pt x="20" y="13"/>
                          <a:pt x="16" y="17"/>
                        </a:cubicBezTo>
                        <a:cubicBezTo>
                          <a:pt x="13" y="20"/>
                          <a:pt x="7" y="20"/>
                          <a:pt x="4"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81" name="Freeform 27"/>
                  <p:cNvSpPr/>
                  <p:nvPr/>
                </p:nvSpPr>
                <p:spPr bwMode="auto">
                  <a:xfrm rot="5400000">
                    <a:off x="5411246" y="3977754"/>
                    <a:ext cx="40916" cy="39211"/>
                  </a:xfrm>
                  <a:custGeom>
                    <a:avLst/>
                    <a:gdLst>
                      <a:gd name="T0" fmla="*/ 3 w 20"/>
                      <a:gd name="T1" fmla="*/ 16 h 19"/>
                      <a:gd name="T2" fmla="*/ 3 w 20"/>
                      <a:gd name="T3" fmla="*/ 3 h 19"/>
                      <a:gd name="T4" fmla="*/ 16 w 20"/>
                      <a:gd name="T5" fmla="*/ 3 h 19"/>
                      <a:gd name="T6" fmla="*/ 16 w 20"/>
                      <a:gd name="T7" fmla="*/ 16 h 19"/>
                      <a:gd name="T8" fmla="*/ 3 w 20"/>
                      <a:gd name="T9" fmla="*/ 16 h 19"/>
                    </a:gdLst>
                    <a:ahLst/>
                    <a:cxnLst>
                      <a:cxn ang="0">
                        <a:pos x="T0" y="T1"/>
                      </a:cxn>
                      <a:cxn ang="0">
                        <a:pos x="T2" y="T3"/>
                      </a:cxn>
                      <a:cxn ang="0">
                        <a:pos x="T4" y="T5"/>
                      </a:cxn>
                      <a:cxn ang="0">
                        <a:pos x="T6" y="T7"/>
                      </a:cxn>
                      <a:cxn ang="0">
                        <a:pos x="T8" y="T9"/>
                      </a:cxn>
                    </a:cxnLst>
                    <a:rect l="0" t="0" r="r" b="b"/>
                    <a:pathLst>
                      <a:path w="20" h="19">
                        <a:moveTo>
                          <a:pt x="3" y="16"/>
                        </a:moveTo>
                        <a:cubicBezTo>
                          <a:pt x="0" y="12"/>
                          <a:pt x="0" y="7"/>
                          <a:pt x="3" y="3"/>
                        </a:cubicBezTo>
                        <a:cubicBezTo>
                          <a:pt x="7" y="0"/>
                          <a:pt x="13" y="0"/>
                          <a:pt x="16" y="3"/>
                        </a:cubicBezTo>
                        <a:cubicBezTo>
                          <a:pt x="20" y="7"/>
                          <a:pt x="20" y="12"/>
                          <a:pt x="16" y="16"/>
                        </a:cubicBezTo>
                        <a:cubicBezTo>
                          <a:pt x="13" y="19"/>
                          <a:pt x="7" y="19"/>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82" name="Freeform 28"/>
                  <p:cNvSpPr/>
                  <p:nvPr/>
                </p:nvSpPr>
                <p:spPr bwMode="auto">
                  <a:xfrm rot="5400000">
                    <a:off x="5461112" y="4025063"/>
                    <a:ext cx="38359" cy="40915"/>
                  </a:xfrm>
                  <a:custGeom>
                    <a:avLst/>
                    <a:gdLst>
                      <a:gd name="T0" fmla="*/ 3 w 19"/>
                      <a:gd name="T1" fmla="*/ 16 h 20"/>
                      <a:gd name="T2" fmla="*/ 3 w 19"/>
                      <a:gd name="T3" fmla="*/ 3 h 20"/>
                      <a:gd name="T4" fmla="*/ 16 w 19"/>
                      <a:gd name="T5" fmla="*/ 3 h 20"/>
                      <a:gd name="T6" fmla="*/ 16 w 19"/>
                      <a:gd name="T7" fmla="*/ 16 h 20"/>
                      <a:gd name="T8" fmla="*/ 3 w 19"/>
                      <a:gd name="T9" fmla="*/ 16 h 20"/>
                    </a:gdLst>
                    <a:ahLst/>
                    <a:cxnLst>
                      <a:cxn ang="0">
                        <a:pos x="T0" y="T1"/>
                      </a:cxn>
                      <a:cxn ang="0">
                        <a:pos x="T2" y="T3"/>
                      </a:cxn>
                      <a:cxn ang="0">
                        <a:pos x="T4" y="T5"/>
                      </a:cxn>
                      <a:cxn ang="0">
                        <a:pos x="T6" y="T7"/>
                      </a:cxn>
                      <a:cxn ang="0">
                        <a:pos x="T8" y="T9"/>
                      </a:cxn>
                    </a:cxnLst>
                    <a:rect l="0" t="0" r="r" b="b"/>
                    <a:pathLst>
                      <a:path w="19" h="20">
                        <a:moveTo>
                          <a:pt x="3" y="16"/>
                        </a:moveTo>
                        <a:cubicBezTo>
                          <a:pt x="0" y="13"/>
                          <a:pt x="0" y="7"/>
                          <a:pt x="3" y="3"/>
                        </a:cubicBezTo>
                        <a:cubicBezTo>
                          <a:pt x="7" y="0"/>
                          <a:pt x="12" y="0"/>
                          <a:pt x="16" y="3"/>
                        </a:cubicBezTo>
                        <a:cubicBezTo>
                          <a:pt x="19" y="7"/>
                          <a:pt x="19" y="13"/>
                          <a:pt x="16" y="16"/>
                        </a:cubicBezTo>
                        <a:cubicBezTo>
                          <a:pt x="12"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83" name="Freeform 29"/>
                  <p:cNvSpPr/>
                  <p:nvPr/>
                </p:nvSpPr>
                <p:spPr bwMode="auto">
                  <a:xfrm rot="5400000">
                    <a:off x="5509699" y="4072798"/>
                    <a:ext cx="40064" cy="40915"/>
                  </a:xfrm>
                  <a:custGeom>
                    <a:avLst/>
                    <a:gdLst>
                      <a:gd name="T0" fmla="*/ 4 w 20"/>
                      <a:gd name="T1" fmla="*/ 16 h 20"/>
                      <a:gd name="T2" fmla="*/ 4 w 20"/>
                      <a:gd name="T3" fmla="*/ 4 h 20"/>
                      <a:gd name="T4" fmla="*/ 17 w 20"/>
                      <a:gd name="T5" fmla="*/ 4 h 20"/>
                      <a:gd name="T6" fmla="*/ 17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4"/>
                        </a:cubicBezTo>
                        <a:cubicBezTo>
                          <a:pt x="7" y="0"/>
                          <a:pt x="13" y="0"/>
                          <a:pt x="17" y="4"/>
                        </a:cubicBezTo>
                        <a:cubicBezTo>
                          <a:pt x="20" y="7"/>
                          <a:pt x="20" y="13"/>
                          <a:pt x="17"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grpSp>
          </p:grpSp>
        </p:grpSp>
        <p:grpSp>
          <p:nvGrpSpPr>
            <p:cNvPr id="59" name="组合 58"/>
            <p:cNvGrpSpPr/>
            <p:nvPr/>
          </p:nvGrpSpPr>
          <p:grpSpPr>
            <a:xfrm>
              <a:off x="6167408" y="4411980"/>
              <a:ext cx="2698880" cy="822241"/>
              <a:chOff x="6167408" y="4411980"/>
              <a:chExt cx="2698880" cy="822241"/>
            </a:xfrm>
          </p:grpSpPr>
          <p:sp>
            <p:nvSpPr>
              <p:cNvPr id="426" name="矩形: 圆角 425"/>
              <p:cNvSpPr/>
              <p:nvPr/>
            </p:nvSpPr>
            <p:spPr>
              <a:xfrm>
                <a:off x="6167408" y="4411980"/>
                <a:ext cx="2656359" cy="822241"/>
              </a:xfrm>
              <a:prstGeom prst="roundRect">
                <a:avLst>
                  <a:gd name="adj" fmla="val 4959"/>
                </a:avLst>
              </a:prstGeom>
              <a:solidFill>
                <a:srgbClr val="FFFFFF">
                  <a:alpha val="70000"/>
                </a:srgbClr>
              </a:solidFill>
              <a:ln w="9525" cap="flat">
                <a:solidFill>
                  <a:schemeClr val="accent1"/>
                </a:solidFill>
                <a:prstDash val="dash"/>
                <a:miter/>
              </a:ln>
            </p:spPr>
            <p:txBody>
              <a:bodyPr rtlCol="0" anchor="ctr"/>
              <a:lstStyle/>
              <a:p>
                <a:endParaRPr lang="zh-CN" altLang="en-US" dirty="0">
                  <a:solidFill>
                    <a:prstClr val="black"/>
                  </a:solidFill>
                  <a:latin typeface="+mj-ea"/>
                  <a:ea typeface="+mj-ea"/>
                  <a:cs typeface="思源宋体 CN Heavy" panose="02020900000000000000" pitchFamily="18" charset="-122"/>
                </a:endParaRPr>
              </a:p>
            </p:txBody>
          </p:sp>
          <p:sp>
            <p:nvSpPr>
              <p:cNvPr id="427" name="文本框 426"/>
              <p:cNvSpPr txBox="1"/>
              <p:nvPr/>
            </p:nvSpPr>
            <p:spPr>
              <a:xfrm>
                <a:off x="7469752" y="4463909"/>
                <a:ext cx="1396536" cy="338554"/>
              </a:xfrm>
              <a:prstGeom prst="rect">
                <a:avLst/>
              </a:prstGeom>
              <a:noFill/>
            </p:spPr>
            <p:txBody>
              <a:bodyPr wrap="none" rtlCol="0">
                <a:spAutoFit/>
              </a:bodyPr>
              <a:lstStyle/>
              <a:p>
                <a:pPr algn="ctr"/>
                <a:r>
                  <a:rPr lang="zh-CN" altLang="en-US" sz="1600" dirty="0">
                    <a:solidFill>
                      <a:schemeClr val="accent1"/>
                    </a:solidFill>
                    <a:latin typeface="+mj-ea"/>
                    <a:ea typeface="+mj-ea"/>
                    <a:cs typeface="思源宋体 CN Heavy" panose="02020900000000000000" pitchFamily="18" charset="-122"/>
                  </a:rPr>
                  <a:t>强化实践教学</a:t>
                </a:r>
              </a:p>
            </p:txBody>
          </p:sp>
          <p:sp>
            <p:nvSpPr>
              <p:cNvPr id="428" name="文本框 427"/>
              <p:cNvSpPr txBox="1"/>
              <p:nvPr/>
            </p:nvSpPr>
            <p:spPr>
              <a:xfrm>
                <a:off x="6541537" y="4494687"/>
                <a:ext cx="486030" cy="276999"/>
              </a:xfrm>
              <a:prstGeom prst="rect">
                <a:avLst/>
              </a:prstGeom>
              <a:solidFill>
                <a:schemeClr val="accent1">
                  <a:lumMod val="20000"/>
                  <a:lumOff val="80000"/>
                </a:schemeClr>
              </a:solidFill>
            </p:spPr>
            <p:txBody>
              <a:bodyPr wrap="none" rtlCol="0">
                <a:spAutoFit/>
              </a:bodyPr>
              <a:lstStyle/>
              <a:p>
                <a:pPr algn="ctr"/>
                <a:r>
                  <a:rPr lang="zh-CN" altLang="en-US" sz="1200" dirty="0">
                    <a:solidFill>
                      <a:schemeClr val="accent1"/>
                    </a:solidFill>
                    <a:latin typeface="+mj-ea"/>
                    <a:ea typeface="+mj-ea"/>
                    <a:cs typeface="思源宋体 CN Heavy" panose="02020900000000000000" pitchFamily="18" charset="-122"/>
                  </a:rPr>
                  <a:t>实践</a:t>
                </a:r>
              </a:p>
            </p:txBody>
          </p:sp>
          <p:sp>
            <p:nvSpPr>
              <p:cNvPr id="429" name="矩形: 圆角 428"/>
              <p:cNvSpPr/>
              <p:nvPr/>
            </p:nvSpPr>
            <p:spPr>
              <a:xfrm>
                <a:off x="6262339" y="4844993"/>
                <a:ext cx="1044423" cy="337299"/>
              </a:xfrm>
              <a:prstGeom prst="roundRect">
                <a:avLst>
                  <a:gd name="adj" fmla="val 4000"/>
                </a:avLst>
              </a:prstGeom>
              <a:gradFill flip="none" rotWithShape="1">
                <a:gsLst>
                  <a:gs pos="0">
                    <a:schemeClr val="accent1"/>
                  </a:gs>
                  <a:gs pos="100000">
                    <a:schemeClr val="accent1">
                      <a:lumMod val="75000"/>
                    </a:schemeClr>
                  </a:gs>
                </a:gsLst>
                <a:lin ang="5400000" scaled="1"/>
                <a:tileRect/>
              </a:gradFill>
              <a:ln>
                <a:noFill/>
              </a:ln>
              <a:effectLst>
                <a:outerShdw blurRad="317500" dist="88900" dir="2700000" sx="99000" sy="99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j-ea"/>
                    <a:ea typeface="+mj-ea"/>
                    <a:cs typeface="思源宋体 CN Heavy" panose="02020900000000000000" pitchFamily="18" charset="-122"/>
                  </a:rPr>
                  <a:t>实训基地</a:t>
                </a:r>
              </a:p>
            </p:txBody>
          </p:sp>
          <p:sp>
            <p:nvSpPr>
              <p:cNvPr id="430" name="矩形: 圆角 429"/>
              <p:cNvSpPr/>
              <p:nvPr/>
            </p:nvSpPr>
            <p:spPr>
              <a:xfrm>
                <a:off x="7684413" y="4844993"/>
                <a:ext cx="1044423" cy="337299"/>
              </a:xfrm>
              <a:prstGeom prst="roundRect">
                <a:avLst>
                  <a:gd name="adj" fmla="val 4000"/>
                </a:avLst>
              </a:prstGeom>
              <a:gradFill flip="none" rotWithShape="1">
                <a:gsLst>
                  <a:gs pos="0">
                    <a:schemeClr val="accent1"/>
                  </a:gs>
                  <a:gs pos="100000">
                    <a:schemeClr val="accent1">
                      <a:lumMod val="75000"/>
                    </a:schemeClr>
                  </a:gs>
                </a:gsLst>
                <a:lin ang="5400000" scaled="1"/>
                <a:tileRect/>
              </a:gradFill>
              <a:ln>
                <a:noFill/>
              </a:ln>
              <a:effectLst>
                <a:outerShdw blurRad="317500" dist="88900" dir="2700000" sx="99000" sy="99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mj-ea"/>
                    <a:ea typeface="+mj-ea"/>
                    <a:cs typeface="思源宋体 CN Heavy" panose="02020900000000000000" pitchFamily="18" charset="-122"/>
                  </a:rPr>
                  <a:t>教学体系</a:t>
                </a:r>
              </a:p>
            </p:txBody>
          </p:sp>
          <p:grpSp>
            <p:nvGrpSpPr>
              <p:cNvPr id="431" name="组合 430"/>
              <p:cNvGrpSpPr/>
              <p:nvPr/>
            </p:nvGrpSpPr>
            <p:grpSpPr>
              <a:xfrm rot="5400000">
                <a:off x="7433928" y="4893634"/>
                <a:ext cx="123319" cy="240016"/>
                <a:chOff x="1863001" y="3959373"/>
                <a:chExt cx="191008" cy="371760"/>
              </a:xfrm>
            </p:grpSpPr>
            <p:sp>
              <p:nvSpPr>
                <p:cNvPr id="432" name="Freeform 5"/>
                <p:cNvSpPr/>
                <p:nvPr/>
              </p:nvSpPr>
              <p:spPr bwMode="auto">
                <a:xfrm rot="16200000">
                  <a:off x="1860313" y="3962061"/>
                  <a:ext cx="196383" cy="191007"/>
                </a:xfrm>
                <a:custGeom>
                  <a:avLst/>
                  <a:gdLst>
                    <a:gd name="T0" fmla="*/ 3 w 168"/>
                    <a:gd name="T1" fmla="*/ 153 h 162"/>
                    <a:gd name="T2" fmla="*/ 78 w 168"/>
                    <a:gd name="T3" fmla="*/ 87 h 162"/>
                    <a:gd name="T4" fmla="*/ 78 w 168"/>
                    <a:gd name="T5" fmla="*/ 75 h 162"/>
                    <a:gd name="T6" fmla="*/ 3 w 168"/>
                    <a:gd name="T7" fmla="*/ 9 h 162"/>
                    <a:gd name="T8" fmla="*/ 6 w 168"/>
                    <a:gd name="T9" fmla="*/ 0 h 162"/>
                    <a:gd name="T10" fmla="*/ 73 w 168"/>
                    <a:gd name="T11" fmla="*/ 0 h 162"/>
                    <a:gd name="T12" fmla="*/ 83 w 168"/>
                    <a:gd name="T13" fmla="*/ 4 h 162"/>
                    <a:gd name="T14" fmla="*/ 164 w 168"/>
                    <a:gd name="T15" fmla="*/ 75 h 162"/>
                    <a:gd name="T16" fmla="*/ 164 w 168"/>
                    <a:gd name="T17" fmla="*/ 87 h 162"/>
                    <a:gd name="T18" fmla="*/ 83 w 168"/>
                    <a:gd name="T19" fmla="*/ 158 h 162"/>
                    <a:gd name="T20" fmla="*/ 73 w 168"/>
                    <a:gd name="T21" fmla="*/ 162 h 162"/>
                    <a:gd name="T22" fmla="*/ 6 w 168"/>
                    <a:gd name="T23" fmla="*/ 162 h 162"/>
                    <a:gd name="T24" fmla="*/ 3 w 168"/>
                    <a:gd name="T25" fmla="*/ 15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2">
                      <a:moveTo>
                        <a:pt x="3" y="153"/>
                      </a:moveTo>
                      <a:cubicBezTo>
                        <a:pt x="78" y="87"/>
                        <a:pt x="78" y="87"/>
                        <a:pt x="78" y="87"/>
                      </a:cubicBezTo>
                      <a:cubicBezTo>
                        <a:pt x="82" y="84"/>
                        <a:pt x="82" y="78"/>
                        <a:pt x="78" y="75"/>
                      </a:cubicBezTo>
                      <a:cubicBezTo>
                        <a:pt x="3" y="9"/>
                        <a:pt x="3" y="9"/>
                        <a:pt x="3" y="9"/>
                      </a:cubicBezTo>
                      <a:cubicBezTo>
                        <a:pt x="0" y="6"/>
                        <a:pt x="2" y="0"/>
                        <a:pt x="6" y="0"/>
                      </a:cubicBezTo>
                      <a:cubicBezTo>
                        <a:pt x="73" y="0"/>
                        <a:pt x="73" y="0"/>
                        <a:pt x="73" y="0"/>
                      </a:cubicBezTo>
                      <a:cubicBezTo>
                        <a:pt x="77" y="0"/>
                        <a:pt x="81" y="2"/>
                        <a:pt x="83" y="4"/>
                      </a:cubicBezTo>
                      <a:cubicBezTo>
                        <a:pt x="164" y="75"/>
                        <a:pt x="164" y="75"/>
                        <a:pt x="164" y="75"/>
                      </a:cubicBezTo>
                      <a:cubicBezTo>
                        <a:pt x="168" y="78"/>
                        <a:pt x="168" y="84"/>
                        <a:pt x="164" y="87"/>
                      </a:cubicBezTo>
                      <a:cubicBezTo>
                        <a:pt x="83" y="158"/>
                        <a:pt x="83" y="158"/>
                        <a:pt x="83" y="158"/>
                      </a:cubicBezTo>
                      <a:cubicBezTo>
                        <a:pt x="81" y="160"/>
                        <a:pt x="77" y="162"/>
                        <a:pt x="73" y="162"/>
                      </a:cubicBezTo>
                      <a:cubicBezTo>
                        <a:pt x="6" y="162"/>
                        <a:pt x="6" y="162"/>
                        <a:pt x="6" y="162"/>
                      </a:cubicBezTo>
                      <a:cubicBezTo>
                        <a:pt x="2" y="162"/>
                        <a:pt x="0" y="156"/>
                        <a:pt x="3" y="153"/>
                      </a:cubicBezTo>
                      <a:close/>
                    </a:path>
                  </a:pathLst>
                </a:custGeom>
                <a:gradFill flip="none" rotWithShape="1">
                  <a:gsLst>
                    <a:gs pos="0">
                      <a:schemeClr val="accent2">
                        <a:alpha val="0"/>
                      </a:schemeClr>
                    </a:gs>
                    <a:gs pos="100000">
                      <a:schemeClr val="accent1"/>
                    </a:gs>
                  </a:gsLst>
                  <a:lin ang="0" scaled="1"/>
                  <a:tileRect/>
                </a:gradFill>
                <a:ln w="3175">
                  <a:gradFill flip="none" rotWithShape="1">
                    <a:gsLst>
                      <a:gs pos="0">
                        <a:schemeClr val="accent1">
                          <a:alpha val="0"/>
                        </a:schemeClr>
                      </a:gs>
                      <a:gs pos="77000">
                        <a:schemeClr val="accent1"/>
                      </a:gs>
                    </a:gsLst>
                    <a:lin ang="0" scaled="1"/>
                    <a:tileRect/>
                  </a:gradFill>
                  <a:round/>
                </a:ln>
                <a:effectLst>
                  <a:outerShdw blurRad="152400" sx="102000" sy="102000" algn="ctr" rotWithShape="0">
                    <a:schemeClr val="accent1"/>
                  </a:outerShdw>
                </a:effectLst>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grpSp>
              <p:nvGrpSpPr>
                <p:cNvPr id="433" name="组合 432"/>
                <p:cNvGrpSpPr/>
                <p:nvPr/>
              </p:nvGrpSpPr>
              <p:grpSpPr>
                <a:xfrm rot="10800000">
                  <a:off x="1863002" y="4102019"/>
                  <a:ext cx="191007" cy="229114"/>
                  <a:chOff x="5362659" y="3928314"/>
                  <a:chExt cx="333290" cy="399781"/>
                </a:xfrm>
                <a:gradFill flip="none" rotWithShape="1">
                  <a:gsLst>
                    <a:gs pos="0">
                      <a:schemeClr val="accent2">
                        <a:alpha val="0"/>
                      </a:schemeClr>
                    </a:gs>
                    <a:gs pos="77000">
                      <a:schemeClr val="accent1"/>
                    </a:gs>
                  </a:gsLst>
                  <a:lin ang="5400000" scaled="1"/>
                  <a:tileRect/>
                </a:gradFill>
                <a:effectLst>
                  <a:outerShdw blurRad="152400" sx="102000" sy="102000" algn="ctr" rotWithShape="0">
                    <a:schemeClr val="accent1"/>
                  </a:outerShdw>
                </a:effectLst>
              </p:grpSpPr>
              <p:sp>
                <p:nvSpPr>
                  <p:cNvPr id="434" name="Freeform 6"/>
                  <p:cNvSpPr/>
                  <p:nvPr/>
                </p:nvSpPr>
                <p:spPr bwMode="auto">
                  <a:xfrm rot="5400000">
                    <a:off x="5655033" y="4142269"/>
                    <a:ext cx="40916" cy="40915"/>
                  </a:xfrm>
                  <a:custGeom>
                    <a:avLst/>
                    <a:gdLst>
                      <a:gd name="T0" fmla="*/ 4 w 20"/>
                      <a:gd name="T1" fmla="*/ 3 h 20"/>
                      <a:gd name="T2" fmla="*/ 4 w 20"/>
                      <a:gd name="T3" fmla="*/ 16 h 20"/>
                      <a:gd name="T4" fmla="*/ 16 w 20"/>
                      <a:gd name="T5" fmla="*/ 16 h 20"/>
                      <a:gd name="T6" fmla="*/ 16 w 20"/>
                      <a:gd name="T7" fmla="*/ 3 h 20"/>
                      <a:gd name="T8" fmla="*/ 4 w 20"/>
                      <a:gd name="T9" fmla="*/ 3 h 20"/>
                    </a:gdLst>
                    <a:ahLst/>
                    <a:cxnLst>
                      <a:cxn ang="0">
                        <a:pos x="T0" y="T1"/>
                      </a:cxn>
                      <a:cxn ang="0">
                        <a:pos x="T2" y="T3"/>
                      </a:cxn>
                      <a:cxn ang="0">
                        <a:pos x="T4" y="T5"/>
                      </a:cxn>
                      <a:cxn ang="0">
                        <a:pos x="T6" y="T7"/>
                      </a:cxn>
                      <a:cxn ang="0">
                        <a:pos x="T8" y="T9"/>
                      </a:cxn>
                    </a:cxnLst>
                    <a:rect l="0" t="0" r="r" b="b"/>
                    <a:pathLst>
                      <a:path w="20" h="20">
                        <a:moveTo>
                          <a:pt x="4" y="3"/>
                        </a:moveTo>
                        <a:cubicBezTo>
                          <a:pt x="0" y="7"/>
                          <a:pt x="0" y="13"/>
                          <a:pt x="4" y="16"/>
                        </a:cubicBezTo>
                        <a:cubicBezTo>
                          <a:pt x="7" y="20"/>
                          <a:pt x="13" y="20"/>
                          <a:pt x="16" y="16"/>
                        </a:cubicBezTo>
                        <a:cubicBezTo>
                          <a:pt x="20" y="13"/>
                          <a:pt x="20" y="7"/>
                          <a:pt x="16"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5" name="Freeform 7"/>
                  <p:cNvSpPr/>
                  <p:nvPr/>
                </p:nvSpPr>
                <p:spPr bwMode="auto">
                  <a:xfrm rot="5400000">
                    <a:off x="5608151" y="4190856"/>
                    <a:ext cx="39211" cy="39211"/>
                  </a:xfrm>
                  <a:custGeom>
                    <a:avLst/>
                    <a:gdLst>
                      <a:gd name="T0" fmla="*/ 3 w 19"/>
                      <a:gd name="T1" fmla="*/ 3 h 19"/>
                      <a:gd name="T2" fmla="*/ 3 w 19"/>
                      <a:gd name="T3" fmla="*/ 16 h 19"/>
                      <a:gd name="T4" fmla="*/ 16 w 19"/>
                      <a:gd name="T5" fmla="*/ 16 h 19"/>
                      <a:gd name="T6" fmla="*/ 16 w 19"/>
                      <a:gd name="T7" fmla="*/ 3 h 19"/>
                      <a:gd name="T8" fmla="*/ 3 w 19"/>
                      <a:gd name="T9" fmla="*/ 3 h 19"/>
                    </a:gdLst>
                    <a:ahLst/>
                    <a:cxnLst>
                      <a:cxn ang="0">
                        <a:pos x="T0" y="T1"/>
                      </a:cxn>
                      <a:cxn ang="0">
                        <a:pos x="T2" y="T3"/>
                      </a:cxn>
                      <a:cxn ang="0">
                        <a:pos x="T4" y="T5"/>
                      </a:cxn>
                      <a:cxn ang="0">
                        <a:pos x="T6" y="T7"/>
                      </a:cxn>
                      <a:cxn ang="0">
                        <a:pos x="T8" y="T9"/>
                      </a:cxn>
                    </a:cxnLst>
                    <a:rect l="0" t="0" r="r" b="b"/>
                    <a:pathLst>
                      <a:path w="19" h="19">
                        <a:moveTo>
                          <a:pt x="3" y="3"/>
                        </a:moveTo>
                        <a:cubicBezTo>
                          <a:pt x="0" y="7"/>
                          <a:pt x="0" y="12"/>
                          <a:pt x="3" y="16"/>
                        </a:cubicBezTo>
                        <a:cubicBezTo>
                          <a:pt x="7" y="19"/>
                          <a:pt x="12" y="19"/>
                          <a:pt x="16" y="16"/>
                        </a:cubicBezTo>
                        <a:cubicBezTo>
                          <a:pt x="19" y="12"/>
                          <a:pt x="19" y="7"/>
                          <a:pt x="16" y="3"/>
                        </a:cubicBezTo>
                        <a:cubicBezTo>
                          <a:pt x="12"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6" name="Freeform 8"/>
                  <p:cNvSpPr/>
                  <p:nvPr/>
                </p:nvSpPr>
                <p:spPr bwMode="auto">
                  <a:xfrm rot="5400000">
                    <a:off x="5559990" y="4239018"/>
                    <a:ext cx="38359" cy="40915"/>
                  </a:xfrm>
                  <a:custGeom>
                    <a:avLst/>
                    <a:gdLst>
                      <a:gd name="T0" fmla="*/ 3 w 19"/>
                      <a:gd name="T1" fmla="*/ 4 h 20"/>
                      <a:gd name="T2" fmla="*/ 3 w 19"/>
                      <a:gd name="T3" fmla="*/ 17 h 20"/>
                      <a:gd name="T4" fmla="*/ 16 w 19"/>
                      <a:gd name="T5" fmla="*/ 17 h 20"/>
                      <a:gd name="T6" fmla="*/ 16 w 19"/>
                      <a:gd name="T7" fmla="*/ 4 h 20"/>
                      <a:gd name="T8" fmla="*/ 3 w 19"/>
                      <a:gd name="T9" fmla="*/ 4 h 20"/>
                    </a:gdLst>
                    <a:ahLst/>
                    <a:cxnLst>
                      <a:cxn ang="0">
                        <a:pos x="T0" y="T1"/>
                      </a:cxn>
                      <a:cxn ang="0">
                        <a:pos x="T2" y="T3"/>
                      </a:cxn>
                      <a:cxn ang="0">
                        <a:pos x="T4" y="T5"/>
                      </a:cxn>
                      <a:cxn ang="0">
                        <a:pos x="T6" y="T7"/>
                      </a:cxn>
                      <a:cxn ang="0">
                        <a:pos x="T8" y="T9"/>
                      </a:cxn>
                    </a:cxnLst>
                    <a:rect l="0" t="0" r="r" b="b"/>
                    <a:pathLst>
                      <a:path w="19" h="20">
                        <a:moveTo>
                          <a:pt x="3" y="4"/>
                        </a:moveTo>
                        <a:cubicBezTo>
                          <a:pt x="0" y="7"/>
                          <a:pt x="0" y="13"/>
                          <a:pt x="3" y="17"/>
                        </a:cubicBezTo>
                        <a:cubicBezTo>
                          <a:pt x="7" y="20"/>
                          <a:pt x="12" y="20"/>
                          <a:pt x="16" y="17"/>
                        </a:cubicBezTo>
                        <a:cubicBezTo>
                          <a:pt x="19" y="13"/>
                          <a:pt x="19" y="7"/>
                          <a:pt x="16" y="4"/>
                        </a:cubicBezTo>
                        <a:cubicBezTo>
                          <a:pt x="12"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7" name="Freeform 9"/>
                  <p:cNvSpPr/>
                  <p:nvPr/>
                </p:nvSpPr>
                <p:spPr bwMode="auto">
                  <a:xfrm rot="5400000">
                    <a:off x="5509273" y="4287179"/>
                    <a:ext cx="40916" cy="40915"/>
                  </a:xfrm>
                  <a:custGeom>
                    <a:avLst/>
                    <a:gdLst>
                      <a:gd name="T0" fmla="*/ 4 w 20"/>
                      <a:gd name="T1" fmla="*/ 4 h 20"/>
                      <a:gd name="T2" fmla="*/ 4 w 20"/>
                      <a:gd name="T3" fmla="*/ 16 h 20"/>
                      <a:gd name="T4" fmla="*/ 16 w 20"/>
                      <a:gd name="T5" fmla="*/ 16 h 20"/>
                      <a:gd name="T6" fmla="*/ 16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6"/>
                        </a:cubicBezTo>
                        <a:cubicBezTo>
                          <a:pt x="7" y="20"/>
                          <a:pt x="13" y="20"/>
                          <a:pt x="16" y="16"/>
                        </a:cubicBezTo>
                        <a:cubicBezTo>
                          <a:pt x="20" y="13"/>
                          <a:pt x="20" y="7"/>
                          <a:pt x="16"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8" name="Freeform 10"/>
                  <p:cNvSpPr/>
                  <p:nvPr/>
                </p:nvSpPr>
                <p:spPr bwMode="auto">
                  <a:xfrm rot="5400000">
                    <a:off x="5363085" y="4141843"/>
                    <a:ext cx="40916" cy="41768"/>
                  </a:xfrm>
                  <a:custGeom>
                    <a:avLst/>
                    <a:gdLst>
                      <a:gd name="T0" fmla="*/ 4 w 20"/>
                      <a:gd name="T1" fmla="*/ 17 h 20"/>
                      <a:gd name="T2" fmla="*/ 4 w 20"/>
                      <a:gd name="T3" fmla="*/ 4 h 20"/>
                      <a:gd name="T4" fmla="*/ 16 w 20"/>
                      <a:gd name="T5" fmla="*/ 4 h 20"/>
                      <a:gd name="T6" fmla="*/ 16 w 20"/>
                      <a:gd name="T7" fmla="*/ 17 h 20"/>
                      <a:gd name="T8" fmla="*/ 4 w 20"/>
                      <a:gd name="T9" fmla="*/ 17 h 20"/>
                    </a:gdLst>
                    <a:ahLst/>
                    <a:cxnLst>
                      <a:cxn ang="0">
                        <a:pos x="T0" y="T1"/>
                      </a:cxn>
                      <a:cxn ang="0">
                        <a:pos x="T2" y="T3"/>
                      </a:cxn>
                      <a:cxn ang="0">
                        <a:pos x="T4" y="T5"/>
                      </a:cxn>
                      <a:cxn ang="0">
                        <a:pos x="T6" y="T7"/>
                      </a:cxn>
                      <a:cxn ang="0">
                        <a:pos x="T8" y="T9"/>
                      </a:cxn>
                    </a:cxnLst>
                    <a:rect l="0" t="0" r="r" b="b"/>
                    <a:pathLst>
                      <a:path w="20" h="20">
                        <a:moveTo>
                          <a:pt x="4" y="17"/>
                        </a:moveTo>
                        <a:cubicBezTo>
                          <a:pt x="0" y="13"/>
                          <a:pt x="0" y="7"/>
                          <a:pt x="4" y="4"/>
                        </a:cubicBezTo>
                        <a:cubicBezTo>
                          <a:pt x="7" y="0"/>
                          <a:pt x="13" y="0"/>
                          <a:pt x="16" y="4"/>
                        </a:cubicBezTo>
                        <a:cubicBezTo>
                          <a:pt x="20" y="7"/>
                          <a:pt x="20" y="13"/>
                          <a:pt x="16" y="17"/>
                        </a:cubicBezTo>
                        <a:cubicBezTo>
                          <a:pt x="13" y="20"/>
                          <a:pt x="7" y="20"/>
                          <a:pt x="4"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39" name="Freeform 11"/>
                  <p:cNvSpPr/>
                  <p:nvPr/>
                </p:nvSpPr>
                <p:spPr bwMode="auto">
                  <a:xfrm rot="5400000">
                    <a:off x="5412098" y="4190856"/>
                    <a:ext cx="39211" cy="39211"/>
                  </a:xfrm>
                  <a:custGeom>
                    <a:avLst/>
                    <a:gdLst>
                      <a:gd name="T0" fmla="*/ 3 w 19"/>
                      <a:gd name="T1" fmla="*/ 16 h 19"/>
                      <a:gd name="T2" fmla="*/ 3 w 19"/>
                      <a:gd name="T3" fmla="*/ 3 h 19"/>
                      <a:gd name="T4" fmla="*/ 16 w 19"/>
                      <a:gd name="T5" fmla="*/ 3 h 19"/>
                      <a:gd name="T6" fmla="*/ 16 w 19"/>
                      <a:gd name="T7" fmla="*/ 16 h 19"/>
                      <a:gd name="T8" fmla="*/ 3 w 19"/>
                      <a:gd name="T9" fmla="*/ 16 h 19"/>
                    </a:gdLst>
                    <a:ahLst/>
                    <a:cxnLst>
                      <a:cxn ang="0">
                        <a:pos x="T0" y="T1"/>
                      </a:cxn>
                      <a:cxn ang="0">
                        <a:pos x="T2" y="T3"/>
                      </a:cxn>
                      <a:cxn ang="0">
                        <a:pos x="T4" y="T5"/>
                      </a:cxn>
                      <a:cxn ang="0">
                        <a:pos x="T6" y="T7"/>
                      </a:cxn>
                      <a:cxn ang="0">
                        <a:pos x="T8" y="T9"/>
                      </a:cxn>
                    </a:cxnLst>
                    <a:rect l="0" t="0" r="r" b="b"/>
                    <a:pathLst>
                      <a:path w="19" h="19">
                        <a:moveTo>
                          <a:pt x="3" y="16"/>
                        </a:moveTo>
                        <a:cubicBezTo>
                          <a:pt x="0" y="12"/>
                          <a:pt x="0" y="7"/>
                          <a:pt x="3" y="3"/>
                        </a:cubicBezTo>
                        <a:cubicBezTo>
                          <a:pt x="7" y="0"/>
                          <a:pt x="12" y="0"/>
                          <a:pt x="16" y="3"/>
                        </a:cubicBezTo>
                        <a:cubicBezTo>
                          <a:pt x="19" y="7"/>
                          <a:pt x="19" y="12"/>
                          <a:pt x="16" y="16"/>
                        </a:cubicBezTo>
                        <a:cubicBezTo>
                          <a:pt x="12" y="19"/>
                          <a:pt x="7" y="19"/>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0" name="Freeform 12"/>
                  <p:cNvSpPr/>
                  <p:nvPr/>
                </p:nvSpPr>
                <p:spPr bwMode="auto">
                  <a:xfrm rot="5400000">
                    <a:off x="5461112" y="4239018"/>
                    <a:ext cx="38359" cy="40915"/>
                  </a:xfrm>
                  <a:custGeom>
                    <a:avLst/>
                    <a:gdLst>
                      <a:gd name="T0" fmla="*/ 3 w 19"/>
                      <a:gd name="T1" fmla="*/ 16 h 20"/>
                      <a:gd name="T2" fmla="*/ 3 w 19"/>
                      <a:gd name="T3" fmla="*/ 3 h 20"/>
                      <a:gd name="T4" fmla="*/ 16 w 19"/>
                      <a:gd name="T5" fmla="*/ 3 h 20"/>
                      <a:gd name="T6" fmla="*/ 16 w 19"/>
                      <a:gd name="T7" fmla="*/ 16 h 20"/>
                      <a:gd name="T8" fmla="*/ 3 w 19"/>
                      <a:gd name="T9" fmla="*/ 16 h 20"/>
                    </a:gdLst>
                    <a:ahLst/>
                    <a:cxnLst>
                      <a:cxn ang="0">
                        <a:pos x="T0" y="T1"/>
                      </a:cxn>
                      <a:cxn ang="0">
                        <a:pos x="T2" y="T3"/>
                      </a:cxn>
                      <a:cxn ang="0">
                        <a:pos x="T4" y="T5"/>
                      </a:cxn>
                      <a:cxn ang="0">
                        <a:pos x="T6" y="T7"/>
                      </a:cxn>
                      <a:cxn ang="0">
                        <a:pos x="T8" y="T9"/>
                      </a:cxn>
                    </a:cxnLst>
                    <a:rect l="0" t="0" r="r" b="b"/>
                    <a:pathLst>
                      <a:path w="19" h="20">
                        <a:moveTo>
                          <a:pt x="3" y="16"/>
                        </a:moveTo>
                        <a:cubicBezTo>
                          <a:pt x="0" y="13"/>
                          <a:pt x="0" y="7"/>
                          <a:pt x="3" y="3"/>
                        </a:cubicBezTo>
                        <a:cubicBezTo>
                          <a:pt x="7" y="0"/>
                          <a:pt x="12" y="0"/>
                          <a:pt x="16" y="3"/>
                        </a:cubicBezTo>
                        <a:cubicBezTo>
                          <a:pt x="19" y="7"/>
                          <a:pt x="19" y="13"/>
                          <a:pt x="16" y="16"/>
                        </a:cubicBezTo>
                        <a:cubicBezTo>
                          <a:pt x="12"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1" name="Freeform 13"/>
                  <p:cNvSpPr/>
                  <p:nvPr/>
                </p:nvSpPr>
                <p:spPr bwMode="auto">
                  <a:xfrm rot="5400000">
                    <a:off x="5509273" y="4287179"/>
                    <a:ext cx="40916" cy="40915"/>
                  </a:xfrm>
                  <a:custGeom>
                    <a:avLst/>
                    <a:gdLst>
                      <a:gd name="T0" fmla="*/ 4 w 20"/>
                      <a:gd name="T1" fmla="*/ 16 h 20"/>
                      <a:gd name="T2" fmla="*/ 4 w 20"/>
                      <a:gd name="T3" fmla="*/ 4 h 20"/>
                      <a:gd name="T4" fmla="*/ 16 w 20"/>
                      <a:gd name="T5" fmla="*/ 4 h 20"/>
                      <a:gd name="T6" fmla="*/ 16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4"/>
                        </a:cubicBezTo>
                        <a:cubicBezTo>
                          <a:pt x="7" y="0"/>
                          <a:pt x="13" y="0"/>
                          <a:pt x="16" y="4"/>
                        </a:cubicBezTo>
                        <a:cubicBezTo>
                          <a:pt x="20" y="7"/>
                          <a:pt x="20" y="13"/>
                          <a:pt x="16"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2" name="Freeform 14"/>
                  <p:cNvSpPr/>
                  <p:nvPr/>
                </p:nvSpPr>
                <p:spPr bwMode="auto">
                  <a:xfrm rot="5400000">
                    <a:off x="5656312" y="4035292"/>
                    <a:ext cx="38359" cy="40915"/>
                  </a:xfrm>
                  <a:custGeom>
                    <a:avLst/>
                    <a:gdLst>
                      <a:gd name="T0" fmla="*/ 3 w 19"/>
                      <a:gd name="T1" fmla="*/ 3 h 20"/>
                      <a:gd name="T2" fmla="*/ 3 w 19"/>
                      <a:gd name="T3" fmla="*/ 16 h 20"/>
                      <a:gd name="T4" fmla="*/ 16 w 19"/>
                      <a:gd name="T5" fmla="*/ 16 h 20"/>
                      <a:gd name="T6" fmla="*/ 16 w 19"/>
                      <a:gd name="T7" fmla="*/ 3 h 20"/>
                      <a:gd name="T8" fmla="*/ 3 w 19"/>
                      <a:gd name="T9" fmla="*/ 3 h 20"/>
                    </a:gdLst>
                    <a:ahLst/>
                    <a:cxnLst>
                      <a:cxn ang="0">
                        <a:pos x="T0" y="T1"/>
                      </a:cxn>
                      <a:cxn ang="0">
                        <a:pos x="T2" y="T3"/>
                      </a:cxn>
                      <a:cxn ang="0">
                        <a:pos x="T4" y="T5"/>
                      </a:cxn>
                      <a:cxn ang="0">
                        <a:pos x="T6" y="T7"/>
                      </a:cxn>
                      <a:cxn ang="0">
                        <a:pos x="T8" y="T9"/>
                      </a:cxn>
                    </a:cxnLst>
                    <a:rect l="0" t="0" r="r" b="b"/>
                    <a:pathLst>
                      <a:path w="19" h="20">
                        <a:moveTo>
                          <a:pt x="3" y="3"/>
                        </a:moveTo>
                        <a:cubicBezTo>
                          <a:pt x="0" y="7"/>
                          <a:pt x="0" y="13"/>
                          <a:pt x="3" y="16"/>
                        </a:cubicBezTo>
                        <a:cubicBezTo>
                          <a:pt x="7" y="20"/>
                          <a:pt x="12" y="20"/>
                          <a:pt x="16" y="16"/>
                        </a:cubicBezTo>
                        <a:cubicBezTo>
                          <a:pt x="19" y="13"/>
                          <a:pt x="19" y="7"/>
                          <a:pt x="16" y="3"/>
                        </a:cubicBezTo>
                        <a:cubicBezTo>
                          <a:pt x="12"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3" name="Freeform 15"/>
                  <p:cNvSpPr/>
                  <p:nvPr/>
                </p:nvSpPr>
                <p:spPr bwMode="auto">
                  <a:xfrm rot="5400000">
                    <a:off x="5607725" y="4083879"/>
                    <a:ext cx="40064" cy="39211"/>
                  </a:xfrm>
                  <a:custGeom>
                    <a:avLst/>
                    <a:gdLst>
                      <a:gd name="T0" fmla="*/ 4 w 20"/>
                      <a:gd name="T1" fmla="*/ 3 h 19"/>
                      <a:gd name="T2" fmla="*/ 4 w 20"/>
                      <a:gd name="T3" fmla="*/ 16 h 19"/>
                      <a:gd name="T4" fmla="*/ 17 w 20"/>
                      <a:gd name="T5" fmla="*/ 16 h 19"/>
                      <a:gd name="T6" fmla="*/ 17 w 20"/>
                      <a:gd name="T7" fmla="*/ 3 h 19"/>
                      <a:gd name="T8" fmla="*/ 4 w 20"/>
                      <a:gd name="T9" fmla="*/ 3 h 19"/>
                    </a:gdLst>
                    <a:ahLst/>
                    <a:cxnLst>
                      <a:cxn ang="0">
                        <a:pos x="T0" y="T1"/>
                      </a:cxn>
                      <a:cxn ang="0">
                        <a:pos x="T2" y="T3"/>
                      </a:cxn>
                      <a:cxn ang="0">
                        <a:pos x="T4" y="T5"/>
                      </a:cxn>
                      <a:cxn ang="0">
                        <a:pos x="T6" y="T7"/>
                      </a:cxn>
                      <a:cxn ang="0">
                        <a:pos x="T8" y="T9"/>
                      </a:cxn>
                    </a:cxnLst>
                    <a:rect l="0" t="0" r="r" b="b"/>
                    <a:pathLst>
                      <a:path w="20" h="19">
                        <a:moveTo>
                          <a:pt x="4" y="3"/>
                        </a:moveTo>
                        <a:cubicBezTo>
                          <a:pt x="0" y="7"/>
                          <a:pt x="0" y="12"/>
                          <a:pt x="4" y="16"/>
                        </a:cubicBezTo>
                        <a:cubicBezTo>
                          <a:pt x="7" y="19"/>
                          <a:pt x="13" y="19"/>
                          <a:pt x="17" y="16"/>
                        </a:cubicBezTo>
                        <a:cubicBezTo>
                          <a:pt x="20" y="12"/>
                          <a:pt x="20" y="7"/>
                          <a:pt x="17"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4" name="Freeform 16"/>
                  <p:cNvSpPr/>
                  <p:nvPr/>
                </p:nvSpPr>
                <p:spPr bwMode="auto">
                  <a:xfrm rot="5400000">
                    <a:off x="5558712" y="4132040"/>
                    <a:ext cx="40916" cy="40915"/>
                  </a:xfrm>
                  <a:custGeom>
                    <a:avLst/>
                    <a:gdLst>
                      <a:gd name="T0" fmla="*/ 4 w 20"/>
                      <a:gd name="T1" fmla="*/ 4 h 20"/>
                      <a:gd name="T2" fmla="*/ 4 w 20"/>
                      <a:gd name="T3" fmla="*/ 17 h 20"/>
                      <a:gd name="T4" fmla="*/ 16 w 20"/>
                      <a:gd name="T5" fmla="*/ 17 h 20"/>
                      <a:gd name="T6" fmla="*/ 16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7"/>
                        </a:cubicBezTo>
                        <a:cubicBezTo>
                          <a:pt x="7" y="20"/>
                          <a:pt x="13" y="20"/>
                          <a:pt x="16" y="17"/>
                        </a:cubicBezTo>
                        <a:cubicBezTo>
                          <a:pt x="20" y="13"/>
                          <a:pt x="20" y="7"/>
                          <a:pt x="16"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5" name="Freeform 17"/>
                  <p:cNvSpPr/>
                  <p:nvPr/>
                </p:nvSpPr>
                <p:spPr bwMode="auto">
                  <a:xfrm rot="5400000">
                    <a:off x="5509273" y="4180627"/>
                    <a:ext cx="40916" cy="40915"/>
                  </a:xfrm>
                  <a:custGeom>
                    <a:avLst/>
                    <a:gdLst>
                      <a:gd name="T0" fmla="*/ 3 w 20"/>
                      <a:gd name="T1" fmla="*/ 4 h 20"/>
                      <a:gd name="T2" fmla="*/ 3 w 20"/>
                      <a:gd name="T3" fmla="*/ 16 h 20"/>
                      <a:gd name="T4" fmla="*/ 16 w 20"/>
                      <a:gd name="T5" fmla="*/ 16 h 20"/>
                      <a:gd name="T6" fmla="*/ 16 w 20"/>
                      <a:gd name="T7" fmla="*/ 4 h 20"/>
                      <a:gd name="T8" fmla="*/ 3 w 20"/>
                      <a:gd name="T9" fmla="*/ 4 h 20"/>
                    </a:gdLst>
                    <a:ahLst/>
                    <a:cxnLst>
                      <a:cxn ang="0">
                        <a:pos x="T0" y="T1"/>
                      </a:cxn>
                      <a:cxn ang="0">
                        <a:pos x="T2" y="T3"/>
                      </a:cxn>
                      <a:cxn ang="0">
                        <a:pos x="T4" y="T5"/>
                      </a:cxn>
                      <a:cxn ang="0">
                        <a:pos x="T6" y="T7"/>
                      </a:cxn>
                      <a:cxn ang="0">
                        <a:pos x="T8" y="T9"/>
                      </a:cxn>
                    </a:cxnLst>
                    <a:rect l="0" t="0" r="r" b="b"/>
                    <a:pathLst>
                      <a:path w="20" h="20">
                        <a:moveTo>
                          <a:pt x="3" y="4"/>
                        </a:moveTo>
                        <a:cubicBezTo>
                          <a:pt x="0" y="7"/>
                          <a:pt x="0" y="13"/>
                          <a:pt x="3" y="16"/>
                        </a:cubicBezTo>
                        <a:cubicBezTo>
                          <a:pt x="7" y="20"/>
                          <a:pt x="13" y="20"/>
                          <a:pt x="16" y="16"/>
                        </a:cubicBezTo>
                        <a:cubicBezTo>
                          <a:pt x="20" y="13"/>
                          <a:pt x="20" y="7"/>
                          <a:pt x="16" y="4"/>
                        </a:cubicBezTo>
                        <a:cubicBezTo>
                          <a:pt x="13"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6" name="Freeform 18"/>
                  <p:cNvSpPr/>
                  <p:nvPr/>
                </p:nvSpPr>
                <p:spPr bwMode="auto">
                  <a:xfrm rot="5400000">
                    <a:off x="5364363" y="4034866"/>
                    <a:ext cx="38359" cy="41768"/>
                  </a:xfrm>
                  <a:custGeom>
                    <a:avLst/>
                    <a:gdLst>
                      <a:gd name="T0" fmla="*/ 3 w 19"/>
                      <a:gd name="T1" fmla="*/ 17 h 20"/>
                      <a:gd name="T2" fmla="*/ 3 w 19"/>
                      <a:gd name="T3" fmla="*/ 4 h 20"/>
                      <a:gd name="T4" fmla="*/ 16 w 19"/>
                      <a:gd name="T5" fmla="*/ 4 h 20"/>
                      <a:gd name="T6" fmla="*/ 16 w 19"/>
                      <a:gd name="T7" fmla="*/ 17 h 20"/>
                      <a:gd name="T8" fmla="*/ 3 w 19"/>
                      <a:gd name="T9" fmla="*/ 17 h 20"/>
                    </a:gdLst>
                    <a:ahLst/>
                    <a:cxnLst>
                      <a:cxn ang="0">
                        <a:pos x="T0" y="T1"/>
                      </a:cxn>
                      <a:cxn ang="0">
                        <a:pos x="T2" y="T3"/>
                      </a:cxn>
                      <a:cxn ang="0">
                        <a:pos x="T4" y="T5"/>
                      </a:cxn>
                      <a:cxn ang="0">
                        <a:pos x="T6" y="T7"/>
                      </a:cxn>
                      <a:cxn ang="0">
                        <a:pos x="T8" y="T9"/>
                      </a:cxn>
                    </a:cxnLst>
                    <a:rect l="0" t="0" r="r" b="b"/>
                    <a:pathLst>
                      <a:path w="19" h="20">
                        <a:moveTo>
                          <a:pt x="3" y="17"/>
                        </a:moveTo>
                        <a:cubicBezTo>
                          <a:pt x="0" y="13"/>
                          <a:pt x="0" y="7"/>
                          <a:pt x="3" y="4"/>
                        </a:cubicBezTo>
                        <a:cubicBezTo>
                          <a:pt x="7" y="0"/>
                          <a:pt x="12" y="0"/>
                          <a:pt x="16" y="4"/>
                        </a:cubicBezTo>
                        <a:cubicBezTo>
                          <a:pt x="19" y="7"/>
                          <a:pt x="19" y="13"/>
                          <a:pt x="16" y="17"/>
                        </a:cubicBezTo>
                        <a:cubicBezTo>
                          <a:pt x="12" y="20"/>
                          <a:pt x="7" y="20"/>
                          <a:pt x="3"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7" name="Freeform 19"/>
                  <p:cNvSpPr/>
                  <p:nvPr/>
                </p:nvSpPr>
                <p:spPr bwMode="auto">
                  <a:xfrm rot="5400000">
                    <a:off x="5411672" y="4083879"/>
                    <a:ext cx="40064" cy="39211"/>
                  </a:xfrm>
                  <a:custGeom>
                    <a:avLst/>
                    <a:gdLst>
                      <a:gd name="T0" fmla="*/ 4 w 20"/>
                      <a:gd name="T1" fmla="*/ 16 h 19"/>
                      <a:gd name="T2" fmla="*/ 4 w 20"/>
                      <a:gd name="T3" fmla="*/ 3 h 19"/>
                      <a:gd name="T4" fmla="*/ 17 w 20"/>
                      <a:gd name="T5" fmla="*/ 3 h 19"/>
                      <a:gd name="T6" fmla="*/ 17 w 20"/>
                      <a:gd name="T7" fmla="*/ 16 h 19"/>
                      <a:gd name="T8" fmla="*/ 4 w 20"/>
                      <a:gd name="T9" fmla="*/ 16 h 19"/>
                    </a:gdLst>
                    <a:ahLst/>
                    <a:cxnLst>
                      <a:cxn ang="0">
                        <a:pos x="T0" y="T1"/>
                      </a:cxn>
                      <a:cxn ang="0">
                        <a:pos x="T2" y="T3"/>
                      </a:cxn>
                      <a:cxn ang="0">
                        <a:pos x="T4" y="T5"/>
                      </a:cxn>
                      <a:cxn ang="0">
                        <a:pos x="T6" y="T7"/>
                      </a:cxn>
                      <a:cxn ang="0">
                        <a:pos x="T8" y="T9"/>
                      </a:cxn>
                    </a:cxnLst>
                    <a:rect l="0" t="0" r="r" b="b"/>
                    <a:pathLst>
                      <a:path w="20" h="19">
                        <a:moveTo>
                          <a:pt x="4" y="16"/>
                        </a:moveTo>
                        <a:cubicBezTo>
                          <a:pt x="0" y="12"/>
                          <a:pt x="0" y="7"/>
                          <a:pt x="4" y="3"/>
                        </a:cubicBezTo>
                        <a:cubicBezTo>
                          <a:pt x="7" y="0"/>
                          <a:pt x="13" y="0"/>
                          <a:pt x="17" y="3"/>
                        </a:cubicBezTo>
                        <a:cubicBezTo>
                          <a:pt x="20" y="7"/>
                          <a:pt x="20" y="12"/>
                          <a:pt x="17" y="16"/>
                        </a:cubicBezTo>
                        <a:cubicBezTo>
                          <a:pt x="13" y="19"/>
                          <a:pt x="7" y="19"/>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8" name="Freeform 20"/>
                  <p:cNvSpPr/>
                  <p:nvPr/>
                </p:nvSpPr>
                <p:spPr bwMode="auto">
                  <a:xfrm rot="5400000">
                    <a:off x="5459833" y="4132040"/>
                    <a:ext cx="40916" cy="40915"/>
                  </a:xfrm>
                  <a:custGeom>
                    <a:avLst/>
                    <a:gdLst>
                      <a:gd name="T0" fmla="*/ 4 w 20"/>
                      <a:gd name="T1" fmla="*/ 16 h 20"/>
                      <a:gd name="T2" fmla="*/ 4 w 20"/>
                      <a:gd name="T3" fmla="*/ 3 h 20"/>
                      <a:gd name="T4" fmla="*/ 16 w 20"/>
                      <a:gd name="T5" fmla="*/ 3 h 20"/>
                      <a:gd name="T6" fmla="*/ 16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3"/>
                        </a:cubicBezTo>
                        <a:cubicBezTo>
                          <a:pt x="7" y="0"/>
                          <a:pt x="13" y="0"/>
                          <a:pt x="16" y="3"/>
                        </a:cubicBezTo>
                        <a:cubicBezTo>
                          <a:pt x="20" y="7"/>
                          <a:pt x="20" y="13"/>
                          <a:pt x="16"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49" name="Freeform 21"/>
                  <p:cNvSpPr/>
                  <p:nvPr/>
                </p:nvSpPr>
                <p:spPr bwMode="auto">
                  <a:xfrm rot="5400000">
                    <a:off x="5509273" y="4180627"/>
                    <a:ext cx="40916" cy="40915"/>
                  </a:xfrm>
                  <a:custGeom>
                    <a:avLst/>
                    <a:gdLst>
                      <a:gd name="T0" fmla="*/ 3 w 20"/>
                      <a:gd name="T1" fmla="*/ 16 h 20"/>
                      <a:gd name="T2" fmla="*/ 3 w 20"/>
                      <a:gd name="T3" fmla="*/ 4 h 20"/>
                      <a:gd name="T4" fmla="*/ 16 w 20"/>
                      <a:gd name="T5" fmla="*/ 4 h 20"/>
                      <a:gd name="T6" fmla="*/ 16 w 20"/>
                      <a:gd name="T7" fmla="*/ 16 h 20"/>
                      <a:gd name="T8" fmla="*/ 3 w 20"/>
                      <a:gd name="T9" fmla="*/ 16 h 20"/>
                    </a:gdLst>
                    <a:ahLst/>
                    <a:cxnLst>
                      <a:cxn ang="0">
                        <a:pos x="T0" y="T1"/>
                      </a:cxn>
                      <a:cxn ang="0">
                        <a:pos x="T2" y="T3"/>
                      </a:cxn>
                      <a:cxn ang="0">
                        <a:pos x="T4" y="T5"/>
                      </a:cxn>
                      <a:cxn ang="0">
                        <a:pos x="T6" y="T7"/>
                      </a:cxn>
                      <a:cxn ang="0">
                        <a:pos x="T8" y="T9"/>
                      </a:cxn>
                    </a:cxnLst>
                    <a:rect l="0" t="0" r="r" b="b"/>
                    <a:pathLst>
                      <a:path w="20" h="20">
                        <a:moveTo>
                          <a:pt x="3" y="16"/>
                        </a:moveTo>
                        <a:cubicBezTo>
                          <a:pt x="0" y="13"/>
                          <a:pt x="0" y="7"/>
                          <a:pt x="3" y="4"/>
                        </a:cubicBezTo>
                        <a:cubicBezTo>
                          <a:pt x="7" y="0"/>
                          <a:pt x="13" y="0"/>
                          <a:pt x="16" y="4"/>
                        </a:cubicBezTo>
                        <a:cubicBezTo>
                          <a:pt x="20" y="7"/>
                          <a:pt x="20" y="13"/>
                          <a:pt x="16" y="16"/>
                        </a:cubicBezTo>
                        <a:cubicBezTo>
                          <a:pt x="13"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0" name="Freeform 22"/>
                  <p:cNvSpPr/>
                  <p:nvPr/>
                </p:nvSpPr>
                <p:spPr bwMode="auto">
                  <a:xfrm rot="5400000">
                    <a:off x="5655033" y="3928314"/>
                    <a:ext cx="40916" cy="40915"/>
                  </a:xfrm>
                  <a:custGeom>
                    <a:avLst/>
                    <a:gdLst>
                      <a:gd name="T0" fmla="*/ 4 w 20"/>
                      <a:gd name="T1" fmla="*/ 3 h 20"/>
                      <a:gd name="T2" fmla="*/ 4 w 20"/>
                      <a:gd name="T3" fmla="*/ 16 h 20"/>
                      <a:gd name="T4" fmla="*/ 16 w 20"/>
                      <a:gd name="T5" fmla="*/ 16 h 20"/>
                      <a:gd name="T6" fmla="*/ 16 w 20"/>
                      <a:gd name="T7" fmla="*/ 3 h 20"/>
                      <a:gd name="T8" fmla="*/ 4 w 20"/>
                      <a:gd name="T9" fmla="*/ 3 h 20"/>
                    </a:gdLst>
                    <a:ahLst/>
                    <a:cxnLst>
                      <a:cxn ang="0">
                        <a:pos x="T0" y="T1"/>
                      </a:cxn>
                      <a:cxn ang="0">
                        <a:pos x="T2" y="T3"/>
                      </a:cxn>
                      <a:cxn ang="0">
                        <a:pos x="T4" y="T5"/>
                      </a:cxn>
                      <a:cxn ang="0">
                        <a:pos x="T6" y="T7"/>
                      </a:cxn>
                      <a:cxn ang="0">
                        <a:pos x="T8" y="T9"/>
                      </a:cxn>
                    </a:cxnLst>
                    <a:rect l="0" t="0" r="r" b="b"/>
                    <a:pathLst>
                      <a:path w="20" h="20">
                        <a:moveTo>
                          <a:pt x="4" y="3"/>
                        </a:moveTo>
                        <a:cubicBezTo>
                          <a:pt x="0" y="7"/>
                          <a:pt x="0" y="13"/>
                          <a:pt x="4" y="16"/>
                        </a:cubicBezTo>
                        <a:cubicBezTo>
                          <a:pt x="7" y="20"/>
                          <a:pt x="13" y="20"/>
                          <a:pt x="16" y="16"/>
                        </a:cubicBezTo>
                        <a:cubicBezTo>
                          <a:pt x="20" y="13"/>
                          <a:pt x="20" y="7"/>
                          <a:pt x="16" y="3"/>
                        </a:cubicBezTo>
                        <a:cubicBezTo>
                          <a:pt x="13" y="0"/>
                          <a:pt x="7" y="0"/>
                          <a:pt x="4"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1" name="Freeform 23"/>
                  <p:cNvSpPr/>
                  <p:nvPr/>
                </p:nvSpPr>
                <p:spPr bwMode="auto">
                  <a:xfrm rot="5400000">
                    <a:off x="5607299" y="3977754"/>
                    <a:ext cx="40916" cy="39211"/>
                  </a:xfrm>
                  <a:custGeom>
                    <a:avLst/>
                    <a:gdLst>
                      <a:gd name="T0" fmla="*/ 3 w 20"/>
                      <a:gd name="T1" fmla="*/ 3 h 19"/>
                      <a:gd name="T2" fmla="*/ 3 w 20"/>
                      <a:gd name="T3" fmla="*/ 16 h 19"/>
                      <a:gd name="T4" fmla="*/ 16 w 20"/>
                      <a:gd name="T5" fmla="*/ 16 h 19"/>
                      <a:gd name="T6" fmla="*/ 16 w 20"/>
                      <a:gd name="T7" fmla="*/ 3 h 19"/>
                      <a:gd name="T8" fmla="*/ 3 w 20"/>
                      <a:gd name="T9" fmla="*/ 3 h 19"/>
                    </a:gdLst>
                    <a:ahLst/>
                    <a:cxnLst>
                      <a:cxn ang="0">
                        <a:pos x="T0" y="T1"/>
                      </a:cxn>
                      <a:cxn ang="0">
                        <a:pos x="T2" y="T3"/>
                      </a:cxn>
                      <a:cxn ang="0">
                        <a:pos x="T4" y="T5"/>
                      </a:cxn>
                      <a:cxn ang="0">
                        <a:pos x="T6" y="T7"/>
                      </a:cxn>
                      <a:cxn ang="0">
                        <a:pos x="T8" y="T9"/>
                      </a:cxn>
                    </a:cxnLst>
                    <a:rect l="0" t="0" r="r" b="b"/>
                    <a:pathLst>
                      <a:path w="20" h="19">
                        <a:moveTo>
                          <a:pt x="3" y="3"/>
                        </a:moveTo>
                        <a:cubicBezTo>
                          <a:pt x="0" y="7"/>
                          <a:pt x="0" y="12"/>
                          <a:pt x="3" y="16"/>
                        </a:cubicBezTo>
                        <a:cubicBezTo>
                          <a:pt x="7" y="19"/>
                          <a:pt x="13" y="19"/>
                          <a:pt x="16" y="16"/>
                        </a:cubicBezTo>
                        <a:cubicBezTo>
                          <a:pt x="20" y="12"/>
                          <a:pt x="20" y="7"/>
                          <a:pt x="16" y="3"/>
                        </a:cubicBezTo>
                        <a:cubicBezTo>
                          <a:pt x="13" y="0"/>
                          <a:pt x="7" y="0"/>
                          <a:pt x="3" y="3"/>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2" name="Freeform 24"/>
                  <p:cNvSpPr/>
                  <p:nvPr/>
                </p:nvSpPr>
                <p:spPr bwMode="auto">
                  <a:xfrm rot="5400000">
                    <a:off x="5559990" y="4025063"/>
                    <a:ext cx="38359" cy="40915"/>
                  </a:xfrm>
                  <a:custGeom>
                    <a:avLst/>
                    <a:gdLst>
                      <a:gd name="T0" fmla="*/ 3 w 19"/>
                      <a:gd name="T1" fmla="*/ 4 h 20"/>
                      <a:gd name="T2" fmla="*/ 3 w 19"/>
                      <a:gd name="T3" fmla="*/ 17 h 20"/>
                      <a:gd name="T4" fmla="*/ 16 w 19"/>
                      <a:gd name="T5" fmla="*/ 17 h 20"/>
                      <a:gd name="T6" fmla="*/ 16 w 19"/>
                      <a:gd name="T7" fmla="*/ 4 h 20"/>
                      <a:gd name="T8" fmla="*/ 3 w 19"/>
                      <a:gd name="T9" fmla="*/ 4 h 20"/>
                    </a:gdLst>
                    <a:ahLst/>
                    <a:cxnLst>
                      <a:cxn ang="0">
                        <a:pos x="T0" y="T1"/>
                      </a:cxn>
                      <a:cxn ang="0">
                        <a:pos x="T2" y="T3"/>
                      </a:cxn>
                      <a:cxn ang="0">
                        <a:pos x="T4" y="T5"/>
                      </a:cxn>
                      <a:cxn ang="0">
                        <a:pos x="T6" y="T7"/>
                      </a:cxn>
                      <a:cxn ang="0">
                        <a:pos x="T8" y="T9"/>
                      </a:cxn>
                    </a:cxnLst>
                    <a:rect l="0" t="0" r="r" b="b"/>
                    <a:pathLst>
                      <a:path w="19" h="20">
                        <a:moveTo>
                          <a:pt x="3" y="4"/>
                        </a:moveTo>
                        <a:cubicBezTo>
                          <a:pt x="0" y="7"/>
                          <a:pt x="0" y="13"/>
                          <a:pt x="3" y="17"/>
                        </a:cubicBezTo>
                        <a:cubicBezTo>
                          <a:pt x="7" y="20"/>
                          <a:pt x="12" y="20"/>
                          <a:pt x="16" y="17"/>
                        </a:cubicBezTo>
                        <a:cubicBezTo>
                          <a:pt x="19" y="13"/>
                          <a:pt x="19" y="7"/>
                          <a:pt x="16" y="4"/>
                        </a:cubicBezTo>
                        <a:cubicBezTo>
                          <a:pt x="12" y="0"/>
                          <a:pt x="7" y="0"/>
                          <a:pt x="3"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3" name="Freeform 25"/>
                  <p:cNvSpPr/>
                  <p:nvPr/>
                </p:nvSpPr>
                <p:spPr bwMode="auto">
                  <a:xfrm rot="5400000">
                    <a:off x="5509699" y="4072798"/>
                    <a:ext cx="40064" cy="40915"/>
                  </a:xfrm>
                  <a:custGeom>
                    <a:avLst/>
                    <a:gdLst>
                      <a:gd name="T0" fmla="*/ 4 w 20"/>
                      <a:gd name="T1" fmla="*/ 4 h 20"/>
                      <a:gd name="T2" fmla="*/ 4 w 20"/>
                      <a:gd name="T3" fmla="*/ 16 h 20"/>
                      <a:gd name="T4" fmla="*/ 17 w 20"/>
                      <a:gd name="T5" fmla="*/ 16 h 20"/>
                      <a:gd name="T6" fmla="*/ 17 w 20"/>
                      <a:gd name="T7" fmla="*/ 4 h 20"/>
                      <a:gd name="T8" fmla="*/ 4 w 20"/>
                      <a:gd name="T9" fmla="*/ 4 h 20"/>
                    </a:gdLst>
                    <a:ahLst/>
                    <a:cxnLst>
                      <a:cxn ang="0">
                        <a:pos x="T0" y="T1"/>
                      </a:cxn>
                      <a:cxn ang="0">
                        <a:pos x="T2" y="T3"/>
                      </a:cxn>
                      <a:cxn ang="0">
                        <a:pos x="T4" y="T5"/>
                      </a:cxn>
                      <a:cxn ang="0">
                        <a:pos x="T6" y="T7"/>
                      </a:cxn>
                      <a:cxn ang="0">
                        <a:pos x="T8" y="T9"/>
                      </a:cxn>
                    </a:cxnLst>
                    <a:rect l="0" t="0" r="r" b="b"/>
                    <a:pathLst>
                      <a:path w="20" h="20">
                        <a:moveTo>
                          <a:pt x="4" y="4"/>
                        </a:moveTo>
                        <a:cubicBezTo>
                          <a:pt x="0" y="7"/>
                          <a:pt x="0" y="13"/>
                          <a:pt x="4" y="16"/>
                        </a:cubicBezTo>
                        <a:cubicBezTo>
                          <a:pt x="7" y="20"/>
                          <a:pt x="13" y="20"/>
                          <a:pt x="17" y="16"/>
                        </a:cubicBezTo>
                        <a:cubicBezTo>
                          <a:pt x="20" y="13"/>
                          <a:pt x="20" y="7"/>
                          <a:pt x="17" y="4"/>
                        </a:cubicBezTo>
                        <a:cubicBezTo>
                          <a:pt x="13" y="0"/>
                          <a:pt x="7" y="0"/>
                          <a:pt x="4" y="4"/>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4" name="Freeform 26"/>
                  <p:cNvSpPr/>
                  <p:nvPr/>
                </p:nvSpPr>
                <p:spPr bwMode="auto">
                  <a:xfrm rot="5400000">
                    <a:off x="5363085" y="3927888"/>
                    <a:ext cx="40916" cy="41768"/>
                  </a:xfrm>
                  <a:custGeom>
                    <a:avLst/>
                    <a:gdLst>
                      <a:gd name="T0" fmla="*/ 4 w 20"/>
                      <a:gd name="T1" fmla="*/ 17 h 20"/>
                      <a:gd name="T2" fmla="*/ 4 w 20"/>
                      <a:gd name="T3" fmla="*/ 4 h 20"/>
                      <a:gd name="T4" fmla="*/ 16 w 20"/>
                      <a:gd name="T5" fmla="*/ 4 h 20"/>
                      <a:gd name="T6" fmla="*/ 16 w 20"/>
                      <a:gd name="T7" fmla="*/ 17 h 20"/>
                      <a:gd name="T8" fmla="*/ 4 w 20"/>
                      <a:gd name="T9" fmla="*/ 17 h 20"/>
                    </a:gdLst>
                    <a:ahLst/>
                    <a:cxnLst>
                      <a:cxn ang="0">
                        <a:pos x="T0" y="T1"/>
                      </a:cxn>
                      <a:cxn ang="0">
                        <a:pos x="T2" y="T3"/>
                      </a:cxn>
                      <a:cxn ang="0">
                        <a:pos x="T4" y="T5"/>
                      </a:cxn>
                      <a:cxn ang="0">
                        <a:pos x="T6" y="T7"/>
                      </a:cxn>
                      <a:cxn ang="0">
                        <a:pos x="T8" y="T9"/>
                      </a:cxn>
                    </a:cxnLst>
                    <a:rect l="0" t="0" r="r" b="b"/>
                    <a:pathLst>
                      <a:path w="20" h="20">
                        <a:moveTo>
                          <a:pt x="4" y="17"/>
                        </a:moveTo>
                        <a:cubicBezTo>
                          <a:pt x="0" y="13"/>
                          <a:pt x="0" y="7"/>
                          <a:pt x="4" y="4"/>
                        </a:cubicBezTo>
                        <a:cubicBezTo>
                          <a:pt x="7" y="0"/>
                          <a:pt x="13" y="0"/>
                          <a:pt x="16" y="4"/>
                        </a:cubicBezTo>
                        <a:cubicBezTo>
                          <a:pt x="20" y="7"/>
                          <a:pt x="20" y="13"/>
                          <a:pt x="16" y="17"/>
                        </a:cubicBezTo>
                        <a:cubicBezTo>
                          <a:pt x="13" y="20"/>
                          <a:pt x="7" y="20"/>
                          <a:pt x="4" y="17"/>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5" name="Freeform 27"/>
                  <p:cNvSpPr/>
                  <p:nvPr/>
                </p:nvSpPr>
                <p:spPr bwMode="auto">
                  <a:xfrm rot="5400000">
                    <a:off x="5411246" y="3977754"/>
                    <a:ext cx="40916" cy="39211"/>
                  </a:xfrm>
                  <a:custGeom>
                    <a:avLst/>
                    <a:gdLst>
                      <a:gd name="T0" fmla="*/ 3 w 20"/>
                      <a:gd name="T1" fmla="*/ 16 h 19"/>
                      <a:gd name="T2" fmla="*/ 3 w 20"/>
                      <a:gd name="T3" fmla="*/ 3 h 19"/>
                      <a:gd name="T4" fmla="*/ 16 w 20"/>
                      <a:gd name="T5" fmla="*/ 3 h 19"/>
                      <a:gd name="T6" fmla="*/ 16 w 20"/>
                      <a:gd name="T7" fmla="*/ 16 h 19"/>
                      <a:gd name="T8" fmla="*/ 3 w 20"/>
                      <a:gd name="T9" fmla="*/ 16 h 19"/>
                    </a:gdLst>
                    <a:ahLst/>
                    <a:cxnLst>
                      <a:cxn ang="0">
                        <a:pos x="T0" y="T1"/>
                      </a:cxn>
                      <a:cxn ang="0">
                        <a:pos x="T2" y="T3"/>
                      </a:cxn>
                      <a:cxn ang="0">
                        <a:pos x="T4" y="T5"/>
                      </a:cxn>
                      <a:cxn ang="0">
                        <a:pos x="T6" y="T7"/>
                      </a:cxn>
                      <a:cxn ang="0">
                        <a:pos x="T8" y="T9"/>
                      </a:cxn>
                    </a:cxnLst>
                    <a:rect l="0" t="0" r="r" b="b"/>
                    <a:pathLst>
                      <a:path w="20" h="19">
                        <a:moveTo>
                          <a:pt x="3" y="16"/>
                        </a:moveTo>
                        <a:cubicBezTo>
                          <a:pt x="0" y="12"/>
                          <a:pt x="0" y="7"/>
                          <a:pt x="3" y="3"/>
                        </a:cubicBezTo>
                        <a:cubicBezTo>
                          <a:pt x="7" y="0"/>
                          <a:pt x="13" y="0"/>
                          <a:pt x="16" y="3"/>
                        </a:cubicBezTo>
                        <a:cubicBezTo>
                          <a:pt x="20" y="7"/>
                          <a:pt x="20" y="12"/>
                          <a:pt x="16" y="16"/>
                        </a:cubicBezTo>
                        <a:cubicBezTo>
                          <a:pt x="13" y="19"/>
                          <a:pt x="7" y="19"/>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6" name="Freeform 28"/>
                  <p:cNvSpPr/>
                  <p:nvPr/>
                </p:nvSpPr>
                <p:spPr bwMode="auto">
                  <a:xfrm rot="5400000">
                    <a:off x="5461112" y="4025063"/>
                    <a:ext cx="38359" cy="40915"/>
                  </a:xfrm>
                  <a:custGeom>
                    <a:avLst/>
                    <a:gdLst>
                      <a:gd name="T0" fmla="*/ 3 w 19"/>
                      <a:gd name="T1" fmla="*/ 16 h 20"/>
                      <a:gd name="T2" fmla="*/ 3 w 19"/>
                      <a:gd name="T3" fmla="*/ 3 h 20"/>
                      <a:gd name="T4" fmla="*/ 16 w 19"/>
                      <a:gd name="T5" fmla="*/ 3 h 20"/>
                      <a:gd name="T6" fmla="*/ 16 w 19"/>
                      <a:gd name="T7" fmla="*/ 16 h 20"/>
                      <a:gd name="T8" fmla="*/ 3 w 19"/>
                      <a:gd name="T9" fmla="*/ 16 h 20"/>
                    </a:gdLst>
                    <a:ahLst/>
                    <a:cxnLst>
                      <a:cxn ang="0">
                        <a:pos x="T0" y="T1"/>
                      </a:cxn>
                      <a:cxn ang="0">
                        <a:pos x="T2" y="T3"/>
                      </a:cxn>
                      <a:cxn ang="0">
                        <a:pos x="T4" y="T5"/>
                      </a:cxn>
                      <a:cxn ang="0">
                        <a:pos x="T6" y="T7"/>
                      </a:cxn>
                      <a:cxn ang="0">
                        <a:pos x="T8" y="T9"/>
                      </a:cxn>
                    </a:cxnLst>
                    <a:rect l="0" t="0" r="r" b="b"/>
                    <a:pathLst>
                      <a:path w="19" h="20">
                        <a:moveTo>
                          <a:pt x="3" y="16"/>
                        </a:moveTo>
                        <a:cubicBezTo>
                          <a:pt x="0" y="13"/>
                          <a:pt x="0" y="7"/>
                          <a:pt x="3" y="3"/>
                        </a:cubicBezTo>
                        <a:cubicBezTo>
                          <a:pt x="7" y="0"/>
                          <a:pt x="12" y="0"/>
                          <a:pt x="16" y="3"/>
                        </a:cubicBezTo>
                        <a:cubicBezTo>
                          <a:pt x="19" y="7"/>
                          <a:pt x="19" y="13"/>
                          <a:pt x="16" y="16"/>
                        </a:cubicBezTo>
                        <a:cubicBezTo>
                          <a:pt x="12" y="20"/>
                          <a:pt x="7" y="20"/>
                          <a:pt x="3"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sp>
                <p:nvSpPr>
                  <p:cNvPr id="457" name="Freeform 29"/>
                  <p:cNvSpPr/>
                  <p:nvPr/>
                </p:nvSpPr>
                <p:spPr bwMode="auto">
                  <a:xfrm rot="5400000">
                    <a:off x="5509699" y="4072798"/>
                    <a:ext cx="40064" cy="40915"/>
                  </a:xfrm>
                  <a:custGeom>
                    <a:avLst/>
                    <a:gdLst>
                      <a:gd name="T0" fmla="*/ 4 w 20"/>
                      <a:gd name="T1" fmla="*/ 16 h 20"/>
                      <a:gd name="T2" fmla="*/ 4 w 20"/>
                      <a:gd name="T3" fmla="*/ 4 h 20"/>
                      <a:gd name="T4" fmla="*/ 17 w 20"/>
                      <a:gd name="T5" fmla="*/ 4 h 20"/>
                      <a:gd name="T6" fmla="*/ 17 w 20"/>
                      <a:gd name="T7" fmla="*/ 16 h 20"/>
                      <a:gd name="T8" fmla="*/ 4 w 20"/>
                      <a:gd name="T9" fmla="*/ 16 h 20"/>
                    </a:gdLst>
                    <a:ahLst/>
                    <a:cxnLst>
                      <a:cxn ang="0">
                        <a:pos x="T0" y="T1"/>
                      </a:cxn>
                      <a:cxn ang="0">
                        <a:pos x="T2" y="T3"/>
                      </a:cxn>
                      <a:cxn ang="0">
                        <a:pos x="T4" y="T5"/>
                      </a:cxn>
                      <a:cxn ang="0">
                        <a:pos x="T6" y="T7"/>
                      </a:cxn>
                      <a:cxn ang="0">
                        <a:pos x="T8" y="T9"/>
                      </a:cxn>
                    </a:cxnLst>
                    <a:rect l="0" t="0" r="r" b="b"/>
                    <a:pathLst>
                      <a:path w="20" h="20">
                        <a:moveTo>
                          <a:pt x="4" y="16"/>
                        </a:moveTo>
                        <a:cubicBezTo>
                          <a:pt x="0" y="13"/>
                          <a:pt x="0" y="7"/>
                          <a:pt x="4" y="4"/>
                        </a:cubicBezTo>
                        <a:cubicBezTo>
                          <a:pt x="7" y="0"/>
                          <a:pt x="13" y="0"/>
                          <a:pt x="17" y="4"/>
                        </a:cubicBezTo>
                        <a:cubicBezTo>
                          <a:pt x="20" y="7"/>
                          <a:pt x="20" y="13"/>
                          <a:pt x="17" y="16"/>
                        </a:cubicBezTo>
                        <a:cubicBezTo>
                          <a:pt x="13" y="20"/>
                          <a:pt x="7" y="20"/>
                          <a:pt x="4" y="16"/>
                        </a:cubicBezTo>
                        <a:close/>
                      </a:path>
                    </a:pathLst>
                  </a:custGeom>
                  <a:grpFill/>
                  <a:ln w="3175">
                    <a:noFill/>
                    <a:round/>
                  </a:ln>
                </p:spPr>
                <p:txBody>
                  <a:bodyPr vert="horz" wrap="square" lIns="91440" tIns="45720" rIns="91440" bIns="45720" numCol="1" anchor="t" anchorCtr="0" compatLnSpc="1"/>
                  <a:lstStyle/>
                  <a:p>
                    <a:endParaRPr lang="zh-CN" altLang="en-US" dirty="0">
                      <a:latin typeface="+mj-ea"/>
                      <a:ea typeface="+mj-ea"/>
                      <a:cs typeface="思源宋体 CN Heavy" panose="02020900000000000000" pitchFamily="18" charset="-122"/>
                    </a:endParaRPr>
                  </a:p>
                </p:txBody>
              </p:sp>
            </p:grpSp>
          </p:grpSp>
        </p:grpSp>
      </p:grpSp>
      <p:grpSp>
        <p:nvGrpSpPr>
          <p:cNvPr id="60" name="组合 59"/>
          <p:cNvGrpSpPr/>
          <p:nvPr/>
        </p:nvGrpSpPr>
        <p:grpSpPr>
          <a:xfrm>
            <a:off x="3611977" y="1298601"/>
            <a:ext cx="4972092" cy="2942388"/>
            <a:chOff x="3611977" y="1298601"/>
            <a:chExt cx="4972092" cy="2942388"/>
          </a:xfrm>
        </p:grpSpPr>
        <p:grpSp>
          <p:nvGrpSpPr>
            <p:cNvPr id="334" name="组合 333"/>
            <p:cNvGrpSpPr/>
            <p:nvPr/>
          </p:nvGrpSpPr>
          <p:grpSpPr>
            <a:xfrm>
              <a:off x="3717599" y="1605003"/>
              <a:ext cx="4774250" cy="2387712"/>
              <a:chOff x="3717599" y="2251260"/>
              <a:chExt cx="4774250" cy="2387712"/>
            </a:xfrm>
          </p:grpSpPr>
          <p:sp>
            <p:nvSpPr>
              <p:cNvPr id="416" name="任意多边形: 形状 415"/>
              <p:cNvSpPr/>
              <p:nvPr/>
            </p:nvSpPr>
            <p:spPr>
              <a:xfrm rot="2700000">
                <a:off x="3717599" y="2251260"/>
                <a:ext cx="2345590" cy="2345590"/>
              </a:xfrm>
              <a:custGeom>
                <a:avLst/>
                <a:gdLst>
                  <a:gd name="connsiteX0" fmla="*/ 1216979 w 3723160"/>
                  <a:gd name="connsiteY0" fmla="*/ 1216978 h 3723160"/>
                  <a:gd name="connsiteX1" fmla="*/ 949976 w 3723160"/>
                  <a:gd name="connsiteY1" fmla="*/ 1861580 h 3723160"/>
                  <a:gd name="connsiteX2" fmla="*/ 1861580 w 3723160"/>
                  <a:gd name="connsiteY2" fmla="*/ 2773184 h 3723160"/>
                  <a:gd name="connsiteX3" fmla="*/ 2773184 w 3723160"/>
                  <a:gd name="connsiteY3" fmla="*/ 1861580 h 3723160"/>
                  <a:gd name="connsiteX4" fmla="*/ 2773184 w 3723160"/>
                  <a:gd name="connsiteY4" fmla="*/ 949976 h 3723160"/>
                  <a:gd name="connsiteX5" fmla="*/ 1861580 w 3723160"/>
                  <a:gd name="connsiteY5" fmla="*/ 949976 h 3723160"/>
                  <a:gd name="connsiteX6" fmla="*/ 1216979 w 3723160"/>
                  <a:gd name="connsiteY6" fmla="*/ 1216978 h 3723160"/>
                  <a:gd name="connsiteX7" fmla="*/ 545245 w 3723160"/>
                  <a:gd name="connsiteY7" fmla="*/ 545244 h 3723160"/>
                  <a:gd name="connsiteX8" fmla="*/ 1861580 w 3723160"/>
                  <a:gd name="connsiteY8" fmla="*/ 0 h 3723160"/>
                  <a:gd name="connsiteX9" fmla="*/ 3723160 w 3723160"/>
                  <a:gd name="connsiteY9" fmla="*/ 0 h 3723160"/>
                  <a:gd name="connsiteX10" fmla="*/ 3723160 w 3723160"/>
                  <a:gd name="connsiteY10" fmla="*/ 1861580 h 3723160"/>
                  <a:gd name="connsiteX11" fmla="*/ 1861580 w 3723160"/>
                  <a:gd name="connsiteY11" fmla="*/ 3723160 h 3723160"/>
                  <a:gd name="connsiteX12" fmla="*/ 0 w 3723160"/>
                  <a:gd name="connsiteY12" fmla="*/ 1861580 h 3723160"/>
                  <a:gd name="connsiteX13" fmla="*/ 545245 w 3723160"/>
                  <a:gd name="connsiteY13" fmla="*/ 545244 h 3723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23160" h="3723160">
                    <a:moveTo>
                      <a:pt x="1216979" y="1216978"/>
                    </a:moveTo>
                    <a:cubicBezTo>
                      <a:pt x="1052011" y="1381946"/>
                      <a:pt x="949976" y="1609848"/>
                      <a:pt x="949976" y="1861580"/>
                    </a:cubicBezTo>
                    <a:cubicBezTo>
                      <a:pt x="949976" y="2365045"/>
                      <a:pt x="1358115" y="2773184"/>
                      <a:pt x="1861580" y="2773184"/>
                    </a:cubicBezTo>
                    <a:cubicBezTo>
                      <a:pt x="2365045" y="2773184"/>
                      <a:pt x="2773184" y="2365045"/>
                      <a:pt x="2773184" y="1861580"/>
                    </a:cubicBezTo>
                    <a:lnTo>
                      <a:pt x="2773184" y="949976"/>
                    </a:lnTo>
                    <a:lnTo>
                      <a:pt x="1861580" y="949976"/>
                    </a:lnTo>
                    <a:cubicBezTo>
                      <a:pt x="1609848" y="949976"/>
                      <a:pt x="1381947" y="1052011"/>
                      <a:pt x="1216979" y="1216978"/>
                    </a:cubicBezTo>
                    <a:close/>
                    <a:moveTo>
                      <a:pt x="545245" y="545244"/>
                    </a:moveTo>
                    <a:cubicBezTo>
                      <a:pt x="882124" y="208365"/>
                      <a:pt x="1347519" y="0"/>
                      <a:pt x="1861580" y="0"/>
                    </a:cubicBezTo>
                    <a:lnTo>
                      <a:pt x="3723160" y="0"/>
                    </a:lnTo>
                    <a:lnTo>
                      <a:pt x="3723160" y="1861580"/>
                    </a:lnTo>
                    <a:cubicBezTo>
                      <a:pt x="3723160" y="2889702"/>
                      <a:pt x="2889702" y="3723160"/>
                      <a:pt x="1861580" y="3723160"/>
                    </a:cubicBezTo>
                    <a:cubicBezTo>
                      <a:pt x="833458" y="3723160"/>
                      <a:pt x="0" y="2889702"/>
                      <a:pt x="0" y="1861580"/>
                    </a:cubicBezTo>
                    <a:cubicBezTo>
                      <a:pt x="0" y="1347519"/>
                      <a:pt x="208365" y="882124"/>
                      <a:pt x="545245" y="545244"/>
                    </a:cubicBezTo>
                    <a:close/>
                  </a:path>
                </a:pathLst>
              </a:cu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latin typeface="+mj-ea"/>
                  <a:ea typeface="+mj-ea"/>
                  <a:cs typeface="思源宋体 CN Heavy" panose="02020900000000000000" pitchFamily="18" charset="-122"/>
                </a:endParaRPr>
              </a:p>
            </p:txBody>
          </p:sp>
          <p:sp>
            <p:nvSpPr>
              <p:cNvPr id="417" name="任意多边形: 形状 416"/>
              <p:cNvSpPr/>
              <p:nvPr/>
            </p:nvSpPr>
            <p:spPr>
              <a:xfrm rot="18900000" flipH="1">
                <a:off x="6146259" y="2293382"/>
                <a:ext cx="2345590" cy="2345590"/>
              </a:xfrm>
              <a:custGeom>
                <a:avLst/>
                <a:gdLst>
                  <a:gd name="connsiteX0" fmla="*/ 1216979 w 3723160"/>
                  <a:gd name="connsiteY0" fmla="*/ 1216979 h 3723160"/>
                  <a:gd name="connsiteX1" fmla="*/ 1861580 w 3723160"/>
                  <a:gd name="connsiteY1" fmla="*/ 949976 h 3723160"/>
                  <a:gd name="connsiteX2" fmla="*/ 2773184 w 3723160"/>
                  <a:gd name="connsiteY2" fmla="*/ 949976 h 3723160"/>
                  <a:gd name="connsiteX3" fmla="*/ 2773184 w 3723160"/>
                  <a:gd name="connsiteY3" fmla="*/ 1861580 h 3723160"/>
                  <a:gd name="connsiteX4" fmla="*/ 1861580 w 3723160"/>
                  <a:gd name="connsiteY4" fmla="*/ 2773184 h 3723160"/>
                  <a:gd name="connsiteX5" fmla="*/ 949976 w 3723160"/>
                  <a:gd name="connsiteY5" fmla="*/ 1861580 h 3723160"/>
                  <a:gd name="connsiteX6" fmla="*/ 1216979 w 3723160"/>
                  <a:gd name="connsiteY6" fmla="*/ 1216979 h 3723160"/>
                  <a:gd name="connsiteX7" fmla="*/ 545244 w 3723160"/>
                  <a:gd name="connsiteY7" fmla="*/ 545244 h 3723160"/>
                  <a:gd name="connsiteX8" fmla="*/ 0 w 3723160"/>
                  <a:gd name="connsiteY8" fmla="*/ 1861580 h 3723160"/>
                  <a:gd name="connsiteX9" fmla="*/ 1861580 w 3723160"/>
                  <a:gd name="connsiteY9" fmla="*/ 3723160 h 3723160"/>
                  <a:gd name="connsiteX10" fmla="*/ 3723160 w 3723160"/>
                  <a:gd name="connsiteY10" fmla="*/ 1861580 h 3723160"/>
                  <a:gd name="connsiteX11" fmla="*/ 3723160 w 3723160"/>
                  <a:gd name="connsiteY11" fmla="*/ 0 h 3723160"/>
                  <a:gd name="connsiteX12" fmla="*/ 1861580 w 3723160"/>
                  <a:gd name="connsiteY12" fmla="*/ 0 h 3723160"/>
                  <a:gd name="connsiteX13" fmla="*/ 545244 w 3723160"/>
                  <a:gd name="connsiteY13" fmla="*/ 545244 h 3723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23160" h="3723160">
                    <a:moveTo>
                      <a:pt x="1216979" y="1216979"/>
                    </a:moveTo>
                    <a:cubicBezTo>
                      <a:pt x="1381947" y="1052011"/>
                      <a:pt x="1609848" y="949976"/>
                      <a:pt x="1861580" y="949976"/>
                    </a:cubicBezTo>
                    <a:lnTo>
                      <a:pt x="2773184" y="949976"/>
                    </a:lnTo>
                    <a:lnTo>
                      <a:pt x="2773184" y="1861580"/>
                    </a:lnTo>
                    <a:cubicBezTo>
                      <a:pt x="2773184" y="2365045"/>
                      <a:pt x="2365045" y="2773184"/>
                      <a:pt x="1861580" y="2773184"/>
                    </a:cubicBezTo>
                    <a:cubicBezTo>
                      <a:pt x="1358115" y="2773184"/>
                      <a:pt x="949976" y="2365045"/>
                      <a:pt x="949976" y="1861580"/>
                    </a:cubicBezTo>
                    <a:cubicBezTo>
                      <a:pt x="949976" y="1609848"/>
                      <a:pt x="1052011" y="1381947"/>
                      <a:pt x="1216979" y="1216979"/>
                    </a:cubicBezTo>
                    <a:close/>
                    <a:moveTo>
                      <a:pt x="545244" y="545244"/>
                    </a:moveTo>
                    <a:cubicBezTo>
                      <a:pt x="208365" y="882124"/>
                      <a:pt x="0" y="1347519"/>
                      <a:pt x="0" y="1861580"/>
                    </a:cubicBezTo>
                    <a:cubicBezTo>
                      <a:pt x="0" y="2889702"/>
                      <a:pt x="833458" y="3723160"/>
                      <a:pt x="1861580" y="3723160"/>
                    </a:cubicBezTo>
                    <a:cubicBezTo>
                      <a:pt x="2889702" y="3723160"/>
                      <a:pt x="3723160" y="2889702"/>
                      <a:pt x="3723160" y="1861580"/>
                    </a:cubicBezTo>
                    <a:lnTo>
                      <a:pt x="3723160" y="0"/>
                    </a:lnTo>
                    <a:lnTo>
                      <a:pt x="1861580" y="0"/>
                    </a:lnTo>
                    <a:cubicBezTo>
                      <a:pt x="1347519" y="0"/>
                      <a:pt x="882124" y="208365"/>
                      <a:pt x="545244" y="545244"/>
                    </a:cubicBezTo>
                    <a:close/>
                  </a:path>
                </a:pathLst>
              </a:cu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latin typeface="+mj-ea"/>
                  <a:ea typeface="+mj-ea"/>
                  <a:cs typeface="思源宋体 CN Heavy" panose="02020900000000000000" pitchFamily="18" charset="-122"/>
                </a:endParaRPr>
              </a:p>
            </p:txBody>
          </p:sp>
        </p:grpSp>
        <p:grpSp>
          <p:nvGrpSpPr>
            <p:cNvPr id="52" name="组合 51"/>
            <p:cNvGrpSpPr/>
            <p:nvPr/>
          </p:nvGrpSpPr>
          <p:grpSpPr>
            <a:xfrm>
              <a:off x="3642117" y="1358868"/>
              <a:ext cx="1036373" cy="939817"/>
              <a:chOff x="3642117" y="1358868"/>
              <a:chExt cx="1036373" cy="939817"/>
            </a:xfrm>
          </p:grpSpPr>
          <p:sp>
            <p:nvSpPr>
              <p:cNvPr id="415" name="任意多边形: 形状 414"/>
              <p:cNvSpPr>
                <a:spLocks noChangeAspect="1"/>
              </p:cNvSpPr>
              <p:nvPr/>
            </p:nvSpPr>
            <p:spPr>
              <a:xfrm>
                <a:off x="3645712" y="1448955"/>
                <a:ext cx="1032778" cy="849730"/>
              </a:xfrm>
              <a:custGeom>
                <a:avLst/>
                <a:gdLst>
                  <a:gd name="connsiteX0" fmla="*/ 1563104 w 1639331"/>
                  <a:gd name="connsiteY0" fmla="*/ 0 h 1348777"/>
                  <a:gd name="connsiteX1" fmla="*/ 1639331 w 1639331"/>
                  <a:gd name="connsiteY1" fmla="*/ 444108 h 1348777"/>
                  <a:gd name="connsiteX2" fmla="*/ 1565683 w 1639331"/>
                  <a:gd name="connsiteY2" fmla="*/ 457018 h 1348777"/>
                  <a:gd name="connsiteX3" fmla="*/ 417651 w 1639331"/>
                  <a:gd name="connsiteY3" fmla="*/ 1314625 h 1348777"/>
                  <a:gd name="connsiteX4" fmla="*/ 401199 w 1639331"/>
                  <a:gd name="connsiteY4" fmla="*/ 1348777 h 1348777"/>
                  <a:gd name="connsiteX5" fmla="*/ 0 w 1639331"/>
                  <a:gd name="connsiteY5" fmla="*/ 1143900 h 1348777"/>
                  <a:gd name="connsiteX6" fmla="*/ 21267 w 1639331"/>
                  <a:gd name="connsiteY6" fmla="*/ 1099751 h 1348777"/>
                  <a:gd name="connsiteX7" fmla="*/ 1472084 w 1639331"/>
                  <a:gd name="connsiteY7" fmla="*/ 15956 h 134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331" h="1348777">
                    <a:moveTo>
                      <a:pt x="1563104" y="0"/>
                    </a:moveTo>
                    <a:lnTo>
                      <a:pt x="1639331" y="444108"/>
                    </a:lnTo>
                    <a:lnTo>
                      <a:pt x="1565683" y="457018"/>
                    </a:lnTo>
                    <a:cubicBezTo>
                      <a:pt x="1069571" y="561778"/>
                      <a:pt x="652818" y="881723"/>
                      <a:pt x="417651" y="1314625"/>
                    </a:cubicBezTo>
                    <a:lnTo>
                      <a:pt x="401199" y="1348777"/>
                    </a:lnTo>
                    <a:lnTo>
                      <a:pt x="0" y="1143900"/>
                    </a:lnTo>
                    <a:lnTo>
                      <a:pt x="21267" y="1099751"/>
                    </a:lnTo>
                    <a:cubicBezTo>
                      <a:pt x="318458" y="552673"/>
                      <a:pt x="845126" y="148346"/>
                      <a:pt x="1472084" y="15956"/>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solidFill>
                    <a:schemeClr val="tx1"/>
                  </a:solidFill>
                  <a:latin typeface="+mj-ea"/>
                  <a:ea typeface="+mj-ea"/>
                  <a:cs typeface="思源宋体 CN Heavy" panose="02020900000000000000" pitchFamily="18" charset="-122"/>
                </a:endParaRPr>
              </a:p>
            </p:txBody>
          </p:sp>
          <p:sp>
            <p:nvSpPr>
              <p:cNvPr id="340" name="文本框 339"/>
              <p:cNvSpPr txBox="1"/>
              <p:nvPr/>
            </p:nvSpPr>
            <p:spPr>
              <a:xfrm rot="18758759">
                <a:off x="3500630" y="1672065"/>
                <a:ext cx="496251"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订单班</a:t>
                </a:r>
              </a:p>
            </p:txBody>
          </p:sp>
          <p:sp>
            <p:nvSpPr>
              <p:cNvPr id="341" name="文本框 340"/>
              <p:cNvSpPr txBox="1"/>
              <p:nvPr/>
            </p:nvSpPr>
            <p:spPr>
              <a:xfrm rot="19911917">
                <a:off x="3890424" y="1358868"/>
                <a:ext cx="496251"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学徒制</a:t>
                </a:r>
              </a:p>
            </p:txBody>
          </p:sp>
          <p:sp>
            <p:nvSpPr>
              <p:cNvPr id="343" name="文本框 342"/>
              <p:cNvSpPr txBox="1"/>
              <p:nvPr/>
            </p:nvSpPr>
            <p:spPr>
              <a:xfrm rot="19405477">
                <a:off x="3858708" y="1838813"/>
                <a:ext cx="698037" cy="167663"/>
              </a:xfrm>
              <a:prstGeom prst="rect">
                <a:avLst/>
              </a:prstGeom>
              <a:noFill/>
              <a:effectLst/>
            </p:spPr>
            <p:txBody>
              <a:bodyPr wrap="none" lIns="57607" tIns="28804" rIns="57607" bIns="28804" rtlCol="0">
                <a:prstTxWarp prst="textArchUp">
                  <a:avLst/>
                </a:prstTxWarp>
                <a:spAutoFit/>
              </a:bodyPr>
              <a:lstStyle/>
              <a:p>
                <a:pPr algn="ctr"/>
                <a:r>
                  <a:rPr lang="zh-CN" altLang="en-US" sz="1135" dirty="0">
                    <a:solidFill>
                      <a:srgbClr val="FFFFFF"/>
                    </a:solidFill>
                    <a:latin typeface="+mj-ea"/>
                    <a:ea typeface="+mj-ea"/>
                    <a:cs typeface="思源宋体 CN Heavy" panose="02020900000000000000" pitchFamily="18" charset="-122"/>
                  </a:rPr>
                  <a:t>育人模式</a:t>
                </a:r>
              </a:p>
            </p:txBody>
          </p:sp>
        </p:grpSp>
        <p:grpSp>
          <p:nvGrpSpPr>
            <p:cNvPr id="53" name="组合 52"/>
            <p:cNvGrpSpPr/>
            <p:nvPr/>
          </p:nvGrpSpPr>
          <p:grpSpPr>
            <a:xfrm>
              <a:off x="3611977" y="3278363"/>
              <a:ext cx="1066512" cy="962626"/>
              <a:chOff x="3611977" y="3278363"/>
              <a:chExt cx="1066512" cy="962626"/>
            </a:xfrm>
          </p:grpSpPr>
          <p:sp>
            <p:nvSpPr>
              <p:cNvPr id="413" name="任意多边形: 形状 412"/>
              <p:cNvSpPr>
                <a:spLocks noChangeAspect="1"/>
              </p:cNvSpPr>
              <p:nvPr/>
            </p:nvSpPr>
            <p:spPr>
              <a:xfrm flipV="1">
                <a:off x="3645711" y="3278363"/>
                <a:ext cx="1032778" cy="849730"/>
              </a:xfrm>
              <a:custGeom>
                <a:avLst/>
                <a:gdLst>
                  <a:gd name="connsiteX0" fmla="*/ 1563104 w 1639331"/>
                  <a:gd name="connsiteY0" fmla="*/ 0 h 1348777"/>
                  <a:gd name="connsiteX1" fmla="*/ 1639331 w 1639331"/>
                  <a:gd name="connsiteY1" fmla="*/ 444108 h 1348777"/>
                  <a:gd name="connsiteX2" fmla="*/ 1565683 w 1639331"/>
                  <a:gd name="connsiteY2" fmla="*/ 457018 h 1348777"/>
                  <a:gd name="connsiteX3" fmla="*/ 417651 w 1639331"/>
                  <a:gd name="connsiteY3" fmla="*/ 1314625 h 1348777"/>
                  <a:gd name="connsiteX4" fmla="*/ 401199 w 1639331"/>
                  <a:gd name="connsiteY4" fmla="*/ 1348777 h 1348777"/>
                  <a:gd name="connsiteX5" fmla="*/ 0 w 1639331"/>
                  <a:gd name="connsiteY5" fmla="*/ 1143900 h 1348777"/>
                  <a:gd name="connsiteX6" fmla="*/ 21267 w 1639331"/>
                  <a:gd name="connsiteY6" fmla="*/ 1099751 h 1348777"/>
                  <a:gd name="connsiteX7" fmla="*/ 1472084 w 1639331"/>
                  <a:gd name="connsiteY7" fmla="*/ 15956 h 134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331" h="1348777">
                    <a:moveTo>
                      <a:pt x="1563104" y="0"/>
                    </a:moveTo>
                    <a:lnTo>
                      <a:pt x="1639331" y="444108"/>
                    </a:lnTo>
                    <a:lnTo>
                      <a:pt x="1565683" y="457018"/>
                    </a:lnTo>
                    <a:cubicBezTo>
                      <a:pt x="1069571" y="561778"/>
                      <a:pt x="652818" y="881723"/>
                      <a:pt x="417651" y="1314625"/>
                    </a:cubicBezTo>
                    <a:lnTo>
                      <a:pt x="401199" y="1348777"/>
                    </a:lnTo>
                    <a:lnTo>
                      <a:pt x="0" y="1143900"/>
                    </a:lnTo>
                    <a:lnTo>
                      <a:pt x="21267" y="1099751"/>
                    </a:lnTo>
                    <a:cubicBezTo>
                      <a:pt x="318458" y="552673"/>
                      <a:pt x="845126" y="148346"/>
                      <a:pt x="1472084" y="15956"/>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solidFill>
                    <a:schemeClr val="tx1"/>
                  </a:solidFill>
                  <a:latin typeface="+mj-ea"/>
                  <a:ea typeface="+mj-ea"/>
                  <a:cs typeface="思源宋体 CN Heavy" panose="02020900000000000000" pitchFamily="18" charset="-122"/>
                </a:endParaRPr>
              </a:p>
            </p:txBody>
          </p:sp>
          <p:sp>
            <p:nvSpPr>
              <p:cNvPr id="344" name="文本框 343"/>
              <p:cNvSpPr txBox="1"/>
              <p:nvPr/>
            </p:nvSpPr>
            <p:spPr>
              <a:xfrm rot="2226862">
                <a:off x="3719308" y="3636950"/>
                <a:ext cx="915641" cy="167663"/>
              </a:xfrm>
              <a:prstGeom prst="rect">
                <a:avLst/>
              </a:prstGeom>
              <a:noFill/>
              <a:effectLst/>
            </p:spPr>
            <p:txBody>
              <a:bodyPr wrap="none" lIns="57607" tIns="28804" rIns="57607" bIns="28804" rtlCol="0">
                <a:prstTxWarp prst="textArchDown">
                  <a:avLst/>
                </a:prstTxWarp>
                <a:spAutoFit/>
              </a:bodyPr>
              <a:lstStyle/>
              <a:p>
                <a:pPr algn="ctr"/>
                <a:r>
                  <a:rPr lang="zh-CN" altLang="en-US" sz="1135" dirty="0">
                    <a:solidFill>
                      <a:srgbClr val="FFFFFF"/>
                    </a:solidFill>
                    <a:latin typeface="+mj-ea"/>
                    <a:ea typeface="+mj-ea"/>
                    <a:cs typeface="思源宋体 CN Heavy" panose="02020900000000000000" pitchFamily="18" charset="-122"/>
                  </a:rPr>
                  <a:t>共建课程与教材</a:t>
                </a:r>
              </a:p>
            </p:txBody>
          </p:sp>
          <p:grpSp>
            <p:nvGrpSpPr>
              <p:cNvPr id="345" name="组合 344"/>
              <p:cNvGrpSpPr/>
              <p:nvPr/>
            </p:nvGrpSpPr>
            <p:grpSpPr>
              <a:xfrm rot="21112228">
                <a:off x="3611977" y="3479375"/>
                <a:ext cx="732183" cy="761614"/>
                <a:chOff x="3473864" y="4368467"/>
                <a:chExt cx="732183" cy="761614"/>
              </a:xfrm>
            </p:grpSpPr>
            <p:sp>
              <p:nvSpPr>
                <p:cNvPr id="405" name="文本框 404"/>
                <p:cNvSpPr txBox="1"/>
                <p:nvPr/>
              </p:nvSpPr>
              <p:spPr>
                <a:xfrm rot="3450648">
                  <a:off x="3332377" y="4509954"/>
                  <a:ext cx="496251"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工单式</a:t>
                  </a:r>
                </a:p>
              </p:txBody>
            </p:sp>
            <p:sp>
              <p:nvSpPr>
                <p:cNvPr id="406" name="文本框 405"/>
                <p:cNvSpPr txBox="1"/>
                <p:nvPr/>
              </p:nvSpPr>
              <p:spPr>
                <a:xfrm rot="2134620">
                  <a:off x="3709796" y="4916803"/>
                  <a:ext cx="496251"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活页式</a:t>
                  </a:r>
                </a:p>
              </p:txBody>
            </p:sp>
          </p:grpSp>
        </p:grpSp>
        <p:grpSp>
          <p:nvGrpSpPr>
            <p:cNvPr id="54" name="组合 53"/>
            <p:cNvGrpSpPr/>
            <p:nvPr/>
          </p:nvGrpSpPr>
          <p:grpSpPr>
            <a:xfrm>
              <a:off x="7482281" y="1298601"/>
              <a:ext cx="1064008" cy="1000084"/>
              <a:chOff x="7482281" y="1298601"/>
              <a:chExt cx="1064008" cy="1000084"/>
            </a:xfrm>
          </p:grpSpPr>
          <p:sp>
            <p:nvSpPr>
              <p:cNvPr id="411" name="任意多边形: 形状 410"/>
              <p:cNvSpPr>
                <a:spLocks noChangeAspect="1"/>
              </p:cNvSpPr>
              <p:nvPr/>
            </p:nvSpPr>
            <p:spPr>
              <a:xfrm flipH="1">
                <a:off x="7513511" y="1448955"/>
                <a:ext cx="1032778" cy="849730"/>
              </a:xfrm>
              <a:custGeom>
                <a:avLst/>
                <a:gdLst>
                  <a:gd name="connsiteX0" fmla="*/ 1563104 w 1639331"/>
                  <a:gd name="connsiteY0" fmla="*/ 0 h 1348777"/>
                  <a:gd name="connsiteX1" fmla="*/ 1639331 w 1639331"/>
                  <a:gd name="connsiteY1" fmla="*/ 444108 h 1348777"/>
                  <a:gd name="connsiteX2" fmla="*/ 1565683 w 1639331"/>
                  <a:gd name="connsiteY2" fmla="*/ 457018 h 1348777"/>
                  <a:gd name="connsiteX3" fmla="*/ 417651 w 1639331"/>
                  <a:gd name="connsiteY3" fmla="*/ 1314625 h 1348777"/>
                  <a:gd name="connsiteX4" fmla="*/ 401199 w 1639331"/>
                  <a:gd name="connsiteY4" fmla="*/ 1348777 h 1348777"/>
                  <a:gd name="connsiteX5" fmla="*/ 0 w 1639331"/>
                  <a:gd name="connsiteY5" fmla="*/ 1143900 h 1348777"/>
                  <a:gd name="connsiteX6" fmla="*/ 21267 w 1639331"/>
                  <a:gd name="connsiteY6" fmla="*/ 1099751 h 1348777"/>
                  <a:gd name="connsiteX7" fmla="*/ 1472084 w 1639331"/>
                  <a:gd name="connsiteY7" fmla="*/ 15956 h 134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331" h="1348777">
                    <a:moveTo>
                      <a:pt x="1563104" y="0"/>
                    </a:moveTo>
                    <a:lnTo>
                      <a:pt x="1639331" y="444108"/>
                    </a:lnTo>
                    <a:lnTo>
                      <a:pt x="1565683" y="457018"/>
                    </a:lnTo>
                    <a:cubicBezTo>
                      <a:pt x="1069571" y="561778"/>
                      <a:pt x="652818" y="881723"/>
                      <a:pt x="417651" y="1314625"/>
                    </a:cubicBezTo>
                    <a:lnTo>
                      <a:pt x="401199" y="1348777"/>
                    </a:lnTo>
                    <a:lnTo>
                      <a:pt x="0" y="1143900"/>
                    </a:lnTo>
                    <a:lnTo>
                      <a:pt x="21267" y="1099751"/>
                    </a:lnTo>
                    <a:cubicBezTo>
                      <a:pt x="318458" y="552673"/>
                      <a:pt x="845126" y="148346"/>
                      <a:pt x="1472084" y="15956"/>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solidFill>
                    <a:schemeClr val="tx1"/>
                  </a:solidFill>
                  <a:latin typeface="+mj-ea"/>
                  <a:ea typeface="+mj-ea"/>
                  <a:cs typeface="思源宋体 CN Heavy" panose="02020900000000000000" pitchFamily="18" charset="-122"/>
                </a:endParaRPr>
              </a:p>
            </p:txBody>
          </p:sp>
          <p:sp>
            <p:nvSpPr>
              <p:cNvPr id="346" name="文本框 345"/>
              <p:cNvSpPr txBox="1"/>
              <p:nvPr/>
            </p:nvSpPr>
            <p:spPr>
              <a:xfrm rot="2263838">
                <a:off x="7482281" y="1824738"/>
                <a:ext cx="968526" cy="167663"/>
              </a:xfrm>
              <a:prstGeom prst="rect">
                <a:avLst/>
              </a:prstGeom>
              <a:noFill/>
              <a:effectLst/>
            </p:spPr>
            <p:txBody>
              <a:bodyPr wrap="none" lIns="57607" tIns="28804" rIns="57607" bIns="28804" rtlCol="0">
                <a:prstTxWarp prst="textArchUp">
                  <a:avLst/>
                </a:prstTxWarp>
                <a:spAutoFit/>
              </a:bodyPr>
              <a:lstStyle/>
              <a:p>
                <a:pPr algn="ctr"/>
                <a:r>
                  <a:rPr lang="zh-CN" altLang="en-US" sz="1135" dirty="0">
                    <a:solidFill>
                      <a:srgbClr val="FFFFFF"/>
                    </a:solidFill>
                    <a:latin typeface="+mj-ea"/>
                    <a:ea typeface="+mj-ea"/>
                    <a:cs typeface="思源宋体 CN Heavy" panose="02020900000000000000" pitchFamily="18" charset="-122"/>
                  </a:rPr>
                  <a:t>“双师型”师资队伍</a:t>
                </a:r>
              </a:p>
            </p:txBody>
          </p:sp>
          <p:grpSp>
            <p:nvGrpSpPr>
              <p:cNvPr id="348" name="组合 347"/>
              <p:cNvGrpSpPr/>
              <p:nvPr/>
            </p:nvGrpSpPr>
            <p:grpSpPr>
              <a:xfrm rot="4466839">
                <a:off x="7592953" y="1430998"/>
                <a:ext cx="967611" cy="702818"/>
                <a:chOff x="10306061" y="2605768"/>
                <a:chExt cx="967611" cy="702818"/>
              </a:xfrm>
            </p:grpSpPr>
            <p:sp>
              <p:nvSpPr>
                <p:cNvPr id="402" name="文本框 401"/>
                <p:cNvSpPr txBox="1"/>
                <p:nvPr/>
              </p:nvSpPr>
              <p:spPr>
                <a:xfrm rot="18667955">
                  <a:off x="10101256" y="2890503"/>
                  <a:ext cx="622888"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兼职教师</a:t>
                  </a:r>
                </a:p>
              </p:txBody>
            </p:sp>
            <p:sp>
              <p:nvSpPr>
                <p:cNvPr id="404" name="文本框 403"/>
                <p:cNvSpPr txBox="1"/>
                <p:nvPr/>
              </p:nvSpPr>
              <p:spPr>
                <a:xfrm rot="20123756">
                  <a:off x="10640268" y="2605768"/>
                  <a:ext cx="633404" cy="83422"/>
                </a:xfrm>
                <a:prstGeom prst="rect">
                  <a:avLst/>
                </a:prstGeom>
                <a:noFill/>
                <a:effectLst/>
              </p:spPr>
              <p:txBody>
                <a:bodyPr wrap="square" lIns="57607" tIns="28804" rIns="57607" bIns="28804" rtlCol="0">
                  <a:prstTxWarp prst="textArchUp">
                    <a:avLst/>
                  </a:prstTxWarp>
                  <a:spAutoFit/>
                </a:bodyPr>
                <a:lstStyle/>
                <a:p>
                  <a:pPr algn="l"/>
                  <a:r>
                    <a:rPr lang="zh-CN" altLang="en-US" sz="1010" dirty="0">
                      <a:solidFill>
                        <a:schemeClr val="accent1"/>
                      </a:solidFill>
                      <a:latin typeface="+mj-ea"/>
                      <a:ea typeface="+mj-ea"/>
                      <a:cs typeface="思源宋体 CN Heavy" panose="02020900000000000000" pitchFamily="18" charset="-122"/>
                    </a:rPr>
                    <a:t>企业技术人员</a:t>
                  </a:r>
                </a:p>
              </p:txBody>
            </p:sp>
          </p:grpSp>
        </p:grpSp>
        <p:sp>
          <p:nvSpPr>
            <p:cNvPr id="409" name="任意多边形: 形状 408"/>
            <p:cNvSpPr>
              <a:spLocks noChangeAspect="1"/>
            </p:cNvSpPr>
            <p:nvPr/>
          </p:nvSpPr>
          <p:spPr>
            <a:xfrm flipH="1" flipV="1">
              <a:off x="7513511" y="3278363"/>
              <a:ext cx="1032778" cy="849730"/>
            </a:xfrm>
            <a:custGeom>
              <a:avLst/>
              <a:gdLst>
                <a:gd name="connsiteX0" fmla="*/ 1563104 w 1639331"/>
                <a:gd name="connsiteY0" fmla="*/ 0 h 1348777"/>
                <a:gd name="connsiteX1" fmla="*/ 1639331 w 1639331"/>
                <a:gd name="connsiteY1" fmla="*/ 444108 h 1348777"/>
                <a:gd name="connsiteX2" fmla="*/ 1565683 w 1639331"/>
                <a:gd name="connsiteY2" fmla="*/ 457018 h 1348777"/>
                <a:gd name="connsiteX3" fmla="*/ 417651 w 1639331"/>
                <a:gd name="connsiteY3" fmla="*/ 1314625 h 1348777"/>
                <a:gd name="connsiteX4" fmla="*/ 401199 w 1639331"/>
                <a:gd name="connsiteY4" fmla="*/ 1348777 h 1348777"/>
                <a:gd name="connsiteX5" fmla="*/ 0 w 1639331"/>
                <a:gd name="connsiteY5" fmla="*/ 1143900 h 1348777"/>
                <a:gd name="connsiteX6" fmla="*/ 21267 w 1639331"/>
                <a:gd name="connsiteY6" fmla="*/ 1099751 h 1348777"/>
                <a:gd name="connsiteX7" fmla="*/ 1472084 w 1639331"/>
                <a:gd name="connsiteY7" fmla="*/ 15956 h 1348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331" h="1348777">
                  <a:moveTo>
                    <a:pt x="1563104" y="0"/>
                  </a:moveTo>
                  <a:lnTo>
                    <a:pt x="1639331" y="444108"/>
                  </a:lnTo>
                  <a:lnTo>
                    <a:pt x="1565683" y="457018"/>
                  </a:lnTo>
                  <a:cubicBezTo>
                    <a:pt x="1069571" y="561778"/>
                    <a:pt x="652818" y="881723"/>
                    <a:pt x="417651" y="1314625"/>
                  </a:cubicBezTo>
                  <a:lnTo>
                    <a:pt x="401199" y="1348777"/>
                  </a:lnTo>
                  <a:lnTo>
                    <a:pt x="0" y="1143900"/>
                  </a:lnTo>
                  <a:lnTo>
                    <a:pt x="21267" y="1099751"/>
                  </a:lnTo>
                  <a:cubicBezTo>
                    <a:pt x="318458" y="552673"/>
                    <a:pt x="845126" y="148346"/>
                    <a:pt x="1472084" y="15956"/>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57607" tIns="28804" rIns="57607" bIns="28804" rtlCol="0" anchor="ctr">
              <a:noAutofit/>
            </a:bodyPr>
            <a:lstStyle/>
            <a:p>
              <a:pPr algn="ctr"/>
              <a:endParaRPr lang="zh-CN" altLang="en-US" sz="1135" dirty="0">
                <a:solidFill>
                  <a:schemeClr val="tx1"/>
                </a:solidFill>
                <a:latin typeface="+mj-ea"/>
                <a:ea typeface="+mj-ea"/>
                <a:cs typeface="思源宋体 CN Heavy" panose="02020900000000000000" pitchFamily="18" charset="-122"/>
              </a:endParaRPr>
            </a:p>
          </p:txBody>
        </p:sp>
        <p:sp>
          <p:nvSpPr>
            <p:cNvPr id="347" name="文本框 346"/>
            <p:cNvSpPr txBox="1"/>
            <p:nvPr/>
          </p:nvSpPr>
          <p:spPr>
            <a:xfrm rot="19252177">
              <a:off x="7706102" y="3622808"/>
              <a:ext cx="698037" cy="167663"/>
            </a:xfrm>
            <a:prstGeom prst="rect">
              <a:avLst/>
            </a:prstGeom>
            <a:noFill/>
            <a:effectLst/>
          </p:spPr>
          <p:txBody>
            <a:bodyPr wrap="none" lIns="57607" tIns="28804" rIns="57607" bIns="28804" rtlCol="0">
              <a:prstTxWarp prst="textArchDown">
                <a:avLst/>
              </a:prstTxWarp>
              <a:spAutoFit/>
            </a:bodyPr>
            <a:lstStyle/>
            <a:p>
              <a:pPr algn="ctr"/>
              <a:r>
                <a:rPr lang="zh-CN" altLang="en-US" sz="1135" dirty="0">
                  <a:solidFill>
                    <a:srgbClr val="FFFFFF"/>
                  </a:solidFill>
                  <a:latin typeface="+mj-ea"/>
                  <a:ea typeface="+mj-ea"/>
                  <a:cs typeface="思源宋体 CN Heavy" panose="02020900000000000000" pitchFamily="18" charset="-122"/>
                </a:rPr>
                <a:t>师资培养机制</a:t>
              </a:r>
            </a:p>
          </p:txBody>
        </p:sp>
        <p:grpSp>
          <p:nvGrpSpPr>
            <p:cNvPr id="349" name="组合 348"/>
            <p:cNvGrpSpPr/>
            <p:nvPr/>
          </p:nvGrpSpPr>
          <p:grpSpPr>
            <a:xfrm rot="16387889">
              <a:off x="7767441" y="3402689"/>
              <a:ext cx="801917" cy="831338"/>
              <a:chOff x="2483112" y="3600323"/>
              <a:chExt cx="801917" cy="831338"/>
            </a:xfrm>
          </p:grpSpPr>
          <p:sp>
            <p:nvSpPr>
              <p:cNvPr id="399" name="文本框 398"/>
              <p:cNvSpPr txBox="1"/>
              <p:nvPr/>
            </p:nvSpPr>
            <p:spPr>
              <a:xfrm rot="3450648">
                <a:off x="2271895" y="3811540"/>
                <a:ext cx="635712"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评价标准</a:t>
                </a:r>
              </a:p>
            </p:txBody>
          </p:sp>
          <p:sp>
            <p:nvSpPr>
              <p:cNvPr id="400" name="文本框 399"/>
              <p:cNvSpPr txBox="1"/>
              <p:nvPr/>
            </p:nvSpPr>
            <p:spPr>
              <a:xfrm rot="2134620">
                <a:off x="2649317" y="4218383"/>
                <a:ext cx="635712" cy="213278"/>
              </a:xfrm>
              <a:prstGeom prst="rect">
                <a:avLst/>
              </a:prstGeom>
              <a:noFill/>
              <a:effectLst/>
            </p:spPr>
            <p:txBody>
              <a:bodyPr wrap="none" lIns="57607" tIns="28804" rIns="57607" bIns="28804" rtlCol="0">
                <a:spAutoFit/>
              </a:bodyPr>
              <a:lstStyle/>
              <a:p>
                <a:pPr algn="l"/>
                <a:r>
                  <a:rPr lang="zh-CN" altLang="en-US" sz="1010" dirty="0">
                    <a:solidFill>
                      <a:schemeClr val="accent1"/>
                    </a:solidFill>
                    <a:latin typeface="+mj-ea"/>
                    <a:ea typeface="+mj-ea"/>
                    <a:cs typeface="思源宋体 CN Heavy" panose="02020900000000000000" pitchFamily="18" charset="-122"/>
                  </a:rPr>
                  <a:t>产教融合</a:t>
                </a:r>
              </a:p>
            </p:txBody>
          </p:sp>
        </p:grpSp>
        <p:grpSp>
          <p:nvGrpSpPr>
            <p:cNvPr id="350" name="组合 349"/>
            <p:cNvGrpSpPr/>
            <p:nvPr/>
          </p:nvGrpSpPr>
          <p:grpSpPr>
            <a:xfrm>
              <a:off x="3987890" y="1919562"/>
              <a:ext cx="1741146" cy="1741147"/>
              <a:chOff x="3985213" y="2945179"/>
              <a:chExt cx="1741146" cy="1741147"/>
            </a:xfrm>
          </p:grpSpPr>
          <p:sp>
            <p:nvSpPr>
              <p:cNvPr id="396" name="弧形 395"/>
              <p:cNvSpPr/>
              <p:nvPr/>
            </p:nvSpPr>
            <p:spPr>
              <a:xfrm>
                <a:off x="3985218" y="2945180"/>
                <a:ext cx="1741136" cy="1741146"/>
              </a:xfrm>
              <a:prstGeom prst="arc">
                <a:avLst>
                  <a:gd name="adj1" fmla="val 12740760"/>
                  <a:gd name="adj2" fmla="val 18681101"/>
                </a:avLst>
              </a:prstGeom>
              <a:ln w="40005">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97" name="弧形 396"/>
              <p:cNvSpPr/>
              <p:nvPr/>
            </p:nvSpPr>
            <p:spPr>
              <a:xfrm>
                <a:off x="3985217" y="2945179"/>
                <a:ext cx="1741142" cy="1741143"/>
              </a:xfrm>
              <a:prstGeom prst="arc">
                <a:avLst>
                  <a:gd name="adj1" fmla="val 8473326"/>
                  <a:gd name="adj2" fmla="val 12504922"/>
                </a:avLst>
              </a:prstGeom>
              <a:ln w="40005">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98" name="弧形 397"/>
              <p:cNvSpPr/>
              <p:nvPr/>
            </p:nvSpPr>
            <p:spPr>
              <a:xfrm>
                <a:off x="3985213" y="2945181"/>
                <a:ext cx="1741146" cy="1741142"/>
              </a:xfrm>
              <a:prstGeom prst="arc">
                <a:avLst>
                  <a:gd name="adj1" fmla="val 3277428"/>
                  <a:gd name="adj2" fmla="val 8259483"/>
                </a:avLst>
              </a:prstGeom>
              <a:ln w="40005">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1" name="组合 350"/>
            <p:cNvGrpSpPr/>
            <p:nvPr/>
          </p:nvGrpSpPr>
          <p:grpSpPr>
            <a:xfrm flipH="1">
              <a:off x="6489172" y="1919562"/>
              <a:ext cx="1741151" cy="1741147"/>
              <a:chOff x="7941720" y="3033195"/>
              <a:chExt cx="1741151" cy="1741147"/>
            </a:xfrm>
          </p:grpSpPr>
          <p:sp>
            <p:nvSpPr>
              <p:cNvPr id="393" name="弧形 392"/>
              <p:cNvSpPr/>
              <p:nvPr/>
            </p:nvSpPr>
            <p:spPr>
              <a:xfrm>
                <a:off x="7941725" y="3033196"/>
                <a:ext cx="1741136" cy="1741146"/>
              </a:xfrm>
              <a:prstGeom prst="arc">
                <a:avLst>
                  <a:gd name="adj1" fmla="val 12740760"/>
                  <a:gd name="adj2" fmla="val 18681101"/>
                </a:avLst>
              </a:prstGeom>
              <a:ln w="40005">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94" name="弧形 393"/>
              <p:cNvSpPr/>
              <p:nvPr/>
            </p:nvSpPr>
            <p:spPr>
              <a:xfrm>
                <a:off x="7941723" y="3033201"/>
                <a:ext cx="1741142" cy="1741141"/>
              </a:xfrm>
              <a:prstGeom prst="arc">
                <a:avLst>
                  <a:gd name="adj1" fmla="val 8473323"/>
                  <a:gd name="adj2" fmla="val 12504930"/>
                </a:avLst>
              </a:prstGeom>
              <a:ln w="40005">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95" name="弧形 394"/>
              <p:cNvSpPr/>
              <p:nvPr/>
            </p:nvSpPr>
            <p:spPr>
              <a:xfrm>
                <a:off x="7941720" y="3033195"/>
                <a:ext cx="1741151" cy="1741143"/>
              </a:xfrm>
              <a:prstGeom prst="arc">
                <a:avLst>
                  <a:gd name="adj1" fmla="val 3770044"/>
                  <a:gd name="adj2" fmla="val 8259482"/>
                </a:avLst>
              </a:prstGeom>
              <a:ln w="40005">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2" name="组合 351"/>
            <p:cNvGrpSpPr/>
            <p:nvPr/>
          </p:nvGrpSpPr>
          <p:grpSpPr>
            <a:xfrm>
              <a:off x="5271977" y="1983577"/>
              <a:ext cx="1695704" cy="1448229"/>
              <a:chOff x="5271977" y="3009194"/>
              <a:chExt cx="1695704" cy="1448229"/>
            </a:xfrm>
          </p:grpSpPr>
          <p:cxnSp>
            <p:nvCxnSpPr>
              <p:cNvPr id="384" name="直接箭头连接符 383"/>
              <p:cNvCxnSpPr/>
              <p:nvPr/>
            </p:nvCxnSpPr>
            <p:spPr>
              <a:xfrm flipH="1">
                <a:off x="5548014" y="3390215"/>
                <a:ext cx="928886" cy="929196"/>
              </a:xfrm>
              <a:prstGeom prst="straightConnector1">
                <a:avLst/>
              </a:prstGeom>
              <a:ln w="24003">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5" name="直接箭头连接符 384"/>
              <p:cNvCxnSpPr/>
              <p:nvPr/>
            </p:nvCxnSpPr>
            <p:spPr>
              <a:xfrm flipH="1">
                <a:off x="6294379" y="3374973"/>
                <a:ext cx="439723" cy="453286"/>
              </a:xfrm>
              <a:prstGeom prst="straightConnector1">
                <a:avLst/>
              </a:prstGeom>
              <a:ln w="16002">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6" name="直接箭头连接符 385"/>
              <p:cNvCxnSpPr/>
              <p:nvPr/>
            </p:nvCxnSpPr>
            <p:spPr>
              <a:xfrm flipH="1">
                <a:off x="6212025" y="3009194"/>
                <a:ext cx="439723" cy="453286"/>
              </a:xfrm>
              <a:prstGeom prst="straightConnector1">
                <a:avLst/>
              </a:prstGeom>
              <a:ln w="16002">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7" name="直接箭头连接符 386"/>
              <p:cNvCxnSpPr/>
              <p:nvPr/>
            </p:nvCxnSpPr>
            <p:spPr>
              <a:xfrm flipH="1">
                <a:off x="5271977" y="4122121"/>
                <a:ext cx="322704" cy="309149"/>
              </a:xfrm>
              <a:prstGeom prst="straightConnector1">
                <a:avLst/>
              </a:prstGeom>
              <a:ln w="16002">
                <a:solidFill>
                  <a:schemeClr val="accent2">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8" name="直接箭头连接符 387"/>
              <p:cNvCxnSpPr/>
              <p:nvPr/>
            </p:nvCxnSpPr>
            <p:spPr>
              <a:xfrm flipH="1">
                <a:off x="5645145" y="4147868"/>
                <a:ext cx="322704" cy="309149"/>
              </a:xfrm>
              <a:prstGeom prst="straightConnector1">
                <a:avLst/>
              </a:prstGeom>
              <a:ln w="16002">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89" name="直接箭头连接符 388"/>
              <p:cNvCxnSpPr/>
              <p:nvPr/>
            </p:nvCxnSpPr>
            <p:spPr>
              <a:xfrm>
                <a:off x="5672808" y="3425459"/>
                <a:ext cx="905013" cy="893954"/>
              </a:xfrm>
              <a:prstGeom prst="straightConnector1">
                <a:avLst/>
              </a:prstGeom>
              <a:ln w="40005">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90" name="直接箭头连接符 389"/>
              <p:cNvCxnSpPr/>
              <p:nvPr/>
            </p:nvCxnSpPr>
            <p:spPr>
              <a:xfrm>
                <a:off x="5672374" y="3198938"/>
                <a:ext cx="305165" cy="305674"/>
              </a:xfrm>
              <a:prstGeom prst="straightConnector1">
                <a:avLst/>
              </a:prstGeom>
              <a:ln w="16002">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91" name="直接箭头连接符 390"/>
              <p:cNvCxnSpPr/>
              <p:nvPr/>
            </p:nvCxnSpPr>
            <p:spPr>
              <a:xfrm>
                <a:off x="6528989" y="4018148"/>
                <a:ext cx="438692" cy="439275"/>
              </a:xfrm>
              <a:prstGeom prst="straightConnector1">
                <a:avLst/>
              </a:prstGeom>
              <a:ln w="24003">
                <a:solidFill>
                  <a:schemeClr val="accent1">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392" name="直接箭头连接符 391"/>
              <p:cNvCxnSpPr/>
              <p:nvPr/>
            </p:nvCxnSpPr>
            <p:spPr>
              <a:xfrm>
                <a:off x="5312404" y="3268470"/>
                <a:ext cx="325899" cy="333145"/>
              </a:xfrm>
              <a:prstGeom prst="straightConnector1">
                <a:avLst/>
              </a:prstGeom>
              <a:ln w="24003">
                <a:solidFill>
                  <a:schemeClr val="accent2">
                    <a:alpha val="2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grpSp>
        <p:grpSp>
          <p:nvGrpSpPr>
            <p:cNvPr id="353" name="组合 352"/>
            <p:cNvGrpSpPr/>
            <p:nvPr/>
          </p:nvGrpSpPr>
          <p:grpSpPr>
            <a:xfrm>
              <a:off x="5230867" y="1408303"/>
              <a:ext cx="1711958" cy="2764393"/>
              <a:chOff x="5230867" y="2433920"/>
              <a:chExt cx="1711958" cy="2764393"/>
            </a:xfrm>
          </p:grpSpPr>
          <p:sp>
            <p:nvSpPr>
              <p:cNvPr id="375" name="椭圆 374"/>
              <p:cNvSpPr/>
              <p:nvPr/>
            </p:nvSpPr>
            <p:spPr>
              <a:xfrm>
                <a:off x="5230867" y="2909476"/>
                <a:ext cx="1711958" cy="1711958"/>
              </a:xfrm>
              <a:prstGeom prst="ellipse">
                <a:avLst/>
              </a:prstGeom>
              <a:solidFill>
                <a:schemeClr val="accent1"/>
              </a:solidFill>
              <a:ln w="25400">
                <a:noFill/>
                <a:headEnd type="stealth" w="lg" len="lg"/>
                <a:tailEnd type="stealth" w="lg" len="lg"/>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76" name="文本框 375"/>
              <p:cNvSpPr txBox="1"/>
              <p:nvPr>
                <p:custDataLst>
                  <p:tags r:id="rId5"/>
                </p:custDataLst>
              </p:nvPr>
            </p:nvSpPr>
            <p:spPr>
              <a:xfrm>
                <a:off x="5273663" y="3428593"/>
                <a:ext cx="1626368" cy="673724"/>
              </a:xfrm>
              <a:prstGeom prst="rect">
                <a:avLst/>
              </a:prstGeom>
              <a:noFill/>
              <a:effectLst/>
            </p:spPr>
            <p:txBody>
              <a:bodyPr wrap="none" lIns="57607" tIns="28804" rIns="57607" bIns="28804" rtlCol="0">
                <a:spAutoFit/>
              </a:bodyPr>
              <a:lstStyle/>
              <a:p>
                <a:pPr algn="ctr"/>
                <a:r>
                  <a:rPr lang="zh-CN" altLang="en-US" sz="2000" dirty="0">
                    <a:solidFill>
                      <a:srgbClr val="FFFFFF"/>
                    </a:solidFill>
                    <a:effectLst>
                      <a:outerShdw dist="16002" dir="2700062" algn="tl" rotWithShape="0">
                        <a:schemeClr val="accent1">
                          <a:alpha val="70000"/>
                        </a:schemeClr>
                      </a:outerShdw>
                    </a:effectLst>
                    <a:latin typeface="+mj-ea"/>
                    <a:ea typeface="+mj-ea"/>
                    <a:cs typeface="思源宋体 CN Heavy" panose="02020900000000000000" pitchFamily="18" charset="-122"/>
                  </a:rPr>
                  <a:t>教学内容</a:t>
                </a:r>
                <a:endParaRPr lang="en-US" altLang="zh-CN" sz="2000" dirty="0">
                  <a:solidFill>
                    <a:srgbClr val="FFFFFF"/>
                  </a:solidFill>
                  <a:effectLst>
                    <a:outerShdw dist="16002" dir="2700062" algn="tl" rotWithShape="0">
                      <a:schemeClr val="accent1">
                        <a:alpha val="70000"/>
                      </a:schemeClr>
                    </a:outerShdw>
                  </a:effectLst>
                  <a:latin typeface="+mj-ea"/>
                  <a:ea typeface="+mj-ea"/>
                  <a:cs typeface="思源宋体 CN Heavy" panose="02020900000000000000" pitchFamily="18" charset="-122"/>
                </a:endParaRPr>
              </a:p>
              <a:p>
                <a:pPr algn="ctr"/>
                <a:r>
                  <a:rPr lang="zh-CN" altLang="en-US" sz="2000" dirty="0">
                    <a:solidFill>
                      <a:srgbClr val="FFFFFF"/>
                    </a:solidFill>
                    <a:effectLst>
                      <a:outerShdw dist="16002" dir="2700062" algn="tl" rotWithShape="0">
                        <a:schemeClr val="accent1">
                          <a:alpha val="70000"/>
                        </a:schemeClr>
                      </a:outerShdw>
                    </a:effectLst>
                    <a:latin typeface="+mj-ea"/>
                    <a:ea typeface="+mj-ea"/>
                    <a:cs typeface="思源宋体 CN Heavy" panose="02020900000000000000" pitchFamily="18" charset="-122"/>
                  </a:rPr>
                  <a:t>贴近行业需求</a:t>
                </a:r>
              </a:p>
            </p:txBody>
          </p:sp>
          <p:sp>
            <p:nvSpPr>
              <p:cNvPr id="377" name="弧形 376"/>
              <p:cNvSpPr/>
              <p:nvPr/>
            </p:nvSpPr>
            <p:spPr>
              <a:xfrm flipH="1">
                <a:off x="5230868" y="2909474"/>
                <a:ext cx="1711955" cy="1711960"/>
              </a:xfrm>
              <a:prstGeom prst="arc">
                <a:avLst>
                  <a:gd name="adj1" fmla="val 18004178"/>
                  <a:gd name="adj2" fmla="val 3896719"/>
                </a:avLst>
              </a:prstGeom>
              <a:ln w="40005">
                <a:solidFill>
                  <a:schemeClr val="accent1">
                    <a:lumMod val="60000"/>
                    <a:lumOff val="40000"/>
                  </a:schemeClr>
                </a:solidFill>
                <a:headEnd type="stealth" w="lg" len="lg"/>
                <a:tailEnd type="stealth" w="lg" len="lg"/>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nvGrpSpPr>
              <p:cNvPr id="378" name="组合 377"/>
              <p:cNvGrpSpPr/>
              <p:nvPr/>
            </p:nvGrpSpPr>
            <p:grpSpPr>
              <a:xfrm>
                <a:off x="5654547" y="2433920"/>
                <a:ext cx="882905" cy="882905"/>
                <a:chOff x="5654547" y="1977780"/>
                <a:chExt cx="882905" cy="882905"/>
              </a:xfrm>
            </p:grpSpPr>
            <p:sp>
              <p:nvSpPr>
                <p:cNvPr id="382" name="菱形 381"/>
                <p:cNvSpPr/>
                <p:nvPr>
                  <p:custDataLst>
                    <p:tags r:id="rId7"/>
                  </p:custDataLst>
                </p:nvPr>
              </p:nvSpPr>
              <p:spPr>
                <a:xfrm>
                  <a:off x="5654547" y="1977780"/>
                  <a:ext cx="882905" cy="882905"/>
                </a:xfrm>
                <a:prstGeom prst="diamond">
                  <a:avLst/>
                </a:prstGeom>
                <a:gradFill flip="none" rotWithShape="1">
                  <a:gsLst>
                    <a:gs pos="0">
                      <a:schemeClr val="accent1"/>
                    </a:gs>
                    <a:gs pos="100000">
                      <a:schemeClr val="accent1">
                        <a:lumMod val="75000"/>
                      </a:schemeClr>
                    </a:gs>
                  </a:gsLst>
                  <a:path path="circle">
                    <a:fillToRect r="100000" b="100000"/>
                  </a:path>
                  <a:tileRect l="-100000" t="-100000"/>
                </a:gradFill>
                <a:ln>
                  <a:noFill/>
                </a:ln>
                <a:effectLst>
                  <a:outerShdw blurRad="240030" dist="112014" dir="2700004" sx="98000" sy="98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57607" tIns="28804" rIns="57607" bIns="28804" rtlCol="0" anchor="ctr"/>
                <a:lstStyle/>
                <a:p>
                  <a:pPr algn="ctr"/>
                  <a:endParaRPr lang="zh-CN" altLang="en-US" sz="1135" dirty="0">
                    <a:solidFill>
                      <a:prstClr val="white"/>
                    </a:solidFill>
                    <a:latin typeface="+mj-ea"/>
                    <a:ea typeface="+mj-ea"/>
                    <a:cs typeface="思源宋体 CN Heavy" panose="02020900000000000000" pitchFamily="18" charset="-122"/>
                  </a:endParaRPr>
                </a:p>
              </p:txBody>
            </p:sp>
            <p:sp>
              <p:nvSpPr>
                <p:cNvPr id="383" name="文本框 382"/>
                <p:cNvSpPr txBox="1"/>
                <p:nvPr/>
              </p:nvSpPr>
              <p:spPr>
                <a:xfrm>
                  <a:off x="5779299" y="2235030"/>
                  <a:ext cx="633404" cy="368409"/>
                </a:xfrm>
                <a:prstGeom prst="rect">
                  <a:avLst/>
                </a:prstGeom>
                <a:noFill/>
                <a:effectLst/>
              </p:spPr>
              <p:txBody>
                <a:bodyPr wrap="none" lIns="57607" tIns="28804" rIns="57607" bIns="28804" rtlCol="0">
                  <a:spAutoFit/>
                </a:bodyPr>
                <a:lstStyle/>
                <a:p>
                  <a:pPr algn="ctr"/>
                  <a:r>
                    <a:rPr lang="zh-CN" altLang="en-US" sz="1010" dirty="0">
                      <a:solidFill>
                        <a:srgbClr val="FFFFFF"/>
                      </a:solidFill>
                      <a:latin typeface="+mj-ea"/>
                      <a:ea typeface="+mj-ea"/>
                      <a:cs typeface="思源宋体 CN Heavy" panose="02020900000000000000" pitchFamily="18" charset="-122"/>
                    </a:rPr>
                    <a:t>内外融合</a:t>
                  </a:r>
                  <a:endParaRPr lang="en-US" altLang="zh-CN" sz="1010" dirty="0">
                    <a:solidFill>
                      <a:srgbClr val="FFFFFF"/>
                    </a:solidFill>
                    <a:latin typeface="+mj-ea"/>
                    <a:ea typeface="+mj-ea"/>
                    <a:cs typeface="思源宋体 CN Heavy" panose="02020900000000000000" pitchFamily="18" charset="-122"/>
                  </a:endParaRPr>
                </a:p>
                <a:p>
                  <a:pPr algn="ctr"/>
                  <a:r>
                    <a:rPr lang="zh-CN" altLang="en-US" sz="1010" dirty="0">
                      <a:solidFill>
                        <a:srgbClr val="FFFFFF"/>
                      </a:solidFill>
                      <a:latin typeface="+mj-ea"/>
                      <a:ea typeface="+mj-ea"/>
                      <a:cs typeface="思源宋体 CN Heavy" panose="02020900000000000000" pitchFamily="18" charset="-122"/>
                    </a:rPr>
                    <a:t>跨界协作</a:t>
                  </a:r>
                </a:p>
              </p:txBody>
            </p:sp>
          </p:grpSp>
          <p:grpSp>
            <p:nvGrpSpPr>
              <p:cNvPr id="379" name="组合 378"/>
              <p:cNvGrpSpPr/>
              <p:nvPr/>
            </p:nvGrpSpPr>
            <p:grpSpPr>
              <a:xfrm>
                <a:off x="5654547" y="4315408"/>
                <a:ext cx="882905" cy="882905"/>
                <a:chOff x="5654547" y="4011673"/>
                <a:chExt cx="882905" cy="882905"/>
              </a:xfrm>
            </p:grpSpPr>
            <p:sp>
              <p:nvSpPr>
                <p:cNvPr id="380" name="菱形 379"/>
                <p:cNvSpPr/>
                <p:nvPr>
                  <p:custDataLst>
                    <p:tags r:id="rId6"/>
                  </p:custDataLst>
                </p:nvPr>
              </p:nvSpPr>
              <p:spPr>
                <a:xfrm>
                  <a:off x="5654547" y="4011673"/>
                  <a:ext cx="882905" cy="882905"/>
                </a:xfrm>
                <a:prstGeom prst="diamond">
                  <a:avLst/>
                </a:prstGeom>
                <a:gradFill flip="none" rotWithShape="1">
                  <a:gsLst>
                    <a:gs pos="0">
                      <a:schemeClr val="accent2">
                        <a:lumMod val="60000"/>
                        <a:lumOff val="40000"/>
                      </a:schemeClr>
                    </a:gs>
                    <a:gs pos="100000">
                      <a:schemeClr val="accent2"/>
                    </a:gs>
                  </a:gsLst>
                  <a:path path="circle">
                    <a:fillToRect r="100000" b="100000"/>
                  </a:path>
                  <a:tileRect l="-100000" t="-100000"/>
                </a:gradFill>
                <a:ln>
                  <a:noFill/>
                </a:ln>
                <a:effectLst>
                  <a:outerShdw blurRad="240030" dist="112014" dir="2700004" sx="98000" sy="98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57607" tIns="28804" rIns="57607" bIns="28804" rtlCol="0" anchor="ctr"/>
                <a:lstStyle/>
                <a:p>
                  <a:pPr algn="ctr"/>
                  <a:endParaRPr lang="zh-CN" altLang="en-US" sz="1135" dirty="0">
                    <a:solidFill>
                      <a:prstClr val="white"/>
                    </a:solidFill>
                    <a:latin typeface="+mj-ea"/>
                    <a:ea typeface="+mj-ea"/>
                    <a:cs typeface="思源宋体 CN Heavy" panose="02020900000000000000" pitchFamily="18" charset="-122"/>
                  </a:endParaRPr>
                </a:p>
              </p:txBody>
            </p:sp>
            <p:sp>
              <p:nvSpPr>
                <p:cNvPr id="381" name="文本框 380"/>
                <p:cNvSpPr txBox="1"/>
                <p:nvPr/>
              </p:nvSpPr>
              <p:spPr>
                <a:xfrm>
                  <a:off x="5784342" y="4268933"/>
                  <a:ext cx="623315" cy="368384"/>
                </a:xfrm>
                <a:prstGeom prst="rect">
                  <a:avLst/>
                </a:prstGeom>
                <a:noFill/>
                <a:effectLst/>
              </p:spPr>
              <p:txBody>
                <a:bodyPr wrap="square" lIns="57607" tIns="28804" rIns="57607" bIns="28804" rtlCol="0">
                  <a:spAutoFit/>
                </a:bodyPr>
                <a:lstStyle/>
                <a:p>
                  <a:pPr algn="ctr"/>
                  <a:r>
                    <a:rPr lang="zh-CN" altLang="en-US" sz="1010" dirty="0">
                      <a:solidFill>
                        <a:srgbClr val="FFFFFF"/>
                      </a:solidFill>
                      <a:latin typeface="+mj-ea"/>
                      <a:ea typeface="+mj-ea"/>
                      <a:cs typeface="思源宋体 CN Heavy" panose="02020900000000000000" pitchFamily="18" charset="-122"/>
                    </a:rPr>
                    <a:t>培养高素质人才</a:t>
                  </a:r>
                </a:p>
              </p:txBody>
            </p:sp>
          </p:grpSp>
          <p:sp>
            <p:nvSpPr>
              <p:cNvPr id="374" name="弧形 373"/>
              <p:cNvSpPr/>
              <p:nvPr/>
            </p:nvSpPr>
            <p:spPr>
              <a:xfrm>
                <a:off x="5230869" y="2909476"/>
                <a:ext cx="1711955" cy="1711962"/>
              </a:xfrm>
              <a:prstGeom prst="arc">
                <a:avLst>
                  <a:gd name="adj1" fmla="val 18004173"/>
                  <a:gd name="adj2" fmla="val 3896732"/>
                </a:avLst>
              </a:prstGeom>
              <a:ln w="40005">
                <a:solidFill>
                  <a:schemeClr val="accent2">
                    <a:lumMod val="60000"/>
                    <a:lumOff val="40000"/>
                  </a:schemeClr>
                </a:solidFill>
                <a:headEnd type="stealth" w="lg" len="lg"/>
                <a:tailEnd type="stealth" w="lg" len="lg"/>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4" name="组合 353"/>
            <p:cNvGrpSpPr/>
            <p:nvPr/>
          </p:nvGrpSpPr>
          <p:grpSpPr>
            <a:xfrm>
              <a:off x="4136586" y="2068257"/>
              <a:ext cx="1443756" cy="1443761"/>
              <a:chOff x="4134933" y="2946704"/>
              <a:chExt cx="1741152" cy="1741156"/>
            </a:xfrm>
          </p:grpSpPr>
          <p:sp>
            <p:nvSpPr>
              <p:cNvPr id="371" name="弧形 370"/>
              <p:cNvSpPr/>
              <p:nvPr/>
            </p:nvSpPr>
            <p:spPr>
              <a:xfrm>
                <a:off x="4134939" y="2946712"/>
                <a:ext cx="1741140" cy="1741139"/>
              </a:xfrm>
              <a:prstGeom prst="arc">
                <a:avLst>
                  <a:gd name="adj1" fmla="val 14467514"/>
                  <a:gd name="adj2" fmla="val 18160975"/>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72" name="弧形 371"/>
              <p:cNvSpPr/>
              <p:nvPr/>
            </p:nvSpPr>
            <p:spPr>
              <a:xfrm>
                <a:off x="4134933" y="2946711"/>
                <a:ext cx="1741152" cy="1741149"/>
              </a:xfrm>
              <a:prstGeom prst="arc">
                <a:avLst>
                  <a:gd name="adj1" fmla="val 11092373"/>
                  <a:gd name="adj2" fmla="val 13337908"/>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73" name="弧形 372"/>
              <p:cNvSpPr/>
              <p:nvPr/>
            </p:nvSpPr>
            <p:spPr>
              <a:xfrm>
                <a:off x="4134934" y="2946704"/>
                <a:ext cx="1741151" cy="1741144"/>
              </a:xfrm>
              <a:prstGeom prst="arc">
                <a:avLst>
                  <a:gd name="adj1" fmla="val 6172206"/>
                  <a:gd name="adj2" fmla="val 9495872"/>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5" name="组合 354"/>
            <p:cNvGrpSpPr>
              <a:grpSpLocks noChangeAspect="1"/>
            </p:cNvGrpSpPr>
            <p:nvPr/>
          </p:nvGrpSpPr>
          <p:grpSpPr>
            <a:xfrm>
              <a:off x="3849203" y="1780868"/>
              <a:ext cx="2018528" cy="2018533"/>
              <a:chOff x="3885347" y="2944153"/>
              <a:chExt cx="1741152" cy="1741153"/>
            </a:xfrm>
          </p:grpSpPr>
          <p:sp>
            <p:nvSpPr>
              <p:cNvPr id="368" name="弧形 367"/>
              <p:cNvSpPr/>
              <p:nvPr/>
            </p:nvSpPr>
            <p:spPr>
              <a:xfrm>
                <a:off x="3885347" y="2944157"/>
                <a:ext cx="1741149" cy="1741147"/>
              </a:xfrm>
              <a:prstGeom prst="arc">
                <a:avLst>
                  <a:gd name="adj1" fmla="val 12711645"/>
                  <a:gd name="adj2" fmla="val 17783795"/>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9" name="弧形 368"/>
              <p:cNvSpPr/>
              <p:nvPr/>
            </p:nvSpPr>
            <p:spPr>
              <a:xfrm>
                <a:off x="3885352" y="2944153"/>
                <a:ext cx="1741141" cy="1741153"/>
              </a:xfrm>
              <a:prstGeom prst="arc">
                <a:avLst>
                  <a:gd name="adj1" fmla="val 8026787"/>
                  <a:gd name="adj2" fmla="val 11903713"/>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70" name="弧形 369"/>
              <p:cNvSpPr/>
              <p:nvPr/>
            </p:nvSpPr>
            <p:spPr>
              <a:xfrm>
                <a:off x="3885350" y="2944158"/>
                <a:ext cx="1741149" cy="1741146"/>
              </a:xfrm>
              <a:prstGeom prst="arc">
                <a:avLst>
                  <a:gd name="adj1" fmla="val 3454426"/>
                  <a:gd name="adj2" fmla="val 7325918"/>
                </a:avLst>
              </a:prstGeom>
              <a:ln w="16002">
                <a:solidFill>
                  <a:schemeClr val="accent2">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sp>
          <p:nvSpPr>
            <p:cNvPr id="356" name="椭圆 355"/>
            <p:cNvSpPr/>
            <p:nvPr>
              <p:custDataLst>
                <p:tags r:id="rId1"/>
              </p:custDataLst>
            </p:nvPr>
          </p:nvSpPr>
          <p:spPr>
            <a:xfrm>
              <a:off x="4646180" y="3455562"/>
              <a:ext cx="428861" cy="428861"/>
            </a:xfrm>
            <a:prstGeom prst="ellipse">
              <a:avLst/>
            </a:prstGeom>
            <a:gradFill flip="none" rotWithShape="1">
              <a:gsLst>
                <a:gs pos="65000">
                  <a:schemeClr val="accent1"/>
                </a:gs>
                <a:gs pos="99000">
                  <a:schemeClr val="accent1">
                    <a:lumMod val="75000"/>
                  </a:schemeClr>
                </a:gs>
                <a:gs pos="0">
                  <a:schemeClr val="accent1">
                    <a:lumMod val="20000"/>
                    <a:lumOff val="80000"/>
                  </a:schemeClr>
                </a:gs>
              </a:gsLst>
              <a:path path="circle">
                <a:fillToRect r="100000" b="100000"/>
              </a:path>
              <a:tileRect l="-100000" t="-100000"/>
            </a:gradFill>
            <a:ln>
              <a:noFill/>
            </a:ln>
            <a:effectLst>
              <a:outerShdw blurRad="240030" dist="160020" dir="2699991"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8804" rIns="0" bIns="28804" rtlCol="0" anchor="ctr">
              <a:noAutofit/>
            </a:bodyPr>
            <a:lstStyle/>
            <a:p>
              <a:pPr algn="ctr"/>
              <a:r>
                <a:rPr lang="zh-CN" altLang="en-US" sz="1135" dirty="0">
                  <a:latin typeface="+mj-ea"/>
                  <a:ea typeface="+mj-ea"/>
                  <a:cs typeface="思源宋体 CN Heavy" panose="02020900000000000000" pitchFamily="18" charset="-122"/>
                </a:rPr>
                <a:t>共建</a:t>
              </a:r>
              <a:endParaRPr lang="zh-CN" altLang="en-US" sz="1135" dirty="0">
                <a:solidFill>
                  <a:schemeClr val="lt1"/>
                </a:solidFill>
                <a:latin typeface="+mj-ea"/>
                <a:ea typeface="+mj-ea"/>
                <a:cs typeface="思源宋体 CN Heavy" panose="02020900000000000000" pitchFamily="18" charset="-122"/>
              </a:endParaRPr>
            </a:p>
          </p:txBody>
        </p:sp>
        <p:sp>
          <p:nvSpPr>
            <p:cNvPr id="357" name="椭圆 356"/>
            <p:cNvSpPr/>
            <p:nvPr>
              <p:custDataLst>
                <p:tags r:id="rId2"/>
              </p:custDataLst>
            </p:nvPr>
          </p:nvSpPr>
          <p:spPr>
            <a:xfrm>
              <a:off x="4646180" y="1713903"/>
              <a:ext cx="428861" cy="428861"/>
            </a:xfrm>
            <a:prstGeom prst="ellipse">
              <a:avLst/>
            </a:prstGeom>
            <a:gradFill flip="none" rotWithShape="1">
              <a:gsLst>
                <a:gs pos="65000">
                  <a:schemeClr val="accent1"/>
                </a:gs>
                <a:gs pos="99000">
                  <a:schemeClr val="accent1">
                    <a:lumMod val="75000"/>
                  </a:schemeClr>
                </a:gs>
                <a:gs pos="0">
                  <a:schemeClr val="accent1">
                    <a:lumMod val="20000"/>
                    <a:lumOff val="80000"/>
                  </a:schemeClr>
                </a:gs>
              </a:gsLst>
              <a:path path="circle">
                <a:fillToRect r="100000" b="100000"/>
              </a:path>
              <a:tileRect l="-100000" t="-100000"/>
            </a:gradFill>
            <a:ln>
              <a:noFill/>
            </a:ln>
            <a:effectLst>
              <a:outerShdw blurRad="240030" dist="160020" dir="2699991"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8804" rIns="0" bIns="28804" rtlCol="0" anchor="ctr">
              <a:noAutofit/>
            </a:bodyPr>
            <a:lstStyle/>
            <a:p>
              <a:pPr algn="ctr"/>
              <a:r>
                <a:rPr lang="zh-CN" altLang="en-US" sz="1135" dirty="0">
                  <a:latin typeface="+mj-ea"/>
                  <a:ea typeface="+mj-ea"/>
                  <a:cs typeface="思源宋体 CN Heavy" panose="02020900000000000000" pitchFamily="18" charset="-122"/>
                </a:rPr>
                <a:t>合作</a:t>
              </a:r>
            </a:p>
          </p:txBody>
        </p:sp>
        <p:grpSp>
          <p:nvGrpSpPr>
            <p:cNvPr id="358" name="组合 357"/>
            <p:cNvGrpSpPr/>
            <p:nvPr/>
          </p:nvGrpSpPr>
          <p:grpSpPr>
            <a:xfrm flipH="1">
              <a:off x="6637869" y="2068258"/>
              <a:ext cx="1443753" cy="1443756"/>
              <a:chOff x="4153516" y="2946688"/>
              <a:chExt cx="1741151" cy="1741144"/>
            </a:xfrm>
          </p:grpSpPr>
          <p:sp>
            <p:nvSpPr>
              <p:cNvPr id="365" name="弧形 364"/>
              <p:cNvSpPr/>
              <p:nvPr/>
            </p:nvSpPr>
            <p:spPr>
              <a:xfrm>
                <a:off x="4153528" y="2946691"/>
                <a:ext cx="1741120" cy="1741141"/>
              </a:xfrm>
              <a:prstGeom prst="arc">
                <a:avLst>
                  <a:gd name="adj1" fmla="val 14467522"/>
                  <a:gd name="adj2" fmla="val 18160982"/>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6" name="弧形 365"/>
              <p:cNvSpPr/>
              <p:nvPr/>
            </p:nvSpPr>
            <p:spPr>
              <a:xfrm>
                <a:off x="4153517" y="2946692"/>
                <a:ext cx="1741147" cy="1741140"/>
              </a:xfrm>
              <a:prstGeom prst="arc">
                <a:avLst>
                  <a:gd name="adj1" fmla="val 11092373"/>
                  <a:gd name="adj2" fmla="val 13337907"/>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7" name="弧形 366"/>
              <p:cNvSpPr/>
              <p:nvPr/>
            </p:nvSpPr>
            <p:spPr>
              <a:xfrm>
                <a:off x="4153516" y="2946688"/>
                <a:ext cx="1741151" cy="1741143"/>
              </a:xfrm>
              <a:prstGeom prst="arc">
                <a:avLst>
                  <a:gd name="adj1" fmla="val 6172211"/>
                  <a:gd name="adj2" fmla="val 9495870"/>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grpSp>
          <p:nvGrpSpPr>
            <p:cNvPr id="359" name="组合 358"/>
            <p:cNvGrpSpPr>
              <a:grpSpLocks noChangeAspect="1"/>
            </p:cNvGrpSpPr>
            <p:nvPr/>
          </p:nvGrpSpPr>
          <p:grpSpPr>
            <a:xfrm flipH="1">
              <a:off x="6350494" y="1780872"/>
              <a:ext cx="2018518" cy="2018523"/>
              <a:chOff x="3898621" y="2944157"/>
              <a:chExt cx="1741146" cy="1741146"/>
            </a:xfrm>
          </p:grpSpPr>
          <p:sp>
            <p:nvSpPr>
              <p:cNvPr id="362" name="弧形 361"/>
              <p:cNvSpPr/>
              <p:nvPr/>
            </p:nvSpPr>
            <p:spPr>
              <a:xfrm>
                <a:off x="3898623" y="2944161"/>
                <a:ext cx="1741142" cy="1741140"/>
              </a:xfrm>
              <a:prstGeom prst="arc">
                <a:avLst>
                  <a:gd name="adj1" fmla="val 14467517"/>
                  <a:gd name="adj2" fmla="val 17783806"/>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3" name="弧形 362"/>
              <p:cNvSpPr/>
              <p:nvPr/>
            </p:nvSpPr>
            <p:spPr>
              <a:xfrm>
                <a:off x="3898621" y="2944157"/>
                <a:ext cx="1741146" cy="1741146"/>
              </a:xfrm>
              <a:prstGeom prst="arc">
                <a:avLst>
                  <a:gd name="adj1" fmla="val 9312467"/>
                  <a:gd name="adj2" fmla="val 13947790"/>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sp>
            <p:nvSpPr>
              <p:cNvPr id="364" name="弧形 363"/>
              <p:cNvSpPr/>
              <p:nvPr/>
            </p:nvSpPr>
            <p:spPr>
              <a:xfrm>
                <a:off x="3898629" y="2944159"/>
                <a:ext cx="1741138" cy="1741144"/>
              </a:xfrm>
              <a:prstGeom prst="arc">
                <a:avLst>
                  <a:gd name="adj1" fmla="val 3003675"/>
                  <a:gd name="adj2" fmla="val 8620471"/>
                </a:avLst>
              </a:prstGeom>
              <a:ln w="16002">
                <a:solidFill>
                  <a:schemeClr val="accent1">
                    <a:alpha val="40000"/>
                  </a:schemeClr>
                </a:solidFill>
                <a:headEnd type="none"/>
                <a:tailEnd type="triangle" w="med" len="med"/>
              </a:ln>
              <a:effectLst/>
            </p:spPr>
            <p:style>
              <a:lnRef idx="1">
                <a:schemeClr val="accent1"/>
              </a:lnRef>
              <a:fillRef idx="0">
                <a:schemeClr val="accent1"/>
              </a:fillRef>
              <a:effectRef idx="0">
                <a:schemeClr val="accent1"/>
              </a:effectRef>
              <a:fontRef idx="minor">
                <a:schemeClr val="tx1"/>
              </a:fontRef>
            </p:style>
            <p:txBody>
              <a:bodyPr lIns="57607" tIns="28804" rIns="57607" bIns="28804" rtlCol="0" anchor="ctr"/>
              <a:lstStyle/>
              <a:p>
                <a:pPr algn="ctr"/>
                <a:endParaRPr lang="zh-CN" altLang="en-US" sz="1135" dirty="0">
                  <a:latin typeface="+mj-ea"/>
                  <a:ea typeface="+mj-ea"/>
                  <a:cs typeface="思源宋体 CN Heavy" panose="02020900000000000000" pitchFamily="18" charset="-122"/>
                </a:endParaRPr>
              </a:p>
            </p:txBody>
          </p:sp>
        </p:grpSp>
        <p:sp>
          <p:nvSpPr>
            <p:cNvPr id="360" name="椭圆 359"/>
            <p:cNvSpPr/>
            <p:nvPr>
              <p:custDataLst>
                <p:tags r:id="rId3"/>
              </p:custDataLst>
            </p:nvPr>
          </p:nvSpPr>
          <p:spPr>
            <a:xfrm>
              <a:off x="7116962" y="1713903"/>
              <a:ext cx="428861" cy="428861"/>
            </a:xfrm>
            <a:prstGeom prst="ellipse">
              <a:avLst/>
            </a:prstGeom>
            <a:gradFill flip="none" rotWithShape="1">
              <a:gsLst>
                <a:gs pos="65000">
                  <a:schemeClr val="accent2"/>
                </a:gs>
                <a:gs pos="99000">
                  <a:schemeClr val="accent2">
                    <a:lumMod val="75000"/>
                  </a:schemeClr>
                </a:gs>
                <a:gs pos="0">
                  <a:schemeClr val="accent2">
                    <a:lumMod val="20000"/>
                    <a:lumOff val="80000"/>
                  </a:schemeClr>
                </a:gs>
              </a:gsLst>
              <a:path path="circle">
                <a:fillToRect r="100000" b="100000"/>
              </a:path>
              <a:tileRect l="-100000" t="-100000"/>
            </a:gradFill>
            <a:ln>
              <a:noFill/>
            </a:ln>
            <a:effectLst>
              <a:outerShdw blurRad="240030" dist="160020" dir="2699991"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8804" rIns="0" bIns="28804" rtlCol="0" anchor="ctr">
              <a:noAutofit/>
            </a:bodyPr>
            <a:lstStyle/>
            <a:p>
              <a:pPr algn="ctr"/>
              <a:r>
                <a:rPr lang="zh-CN" altLang="en-US" sz="1135" dirty="0">
                  <a:latin typeface="+mj-ea"/>
                  <a:ea typeface="+mj-ea"/>
                  <a:cs typeface="思源宋体 CN Heavy" panose="02020900000000000000" pitchFamily="18" charset="-122"/>
                </a:rPr>
                <a:t>前沿</a:t>
              </a:r>
            </a:p>
          </p:txBody>
        </p:sp>
        <p:sp>
          <p:nvSpPr>
            <p:cNvPr id="361" name="椭圆 360"/>
            <p:cNvSpPr/>
            <p:nvPr>
              <p:custDataLst>
                <p:tags r:id="rId4"/>
              </p:custDataLst>
            </p:nvPr>
          </p:nvSpPr>
          <p:spPr>
            <a:xfrm>
              <a:off x="7116962" y="3455562"/>
              <a:ext cx="428861" cy="428861"/>
            </a:xfrm>
            <a:prstGeom prst="ellipse">
              <a:avLst/>
            </a:prstGeom>
            <a:gradFill flip="none" rotWithShape="1">
              <a:gsLst>
                <a:gs pos="65000">
                  <a:schemeClr val="accent2"/>
                </a:gs>
                <a:gs pos="99000">
                  <a:schemeClr val="accent2">
                    <a:lumMod val="75000"/>
                  </a:schemeClr>
                </a:gs>
                <a:gs pos="0">
                  <a:schemeClr val="accent2">
                    <a:lumMod val="20000"/>
                    <a:lumOff val="80000"/>
                  </a:schemeClr>
                </a:gs>
              </a:gsLst>
              <a:path path="circle">
                <a:fillToRect r="100000" b="100000"/>
              </a:path>
              <a:tileRect l="-100000" t="-100000"/>
            </a:gradFill>
            <a:ln>
              <a:noFill/>
            </a:ln>
            <a:effectLst>
              <a:outerShdw blurRad="240030" dist="160020" dir="2699991"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28804" rIns="0" bIns="28804" rtlCol="0" anchor="ctr">
              <a:noAutofit/>
            </a:bodyPr>
            <a:lstStyle/>
            <a:p>
              <a:pPr algn="ctr"/>
              <a:r>
                <a:rPr lang="zh-CN" altLang="en-US" sz="1135" dirty="0">
                  <a:solidFill>
                    <a:schemeClr val="lt1"/>
                  </a:solidFill>
                  <a:latin typeface="+mj-ea"/>
                  <a:ea typeface="+mj-ea"/>
                  <a:cs typeface="思源宋体 CN Heavy" panose="02020900000000000000" pitchFamily="18" charset="-122"/>
                </a:rPr>
                <a:t>实践</a:t>
              </a:r>
            </a:p>
          </p:txBody>
        </p:sp>
        <p:grpSp>
          <p:nvGrpSpPr>
            <p:cNvPr id="487" name="组合 486"/>
            <p:cNvGrpSpPr/>
            <p:nvPr/>
          </p:nvGrpSpPr>
          <p:grpSpPr>
            <a:xfrm>
              <a:off x="4433012" y="2335378"/>
              <a:ext cx="764055" cy="876171"/>
              <a:chOff x="4303744" y="3319446"/>
              <a:chExt cx="764055" cy="876171"/>
            </a:xfrm>
          </p:grpSpPr>
          <p:sp>
            <p:nvSpPr>
              <p:cNvPr id="488" name="文本框 487"/>
              <p:cNvSpPr txBox="1"/>
              <p:nvPr/>
            </p:nvSpPr>
            <p:spPr>
              <a:xfrm>
                <a:off x="4303744" y="3743185"/>
                <a:ext cx="764055" cy="452432"/>
              </a:xfrm>
              <a:prstGeom prst="rect">
                <a:avLst/>
              </a:prstGeom>
              <a:noFill/>
              <a:effectLst/>
            </p:spPr>
            <p:txBody>
              <a:bodyPr wrap="none" lIns="64008" tIns="32004" rIns="64008" bIns="32004" rtlCol="0">
                <a:spAutoFit/>
              </a:bodyPr>
              <a:lstStyle/>
              <a:p>
                <a:pPr algn="ctr"/>
                <a:r>
                  <a:rPr lang="zh-CN" altLang="en-US" sz="1260" dirty="0">
                    <a:solidFill>
                      <a:schemeClr val="accent1"/>
                    </a:solidFill>
                    <a:latin typeface="+mj-ea"/>
                    <a:ea typeface="+mj-ea"/>
                    <a:cs typeface="思源宋体 CN Heavy" panose="02020900000000000000" pitchFamily="18" charset="-122"/>
                  </a:rPr>
                  <a:t>深化校企</a:t>
                </a:r>
                <a:endParaRPr lang="en-US" altLang="zh-CN" sz="1260" dirty="0">
                  <a:solidFill>
                    <a:schemeClr val="accent1"/>
                  </a:solidFill>
                  <a:latin typeface="+mj-ea"/>
                  <a:ea typeface="+mj-ea"/>
                  <a:cs typeface="思源宋体 CN Heavy" panose="02020900000000000000" pitchFamily="18" charset="-122"/>
                </a:endParaRPr>
              </a:p>
              <a:p>
                <a:pPr algn="ctr"/>
                <a:r>
                  <a:rPr lang="zh-CN" altLang="en-US" sz="1260" dirty="0">
                    <a:solidFill>
                      <a:schemeClr val="accent1"/>
                    </a:solidFill>
                    <a:latin typeface="+mj-ea"/>
                    <a:ea typeface="+mj-ea"/>
                    <a:cs typeface="思源宋体 CN Heavy" panose="02020900000000000000" pitchFamily="18" charset="-122"/>
                  </a:rPr>
                  <a:t>合作育人</a:t>
                </a:r>
              </a:p>
            </p:txBody>
          </p:sp>
          <p:sp>
            <p:nvSpPr>
              <p:cNvPr id="489" name="图形 150"/>
              <p:cNvSpPr/>
              <p:nvPr/>
            </p:nvSpPr>
            <p:spPr>
              <a:xfrm>
                <a:off x="4501959" y="3319446"/>
                <a:ext cx="367624" cy="420173"/>
              </a:xfrm>
              <a:custGeom>
                <a:avLst/>
                <a:gdLst>
                  <a:gd name="connsiteX0" fmla="*/ 344097 w 662936"/>
                  <a:gd name="connsiteY0" fmla="*/ 3384 h 757698"/>
                  <a:gd name="connsiteX1" fmla="*/ 650308 w 662936"/>
                  <a:gd name="connsiteY1" fmla="*/ 180180 h 757698"/>
                  <a:gd name="connsiteX2" fmla="*/ 662937 w 662936"/>
                  <a:gd name="connsiteY2" fmla="*/ 202053 h 757698"/>
                  <a:gd name="connsiteX3" fmla="*/ 662937 w 662936"/>
                  <a:gd name="connsiteY3" fmla="*/ 555646 h 757698"/>
                  <a:gd name="connsiteX4" fmla="*/ 650308 w 662936"/>
                  <a:gd name="connsiteY4" fmla="*/ 577518 h 757698"/>
                  <a:gd name="connsiteX5" fmla="*/ 344097 w 662936"/>
                  <a:gd name="connsiteY5" fmla="*/ 754315 h 757698"/>
                  <a:gd name="connsiteX6" fmla="*/ 318840 w 662936"/>
                  <a:gd name="connsiteY6" fmla="*/ 754315 h 757698"/>
                  <a:gd name="connsiteX7" fmla="*/ 12628 w 662936"/>
                  <a:gd name="connsiteY7" fmla="*/ 577518 h 757698"/>
                  <a:gd name="connsiteX8" fmla="*/ 0 w 662936"/>
                  <a:gd name="connsiteY8" fmla="*/ 555646 h 757698"/>
                  <a:gd name="connsiteX9" fmla="*/ 0 w 662936"/>
                  <a:gd name="connsiteY9" fmla="*/ 202053 h 757698"/>
                  <a:gd name="connsiteX10" fmla="*/ 12628 w 662936"/>
                  <a:gd name="connsiteY10" fmla="*/ 180180 h 757698"/>
                  <a:gd name="connsiteX11" fmla="*/ 318840 w 662936"/>
                  <a:gd name="connsiteY11" fmla="*/ 3384 h 757698"/>
                  <a:gd name="connsiteX12" fmla="*/ 344097 w 662936"/>
                  <a:gd name="connsiteY12" fmla="*/ 3384 h 757698"/>
                  <a:gd name="connsiteX13" fmla="*/ 331468 w 662936"/>
                  <a:gd name="connsiteY13" fmla="*/ 54427 h 757698"/>
                  <a:gd name="connsiteX14" fmla="*/ 50488 w 662936"/>
                  <a:gd name="connsiteY14" fmla="*/ 216626 h 757698"/>
                  <a:gd name="connsiteX15" fmla="*/ 50488 w 662936"/>
                  <a:gd name="connsiteY15" fmla="*/ 541048 h 757698"/>
                  <a:gd name="connsiteX16" fmla="*/ 331468 w 662936"/>
                  <a:gd name="connsiteY16" fmla="*/ 703246 h 757698"/>
                  <a:gd name="connsiteX17" fmla="*/ 612423 w 662936"/>
                  <a:gd name="connsiteY17" fmla="*/ 541048 h 757698"/>
                  <a:gd name="connsiteX18" fmla="*/ 612423 w 662936"/>
                  <a:gd name="connsiteY18" fmla="*/ 216626 h 757698"/>
                  <a:gd name="connsiteX19" fmla="*/ 331468 w 662936"/>
                  <a:gd name="connsiteY19" fmla="*/ 54427 h 757698"/>
                  <a:gd name="connsiteX20" fmla="*/ 507103 w 662936"/>
                  <a:gd name="connsiteY20" fmla="*/ 377410 h 757698"/>
                  <a:gd name="connsiteX21" fmla="*/ 510033 w 662936"/>
                  <a:gd name="connsiteY21" fmla="*/ 377662 h 757698"/>
                  <a:gd name="connsiteX22" fmla="*/ 531703 w 662936"/>
                  <a:gd name="connsiteY22" fmla="*/ 406051 h 757698"/>
                  <a:gd name="connsiteX23" fmla="*/ 406430 w 662936"/>
                  <a:gd name="connsiteY23" fmla="*/ 566531 h 757698"/>
                  <a:gd name="connsiteX24" fmla="*/ 320758 w 662936"/>
                  <a:gd name="connsiteY24" fmla="*/ 630834 h 757698"/>
                  <a:gd name="connsiteX25" fmla="*/ 255698 w 662936"/>
                  <a:gd name="connsiteY25" fmla="*/ 555646 h 757698"/>
                  <a:gd name="connsiteX26" fmla="*/ 331484 w 662936"/>
                  <a:gd name="connsiteY26" fmla="*/ 479892 h 757698"/>
                  <a:gd name="connsiteX27" fmla="*/ 396024 w 662936"/>
                  <a:gd name="connsiteY27" fmla="*/ 515993 h 757698"/>
                  <a:gd name="connsiteX28" fmla="*/ 481644 w 662936"/>
                  <a:gd name="connsiteY28" fmla="*/ 399307 h 757698"/>
                  <a:gd name="connsiteX29" fmla="*/ 504224 w 662936"/>
                  <a:gd name="connsiteY29" fmla="*/ 377536 h 757698"/>
                  <a:gd name="connsiteX30" fmla="*/ 507103 w 662936"/>
                  <a:gd name="connsiteY30" fmla="*/ 377410 h 757698"/>
                  <a:gd name="connsiteX31" fmla="*/ 179928 w 662936"/>
                  <a:gd name="connsiteY31" fmla="*/ 202053 h 757698"/>
                  <a:gd name="connsiteX32" fmla="*/ 255771 w 662936"/>
                  <a:gd name="connsiteY32" fmla="*/ 277750 h 757698"/>
                  <a:gd name="connsiteX33" fmla="*/ 184374 w 662936"/>
                  <a:gd name="connsiteY33" fmla="*/ 353466 h 757698"/>
                  <a:gd name="connsiteX34" fmla="*/ 182025 w 662936"/>
                  <a:gd name="connsiteY34" fmla="*/ 353517 h 757698"/>
                  <a:gd name="connsiteX35" fmla="*/ 180863 w 662936"/>
                  <a:gd name="connsiteY35" fmla="*/ 361851 h 757698"/>
                  <a:gd name="connsiteX36" fmla="*/ 234230 w 662936"/>
                  <a:gd name="connsiteY36" fmla="*/ 495055 h 757698"/>
                  <a:gd name="connsiteX37" fmla="*/ 237387 w 662936"/>
                  <a:gd name="connsiteY37" fmla="*/ 530642 h 757698"/>
                  <a:gd name="connsiteX38" fmla="*/ 201801 w 662936"/>
                  <a:gd name="connsiteY38" fmla="*/ 533799 h 757698"/>
                  <a:gd name="connsiteX39" fmla="*/ 129415 w 662936"/>
                  <a:gd name="connsiteY39" fmla="*/ 378849 h 757698"/>
                  <a:gd name="connsiteX40" fmla="*/ 133608 w 662936"/>
                  <a:gd name="connsiteY40" fmla="*/ 337782 h 757698"/>
                  <a:gd name="connsiteX41" fmla="*/ 119973 w 662936"/>
                  <a:gd name="connsiteY41" fmla="*/ 231498 h 757698"/>
                  <a:gd name="connsiteX42" fmla="*/ 179928 w 662936"/>
                  <a:gd name="connsiteY42" fmla="*/ 202053 h 757698"/>
                  <a:gd name="connsiteX43" fmla="*/ 331468 w 662936"/>
                  <a:gd name="connsiteY43" fmla="*/ 176796 h 757698"/>
                  <a:gd name="connsiteX44" fmla="*/ 445477 w 662936"/>
                  <a:gd name="connsiteY44" fmla="*/ 212004 h 757698"/>
                  <a:gd name="connsiteX45" fmla="*/ 548821 w 662936"/>
                  <a:gd name="connsiteY45" fmla="*/ 240327 h 757698"/>
                  <a:gd name="connsiteX46" fmla="*/ 520498 w 662936"/>
                  <a:gd name="connsiteY46" fmla="*/ 343671 h 757698"/>
                  <a:gd name="connsiteX47" fmla="*/ 417154 w 662936"/>
                  <a:gd name="connsiteY47" fmla="*/ 315348 h 757698"/>
                  <a:gd name="connsiteX48" fmla="*/ 412264 w 662936"/>
                  <a:gd name="connsiteY48" fmla="*/ 250646 h 757698"/>
                  <a:gd name="connsiteX49" fmla="*/ 331468 w 662936"/>
                  <a:gd name="connsiteY49" fmla="*/ 227309 h 757698"/>
                  <a:gd name="connsiteX50" fmla="*/ 288355 w 662936"/>
                  <a:gd name="connsiteY50" fmla="*/ 233522 h 757698"/>
                  <a:gd name="connsiteX51" fmla="*/ 256974 w 662936"/>
                  <a:gd name="connsiteY51" fmla="*/ 216462 h 757698"/>
                  <a:gd name="connsiteX52" fmla="*/ 274035 w 662936"/>
                  <a:gd name="connsiteY52" fmla="*/ 185080 h 757698"/>
                  <a:gd name="connsiteX53" fmla="*/ 331468 w 662936"/>
                  <a:gd name="connsiteY53" fmla="*/ 176796 h 757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662936" h="757698">
                    <a:moveTo>
                      <a:pt x="344097" y="3384"/>
                    </a:moveTo>
                    <a:lnTo>
                      <a:pt x="650308" y="180180"/>
                    </a:lnTo>
                    <a:cubicBezTo>
                      <a:pt x="658123" y="184692"/>
                      <a:pt x="662937" y="193030"/>
                      <a:pt x="662937" y="202053"/>
                    </a:cubicBezTo>
                    <a:lnTo>
                      <a:pt x="662937" y="555646"/>
                    </a:lnTo>
                    <a:cubicBezTo>
                      <a:pt x="662937" y="564669"/>
                      <a:pt x="658123" y="573007"/>
                      <a:pt x="650308" y="577518"/>
                    </a:cubicBezTo>
                    <a:lnTo>
                      <a:pt x="344097" y="754315"/>
                    </a:lnTo>
                    <a:cubicBezTo>
                      <a:pt x="336282" y="758826"/>
                      <a:pt x="326654" y="758826"/>
                      <a:pt x="318840" y="754315"/>
                    </a:cubicBezTo>
                    <a:lnTo>
                      <a:pt x="12628" y="577518"/>
                    </a:lnTo>
                    <a:cubicBezTo>
                      <a:pt x="4814" y="573007"/>
                      <a:pt x="0" y="564669"/>
                      <a:pt x="0" y="555646"/>
                    </a:cubicBezTo>
                    <a:lnTo>
                      <a:pt x="0" y="202053"/>
                    </a:lnTo>
                    <a:cubicBezTo>
                      <a:pt x="0" y="193030"/>
                      <a:pt x="4814" y="184692"/>
                      <a:pt x="12628" y="180180"/>
                    </a:cubicBezTo>
                    <a:lnTo>
                      <a:pt x="318840" y="3384"/>
                    </a:lnTo>
                    <a:cubicBezTo>
                      <a:pt x="326654" y="-1128"/>
                      <a:pt x="336282" y="-1128"/>
                      <a:pt x="344097" y="3384"/>
                    </a:cubicBezTo>
                    <a:close/>
                    <a:moveTo>
                      <a:pt x="331468" y="54427"/>
                    </a:moveTo>
                    <a:lnTo>
                      <a:pt x="50488" y="216626"/>
                    </a:lnTo>
                    <a:lnTo>
                      <a:pt x="50488" y="541048"/>
                    </a:lnTo>
                    <a:lnTo>
                      <a:pt x="331468" y="703246"/>
                    </a:lnTo>
                    <a:lnTo>
                      <a:pt x="612423" y="541048"/>
                    </a:lnTo>
                    <a:lnTo>
                      <a:pt x="612423" y="216626"/>
                    </a:lnTo>
                    <a:lnTo>
                      <a:pt x="331468" y="54427"/>
                    </a:lnTo>
                    <a:close/>
                    <a:moveTo>
                      <a:pt x="507103" y="377410"/>
                    </a:moveTo>
                    <a:lnTo>
                      <a:pt x="510033" y="377662"/>
                    </a:lnTo>
                    <a:cubicBezTo>
                      <a:pt x="523855" y="379519"/>
                      <a:pt x="533557" y="392228"/>
                      <a:pt x="531703" y="406051"/>
                    </a:cubicBezTo>
                    <a:cubicBezTo>
                      <a:pt x="521875" y="478193"/>
                      <a:pt x="474029" y="539485"/>
                      <a:pt x="406430" y="566531"/>
                    </a:cubicBezTo>
                    <a:cubicBezTo>
                      <a:pt x="400529" y="607946"/>
                      <a:pt x="362172" y="636735"/>
                      <a:pt x="320758" y="630834"/>
                    </a:cubicBezTo>
                    <a:cubicBezTo>
                      <a:pt x="283355" y="625504"/>
                      <a:pt x="255598" y="593427"/>
                      <a:pt x="255698" y="555646"/>
                    </a:cubicBezTo>
                    <a:cubicBezTo>
                      <a:pt x="255707" y="513799"/>
                      <a:pt x="289638" y="479883"/>
                      <a:pt x="331484" y="479892"/>
                    </a:cubicBezTo>
                    <a:cubicBezTo>
                      <a:pt x="357808" y="479897"/>
                      <a:pt x="382243" y="493565"/>
                      <a:pt x="396024" y="515993"/>
                    </a:cubicBezTo>
                    <a:cubicBezTo>
                      <a:pt x="442479" y="494101"/>
                      <a:pt x="474700" y="450189"/>
                      <a:pt x="481644" y="399307"/>
                    </a:cubicBezTo>
                    <a:cubicBezTo>
                      <a:pt x="483207" y="387690"/>
                      <a:pt x="492557" y="378674"/>
                      <a:pt x="504224" y="377536"/>
                    </a:cubicBezTo>
                    <a:lnTo>
                      <a:pt x="507103" y="377410"/>
                    </a:lnTo>
                    <a:close/>
                    <a:moveTo>
                      <a:pt x="179928" y="202053"/>
                    </a:moveTo>
                    <a:cubicBezTo>
                      <a:pt x="221775" y="202012"/>
                      <a:pt x="255731" y="235903"/>
                      <a:pt x="255771" y="277750"/>
                    </a:cubicBezTo>
                    <a:cubicBezTo>
                      <a:pt x="255810" y="317926"/>
                      <a:pt x="224483" y="351148"/>
                      <a:pt x="184374" y="353466"/>
                    </a:cubicBezTo>
                    <a:lnTo>
                      <a:pt x="182025" y="353517"/>
                    </a:lnTo>
                    <a:lnTo>
                      <a:pt x="180863" y="361851"/>
                    </a:lnTo>
                    <a:cubicBezTo>
                      <a:pt x="175096" y="412405"/>
                      <a:pt x="195153" y="462468"/>
                      <a:pt x="234230" y="495055"/>
                    </a:cubicBezTo>
                    <a:cubicBezTo>
                      <a:pt x="244929" y="504010"/>
                      <a:pt x="246342" y="519943"/>
                      <a:pt x="237387" y="530642"/>
                    </a:cubicBezTo>
                    <a:cubicBezTo>
                      <a:pt x="228432" y="541341"/>
                      <a:pt x="212499" y="542754"/>
                      <a:pt x="201801" y="533799"/>
                    </a:cubicBezTo>
                    <a:cubicBezTo>
                      <a:pt x="155880" y="495445"/>
                      <a:pt x="129361" y="438680"/>
                      <a:pt x="129415" y="378849"/>
                    </a:cubicBezTo>
                    <a:cubicBezTo>
                      <a:pt x="129415" y="364958"/>
                      <a:pt x="130829" y="351193"/>
                      <a:pt x="133608" y="337782"/>
                    </a:cubicBezTo>
                    <a:cubicBezTo>
                      <a:pt x="100493" y="312198"/>
                      <a:pt x="94389" y="264613"/>
                      <a:pt x="119973" y="231498"/>
                    </a:cubicBezTo>
                    <a:cubicBezTo>
                      <a:pt x="134320" y="212928"/>
                      <a:pt x="156462" y="202054"/>
                      <a:pt x="179928" y="202053"/>
                    </a:cubicBezTo>
                    <a:close/>
                    <a:moveTo>
                      <a:pt x="331468" y="176796"/>
                    </a:moveTo>
                    <a:cubicBezTo>
                      <a:pt x="372763" y="176796"/>
                      <a:pt x="412239" y="189247"/>
                      <a:pt x="445477" y="212004"/>
                    </a:cubicBezTo>
                    <a:cubicBezTo>
                      <a:pt x="481836" y="191287"/>
                      <a:pt x="528104" y="203968"/>
                      <a:pt x="548821" y="240327"/>
                    </a:cubicBezTo>
                    <a:cubicBezTo>
                      <a:pt x="569537" y="276686"/>
                      <a:pt x="556857" y="322954"/>
                      <a:pt x="520498" y="343671"/>
                    </a:cubicBezTo>
                    <a:cubicBezTo>
                      <a:pt x="484139" y="364387"/>
                      <a:pt x="437870" y="351707"/>
                      <a:pt x="417154" y="315348"/>
                    </a:cubicBezTo>
                    <a:cubicBezTo>
                      <a:pt x="405905" y="295605"/>
                      <a:pt x="404110" y="271856"/>
                      <a:pt x="412264" y="250646"/>
                    </a:cubicBezTo>
                    <a:cubicBezTo>
                      <a:pt x="388097" y="235348"/>
                      <a:pt x="360071" y="227253"/>
                      <a:pt x="331468" y="227309"/>
                    </a:cubicBezTo>
                    <a:cubicBezTo>
                      <a:pt x="316693" y="227309"/>
                      <a:pt x="302221" y="229406"/>
                      <a:pt x="288355" y="233522"/>
                    </a:cubicBezTo>
                    <a:cubicBezTo>
                      <a:pt x="274978" y="237477"/>
                      <a:pt x="260928" y="229839"/>
                      <a:pt x="256974" y="216462"/>
                    </a:cubicBezTo>
                    <a:cubicBezTo>
                      <a:pt x="253019" y="203085"/>
                      <a:pt x="260658" y="189035"/>
                      <a:pt x="274035" y="185080"/>
                    </a:cubicBezTo>
                    <a:cubicBezTo>
                      <a:pt x="292681" y="179570"/>
                      <a:pt x="312025" y="176780"/>
                      <a:pt x="331468" y="176796"/>
                    </a:cubicBezTo>
                    <a:close/>
                  </a:path>
                </a:pathLst>
              </a:custGeom>
              <a:solidFill>
                <a:schemeClr val="accent1"/>
              </a:solidFill>
              <a:ln w="781" cap="flat">
                <a:noFill/>
                <a:prstDash val="solid"/>
                <a:miter/>
              </a:ln>
              <a:effectLst/>
            </p:spPr>
            <p:txBody>
              <a:bodyPr lIns="64008" tIns="32004" rIns="64008" bIns="32004" rtlCol="0" anchor="ctr"/>
              <a:lstStyle/>
              <a:p>
                <a:endParaRPr lang="zh-CN" altLang="en-US" sz="1260" dirty="0">
                  <a:latin typeface="+mj-ea"/>
                  <a:ea typeface="+mj-ea"/>
                  <a:cs typeface="思源宋体 CN Heavy" panose="02020900000000000000" pitchFamily="18" charset="-122"/>
                </a:endParaRPr>
              </a:p>
            </p:txBody>
          </p:sp>
        </p:grpSp>
        <p:grpSp>
          <p:nvGrpSpPr>
            <p:cNvPr id="490" name="组合 489"/>
            <p:cNvGrpSpPr/>
            <p:nvPr/>
          </p:nvGrpSpPr>
          <p:grpSpPr>
            <a:xfrm>
              <a:off x="7017249" y="2362048"/>
              <a:ext cx="764055" cy="841410"/>
              <a:chOff x="7124201" y="3411357"/>
              <a:chExt cx="764055" cy="841410"/>
            </a:xfrm>
          </p:grpSpPr>
          <p:sp>
            <p:nvSpPr>
              <p:cNvPr id="491" name="文本框 490"/>
              <p:cNvSpPr txBox="1"/>
              <p:nvPr/>
            </p:nvSpPr>
            <p:spPr>
              <a:xfrm>
                <a:off x="7124201" y="3800335"/>
                <a:ext cx="764055" cy="452432"/>
              </a:xfrm>
              <a:prstGeom prst="rect">
                <a:avLst/>
              </a:prstGeom>
              <a:noFill/>
              <a:effectLst/>
            </p:spPr>
            <p:txBody>
              <a:bodyPr wrap="none" lIns="64008" tIns="32004" rIns="64008" bIns="32004" rtlCol="0">
                <a:spAutoFit/>
              </a:bodyPr>
              <a:lstStyle/>
              <a:p>
                <a:pPr algn="ctr"/>
                <a:r>
                  <a:rPr lang="zh-CN" altLang="en-US" sz="1260" dirty="0">
                    <a:solidFill>
                      <a:schemeClr val="accent2"/>
                    </a:solidFill>
                    <a:latin typeface="+mj-ea"/>
                    <a:ea typeface="+mj-ea"/>
                    <a:cs typeface="思源宋体 CN Heavy" panose="02020900000000000000" pitchFamily="18" charset="-122"/>
                  </a:rPr>
                  <a:t>加强师资</a:t>
                </a:r>
                <a:endParaRPr lang="en-US" altLang="zh-CN" sz="1260" dirty="0">
                  <a:solidFill>
                    <a:schemeClr val="accent2"/>
                  </a:solidFill>
                  <a:latin typeface="+mj-ea"/>
                  <a:ea typeface="+mj-ea"/>
                  <a:cs typeface="思源宋体 CN Heavy" panose="02020900000000000000" pitchFamily="18" charset="-122"/>
                </a:endParaRPr>
              </a:p>
              <a:p>
                <a:pPr algn="ctr"/>
                <a:r>
                  <a:rPr lang="zh-CN" altLang="en-US" sz="1260" dirty="0">
                    <a:solidFill>
                      <a:schemeClr val="accent2"/>
                    </a:solidFill>
                    <a:latin typeface="+mj-ea"/>
                    <a:ea typeface="+mj-ea"/>
                    <a:cs typeface="思源宋体 CN Heavy" panose="02020900000000000000" pitchFamily="18" charset="-122"/>
                  </a:rPr>
                  <a:t>队伍建设</a:t>
                </a:r>
              </a:p>
            </p:txBody>
          </p:sp>
          <p:sp>
            <p:nvSpPr>
              <p:cNvPr id="492" name="图形 154"/>
              <p:cNvSpPr>
                <a:spLocks noChangeAspect="1"/>
              </p:cNvSpPr>
              <p:nvPr/>
            </p:nvSpPr>
            <p:spPr>
              <a:xfrm>
                <a:off x="7317230" y="3411357"/>
                <a:ext cx="378000" cy="378000"/>
              </a:xfrm>
              <a:custGeom>
                <a:avLst/>
                <a:gdLst>
                  <a:gd name="connsiteX0" fmla="*/ 479459 w 559368"/>
                  <a:gd name="connsiteY0" fmla="*/ 359594 h 559368"/>
                  <a:gd name="connsiteX1" fmla="*/ 441362 w 559368"/>
                  <a:gd name="connsiteY1" fmla="*/ 369702 h 559368"/>
                  <a:gd name="connsiteX2" fmla="*/ 354799 w 559368"/>
                  <a:gd name="connsiteY2" fmla="*/ 305994 h 559368"/>
                  <a:gd name="connsiteX3" fmla="*/ 359594 w 559368"/>
                  <a:gd name="connsiteY3" fmla="*/ 279684 h 559368"/>
                  <a:gd name="connsiteX4" fmla="*/ 358775 w 559368"/>
                  <a:gd name="connsiteY4" fmla="*/ 271513 h 559368"/>
                  <a:gd name="connsiteX5" fmla="*/ 438725 w 559368"/>
                  <a:gd name="connsiteY5" fmla="*/ 223528 h 559368"/>
                  <a:gd name="connsiteX6" fmla="*/ 479459 w 559368"/>
                  <a:gd name="connsiteY6" fmla="*/ 239729 h 559368"/>
                  <a:gd name="connsiteX7" fmla="*/ 539391 w 559368"/>
                  <a:gd name="connsiteY7" fmla="*/ 179797 h 559368"/>
                  <a:gd name="connsiteX8" fmla="*/ 479459 w 559368"/>
                  <a:gd name="connsiteY8" fmla="*/ 119865 h 559368"/>
                  <a:gd name="connsiteX9" fmla="*/ 419526 w 559368"/>
                  <a:gd name="connsiteY9" fmla="*/ 179797 h 559368"/>
                  <a:gd name="connsiteX10" fmla="*/ 420345 w 559368"/>
                  <a:gd name="connsiteY10" fmla="*/ 187968 h 559368"/>
                  <a:gd name="connsiteX11" fmla="*/ 344591 w 559368"/>
                  <a:gd name="connsiteY11" fmla="*/ 233416 h 559368"/>
                  <a:gd name="connsiteX12" fmla="*/ 299662 w 559368"/>
                  <a:gd name="connsiteY12" fmla="*/ 202611 h 559368"/>
                  <a:gd name="connsiteX13" fmla="*/ 299662 w 559368"/>
                  <a:gd name="connsiteY13" fmla="*/ 156983 h 559368"/>
                  <a:gd name="connsiteX14" fmla="*/ 359594 w 559368"/>
                  <a:gd name="connsiteY14" fmla="*/ 79910 h 559368"/>
                  <a:gd name="connsiteX15" fmla="*/ 279684 w 559368"/>
                  <a:gd name="connsiteY15" fmla="*/ 0 h 559368"/>
                  <a:gd name="connsiteX16" fmla="*/ 199774 w 559368"/>
                  <a:gd name="connsiteY16" fmla="*/ 79910 h 559368"/>
                  <a:gd name="connsiteX17" fmla="*/ 259707 w 559368"/>
                  <a:gd name="connsiteY17" fmla="*/ 156983 h 559368"/>
                  <a:gd name="connsiteX18" fmla="*/ 259707 w 559368"/>
                  <a:gd name="connsiteY18" fmla="*/ 202611 h 559368"/>
                  <a:gd name="connsiteX19" fmla="*/ 212480 w 559368"/>
                  <a:gd name="connsiteY19" fmla="*/ 236813 h 559368"/>
                  <a:gd name="connsiteX20" fmla="*/ 138464 w 559368"/>
                  <a:gd name="connsiteY20" fmla="*/ 192403 h 559368"/>
                  <a:gd name="connsiteX21" fmla="*/ 92478 w 559368"/>
                  <a:gd name="connsiteY21" fmla="*/ 121205 h 559368"/>
                  <a:gd name="connsiteX22" fmla="*/ 21280 w 559368"/>
                  <a:gd name="connsiteY22" fmla="*/ 167191 h 559368"/>
                  <a:gd name="connsiteX23" fmla="*/ 67266 w 559368"/>
                  <a:gd name="connsiteY23" fmla="*/ 238389 h 559368"/>
                  <a:gd name="connsiteX24" fmla="*/ 79910 w 559368"/>
                  <a:gd name="connsiteY24" fmla="*/ 239729 h 559368"/>
                  <a:gd name="connsiteX25" fmla="*/ 117288 w 559368"/>
                  <a:gd name="connsiteY25" fmla="*/ 226304 h 559368"/>
                  <a:gd name="connsiteX26" fmla="*/ 200134 w 559368"/>
                  <a:gd name="connsiteY26" fmla="*/ 276028 h 559368"/>
                  <a:gd name="connsiteX27" fmla="*/ 199774 w 559368"/>
                  <a:gd name="connsiteY27" fmla="*/ 279684 h 559368"/>
                  <a:gd name="connsiteX28" fmla="*/ 204589 w 559368"/>
                  <a:gd name="connsiteY28" fmla="*/ 306034 h 559368"/>
                  <a:gd name="connsiteX29" fmla="*/ 118986 w 559368"/>
                  <a:gd name="connsiteY29" fmla="*/ 370242 h 559368"/>
                  <a:gd name="connsiteX30" fmla="*/ 79910 w 559368"/>
                  <a:gd name="connsiteY30" fmla="*/ 359594 h 559368"/>
                  <a:gd name="connsiteX31" fmla="*/ 0 w 559368"/>
                  <a:gd name="connsiteY31" fmla="*/ 439504 h 559368"/>
                  <a:gd name="connsiteX32" fmla="*/ 79910 w 559368"/>
                  <a:gd name="connsiteY32" fmla="*/ 519413 h 559368"/>
                  <a:gd name="connsiteX33" fmla="*/ 159820 w 559368"/>
                  <a:gd name="connsiteY33" fmla="*/ 439504 h 559368"/>
                  <a:gd name="connsiteX34" fmla="*/ 148073 w 559368"/>
                  <a:gd name="connsiteY34" fmla="*/ 398370 h 559368"/>
                  <a:gd name="connsiteX35" fmla="*/ 226924 w 559368"/>
                  <a:gd name="connsiteY35" fmla="*/ 339237 h 559368"/>
                  <a:gd name="connsiteX36" fmla="*/ 259707 w 559368"/>
                  <a:gd name="connsiteY36" fmla="*/ 356757 h 559368"/>
                  <a:gd name="connsiteX37" fmla="*/ 259707 w 559368"/>
                  <a:gd name="connsiteY37" fmla="*/ 443179 h 559368"/>
                  <a:gd name="connsiteX38" fmla="*/ 219752 w 559368"/>
                  <a:gd name="connsiteY38" fmla="*/ 499436 h 559368"/>
                  <a:gd name="connsiteX39" fmla="*/ 279684 w 559368"/>
                  <a:gd name="connsiteY39" fmla="*/ 559368 h 559368"/>
                  <a:gd name="connsiteX40" fmla="*/ 339616 w 559368"/>
                  <a:gd name="connsiteY40" fmla="*/ 499436 h 559368"/>
                  <a:gd name="connsiteX41" fmla="*/ 299662 w 559368"/>
                  <a:gd name="connsiteY41" fmla="*/ 443179 h 559368"/>
                  <a:gd name="connsiteX42" fmla="*/ 299662 w 559368"/>
                  <a:gd name="connsiteY42" fmla="*/ 356757 h 559368"/>
                  <a:gd name="connsiteX43" fmla="*/ 332485 w 559368"/>
                  <a:gd name="connsiteY43" fmla="*/ 339217 h 559368"/>
                  <a:gd name="connsiteX44" fmla="*/ 411755 w 559368"/>
                  <a:gd name="connsiteY44" fmla="*/ 397551 h 559368"/>
                  <a:gd name="connsiteX45" fmla="*/ 399549 w 559368"/>
                  <a:gd name="connsiteY45" fmla="*/ 439504 h 559368"/>
                  <a:gd name="connsiteX46" fmla="*/ 479459 w 559368"/>
                  <a:gd name="connsiteY46" fmla="*/ 519413 h 559368"/>
                  <a:gd name="connsiteX47" fmla="*/ 559368 w 559368"/>
                  <a:gd name="connsiteY47" fmla="*/ 439504 h 559368"/>
                  <a:gd name="connsiteX48" fmla="*/ 479459 w 559368"/>
                  <a:gd name="connsiteY48" fmla="*/ 359594 h 559368"/>
                  <a:gd name="connsiteX49" fmla="*/ 239729 w 559368"/>
                  <a:gd name="connsiteY49" fmla="*/ 79910 h 559368"/>
                  <a:gd name="connsiteX50" fmla="*/ 279684 w 559368"/>
                  <a:gd name="connsiteY50" fmla="*/ 39955 h 559368"/>
                  <a:gd name="connsiteX51" fmla="*/ 319639 w 559368"/>
                  <a:gd name="connsiteY51" fmla="*/ 79910 h 559368"/>
                  <a:gd name="connsiteX52" fmla="*/ 279684 w 559368"/>
                  <a:gd name="connsiteY52" fmla="*/ 119865 h 559368"/>
                  <a:gd name="connsiteX53" fmla="*/ 239729 w 559368"/>
                  <a:gd name="connsiteY53" fmla="*/ 79910 h 559368"/>
                  <a:gd name="connsiteX54" fmla="*/ 79910 w 559368"/>
                  <a:gd name="connsiteY54" fmla="*/ 479459 h 559368"/>
                  <a:gd name="connsiteX55" fmla="*/ 39955 w 559368"/>
                  <a:gd name="connsiteY55" fmla="*/ 439504 h 559368"/>
                  <a:gd name="connsiteX56" fmla="*/ 79910 w 559368"/>
                  <a:gd name="connsiteY56" fmla="*/ 399549 h 559368"/>
                  <a:gd name="connsiteX57" fmla="*/ 119865 w 559368"/>
                  <a:gd name="connsiteY57" fmla="*/ 439504 h 559368"/>
                  <a:gd name="connsiteX58" fmla="*/ 79910 w 559368"/>
                  <a:gd name="connsiteY58" fmla="*/ 479459 h 559368"/>
                  <a:gd name="connsiteX59" fmla="*/ 279684 w 559368"/>
                  <a:gd name="connsiteY59" fmla="*/ 319639 h 559368"/>
                  <a:gd name="connsiteX60" fmla="*/ 239729 w 559368"/>
                  <a:gd name="connsiteY60" fmla="*/ 279684 h 559368"/>
                  <a:gd name="connsiteX61" fmla="*/ 279684 w 559368"/>
                  <a:gd name="connsiteY61" fmla="*/ 239729 h 559368"/>
                  <a:gd name="connsiteX62" fmla="*/ 319639 w 559368"/>
                  <a:gd name="connsiteY62" fmla="*/ 279684 h 559368"/>
                  <a:gd name="connsiteX63" fmla="*/ 279684 w 559368"/>
                  <a:gd name="connsiteY63" fmla="*/ 319639 h 559368"/>
                  <a:gd name="connsiteX64" fmla="*/ 479459 w 559368"/>
                  <a:gd name="connsiteY64" fmla="*/ 479459 h 559368"/>
                  <a:gd name="connsiteX65" fmla="*/ 439504 w 559368"/>
                  <a:gd name="connsiteY65" fmla="*/ 439504 h 559368"/>
                  <a:gd name="connsiteX66" fmla="*/ 479459 w 559368"/>
                  <a:gd name="connsiteY66" fmla="*/ 399549 h 559368"/>
                  <a:gd name="connsiteX67" fmla="*/ 519413 w 559368"/>
                  <a:gd name="connsiteY67" fmla="*/ 439504 h 559368"/>
                  <a:gd name="connsiteX68" fmla="*/ 479459 w 559368"/>
                  <a:gd name="connsiteY68" fmla="*/ 479459 h 559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59368" h="559368">
                    <a:moveTo>
                      <a:pt x="479459" y="359594"/>
                    </a:moveTo>
                    <a:cubicBezTo>
                      <a:pt x="465594" y="359594"/>
                      <a:pt x="452729" y="363470"/>
                      <a:pt x="441362" y="369702"/>
                    </a:cubicBezTo>
                    <a:lnTo>
                      <a:pt x="354799" y="305994"/>
                    </a:lnTo>
                    <a:cubicBezTo>
                      <a:pt x="357696" y="297724"/>
                      <a:pt x="359594" y="288954"/>
                      <a:pt x="359594" y="279684"/>
                    </a:cubicBezTo>
                    <a:cubicBezTo>
                      <a:pt x="359594" y="276887"/>
                      <a:pt x="359054" y="274250"/>
                      <a:pt x="358775" y="271513"/>
                    </a:cubicBezTo>
                    <a:lnTo>
                      <a:pt x="438725" y="223528"/>
                    </a:lnTo>
                    <a:cubicBezTo>
                      <a:pt x="449751" y="233908"/>
                      <a:pt x="464315" y="239700"/>
                      <a:pt x="479459" y="239729"/>
                    </a:cubicBezTo>
                    <a:cubicBezTo>
                      <a:pt x="512558" y="239729"/>
                      <a:pt x="539391" y="212897"/>
                      <a:pt x="539391" y="179797"/>
                    </a:cubicBezTo>
                    <a:cubicBezTo>
                      <a:pt x="539391" y="146697"/>
                      <a:pt x="512558" y="119865"/>
                      <a:pt x="479459" y="119865"/>
                    </a:cubicBezTo>
                    <a:cubicBezTo>
                      <a:pt x="446359" y="119865"/>
                      <a:pt x="419526" y="146697"/>
                      <a:pt x="419526" y="179797"/>
                    </a:cubicBezTo>
                    <a:cubicBezTo>
                      <a:pt x="419526" y="182594"/>
                      <a:pt x="419986" y="185271"/>
                      <a:pt x="420345" y="187968"/>
                    </a:cubicBezTo>
                    <a:lnTo>
                      <a:pt x="344591" y="233416"/>
                    </a:lnTo>
                    <a:cubicBezTo>
                      <a:pt x="333693" y="218194"/>
                      <a:pt x="317789" y="207289"/>
                      <a:pt x="299662" y="202611"/>
                    </a:cubicBezTo>
                    <a:lnTo>
                      <a:pt x="299662" y="156983"/>
                    </a:lnTo>
                    <a:cubicBezTo>
                      <a:pt x="334023" y="148053"/>
                      <a:pt x="359594" y="117028"/>
                      <a:pt x="359594" y="79910"/>
                    </a:cubicBezTo>
                    <a:cubicBezTo>
                      <a:pt x="359594" y="35840"/>
                      <a:pt x="323754" y="0"/>
                      <a:pt x="279684" y="0"/>
                    </a:cubicBezTo>
                    <a:cubicBezTo>
                      <a:pt x="235614" y="0"/>
                      <a:pt x="199774" y="35840"/>
                      <a:pt x="199774" y="79910"/>
                    </a:cubicBezTo>
                    <a:cubicBezTo>
                      <a:pt x="199774" y="117028"/>
                      <a:pt x="225345" y="148053"/>
                      <a:pt x="259707" y="156983"/>
                    </a:cubicBezTo>
                    <a:lnTo>
                      <a:pt x="259707" y="202611"/>
                    </a:lnTo>
                    <a:cubicBezTo>
                      <a:pt x="240217" y="207652"/>
                      <a:pt x="223349" y="219868"/>
                      <a:pt x="212480" y="236813"/>
                    </a:cubicBezTo>
                    <a:lnTo>
                      <a:pt x="138464" y="192403"/>
                    </a:lnTo>
                    <a:cubicBezTo>
                      <a:pt x="145426" y="160043"/>
                      <a:pt x="124837" y="128167"/>
                      <a:pt x="92478" y="121205"/>
                    </a:cubicBezTo>
                    <a:cubicBezTo>
                      <a:pt x="60118" y="114243"/>
                      <a:pt x="28242" y="134832"/>
                      <a:pt x="21280" y="167191"/>
                    </a:cubicBezTo>
                    <a:cubicBezTo>
                      <a:pt x="14318" y="199550"/>
                      <a:pt x="34907" y="231427"/>
                      <a:pt x="67266" y="238389"/>
                    </a:cubicBezTo>
                    <a:cubicBezTo>
                      <a:pt x="71421" y="239283"/>
                      <a:pt x="75660" y="239732"/>
                      <a:pt x="79910" y="239729"/>
                    </a:cubicBezTo>
                    <a:cubicBezTo>
                      <a:pt x="93541" y="239681"/>
                      <a:pt x="106740" y="234940"/>
                      <a:pt x="117288" y="226304"/>
                    </a:cubicBezTo>
                    <a:lnTo>
                      <a:pt x="200134" y="276028"/>
                    </a:lnTo>
                    <a:cubicBezTo>
                      <a:pt x="200094" y="277267"/>
                      <a:pt x="199774" y="278426"/>
                      <a:pt x="199774" y="279684"/>
                    </a:cubicBezTo>
                    <a:cubicBezTo>
                      <a:pt x="199774" y="288974"/>
                      <a:pt x="201672" y="297744"/>
                      <a:pt x="204589" y="306034"/>
                    </a:cubicBezTo>
                    <a:lnTo>
                      <a:pt x="118986" y="370242"/>
                    </a:lnTo>
                    <a:cubicBezTo>
                      <a:pt x="107111" y="363347"/>
                      <a:pt x="93641" y="359676"/>
                      <a:pt x="79910" y="359594"/>
                    </a:cubicBezTo>
                    <a:cubicBezTo>
                      <a:pt x="35840" y="359594"/>
                      <a:pt x="0" y="395433"/>
                      <a:pt x="0" y="439504"/>
                    </a:cubicBezTo>
                    <a:cubicBezTo>
                      <a:pt x="0" y="483574"/>
                      <a:pt x="35840" y="519413"/>
                      <a:pt x="79910" y="519413"/>
                    </a:cubicBezTo>
                    <a:cubicBezTo>
                      <a:pt x="123980" y="519413"/>
                      <a:pt x="159820" y="483574"/>
                      <a:pt x="159820" y="439504"/>
                    </a:cubicBezTo>
                    <a:cubicBezTo>
                      <a:pt x="159820" y="424401"/>
                      <a:pt x="155365" y="410436"/>
                      <a:pt x="148073" y="398370"/>
                    </a:cubicBezTo>
                    <a:lnTo>
                      <a:pt x="226924" y="339237"/>
                    </a:lnTo>
                    <a:cubicBezTo>
                      <a:pt x="236314" y="347585"/>
                      <a:pt x="247548" y="353589"/>
                      <a:pt x="259707" y="356757"/>
                    </a:cubicBezTo>
                    <a:lnTo>
                      <a:pt x="259707" y="443179"/>
                    </a:lnTo>
                    <a:cubicBezTo>
                      <a:pt x="235809" y="451565"/>
                      <a:pt x="219797" y="474110"/>
                      <a:pt x="219752" y="499436"/>
                    </a:cubicBezTo>
                    <a:cubicBezTo>
                      <a:pt x="219752" y="532536"/>
                      <a:pt x="246584" y="559368"/>
                      <a:pt x="279684" y="559368"/>
                    </a:cubicBezTo>
                    <a:cubicBezTo>
                      <a:pt x="312784" y="559368"/>
                      <a:pt x="339616" y="532536"/>
                      <a:pt x="339616" y="499436"/>
                    </a:cubicBezTo>
                    <a:cubicBezTo>
                      <a:pt x="339571" y="474110"/>
                      <a:pt x="323559" y="451565"/>
                      <a:pt x="299662" y="443179"/>
                    </a:cubicBezTo>
                    <a:lnTo>
                      <a:pt x="299662" y="356757"/>
                    </a:lnTo>
                    <a:cubicBezTo>
                      <a:pt x="311838" y="353595"/>
                      <a:pt x="323089" y="347583"/>
                      <a:pt x="332485" y="339217"/>
                    </a:cubicBezTo>
                    <a:lnTo>
                      <a:pt x="411755" y="397551"/>
                    </a:lnTo>
                    <a:cubicBezTo>
                      <a:pt x="403826" y="410111"/>
                      <a:pt x="399595" y="424650"/>
                      <a:pt x="399549" y="439504"/>
                    </a:cubicBezTo>
                    <a:cubicBezTo>
                      <a:pt x="399549" y="483574"/>
                      <a:pt x="435388" y="519413"/>
                      <a:pt x="479459" y="519413"/>
                    </a:cubicBezTo>
                    <a:cubicBezTo>
                      <a:pt x="523529" y="519413"/>
                      <a:pt x="559368" y="483574"/>
                      <a:pt x="559368" y="439504"/>
                    </a:cubicBezTo>
                    <a:cubicBezTo>
                      <a:pt x="559368" y="395433"/>
                      <a:pt x="523529" y="359594"/>
                      <a:pt x="479459" y="359594"/>
                    </a:cubicBezTo>
                    <a:close/>
                    <a:moveTo>
                      <a:pt x="239729" y="79910"/>
                    </a:moveTo>
                    <a:cubicBezTo>
                      <a:pt x="239729" y="57875"/>
                      <a:pt x="257649" y="39955"/>
                      <a:pt x="279684" y="39955"/>
                    </a:cubicBezTo>
                    <a:cubicBezTo>
                      <a:pt x="301719" y="39955"/>
                      <a:pt x="319639" y="57875"/>
                      <a:pt x="319639" y="79910"/>
                    </a:cubicBezTo>
                    <a:cubicBezTo>
                      <a:pt x="319639" y="101945"/>
                      <a:pt x="301719" y="119865"/>
                      <a:pt x="279684" y="119865"/>
                    </a:cubicBezTo>
                    <a:cubicBezTo>
                      <a:pt x="257649" y="119865"/>
                      <a:pt x="239729" y="101945"/>
                      <a:pt x="239729" y="79910"/>
                    </a:cubicBezTo>
                    <a:close/>
                    <a:moveTo>
                      <a:pt x="79910" y="479459"/>
                    </a:moveTo>
                    <a:cubicBezTo>
                      <a:pt x="57875" y="479459"/>
                      <a:pt x="39955" y="461539"/>
                      <a:pt x="39955" y="439504"/>
                    </a:cubicBezTo>
                    <a:cubicBezTo>
                      <a:pt x="39955" y="417469"/>
                      <a:pt x="57875" y="399549"/>
                      <a:pt x="79910" y="399549"/>
                    </a:cubicBezTo>
                    <a:cubicBezTo>
                      <a:pt x="101945" y="399549"/>
                      <a:pt x="119865" y="417469"/>
                      <a:pt x="119865" y="439504"/>
                    </a:cubicBezTo>
                    <a:cubicBezTo>
                      <a:pt x="119865" y="461539"/>
                      <a:pt x="101945" y="479459"/>
                      <a:pt x="79910" y="479459"/>
                    </a:cubicBezTo>
                    <a:close/>
                    <a:moveTo>
                      <a:pt x="279684" y="319639"/>
                    </a:moveTo>
                    <a:cubicBezTo>
                      <a:pt x="257649" y="319639"/>
                      <a:pt x="239729" y="301719"/>
                      <a:pt x="239729" y="279684"/>
                    </a:cubicBezTo>
                    <a:cubicBezTo>
                      <a:pt x="239729" y="257649"/>
                      <a:pt x="257649" y="239729"/>
                      <a:pt x="279684" y="239729"/>
                    </a:cubicBezTo>
                    <a:cubicBezTo>
                      <a:pt x="301719" y="239729"/>
                      <a:pt x="319639" y="257649"/>
                      <a:pt x="319639" y="279684"/>
                    </a:cubicBezTo>
                    <a:cubicBezTo>
                      <a:pt x="319639" y="301719"/>
                      <a:pt x="301719" y="319639"/>
                      <a:pt x="279684" y="319639"/>
                    </a:cubicBezTo>
                    <a:close/>
                    <a:moveTo>
                      <a:pt x="479459" y="479459"/>
                    </a:moveTo>
                    <a:cubicBezTo>
                      <a:pt x="457423" y="479459"/>
                      <a:pt x="439504" y="461539"/>
                      <a:pt x="439504" y="439504"/>
                    </a:cubicBezTo>
                    <a:cubicBezTo>
                      <a:pt x="439504" y="417469"/>
                      <a:pt x="457423" y="399549"/>
                      <a:pt x="479459" y="399549"/>
                    </a:cubicBezTo>
                    <a:cubicBezTo>
                      <a:pt x="501494" y="399549"/>
                      <a:pt x="519413" y="417469"/>
                      <a:pt x="519413" y="439504"/>
                    </a:cubicBezTo>
                    <a:cubicBezTo>
                      <a:pt x="519413" y="461539"/>
                      <a:pt x="501494" y="479459"/>
                      <a:pt x="479459" y="479459"/>
                    </a:cubicBezTo>
                    <a:close/>
                  </a:path>
                </a:pathLst>
              </a:custGeom>
              <a:solidFill>
                <a:schemeClr val="accent2"/>
              </a:solidFill>
              <a:ln w="623" cap="flat">
                <a:noFill/>
                <a:prstDash val="solid"/>
                <a:miter/>
              </a:ln>
              <a:effectLst/>
            </p:spPr>
            <p:txBody>
              <a:bodyPr lIns="64008" tIns="32004" rIns="64008" bIns="32004" rtlCol="0" anchor="ctr"/>
              <a:lstStyle/>
              <a:p>
                <a:endParaRPr lang="zh-CN" altLang="en-US" sz="1260" dirty="0">
                  <a:latin typeface="+mj-ea"/>
                  <a:ea typeface="+mj-ea"/>
                  <a:cs typeface="思源宋体 CN Heavy" panose="02020900000000000000" pitchFamily="18" charset="-122"/>
                </a:endParaRPr>
              </a:p>
            </p:txBody>
          </p:sp>
        </p:grpSp>
      </p:grpSp>
      <p:grpSp>
        <p:nvGrpSpPr>
          <p:cNvPr id="2" name="组合 1"/>
          <p:cNvGrpSpPr/>
          <p:nvPr/>
        </p:nvGrpSpPr>
        <p:grpSpPr>
          <a:xfrm>
            <a:off x="304800" y="358481"/>
            <a:ext cx="2518229" cy="6156619"/>
            <a:chOff x="304800" y="358481"/>
            <a:chExt cx="2518229" cy="6156619"/>
          </a:xfrm>
        </p:grpSpPr>
        <p:grpSp>
          <p:nvGrpSpPr>
            <p:cNvPr id="14" name="组合 13"/>
            <p:cNvGrpSpPr/>
            <p:nvPr/>
          </p:nvGrpSpPr>
          <p:grpSpPr>
            <a:xfrm>
              <a:off x="304800" y="358481"/>
              <a:ext cx="2518229" cy="6156619"/>
              <a:chOff x="304800" y="358481"/>
              <a:chExt cx="2518229" cy="6156619"/>
            </a:xfrm>
          </p:grpSpPr>
          <p:sp>
            <p:nvSpPr>
              <p:cNvPr id="3" name="米菲PPT5"/>
              <p:cNvSpPr/>
              <p:nvPr/>
            </p:nvSpPr>
            <p:spPr>
              <a:xfrm>
                <a:off x="304800" y="1384481"/>
                <a:ext cx="2518229" cy="5130619"/>
              </a:xfrm>
              <a:prstGeom prst="rect">
                <a:avLst/>
              </a:prstGeom>
              <a:gradFill flip="none" rotWithShape="1">
                <a:gsLst>
                  <a:gs pos="100000">
                    <a:schemeClr val="accent1"/>
                  </a:gs>
                  <a:gs pos="100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mj-ea"/>
                  <a:ea typeface="+mj-ea"/>
                  <a:cs typeface="思源宋体 CN Heavy" panose="02020900000000000000" pitchFamily="18" charset="-122"/>
                </a:endParaRPr>
              </a:p>
            </p:txBody>
          </p:sp>
          <p:sp>
            <p:nvSpPr>
              <p:cNvPr id="4" name="米菲PPT31"/>
              <p:cNvSpPr/>
              <p:nvPr/>
            </p:nvSpPr>
            <p:spPr>
              <a:xfrm>
                <a:off x="304800" y="358481"/>
                <a:ext cx="2518229" cy="1026000"/>
              </a:xfrm>
              <a:prstGeom prst="triangle">
                <a:avLst/>
              </a:prstGeom>
              <a:gradFill flip="none" rotWithShape="1">
                <a:gsLst>
                  <a:gs pos="0">
                    <a:schemeClr val="accent1">
                      <a:alpha val="40000"/>
                    </a:schemeClr>
                  </a:gs>
                  <a:gs pos="41000">
                    <a:schemeClr val="accent1">
                      <a:alpha val="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lang="zh-CN" altLang="en-US" dirty="0">
                  <a:solidFill>
                    <a:prstClr val="white"/>
                  </a:solidFill>
                  <a:latin typeface="+mj-ea"/>
                  <a:ea typeface="+mj-ea"/>
                  <a:cs typeface="思源宋体 CN Heavy" panose="02020900000000000000" pitchFamily="18" charset="-122"/>
                </a:endParaRPr>
              </a:p>
            </p:txBody>
          </p:sp>
          <p:sp>
            <p:nvSpPr>
              <p:cNvPr id="5" name="米菲PPT54"/>
              <p:cNvSpPr/>
              <p:nvPr/>
            </p:nvSpPr>
            <p:spPr>
              <a:xfrm rot="5400000" flipV="1">
                <a:off x="-860191" y="2848205"/>
                <a:ext cx="4848210" cy="2333180"/>
              </a:xfrm>
              <a:prstGeom prst="roundRect">
                <a:avLst>
                  <a:gd name="adj" fmla="val 1904"/>
                </a:avLst>
              </a:prstGeom>
              <a:gradFill>
                <a:gsLst>
                  <a:gs pos="100000">
                    <a:schemeClr val="accent1">
                      <a:lumMod val="23000"/>
                      <a:lumOff val="77000"/>
                    </a:schemeClr>
                  </a:gs>
                  <a:gs pos="1000">
                    <a:schemeClr val="bg1"/>
                  </a:gs>
                </a:gsLst>
                <a:lin ang="19800000" scaled="0"/>
              </a:gradFill>
              <a:ln w="6350">
                <a:solidFill>
                  <a:schemeClr val="accent1"/>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7" name="米菲PPT64"/>
              <p:cNvSpPr/>
              <p:nvPr/>
            </p:nvSpPr>
            <p:spPr>
              <a:xfrm flipV="1">
                <a:off x="412580" y="1384478"/>
                <a:ext cx="2302668" cy="410709"/>
              </a:xfrm>
              <a:prstGeom prst="trapezoid">
                <a:avLst/>
              </a:prstGeom>
              <a:gradFill flip="none" rotWithShape="1">
                <a:gsLst>
                  <a:gs pos="100000">
                    <a:schemeClr val="accent1"/>
                  </a:gs>
                  <a:gs pos="100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mj-ea"/>
                  <a:ea typeface="+mj-ea"/>
                  <a:cs typeface="思源宋体 CN Heavy" panose="02020900000000000000" pitchFamily="18" charset="-122"/>
                </a:endParaRPr>
              </a:p>
            </p:txBody>
          </p:sp>
          <p:sp>
            <p:nvSpPr>
              <p:cNvPr id="6" name="米菲PPT65"/>
              <p:cNvSpPr/>
              <p:nvPr/>
            </p:nvSpPr>
            <p:spPr>
              <a:xfrm>
                <a:off x="968243" y="1389777"/>
                <a:ext cx="1191352" cy="400110"/>
              </a:xfrm>
              <a:prstGeom prst="rect">
                <a:avLst/>
              </a:prstGeom>
              <a:noFill/>
              <a:ln>
                <a:noFill/>
              </a:ln>
              <a:effectLst>
                <a:outerShdw blurRad="469900" dist="139700" dir="5400000" algn="t" rotWithShape="0">
                  <a:schemeClr val="tx1">
                    <a:alpha val="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sz="2000" dirty="0">
                    <a:solidFill>
                      <a:schemeClr val="bg1"/>
                    </a:solidFill>
                    <a:latin typeface="+mj-ea"/>
                    <a:ea typeface="+mj-ea"/>
                    <a:cs typeface="思源宋体 CN Heavy" panose="02020900000000000000" pitchFamily="18" charset="-122"/>
                  </a:rPr>
                  <a:t>学生</a:t>
                </a:r>
                <a:r>
                  <a:rPr lang="zh-CN" altLang="en-US" sz="2000" dirty="0">
                    <a:solidFill>
                      <a:schemeClr val="bg1"/>
                    </a:solidFill>
                    <a:effectLst/>
                    <a:latin typeface="+mj-ea"/>
                    <a:ea typeface="+mj-ea"/>
                    <a:cs typeface="思源宋体 CN Heavy" panose="02020900000000000000" pitchFamily="18" charset="-122"/>
                  </a:rPr>
                  <a:t>痛点</a:t>
                </a:r>
              </a:p>
            </p:txBody>
          </p:sp>
        </p:grpSp>
        <p:grpSp>
          <p:nvGrpSpPr>
            <p:cNvPr id="8" name="组合 7"/>
            <p:cNvGrpSpPr/>
            <p:nvPr/>
          </p:nvGrpSpPr>
          <p:grpSpPr>
            <a:xfrm>
              <a:off x="510175" y="5538426"/>
              <a:ext cx="2107479" cy="795693"/>
              <a:chOff x="3956271" y="4058996"/>
              <a:chExt cx="4024610" cy="1519519"/>
            </a:xfrm>
          </p:grpSpPr>
          <p:sp>
            <p:nvSpPr>
              <p:cNvPr id="9" name="椭圆 8"/>
              <p:cNvSpPr/>
              <p:nvPr/>
            </p:nvSpPr>
            <p:spPr>
              <a:xfrm>
                <a:off x="3956271" y="4811436"/>
                <a:ext cx="4024610" cy="767079"/>
              </a:xfrm>
              <a:prstGeom prst="ellipse">
                <a:avLst/>
              </a:prstGeom>
              <a:gradFill>
                <a:gsLst>
                  <a:gs pos="16000">
                    <a:schemeClr val="accent1">
                      <a:alpha val="0"/>
                    </a:schemeClr>
                  </a:gs>
                  <a:gs pos="100000">
                    <a:schemeClr val="accent1">
                      <a:alpha val="31000"/>
                    </a:schemeClr>
                  </a:gs>
                </a:gsLst>
                <a:lin ang="5400000" scaled="1"/>
              </a:grad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4572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dirty="0">
                  <a:ln>
                    <a:noFill/>
                  </a:ln>
                  <a:solidFill>
                    <a:prstClr val="white"/>
                  </a:solidFill>
                  <a:effectLst/>
                  <a:uLnTx/>
                  <a:uFillTx/>
                  <a:latin typeface="+mj-ea"/>
                  <a:ea typeface="+mj-ea"/>
                  <a:cs typeface="思源宋体 CN Heavy" panose="02020900000000000000" pitchFamily="18" charset="-122"/>
                </a:endParaRPr>
              </a:p>
            </p:txBody>
          </p:sp>
          <p:sp>
            <p:nvSpPr>
              <p:cNvPr id="10" name="梯形 9"/>
              <p:cNvSpPr/>
              <p:nvPr/>
            </p:nvSpPr>
            <p:spPr>
              <a:xfrm rot="10800000">
                <a:off x="4005125" y="4058996"/>
                <a:ext cx="3835634" cy="823722"/>
              </a:xfrm>
              <a:prstGeom prst="trapezoid">
                <a:avLst>
                  <a:gd name="adj" fmla="val 45026"/>
                </a:avLst>
              </a:prstGeom>
              <a:gradFill flip="none" rotWithShape="1">
                <a:gsLst>
                  <a:gs pos="95000">
                    <a:schemeClr val="accent1">
                      <a:alpha val="0"/>
                    </a:schemeClr>
                  </a:gs>
                  <a:gs pos="0">
                    <a:schemeClr val="accent1">
                      <a:alpha val="0"/>
                    </a:schemeClr>
                  </a:gs>
                  <a:gs pos="45000">
                    <a:schemeClr val="accent1">
                      <a:alpha val="10000"/>
                    </a:schemeClr>
                  </a:gs>
                </a:gsLst>
                <a:lin ang="5400000" scaled="1"/>
                <a:tileRect/>
              </a:gradFill>
              <a:ln w="222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mj-ea"/>
                  <a:ea typeface="+mj-ea"/>
                  <a:cs typeface="思源宋体 CN Heavy" panose="02020900000000000000" pitchFamily="18" charset="-122"/>
                </a:endParaRPr>
              </a:p>
            </p:txBody>
          </p:sp>
          <p:sp>
            <p:nvSpPr>
              <p:cNvPr id="11" name="椭圆 10"/>
              <p:cNvSpPr/>
              <p:nvPr/>
            </p:nvSpPr>
            <p:spPr>
              <a:xfrm>
                <a:off x="4355057" y="4717920"/>
                <a:ext cx="3223421" cy="647236"/>
              </a:xfrm>
              <a:prstGeom prst="ellipse">
                <a:avLst/>
              </a:prstGeom>
              <a:noFill/>
              <a:ln w="20320">
                <a:gradFill>
                  <a:gsLst>
                    <a:gs pos="100000">
                      <a:schemeClr val="accent1"/>
                    </a:gs>
                    <a:gs pos="17000">
                      <a:schemeClr val="accent1">
                        <a:lumMod val="20000"/>
                        <a:lumOff val="80000"/>
                        <a:alpha val="0"/>
                      </a:schemeClr>
                    </a:gs>
                  </a:gsLst>
                  <a:lin ang="540000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4572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mj-ea"/>
                  <a:ea typeface="+mj-ea"/>
                  <a:cs typeface="思源宋体 CN Heavy" panose="02020900000000000000" pitchFamily="18" charset="-122"/>
                </a:endParaRPr>
              </a:p>
            </p:txBody>
          </p:sp>
          <p:sp>
            <p:nvSpPr>
              <p:cNvPr id="12" name="任意多边形: 形状 11"/>
              <p:cNvSpPr/>
              <p:nvPr/>
            </p:nvSpPr>
            <p:spPr>
              <a:xfrm>
                <a:off x="4392308" y="4852019"/>
                <a:ext cx="3186171" cy="389144"/>
              </a:xfrm>
              <a:custGeom>
                <a:avLst/>
                <a:gdLst>
                  <a:gd name="connsiteX0" fmla="*/ 1 w 2859882"/>
                  <a:gd name="connsiteY0" fmla="*/ 0 h 361156"/>
                  <a:gd name="connsiteX1" fmla="*/ 1429942 w 2859882"/>
                  <a:gd name="connsiteY1" fmla="*/ 289251 h 361156"/>
                  <a:gd name="connsiteX2" fmla="*/ 2852500 w 2859882"/>
                  <a:gd name="connsiteY2" fmla="*/ 29574 h 361156"/>
                  <a:gd name="connsiteX3" fmla="*/ 2859881 w 2859882"/>
                  <a:gd name="connsiteY3" fmla="*/ 8 h 361156"/>
                  <a:gd name="connsiteX4" fmla="*/ 2859881 w 2859882"/>
                  <a:gd name="connsiteY4" fmla="*/ 69524 h 361156"/>
                  <a:gd name="connsiteX5" fmla="*/ 2859288 w 2859882"/>
                  <a:gd name="connsiteY5" fmla="*/ 69524 h 361156"/>
                  <a:gd name="connsiteX6" fmla="*/ 2859882 w 2859882"/>
                  <a:gd name="connsiteY6" fmla="*/ 71905 h 361156"/>
                  <a:gd name="connsiteX7" fmla="*/ 1429941 w 2859882"/>
                  <a:gd name="connsiteY7" fmla="*/ 361156 h 361156"/>
                  <a:gd name="connsiteX8" fmla="*/ 0 w 2859882"/>
                  <a:gd name="connsiteY8" fmla="*/ 71905 h 361156"/>
                  <a:gd name="connsiteX9" fmla="*/ 595 w 2859882"/>
                  <a:gd name="connsiteY9" fmla="*/ 69524 h 361156"/>
                  <a:gd name="connsiteX10" fmla="*/ 1 w 2859882"/>
                  <a:gd name="connsiteY10" fmla="*/ 69524 h 361156"/>
                  <a:gd name="connsiteX11" fmla="*/ 1 w 2859882"/>
                  <a:gd name="connsiteY11" fmla="*/ 0 h 3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9882" h="361156">
                    <a:moveTo>
                      <a:pt x="1" y="0"/>
                    </a:moveTo>
                    <a:cubicBezTo>
                      <a:pt x="1" y="159749"/>
                      <a:pt x="640207" y="289251"/>
                      <a:pt x="1429942" y="289251"/>
                    </a:cubicBezTo>
                    <a:cubicBezTo>
                      <a:pt x="2170319" y="289251"/>
                      <a:pt x="2779273" y="175431"/>
                      <a:pt x="2852500" y="29574"/>
                    </a:cubicBezTo>
                    <a:lnTo>
                      <a:pt x="2859881" y="8"/>
                    </a:lnTo>
                    <a:lnTo>
                      <a:pt x="2859881" y="69524"/>
                    </a:lnTo>
                    <a:lnTo>
                      <a:pt x="2859288" y="69524"/>
                    </a:lnTo>
                    <a:lnTo>
                      <a:pt x="2859882" y="71905"/>
                    </a:lnTo>
                    <a:cubicBezTo>
                      <a:pt x="2859882" y="231654"/>
                      <a:pt x="2219676" y="361156"/>
                      <a:pt x="1429941" y="361156"/>
                    </a:cubicBezTo>
                    <a:cubicBezTo>
                      <a:pt x="640206" y="361156"/>
                      <a:pt x="0" y="231654"/>
                      <a:pt x="0" y="71905"/>
                    </a:cubicBezTo>
                    <a:lnTo>
                      <a:pt x="595" y="69524"/>
                    </a:lnTo>
                    <a:lnTo>
                      <a:pt x="1" y="69524"/>
                    </a:lnTo>
                    <a:lnTo>
                      <a:pt x="1" y="0"/>
                    </a:lnTo>
                    <a:close/>
                  </a:path>
                </a:pathLst>
              </a:custGeom>
              <a:gradFill>
                <a:gsLst>
                  <a:gs pos="100000">
                    <a:schemeClr val="accent1">
                      <a:lumMod val="40000"/>
                      <a:lumOff val="60000"/>
                    </a:schemeClr>
                  </a:gs>
                  <a:gs pos="50000">
                    <a:schemeClr val="accent1"/>
                  </a:gs>
                  <a:gs pos="0">
                    <a:schemeClr val="accent1">
                      <a:lumMod val="40000"/>
                      <a:lumOff val="60000"/>
                    </a:schemeClr>
                  </a:gs>
                </a:gsLst>
                <a:lin ang="1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3152" tIns="36576" rIns="73152" bIns="36576" rtlCol="0" anchor="ctr">
                <a:noAutofit/>
              </a:bodyPr>
              <a:lstStyle/>
              <a:p>
                <a:pPr marL="0" marR="0" lvl="0" indent="0" algn="ctr" defTabSz="914400" rtl="0" eaLnBrk="1" fontAlgn="auto" latinLnBrk="0" hangingPunct="1">
                  <a:lnSpc>
                    <a:spcPct val="100000"/>
                  </a:lnSpc>
                  <a:spcBef>
                    <a:spcPts val="0"/>
                  </a:spcBef>
                  <a:buClrTx/>
                  <a:buSzTx/>
                  <a:buFontTx/>
                  <a:buNone/>
                  <a:defRPr/>
                </a:pPr>
                <a:endParaRPr kumimoji="1" lang="zh-CN" altLang="en-US" sz="144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sp>
            <p:nvSpPr>
              <p:cNvPr id="13" name="任意多边形: 形状 12"/>
              <p:cNvSpPr/>
              <p:nvPr/>
            </p:nvSpPr>
            <p:spPr>
              <a:xfrm>
                <a:off x="4392308" y="4518856"/>
                <a:ext cx="3186171" cy="649451"/>
              </a:xfrm>
              <a:custGeom>
                <a:avLst/>
                <a:gdLst>
                  <a:gd name="connsiteX0" fmla="*/ 1429941 w 2859880"/>
                  <a:gd name="connsiteY0" fmla="*/ 0 h 578502"/>
                  <a:gd name="connsiteX1" fmla="*/ 2852499 w 2859880"/>
                  <a:gd name="connsiteY1" fmla="*/ 259677 h 578502"/>
                  <a:gd name="connsiteX2" fmla="*/ 2859880 w 2859880"/>
                  <a:gd name="connsiteY2" fmla="*/ 289243 h 578502"/>
                  <a:gd name="connsiteX3" fmla="*/ 2859880 w 2859880"/>
                  <a:gd name="connsiteY3" fmla="*/ 289259 h 578502"/>
                  <a:gd name="connsiteX4" fmla="*/ 2852499 w 2859880"/>
                  <a:gd name="connsiteY4" fmla="*/ 318825 h 578502"/>
                  <a:gd name="connsiteX5" fmla="*/ 1429941 w 2859880"/>
                  <a:gd name="connsiteY5" fmla="*/ 578502 h 578502"/>
                  <a:gd name="connsiteX6" fmla="*/ 0 w 2859880"/>
                  <a:gd name="connsiteY6" fmla="*/ 289251 h 578502"/>
                  <a:gd name="connsiteX7" fmla="*/ 1429941 w 2859880"/>
                  <a:gd name="connsiteY7" fmla="*/ 0 h 57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9880" h="578502">
                    <a:moveTo>
                      <a:pt x="1429941" y="0"/>
                    </a:moveTo>
                    <a:cubicBezTo>
                      <a:pt x="2170318" y="0"/>
                      <a:pt x="2779272" y="113820"/>
                      <a:pt x="2852499" y="259677"/>
                    </a:cubicBezTo>
                    <a:lnTo>
                      <a:pt x="2859880" y="289243"/>
                    </a:lnTo>
                    <a:lnTo>
                      <a:pt x="2859880" y="289259"/>
                    </a:lnTo>
                    <a:lnTo>
                      <a:pt x="2852499" y="318825"/>
                    </a:lnTo>
                    <a:cubicBezTo>
                      <a:pt x="2779272" y="464682"/>
                      <a:pt x="2170318" y="578502"/>
                      <a:pt x="1429941" y="578502"/>
                    </a:cubicBezTo>
                    <a:cubicBezTo>
                      <a:pt x="640206" y="578502"/>
                      <a:pt x="0" y="449000"/>
                      <a:pt x="0" y="289251"/>
                    </a:cubicBezTo>
                    <a:cubicBezTo>
                      <a:pt x="0" y="129502"/>
                      <a:pt x="640206" y="0"/>
                      <a:pt x="1429941" y="0"/>
                    </a:cubicBezTo>
                    <a:close/>
                  </a:path>
                </a:pathLst>
              </a:custGeom>
              <a:gradFill>
                <a:gsLst>
                  <a:gs pos="0">
                    <a:schemeClr val="accent1">
                      <a:alpha val="0"/>
                    </a:schemeClr>
                  </a:gs>
                  <a:gs pos="100000">
                    <a:schemeClr val="accent1">
                      <a:lumMod val="60000"/>
                      <a:lumOff val="40000"/>
                      <a:alpha val="49000"/>
                    </a:schemeClr>
                  </a:gs>
                </a:gsLst>
                <a:lin ang="5400000" scaled="1"/>
              </a:gradFill>
              <a:ln w="12700">
                <a:gradFill>
                  <a:gsLst>
                    <a:gs pos="0">
                      <a:schemeClr val="accent1">
                        <a:alpha val="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lIns="73152" tIns="36576" rIns="73152" bIns="36576" rtlCol="0" anchor="ctr">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srgbClr val="FFFFFF"/>
                  </a:solidFill>
                  <a:effectLst/>
                  <a:uLnTx/>
                  <a:uFillTx/>
                  <a:latin typeface="+mj-ea"/>
                  <a:ea typeface="+mj-ea"/>
                  <a:cs typeface="思源宋体 CN Heavy" panose="02020900000000000000" pitchFamily="18" charset="-122"/>
                </a:endParaRPr>
              </a:p>
            </p:txBody>
          </p:sp>
        </p:grpSp>
        <p:pic>
          <p:nvPicPr>
            <p:cNvPr id="329" name="图片 328"/>
            <p:cNvPicPr/>
            <p:nvPr/>
          </p:nvPicPr>
          <p:blipFill>
            <a:blip r:embed="rId9" cstate="print">
              <a:extLst>
                <a:ext uri="{BEBA8EAE-BF5A-486C-A8C5-ECC9F3942E4B}">
                  <a14:imgProps xmlns:a14="http://schemas.microsoft.com/office/drawing/2010/main">
                    <a14:imgLayer r:embed="rId10">
                      <a14:imgEffect>
                        <a14:artisticBlur/>
                      </a14:imgEffect>
                    </a14:imgLayer>
                  </a14:imgProps>
                </a:ext>
                <a:ext uri="{28A0092B-C50C-407E-A947-70E740481C1C}">
                  <a14:useLocalDpi xmlns:a14="http://schemas.microsoft.com/office/drawing/2010/main" val="0"/>
                </a:ext>
              </a:extLst>
            </a:blip>
            <a:stretch>
              <a:fillRect/>
            </a:stretch>
          </p:blipFill>
          <p:spPr>
            <a:xfrm>
              <a:off x="495142" y="1883908"/>
              <a:ext cx="2137544" cy="1425029"/>
            </a:xfrm>
            <a:prstGeom prst="rect">
              <a:avLst/>
            </a:prstGeom>
          </p:spPr>
        </p:pic>
        <p:grpSp>
          <p:nvGrpSpPr>
            <p:cNvPr id="278" name="组合 277"/>
            <p:cNvGrpSpPr/>
            <p:nvPr/>
          </p:nvGrpSpPr>
          <p:grpSpPr>
            <a:xfrm>
              <a:off x="538035" y="3572331"/>
              <a:ext cx="2051759" cy="2015393"/>
              <a:chOff x="538035" y="3572331"/>
              <a:chExt cx="2051759" cy="2015393"/>
            </a:xfrm>
          </p:grpSpPr>
          <p:sp>
            <p:nvSpPr>
              <p:cNvPr id="62" name="米菲PPT63-1"/>
              <p:cNvSpPr/>
              <p:nvPr/>
            </p:nvSpPr>
            <p:spPr>
              <a:xfrm>
                <a:off x="538035" y="3572331"/>
                <a:ext cx="2043389" cy="2015393"/>
              </a:xfrm>
              <a:prstGeom prst="roundRect">
                <a:avLst>
                  <a:gd name="adj" fmla="val 50000"/>
                </a:avLst>
              </a:prstGeom>
              <a:gradFill>
                <a:gsLst>
                  <a:gs pos="100000">
                    <a:schemeClr val="accent1">
                      <a:lumMod val="5000"/>
                      <a:lumOff val="95000"/>
                    </a:schemeClr>
                  </a:gs>
                  <a:gs pos="1000">
                    <a:schemeClr val="bg1"/>
                  </a:gs>
                </a:gsLst>
                <a:lin ang="19800000" scaled="0"/>
              </a:gradFill>
              <a:ln w="6350">
                <a:solidFill>
                  <a:schemeClr val="accent1"/>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2000"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grpSp>
            <p:nvGrpSpPr>
              <p:cNvPr id="63" name="组合 62"/>
              <p:cNvGrpSpPr/>
              <p:nvPr/>
            </p:nvGrpSpPr>
            <p:grpSpPr>
              <a:xfrm flipV="1">
                <a:off x="865164" y="3878923"/>
                <a:ext cx="1276737" cy="1276738"/>
                <a:chOff x="13528120" y="7483888"/>
                <a:chExt cx="1424064" cy="1424065"/>
              </a:xfrm>
            </p:grpSpPr>
            <p:sp>
              <p:nvSpPr>
                <p:cNvPr id="275" name="米菲PPT63-2"/>
                <p:cNvSpPr/>
                <p:nvPr/>
              </p:nvSpPr>
              <p:spPr bwMode="auto">
                <a:xfrm>
                  <a:off x="14287133" y="7483888"/>
                  <a:ext cx="665051" cy="997055"/>
                </a:xfrm>
                <a:custGeom>
                  <a:avLst/>
                  <a:gdLst>
                    <a:gd name="T0" fmla="*/ 0 w 5305"/>
                    <a:gd name="T1" fmla="*/ 0 h 7957"/>
                    <a:gd name="T2" fmla="*/ 5305 w 5305"/>
                    <a:gd name="T3" fmla="*/ 5304 h 7957"/>
                    <a:gd name="T4" fmla="*/ 4594 w 5305"/>
                    <a:gd name="T5" fmla="*/ 7957 h 7957"/>
                    <a:gd name="T6" fmla="*/ 1516 w 5305"/>
                    <a:gd name="T7" fmla="*/ 6180 h 7957"/>
                    <a:gd name="T8" fmla="*/ 875 w 5305"/>
                    <a:gd name="T9" fmla="*/ 3788 h 7957"/>
                    <a:gd name="T10" fmla="*/ 0 w 5305"/>
                    <a:gd name="T11" fmla="*/ 3554 h 7957"/>
                    <a:gd name="T12" fmla="*/ 0 w 5305"/>
                    <a:gd name="T13" fmla="*/ 0 h 7957"/>
                  </a:gdLst>
                  <a:ahLst/>
                  <a:cxnLst>
                    <a:cxn ang="0">
                      <a:pos x="T0" y="T1"/>
                    </a:cxn>
                    <a:cxn ang="0">
                      <a:pos x="T2" y="T3"/>
                    </a:cxn>
                    <a:cxn ang="0">
                      <a:pos x="T4" y="T5"/>
                    </a:cxn>
                    <a:cxn ang="0">
                      <a:pos x="T6" y="T7"/>
                    </a:cxn>
                    <a:cxn ang="0">
                      <a:pos x="T8" y="T9"/>
                    </a:cxn>
                    <a:cxn ang="0">
                      <a:pos x="T10" y="T11"/>
                    </a:cxn>
                    <a:cxn ang="0">
                      <a:pos x="T12" y="T13"/>
                    </a:cxn>
                  </a:cxnLst>
                  <a:rect l="0" t="0" r="r" b="b"/>
                  <a:pathLst>
                    <a:path w="5305" h="7957">
                      <a:moveTo>
                        <a:pt x="0" y="0"/>
                      </a:moveTo>
                      <a:cubicBezTo>
                        <a:pt x="2930" y="0"/>
                        <a:pt x="5305" y="2375"/>
                        <a:pt x="5305" y="5304"/>
                      </a:cubicBezTo>
                      <a:cubicBezTo>
                        <a:pt x="5305" y="6235"/>
                        <a:pt x="5060" y="7150"/>
                        <a:pt x="4594" y="7957"/>
                      </a:cubicBezTo>
                      <a:lnTo>
                        <a:pt x="1516" y="6180"/>
                      </a:lnTo>
                      <a:cubicBezTo>
                        <a:pt x="2000" y="5342"/>
                        <a:pt x="1713" y="4272"/>
                        <a:pt x="875" y="3788"/>
                      </a:cubicBezTo>
                      <a:cubicBezTo>
                        <a:pt x="609" y="3635"/>
                        <a:pt x="307" y="3554"/>
                        <a:pt x="0" y="3554"/>
                      </a:cubicBezTo>
                      <a:lnTo>
                        <a:pt x="0" y="0"/>
                      </a:lnTo>
                      <a:close/>
                    </a:path>
                  </a:pathLst>
                </a:custGeom>
                <a:gradFill flip="none" rotWithShape="1">
                  <a:gsLst>
                    <a:gs pos="44037">
                      <a:schemeClr val="accent1">
                        <a:lumMod val="20000"/>
                        <a:lumOff val="80000"/>
                        <a:alpha val="0"/>
                      </a:schemeClr>
                    </a:gs>
                    <a:gs pos="100000">
                      <a:schemeClr val="accent1">
                        <a:lumMod val="60000"/>
                        <a:lumOff val="40000"/>
                      </a:schemeClr>
                    </a:gs>
                    <a:gs pos="47000">
                      <a:schemeClr val="accent1">
                        <a:lumMod val="20000"/>
                        <a:lumOff val="80000"/>
                        <a:alpha val="0"/>
                      </a:schemeClr>
                    </a:gs>
                  </a:gsLst>
                  <a:lin ang="15600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ea"/>
                    <a:ea typeface="+mj-ea"/>
                    <a:cs typeface="思源宋体 CN Heavy" panose="02020900000000000000" pitchFamily="18" charset="-122"/>
                  </a:endParaRPr>
                </a:p>
              </p:txBody>
            </p:sp>
            <p:sp>
              <p:nvSpPr>
                <p:cNvPr id="276" name="米菲PPT63-3"/>
                <p:cNvSpPr/>
                <p:nvPr/>
              </p:nvSpPr>
              <p:spPr bwMode="auto">
                <a:xfrm>
                  <a:off x="13711870" y="8258563"/>
                  <a:ext cx="1151571" cy="649390"/>
                </a:xfrm>
                <a:custGeom>
                  <a:avLst/>
                  <a:gdLst>
                    <a:gd name="T0" fmla="*/ 18376 w 18376"/>
                    <a:gd name="T1" fmla="*/ 3554 h 10366"/>
                    <a:gd name="T2" fmla="*/ 3883 w 18376"/>
                    <a:gd name="T3" fmla="*/ 7437 h 10366"/>
                    <a:gd name="T4" fmla="*/ 0 w 18376"/>
                    <a:gd name="T5" fmla="*/ 3554 h 10366"/>
                    <a:gd name="T6" fmla="*/ 6156 w 18376"/>
                    <a:gd name="T7" fmla="*/ 0 h 10366"/>
                    <a:gd name="T8" fmla="*/ 10938 w 18376"/>
                    <a:gd name="T9" fmla="*/ 1281 h 10366"/>
                    <a:gd name="T10" fmla="*/ 12220 w 18376"/>
                    <a:gd name="T11" fmla="*/ 0 h 10366"/>
                    <a:gd name="T12" fmla="*/ 18376 w 18376"/>
                    <a:gd name="T13" fmla="*/ 3554 h 10366"/>
                  </a:gdLst>
                  <a:ahLst/>
                  <a:cxnLst>
                    <a:cxn ang="0">
                      <a:pos x="T0" y="T1"/>
                    </a:cxn>
                    <a:cxn ang="0">
                      <a:pos x="T2" y="T3"/>
                    </a:cxn>
                    <a:cxn ang="0">
                      <a:pos x="T4" y="T5"/>
                    </a:cxn>
                    <a:cxn ang="0">
                      <a:pos x="T6" y="T7"/>
                    </a:cxn>
                    <a:cxn ang="0">
                      <a:pos x="T8" y="T9"/>
                    </a:cxn>
                    <a:cxn ang="0">
                      <a:pos x="T10" y="T11"/>
                    </a:cxn>
                    <a:cxn ang="0">
                      <a:pos x="T12" y="T13"/>
                    </a:cxn>
                  </a:cxnLst>
                  <a:rect l="0" t="0" r="r" b="b"/>
                  <a:pathLst>
                    <a:path w="18376" h="10366">
                      <a:moveTo>
                        <a:pt x="18376" y="3554"/>
                      </a:moveTo>
                      <a:cubicBezTo>
                        <a:pt x="15446" y="8628"/>
                        <a:pt x="8958" y="10366"/>
                        <a:pt x="3883" y="7437"/>
                      </a:cubicBezTo>
                      <a:cubicBezTo>
                        <a:pt x="2271" y="6506"/>
                        <a:pt x="931" y="5166"/>
                        <a:pt x="0" y="3554"/>
                      </a:cubicBezTo>
                      <a:lnTo>
                        <a:pt x="6156" y="0"/>
                      </a:lnTo>
                      <a:cubicBezTo>
                        <a:pt x="7123" y="1674"/>
                        <a:pt x="9264" y="2248"/>
                        <a:pt x="10938" y="1281"/>
                      </a:cubicBezTo>
                      <a:cubicBezTo>
                        <a:pt x="11471" y="974"/>
                        <a:pt x="11913" y="532"/>
                        <a:pt x="12220" y="0"/>
                      </a:cubicBezTo>
                      <a:lnTo>
                        <a:pt x="18376" y="3554"/>
                      </a:lnTo>
                      <a:close/>
                    </a:path>
                  </a:pathLst>
                </a:custGeom>
                <a:gradFill flip="none" rotWithShape="1">
                  <a:gsLst>
                    <a:gs pos="0">
                      <a:schemeClr val="accent1">
                        <a:lumMod val="60000"/>
                        <a:lumOff val="40000"/>
                      </a:schemeClr>
                    </a:gs>
                    <a:gs pos="100000">
                      <a:schemeClr val="accent1">
                        <a:lumMod val="20000"/>
                        <a:lumOff val="80000"/>
                        <a:alpha val="0"/>
                      </a:schemeClr>
                    </a:gs>
                  </a:gsLst>
                  <a:lin ang="15600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mj-ea"/>
                    <a:ea typeface="+mj-ea"/>
                    <a:cs typeface="思源宋体 CN Heavy" panose="02020900000000000000" pitchFamily="18" charset="-122"/>
                  </a:endParaRPr>
                </a:p>
              </p:txBody>
            </p:sp>
            <p:sp>
              <p:nvSpPr>
                <p:cNvPr id="277" name="米菲PPT63-4"/>
                <p:cNvSpPr/>
                <p:nvPr/>
              </p:nvSpPr>
              <p:spPr bwMode="auto">
                <a:xfrm>
                  <a:off x="13528120" y="7483888"/>
                  <a:ext cx="759014" cy="997055"/>
                </a:xfrm>
                <a:custGeom>
                  <a:avLst/>
                  <a:gdLst>
                    <a:gd name="T0" fmla="*/ 2929 w 12117"/>
                    <a:gd name="T1" fmla="*/ 15914 h 15914"/>
                    <a:gd name="T2" fmla="*/ 6812 w 12117"/>
                    <a:gd name="T3" fmla="*/ 1422 h 15914"/>
                    <a:gd name="T4" fmla="*/ 12117 w 12117"/>
                    <a:gd name="T5" fmla="*/ 0 h 15914"/>
                    <a:gd name="T6" fmla="*/ 12117 w 12117"/>
                    <a:gd name="T7" fmla="*/ 7108 h 15914"/>
                    <a:gd name="T8" fmla="*/ 8616 w 12117"/>
                    <a:gd name="T9" fmla="*/ 10609 h 15914"/>
                    <a:gd name="T10" fmla="*/ 9085 w 12117"/>
                    <a:gd name="T11" fmla="*/ 12360 h 15914"/>
                    <a:gd name="T12" fmla="*/ 2929 w 12117"/>
                    <a:gd name="T13" fmla="*/ 15914 h 15914"/>
                  </a:gdLst>
                  <a:ahLst/>
                  <a:cxnLst>
                    <a:cxn ang="0">
                      <a:pos x="T0" y="T1"/>
                    </a:cxn>
                    <a:cxn ang="0">
                      <a:pos x="T2" y="T3"/>
                    </a:cxn>
                    <a:cxn ang="0">
                      <a:pos x="T4" y="T5"/>
                    </a:cxn>
                    <a:cxn ang="0">
                      <a:pos x="T6" y="T7"/>
                    </a:cxn>
                    <a:cxn ang="0">
                      <a:pos x="T8" y="T9"/>
                    </a:cxn>
                    <a:cxn ang="0">
                      <a:pos x="T10" y="T11"/>
                    </a:cxn>
                    <a:cxn ang="0">
                      <a:pos x="T12" y="T13"/>
                    </a:cxn>
                  </a:cxnLst>
                  <a:rect l="0" t="0" r="r" b="b"/>
                  <a:pathLst>
                    <a:path w="12117" h="15914">
                      <a:moveTo>
                        <a:pt x="2929" y="15914"/>
                      </a:moveTo>
                      <a:cubicBezTo>
                        <a:pt x="0" y="10839"/>
                        <a:pt x="1738" y="4351"/>
                        <a:pt x="6812" y="1422"/>
                      </a:cubicBezTo>
                      <a:cubicBezTo>
                        <a:pt x="8425" y="490"/>
                        <a:pt x="10255" y="0"/>
                        <a:pt x="12117" y="0"/>
                      </a:cubicBezTo>
                      <a:lnTo>
                        <a:pt x="12117" y="7108"/>
                      </a:lnTo>
                      <a:cubicBezTo>
                        <a:pt x="10183" y="7108"/>
                        <a:pt x="8616" y="8676"/>
                        <a:pt x="8616" y="10609"/>
                      </a:cubicBezTo>
                      <a:cubicBezTo>
                        <a:pt x="8616" y="11224"/>
                        <a:pt x="8778" y="11827"/>
                        <a:pt x="9085" y="12360"/>
                      </a:cubicBezTo>
                      <a:lnTo>
                        <a:pt x="2929" y="15914"/>
                      </a:lnTo>
                      <a:close/>
                    </a:path>
                  </a:pathLst>
                </a:custGeom>
                <a:gradFill flip="none" rotWithShape="1">
                  <a:gsLst>
                    <a:gs pos="0">
                      <a:schemeClr val="accent1">
                        <a:lumMod val="60000"/>
                        <a:lumOff val="40000"/>
                      </a:schemeClr>
                    </a:gs>
                    <a:gs pos="100000">
                      <a:schemeClr val="accent1">
                        <a:lumMod val="20000"/>
                        <a:lumOff val="80000"/>
                        <a:alpha val="0"/>
                      </a:schemeClr>
                    </a:gs>
                  </a:gsLst>
                  <a:lin ang="15600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grpSp>
          <p:sp>
            <p:nvSpPr>
              <p:cNvPr id="256" name="米菲PPT63-5"/>
              <p:cNvSpPr txBox="1"/>
              <p:nvPr/>
            </p:nvSpPr>
            <p:spPr>
              <a:xfrm rot="7346304">
                <a:off x="845519" y="3996652"/>
                <a:ext cx="1241640" cy="1018100"/>
              </a:xfrm>
              <a:prstGeom prst="rect">
                <a:avLst/>
              </a:prstGeom>
              <a:noFill/>
            </p:spPr>
            <p:txBody>
              <a:bodyPr vert="horz" wrap="square" rtlCol="0">
                <a:prstTxWarp prst="textArchUp">
                  <a:avLst>
                    <a:gd name="adj" fmla="val 9191406"/>
                  </a:avLst>
                </a:prstTxWarp>
                <a:spAutoFit/>
              </a:bodyPr>
              <a:lstStyle/>
              <a:p>
                <a:pPr algn="ctr"/>
                <a:r>
                  <a:rPr lang="zh-CN" altLang="en-US" sz="1100" dirty="0">
                    <a:solidFill>
                      <a:schemeClr val="accent1"/>
                    </a:solidFill>
                    <a:latin typeface="+mj-ea"/>
                    <a:ea typeface="+mj-ea"/>
                    <a:cs typeface="思源宋体 CN Heavy" panose="02020900000000000000" pitchFamily="18" charset="-122"/>
                    <a:sym typeface="思源宋体 CN Heavy" panose="02020900000000000000" pitchFamily="18" charset="-122"/>
                  </a:rPr>
                  <a:t>学习兴趣不足</a:t>
                </a:r>
              </a:p>
            </p:txBody>
          </p:sp>
          <p:cxnSp>
            <p:nvCxnSpPr>
              <p:cNvPr id="257" name="米菲PPT63-6"/>
              <p:cNvCxnSpPr/>
              <p:nvPr/>
            </p:nvCxnSpPr>
            <p:spPr>
              <a:xfrm>
                <a:off x="699619" y="4076725"/>
                <a:ext cx="314003" cy="176999"/>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8" name="米菲PPT63-7"/>
              <p:cNvCxnSpPr/>
              <p:nvPr/>
            </p:nvCxnSpPr>
            <p:spPr>
              <a:xfrm flipH="1">
                <a:off x="2062340" y="4039456"/>
                <a:ext cx="354724" cy="217796"/>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9" name="米菲PPT63-8"/>
              <p:cNvCxnSpPr/>
              <p:nvPr/>
            </p:nvCxnSpPr>
            <p:spPr>
              <a:xfrm>
                <a:off x="1546727" y="5177448"/>
                <a:ext cx="0" cy="399085"/>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60" name="米菲PPT63-9"/>
              <p:cNvSpPr/>
              <p:nvPr/>
            </p:nvSpPr>
            <p:spPr>
              <a:xfrm>
                <a:off x="1249766" y="4266130"/>
                <a:ext cx="591773" cy="591773"/>
              </a:xfrm>
              <a:prstGeom prst="ellipse">
                <a:avLst/>
              </a:prstGeom>
              <a:gradFill>
                <a:gsLst>
                  <a:gs pos="100000">
                    <a:schemeClr val="accent1">
                      <a:lumMod val="6000"/>
                      <a:lumOff val="94000"/>
                    </a:schemeClr>
                  </a:gs>
                  <a:gs pos="1000">
                    <a:schemeClr val="bg1"/>
                  </a:gs>
                </a:gsLst>
                <a:lin ang="19800000" scaled="0"/>
              </a:gradFill>
              <a:ln w="41275">
                <a:gradFill>
                  <a:gsLst>
                    <a:gs pos="0">
                      <a:schemeClr val="accent1">
                        <a:lumMod val="45000"/>
                        <a:lumOff val="55000"/>
                      </a:schemeClr>
                    </a:gs>
                    <a:gs pos="100000">
                      <a:schemeClr val="accent1">
                        <a:lumMod val="30000"/>
                        <a:lumOff val="70000"/>
                      </a:schemeClr>
                    </a:gs>
                  </a:gsLst>
                  <a:lin ang="5400000" scaled="1"/>
                </a:gra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2000"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262" name="米菲PPT63-12"/>
              <p:cNvSpPr txBox="1"/>
              <p:nvPr/>
            </p:nvSpPr>
            <p:spPr>
              <a:xfrm>
                <a:off x="1068098" y="4149302"/>
                <a:ext cx="965335" cy="770701"/>
              </a:xfrm>
              <a:prstGeom prst="rect">
                <a:avLst/>
              </a:prstGeom>
              <a:noFill/>
            </p:spPr>
            <p:txBody>
              <a:bodyPr vert="horz" wrap="square" rtlCol="0">
                <a:prstTxWarp prst="textArchUp">
                  <a:avLst>
                    <a:gd name="adj" fmla="val 10828244"/>
                  </a:avLst>
                </a:prstTxWarp>
                <a:spAutoFit/>
              </a:bodyPr>
              <a:lstStyle/>
              <a:p>
                <a:pPr algn="ctr"/>
                <a:r>
                  <a:rPr lang="zh-CN" altLang="en-US" sz="1100" dirty="0">
                    <a:solidFill>
                      <a:schemeClr val="accent1"/>
                    </a:solidFill>
                    <a:latin typeface="+mj-ea"/>
                    <a:ea typeface="+mj-ea"/>
                    <a:cs typeface="思源宋体 CN Heavy" panose="02020900000000000000" pitchFamily="18" charset="-122"/>
                    <a:sym typeface="思源宋体 CN Heavy" panose="02020900000000000000" pitchFamily="18" charset="-122"/>
                  </a:rPr>
                  <a:t>基础薄弱</a:t>
                </a:r>
              </a:p>
            </p:txBody>
          </p:sp>
          <p:sp>
            <p:nvSpPr>
              <p:cNvPr id="263" name="米菲PPT63-13"/>
              <p:cNvSpPr txBox="1"/>
              <p:nvPr/>
            </p:nvSpPr>
            <p:spPr>
              <a:xfrm rot="14370542">
                <a:off x="1039882" y="4176665"/>
                <a:ext cx="965334" cy="770701"/>
              </a:xfrm>
              <a:prstGeom prst="rect">
                <a:avLst/>
              </a:prstGeom>
              <a:noFill/>
            </p:spPr>
            <p:txBody>
              <a:bodyPr vert="horz" wrap="square" rtlCol="0">
                <a:prstTxWarp prst="textArchUp">
                  <a:avLst>
                    <a:gd name="adj" fmla="val 10828244"/>
                  </a:avLst>
                </a:prstTxWarp>
                <a:spAutoFit/>
              </a:bodyPr>
              <a:lstStyle/>
              <a:p>
                <a:pPr algn="ctr"/>
                <a:r>
                  <a:rPr lang="zh-CN" altLang="en-US" sz="1100" dirty="0">
                    <a:solidFill>
                      <a:schemeClr val="accent1"/>
                    </a:solidFill>
                    <a:latin typeface="+mj-ea"/>
                    <a:ea typeface="+mj-ea"/>
                    <a:cs typeface="思源宋体 CN Heavy" panose="02020900000000000000" pitchFamily="18" charset="-122"/>
                    <a:sym typeface="思源宋体 CN Heavy" panose="02020900000000000000" pitchFamily="18" charset="-122"/>
                  </a:rPr>
                  <a:t>实践经验欠缺</a:t>
                </a:r>
              </a:p>
            </p:txBody>
          </p:sp>
          <p:cxnSp>
            <p:nvCxnSpPr>
              <p:cNvPr id="264" name="米菲PPT63-14"/>
              <p:cNvCxnSpPr/>
              <p:nvPr/>
            </p:nvCxnSpPr>
            <p:spPr>
              <a:xfrm flipH="1">
                <a:off x="705326" y="4891157"/>
                <a:ext cx="324578" cy="199288"/>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5" name="米菲PPT63-15"/>
              <p:cNvCxnSpPr/>
              <p:nvPr/>
            </p:nvCxnSpPr>
            <p:spPr>
              <a:xfrm>
                <a:off x="2077584" y="4853464"/>
                <a:ext cx="328807" cy="185344"/>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6" name="米菲PPT63-16"/>
              <p:cNvCxnSpPr/>
              <p:nvPr/>
            </p:nvCxnSpPr>
            <p:spPr>
              <a:xfrm>
                <a:off x="1559729" y="3572331"/>
                <a:ext cx="0" cy="381408"/>
              </a:xfrm>
              <a:prstGeom prst="line">
                <a:avLst/>
              </a:prstGeom>
              <a:ln w="9525">
                <a:solidFill>
                  <a:schemeClr val="accent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67" name="米菲PPT63-17"/>
              <p:cNvSpPr txBox="1"/>
              <p:nvPr/>
            </p:nvSpPr>
            <p:spPr>
              <a:xfrm>
                <a:off x="967136" y="3717916"/>
                <a:ext cx="419742" cy="369332"/>
              </a:xfrm>
              <a:prstGeom prst="rect">
                <a:avLst/>
              </a:prstGeom>
              <a:noFill/>
            </p:spPr>
            <p:txBody>
              <a:bodyPr wrap="square">
                <a:spAutoFit/>
              </a:bodyPr>
              <a:lstStyle>
                <a:defPPr>
                  <a:defRPr lang="en-US"/>
                </a:defPPr>
                <a:lvl1pPr>
                  <a:defRPr sz="800">
                    <a:solidFill>
                      <a:schemeClr val="tx1">
                        <a:lumMod val="65000"/>
                        <a:lumOff val="35000"/>
                      </a:schemeClr>
                    </a:solidFill>
                    <a:latin typeface="MiSans Medium" panose="00000600000000000000" pitchFamily="2" charset="-122"/>
                    <a:ea typeface="MiSans Medium" panose="00000600000000000000" pitchFamily="2" charset="-122"/>
                    <a:cs typeface="MiSans Normal" panose="00000500000000000000" pitchFamily="2" charset="-122"/>
                  </a:defRPr>
                </a:lvl1pPr>
              </a:lstStyle>
              <a:p>
                <a:r>
                  <a:rPr lang="zh-CN" altLang="en-US" sz="900" dirty="0">
                    <a:latin typeface="+mj-ea"/>
                    <a:ea typeface="+mj-ea"/>
                    <a:cs typeface="思源宋体 CN Heavy" panose="02020900000000000000" pitchFamily="18" charset="-122"/>
                    <a:sym typeface="思源宋体 CN Heavy" panose="02020900000000000000" pitchFamily="18" charset="-122"/>
                  </a:rPr>
                  <a:t>机械制图</a:t>
                </a:r>
              </a:p>
            </p:txBody>
          </p:sp>
          <p:sp>
            <p:nvSpPr>
              <p:cNvPr id="268" name="米菲PPT63-18"/>
              <p:cNvSpPr txBox="1"/>
              <p:nvPr/>
            </p:nvSpPr>
            <p:spPr>
              <a:xfrm>
                <a:off x="1770370" y="3708026"/>
                <a:ext cx="419742" cy="369332"/>
              </a:xfrm>
              <a:prstGeom prst="rect">
                <a:avLst/>
              </a:prstGeom>
              <a:noFill/>
            </p:spPr>
            <p:txBody>
              <a:bodyPr wrap="square">
                <a:spAutoFit/>
              </a:bodyPr>
              <a:lstStyle>
                <a:defPPr>
                  <a:defRPr lang="en-US"/>
                </a:defPPr>
                <a:lvl1pPr>
                  <a:defRPr sz="800">
                    <a:solidFill>
                      <a:schemeClr val="tx1">
                        <a:lumMod val="65000"/>
                        <a:lumOff val="35000"/>
                      </a:schemeClr>
                    </a:solidFill>
                    <a:latin typeface="MiSans Medium" panose="00000600000000000000" pitchFamily="2" charset="-122"/>
                    <a:ea typeface="MiSans Medium" panose="00000600000000000000" pitchFamily="2" charset="-122"/>
                    <a:cs typeface="MiSans Normal" panose="00000500000000000000" pitchFamily="2" charset="-122"/>
                  </a:defRPr>
                </a:lvl1pPr>
              </a:lstStyle>
              <a:p>
                <a:r>
                  <a:rPr lang="zh-CN" altLang="en-US" sz="900" dirty="0">
                    <a:latin typeface="+mj-ea"/>
                    <a:ea typeface="+mj-ea"/>
                    <a:cs typeface="思源宋体 CN Heavy" panose="02020900000000000000" pitchFamily="18" charset="-122"/>
                    <a:sym typeface="思源宋体 CN Heavy" panose="02020900000000000000" pitchFamily="18" charset="-122"/>
                  </a:rPr>
                  <a:t>制造工艺</a:t>
                </a:r>
              </a:p>
            </p:txBody>
          </p:sp>
          <p:sp>
            <p:nvSpPr>
              <p:cNvPr id="269" name="米菲PPT63-19"/>
              <p:cNvSpPr txBox="1"/>
              <p:nvPr/>
            </p:nvSpPr>
            <p:spPr>
              <a:xfrm>
                <a:off x="2116818" y="4438071"/>
                <a:ext cx="472976" cy="369332"/>
              </a:xfrm>
              <a:prstGeom prst="rect">
                <a:avLst/>
              </a:prstGeom>
              <a:noFill/>
            </p:spPr>
            <p:txBody>
              <a:bodyPr wrap="square">
                <a:spAutoFit/>
              </a:bodyPr>
              <a:lstStyle/>
              <a:p>
                <a:r>
                  <a:rPr lang="zh-CN" altLang="en-US" sz="9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数控编程</a:t>
                </a:r>
              </a:p>
            </p:txBody>
          </p:sp>
          <p:sp>
            <p:nvSpPr>
              <p:cNvPr id="270" name="米菲PPT63-20"/>
              <p:cNvSpPr txBox="1"/>
              <p:nvPr/>
            </p:nvSpPr>
            <p:spPr>
              <a:xfrm>
                <a:off x="1763340" y="5100350"/>
                <a:ext cx="429677" cy="369332"/>
              </a:xfrm>
              <a:prstGeom prst="rect">
                <a:avLst/>
              </a:prstGeom>
              <a:noFill/>
            </p:spPr>
            <p:txBody>
              <a:bodyPr wrap="square">
                <a:spAutoFit/>
              </a:bodyPr>
              <a:lstStyle/>
              <a:p>
                <a:r>
                  <a:rPr lang="zh-CN" altLang="en-US" sz="9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工艺路线</a:t>
                </a:r>
              </a:p>
            </p:txBody>
          </p:sp>
          <p:sp>
            <p:nvSpPr>
              <p:cNvPr id="271" name="米菲PPT63-21"/>
              <p:cNvSpPr txBox="1"/>
              <p:nvPr/>
            </p:nvSpPr>
            <p:spPr>
              <a:xfrm>
                <a:off x="568038" y="4434927"/>
                <a:ext cx="466596" cy="369332"/>
              </a:xfrm>
              <a:prstGeom prst="rect">
                <a:avLst/>
              </a:prstGeom>
              <a:noFill/>
            </p:spPr>
            <p:txBody>
              <a:bodyPr wrap="square">
                <a:spAutoFit/>
              </a:bodyPr>
              <a:lstStyle/>
              <a:p>
                <a:r>
                  <a:rPr lang="zh-CN" altLang="en-US" sz="9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生产实践</a:t>
                </a:r>
              </a:p>
            </p:txBody>
          </p:sp>
          <p:sp>
            <p:nvSpPr>
              <p:cNvPr id="272" name="米菲PPT63-22"/>
              <p:cNvSpPr txBox="1"/>
              <p:nvPr/>
            </p:nvSpPr>
            <p:spPr>
              <a:xfrm>
                <a:off x="1013622" y="5100350"/>
                <a:ext cx="466596" cy="369332"/>
              </a:xfrm>
              <a:prstGeom prst="rect">
                <a:avLst/>
              </a:prstGeom>
              <a:noFill/>
            </p:spPr>
            <p:txBody>
              <a:bodyPr wrap="square">
                <a:spAutoFit/>
              </a:bodyPr>
              <a:lstStyle/>
              <a:p>
                <a:r>
                  <a:rPr lang="zh-CN" altLang="en-US" sz="900" dirty="0">
                    <a:solidFill>
                      <a:schemeClr val="tx1">
                        <a:lumMod val="65000"/>
                        <a:lumOff val="35000"/>
                      </a:schemeClr>
                    </a:solidFill>
                    <a:latin typeface="+mj-ea"/>
                    <a:ea typeface="+mj-ea"/>
                    <a:cs typeface="思源宋体 CN Heavy" panose="02020900000000000000" pitchFamily="18" charset="-122"/>
                    <a:sym typeface="思源宋体 CN Heavy" panose="02020900000000000000" pitchFamily="18" charset="-122"/>
                  </a:rPr>
                  <a:t>加工方法</a:t>
                </a:r>
              </a:p>
            </p:txBody>
          </p:sp>
          <p:grpSp>
            <p:nvGrpSpPr>
              <p:cNvPr id="261" name="组合 260"/>
              <p:cNvGrpSpPr/>
              <p:nvPr/>
            </p:nvGrpSpPr>
            <p:grpSpPr>
              <a:xfrm>
                <a:off x="1302504" y="4332639"/>
                <a:ext cx="485194" cy="458755"/>
                <a:chOff x="1302504" y="4332639"/>
                <a:chExt cx="485194" cy="458755"/>
              </a:xfrm>
            </p:grpSpPr>
            <p:sp>
              <p:nvSpPr>
                <p:cNvPr id="273" name="米菲PPT63-10"/>
                <p:cNvSpPr/>
                <p:nvPr/>
              </p:nvSpPr>
              <p:spPr>
                <a:xfrm>
                  <a:off x="1315724" y="4332639"/>
                  <a:ext cx="458755" cy="458755"/>
                </a:xfrm>
                <a:prstGeom prst="ellipse">
                  <a:avLst/>
                </a:prstGeom>
                <a:gradFill flip="none" rotWithShape="1">
                  <a:gsLst>
                    <a:gs pos="100000">
                      <a:schemeClr val="accent1"/>
                    </a:gs>
                    <a:gs pos="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2000"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sym typeface="思源宋体 CN Heavy" panose="02020900000000000000" pitchFamily="18" charset="-122"/>
                  </a:endParaRPr>
                </a:p>
              </p:txBody>
            </p:sp>
            <p:sp>
              <p:nvSpPr>
                <p:cNvPr id="274" name="米菲PPT63-11"/>
                <p:cNvSpPr txBox="1"/>
                <p:nvPr/>
              </p:nvSpPr>
              <p:spPr>
                <a:xfrm>
                  <a:off x="1302504" y="4354267"/>
                  <a:ext cx="485194" cy="415498"/>
                </a:xfrm>
                <a:prstGeom prst="rect">
                  <a:avLst/>
                </a:prstGeom>
                <a:noFill/>
              </p:spPr>
              <p:txBody>
                <a:bodyPr wrap="square" rtlCol="0">
                  <a:spAutoFit/>
                </a:bodyPr>
                <a:lstStyle/>
                <a:p>
                  <a:pPr algn="ctr"/>
                  <a:r>
                    <a:rPr lang="zh-CN" altLang="en-US" sz="1050" dirty="0">
                      <a:solidFill>
                        <a:schemeClr val="bg1"/>
                      </a:solidFill>
                      <a:latin typeface="+mj-ea"/>
                      <a:ea typeface="+mj-ea"/>
                      <a:cs typeface="思源宋体 CN Heavy" panose="02020900000000000000" pitchFamily="18" charset="-122"/>
                      <a:sym typeface="思源宋体 CN Heavy" panose="02020900000000000000" pitchFamily="18" charset="-122"/>
                    </a:rPr>
                    <a:t>教学痛点</a:t>
                  </a:r>
                </a:p>
              </p:txBody>
            </p:sp>
          </p:grpSp>
        </p:grpSp>
      </p:grpSp>
      <p:grpSp>
        <p:nvGrpSpPr>
          <p:cNvPr id="21" name="组合 20"/>
          <p:cNvGrpSpPr/>
          <p:nvPr/>
        </p:nvGrpSpPr>
        <p:grpSpPr>
          <a:xfrm>
            <a:off x="9368971" y="358481"/>
            <a:ext cx="2518229" cy="6156619"/>
            <a:chOff x="9368971" y="358481"/>
            <a:chExt cx="2518229" cy="6156619"/>
          </a:xfrm>
        </p:grpSpPr>
        <p:grpSp>
          <p:nvGrpSpPr>
            <p:cNvPr id="15" name="组合 14"/>
            <p:cNvGrpSpPr/>
            <p:nvPr/>
          </p:nvGrpSpPr>
          <p:grpSpPr>
            <a:xfrm>
              <a:off x="9368971" y="358481"/>
              <a:ext cx="2518229" cy="6156619"/>
              <a:chOff x="304800" y="358481"/>
              <a:chExt cx="2518229" cy="6156619"/>
            </a:xfrm>
          </p:grpSpPr>
          <p:sp>
            <p:nvSpPr>
              <p:cNvPr id="16" name="米菲PPT5"/>
              <p:cNvSpPr/>
              <p:nvPr/>
            </p:nvSpPr>
            <p:spPr>
              <a:xfrm>
                <a:off x="304800" y="1384481"/>
                <a:ext cx="2518229" cy="5130619"/>
              </a:xfrm>
              <a:prstGeom prst="rect">
                <a:avLst/>
              </a:prstGeom>
              <a:gradFill flip="none" rotWithShape="1">
                <a:gsLst>
                  <a:gs pos="100000">
                    <a:schemeClr val="accent1"/>
                  </a:gs>
                  <a:gs pos="100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mj-ea"/>
                  <a:ea typeface="+mj-ea"/>
                  <a:cs typeface="思源宋体 CN Heavy" panose="02020900000000000000" pitchFamily="18" charset="-122"/>
                </a:endParaRPr>
              </a:p>
            </p:txBody>
          </p:sp>
          <p:sp>
            <p:nvSpPr>
              <p:cNvPr id="17" name="米菲PPT31"/>
              <p:cNvSpPr/>
              <p:nvPr/>
            </p:nvSpPr>
            <p:spPr>
              <a:xfrm>
                <a:off x="304800" y="358481"/>
                <a:ext cx="2518229" cy="1026000"/>
              </a:xfrm>
              <a:prstGeom prst="triangle">
                <a:avLst/>
              </a:prstGeom>
              <a:gradFill flip="none" rotWithShape="1">
                <a:gsLst>
                  <a:gs pos="0">
                    <a:schemeClr val="accent1">
                      <a:alpha val="40000"/>
                    </a:schemeClr>
                  </a:gs>
                  <a:gs pos="41000">
                    <a:schemeClr val="accent1">
                      <a:alpha val="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lang="zh-CN" altLang="en-US" dirty="0">
                  <a:solidFill>
                    <a:prstClr val="white"/>
                  </a:solidFill>
                  <a:latin typeface="+mj-ea"/>
                  <a:ea typeface="+mj-ea"/>
                  <a:cs typeface="思源宋体 CN Heavy" panose="02020900000000000000" pitchFamily="18" charset="-122"/>
                </a:endParaRPr>
              </a:p>
            </p:txBody>
          </p:sp>
          <p:sp>
            <p:nvSpPr>
              <p:cNvPr id="18" name="米菲PPT54"/>
              <p:cNvSpPr/>
              <p:nvPr/>
            </p:nvSpPr>
            <p:spPr>
              <a:xfrm rot="5400000" flipV="1">
                <a:off x="-860191" y="2848205"/>
                <a:ext cx="4848210" cy="2333180"/>
              </a:xfrm>
              <a:prstGeom prst="roundRect">
                <a:avLst>
                  <a:gd name="adj" fmla="val 1904"/>
                </a:avLst>
              </a:prstGeom>
              <a:gradFill>
                <a:gsLst>
                  <a:gs pos="100000">
                    <a:schemeClr val="accent1">
                      <a:lumMod val="23000"/>
                      <a:lumOff val="77000"/>
                    </a:schemeClr>
                  </a:gs>
                  <a:gs pos="1000">
                    <a:schemeClr val="bg1"/>
                  </a:gs>
                </a:gsLst>
                <a:lin ang="19800000" scaled="0"/>
              </a:gradFill>
              <a:ln w="6350">
                <a:solidFill>
                  <a:schemeClr val="accent1"/>
                </a:solid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effectLst>
                    <a:outerShdw blurRad="137160" dist="41148" dir="2699997" algn="tl">
                      <a:srgbClr val="000000">
                        <a:alpha val="40000"/>
                      </a:srgbClr>
                    </a:outerShdw>
                  </a:effectLst>
                  <a:latin typeface="+mj-ea"/>
                  <a:ea typeface="+mj-ea"/>
                  <a:cs typeface="思源宋体 CN Heavy" panose="02020900000000000000" pitchFamily="18" charset="-122"/>
                </a:endParaRPr>
              </a:p>
            </p:txBody>
          </p:sp>
          <p:sp>
            <p:nvSpPr>
              <p:cNvPr id="19" name="米菲PPT64"/>
              <p:cNvSpPr/>
              <p:nvPr/>
            </p:nvSpPr>
            <p:spPr>
              <a:xfrm flipV="1">
                <a:off x="412580" y="1384478"/>
                <a:ext cx="2302668" cy="410709"/>
              </a:xfrm>
              <a:prstGeom prst="trapezoid">
                <a:avLst/>
              </a:prstGeom>
              <a:gradFill flip="none" rotWithShape="1">
                <a:gsLst>
                  <a:gs pos="100000">
                    <a:schemeClr val="accent1"/>
                  </a:gs>
                  <a:gs pos="1000">
                    <a:schemeClr val="accent1">
                      <a:lumMod val="75000"/>
                    </a:schemeClr>
                  </a:gs>
                </a:gsLst>
                <a:lin ang="19800000" scaled="0"/>
                <a:tileRect/>
              </a:gradFill>
              <a:ln w="38100">
                <a:noFill/>
              </a:ln>
              <a:effectLst>
                <a:outerShdw blurRad="469900" dist="123444" dir="5400000" sx="99000" sy="99000" algn="ctr"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6" tIns="49375" rIns="98756" bIns="49375" rtlCol="0" anchor="ctr">
                <a:noAutofit/>
              </a:bodyPr>
              <a:lstStyle/>
              <a:p>
                <a:pPr algn="ctr" defTabSz="914400"/>
                <a:endParaRPr lang="zh-CN" altLang="en-US" sz="1945" dirty="0">
                  <a:solidFill>
                    <a:srgbClr val="FFFFFF"/>
                  </a:solidFill>
                  <a:latin typeface="+mj-ea"/>
                  <a:ea typeface="+mj-ea"/>
                  <a:cs typeface="思源宋体 CN Heavy" panose="02020900000000000000" pitchFamily="18" charset="-122"/>
                </a:endParaRPr>
              </a:p>
            </p:txBody>
          </p:sp>
          <p:sp>
            <p:nvSpPr>
              <p:cNvPr id="20" name="米菲PPT65"/>
              <p:cNvSpPr/>
              <p:nvPr/>
            </p:nvSpPr>
            <p:spPr>
              <a:xfrm>
                <a:off x="716568" y="1389777"/>
                <a:ext cx="1694695" cy="400110"/>
              </a:xfrm>
              <a:prstGeom prst="rect">
                <a:avLst/>
              </a:prstGeom>
              <a:noFill/>
              <a:ln>
                <a:noFill/>
              </a:ln>
              <a:effectLst>
                <a:outerShdw blurRad="469900" dist="139700" dir="5400000" algn="t" rotWithShape="0">
                  <a:schemeClr val="tx1">
                    <a:alpha val="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sz="2000" dirty="0">
                    <a:solidFill>
                      <a:schemeClr val="bg1"/>
                    </a:solidFill>
                    <a:effectLst/>
                    <a:latin typeface="+mj-ea"/>
                    <a:ea typeface="+mj-ea"/>
                    <a:cs typeface="思源宋体 CN Heavy" panose="02020900000000000000" pitchFamily="18" charset="-122"/>
                  </a:rPr>
                  <a:t>内容方法痛点</a:t>
                </a:r>
              </a:p>
            </p:txBody>
          </p:sp>
        </p:grpSp>
        <p:sp>
          <p:nvSpPr>
            <p:cNvPr id="290" name="米菲PPT23"/>
            <p:cNvSpPr/>
            <p:nvPr/>
          </p:nvSpPr>
          <p:spPr>
            <a:xfrm>
              <a:off x="9821387" y="1883908"/>
              <a:ext cx="1613396" cy="570088"/>
            </a:xfrm>
            <a:prstGeom prst="ellipse">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fontAlgn="base">
                <a:lnSpc>
                  <a:spcPts val="1800"/>
                </a:lnSpc>
              </a:pPr>
              <a:r>
                <a:rPr lang="zh-CN" altLang="en-US" sz="1600" b="1" i="0">
                  <a:solidFill>
                    <a:schemeClr val="bg1"/>
                  </a:solidFill>
                  <a:effectLst/>
                  <a:latin typeface="+mj-ea"/>
                  <a:ea typeface="+mj-ea"/>
                  <a:cs typeface="思源宋体 CN Heavy" panose="02020900000000000000" pitchFamily="18" charset="-122"/>
                </a:rPr>
                <a:t>产教融合</a:t>
              </a:r>
            </a:p>
          </p:txBody>
        </p:sp>
        <p:cxnSp>
          <p:nvCxnSpPr>
            <p:cNvPr id="291" name="米菲PPT24"/>
            <p:cNvCxnSpPr/>
            <p:nvPr/>
          </p:nvCxnSpPr>
          <p:spPr>
            <a:xfrm>
              <a:off x="10628085" y="2524239"/>
              <a:ext cx="0" cy="275740"/>
            </a:xfrm>
            <a:prstGeom prst="line">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4" name="米菲PPT27"/>
            <p:cNvCxnSpPr/>
            <p:nvPr/>
          </p:nvCxnSpPr>
          <p:spPr>
            <a:xfrm>
              <a:off x="10628085" y="3494270"/>
              <a:ext cx="0" cy="275740"/>
            </a:xfrm>
            <a:prstGeom prst="line">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6" name="米菲PPT30"/>
            <p:cNvCxnSpPr/>
            <p:nvPr/>
          </p:nvCxnSpPr>
          <p:spPr>
            <a:xfrm>
              <a:off x="10628085" y="4464301"/>
              <a:ext cx="0" cy="275740"/>
            </a:xfrm>
            <a:prstGeom prst="line">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9" name="米菲PPT33"/>
            <p:cNvCxnSpPr/>
            <p:nvPr/>
          </p:nvCxnSpPr>
          <p:spPr>
            <a:xfrm>
              <a:off x="10628085" y="5434332"/>
              <a:ext cx="0" cy="275740"/>
            </a:xfrm>
            <a:prstGeom prst="line">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a:off x="9805125" y="2870222"/>
              <a:ext cx="1645920" cy="553805"/>
            </a:xfrm>
            <a:prstGeom prst="rect">
              <a:avLst/>
            </a:prstGeom>
            <a:solidFill>
              <a:schemeClr val="bg1"/>
            </a:solidFill>
            <a:ln w="63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i="0">
                  <a:solidFill>
                    <a:srgbClr val="060607"/>
                  </a:solidFill>
                  <a:effectLst/>
                  <a:latin typeface="+mj-ea"/>
                  <a:ea typeface="+mj-ea"/>
                  <a:cs typeface="思源宋体 CN Heavy" panose="02020900000000000000" pitchFamily="18" charset="-122"/>
                </a:rPr>
                <a:t>理论与实践脱节</a:t>
              </a:r>
              <a:endParaRPr lang="zh-CN" altLang="en-US" sz="1600">
                <a:latin typeface="+mj-ea"/>
                <a:ea typeface="+mj-ea"/>
                <a:cs typeface="思源宋体 CN Heavy" panose="02020900000000000000" pitchFamily="18" charset="-122"/>
              </a:endParaRPr>
            </a:p>
          </p:txBody>
        </p:sp>
        <p:sp>
          <p:nvSpPr>
            <p:cNvPr id="47" name="矩形 46"/>
            <p:cNvSpPr/>
            <p:nvPr/>
          </p:nvSpPr>
          <p:spPr>
            <a:xfrm>
              <a:off x="9805125" y="5780314"/>
              <a:ext cx="1645920" cy="553805"/>
            </a:xfrm>
            <a:prstGeom prst="rect">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i="0" dirty="0">
                  <a:solidFill>
                    <a:schemeClr val="bg1"/>
                  </a:solidFill>
                  <a:effectLst/>
                  <a:latin typeface="+mj-ea"/>
                  <a:ea typeface="+mj-ea"/>
                  <a:cs typeface="思源宋体 CN Heavy" panose="02020900000000000000" pitchFamily="18" charset="-122"/>
                </a:rPr>
                <a:t>协同机制不完善</a:t>
              </a:r>
              <a:endParaRPr lang="zh-CN" altLang="en-US" sz="1600" dirty="0">
                <a:solidFill>
                  <a:schemeClr val="bg1"/>
                </a:solidFill>
                <a:latin typeface="+mj-ea"/>
                <a:ea typeface="+mj-ea"/>
                <a:cs typeface="思源宋体 CN Heavy" panose="02020900000000000000" pitchFamily="18" charset="-122"/>
              </a:endParaRPr>
            </a:p>
          </p:txBody>
        </p:sp>
        <p:sp>
          <p:nvSpPr>
            <p:cNvPr id="48" name="矩形 47"/>
            <p:cNvSpPr/>
            <p:nvPr/>
          </p:nvSpPr>
          <p:spPr>
            <a:xfrm>
              <a:off x="9805125" y="3840253"/>
              <a:ext cx="1645920" cy="553805"/>
            </a:xfrm>
            <a:prstGeom prst="rect">
              <a:avLst/>
            </a:prstGeom>
            <a:solidFill>
              <a:schemeClr val="bg1"/>
            </a:solidFill>
            <a:ln w="63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i="0">
                  <a:solidFill>
                    <a:srgbClr val="060607"/>
                  </a:solidFill>
                  <a:effectLst/>
                  <a:latin typeface="+mj-ea"/>
                  <a:ea typeface="+mj-ea"/>
                  <a:cs typeface="思源宋体 CN Heavy" panose="02020900000000000000" pitchFamily="18" charset="-122"/>
                </a:rPr>
                <a:t>教学方法单一</a:t>
              </a:r>
              <a:endParaRPr lang="zh-CN" altLang="en-US" sz="1600">
                <a:latin typeface="+mj-ea"/>
                <a:ea typeface="+mj-ea"/>
                <a:cs typeface="思源宋体 CN Heavy" panose="02020900000000000000" pitchFamily="18" charset="-122"/>
              </a:endParaRPr>
            </a:p>
          </p:txBody>
        </p:sp>
        <p:sp>
          <p:nvSpPr>
            <p:cNvPr id="49" name="矩形 48"/>
            <p:cNvSpPr/>
            <p:nvPr/>
          </p:nvSpPr>
          <p:spPr>
            <a:xfrm>
              <a:off x="9805125" y="4810284"/>
              <a:ext cx="1645920" cy="553805"/>
            </a:xfrm>
            <a:prstGeom prst="rect">
              <a:avLst/>
            </a:prstGeom>
            <a:solidFill>
              <a:schemeClr val="bg1"/>
            </a:solidFill>
            <a:ln w="63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i="0">
                  <a:solidFill>
                    <a:srgbClr val="060607"/>
                  </a:solidFill>
                  <a:effectLst/>
                  <a:latin typeface="+mj-ea"/>
                  <a:ea typeface="+mj-ea"/>
                  <a:cs typeface="思源宋体 CN Heavy" panose="02020900000000000000" pitchFamily="18" charset="-122"/>
                </a:rPr>
                <a:t>课程体系不完善</a:t>
              </a:r>
              <a:endParaRPr lang="zh-CN" altLang="en-US" sz="1600">
                <a:latin typeface="+mj-ea"/>
                <a:ea typeface="+mj-ea"/>
                <a:cs typeface="思源宋体 CN Heavy" panose="02020900000000000000" pitchFamily="18"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wipe(left)">
                                      <p:cBhvr>
                                        <p:cTn id="7" dur="750"/>
                                        <p:tgtEl>
                                          <p:spTgt spid="78"/>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750"/>
                                        <p:tgtEl>
                                          <p:spTgt spid="2"/>
                                        </p:tgtEl>
                                      </p:cBhvr>
                                    </p:animEffect>
                                    <p:anim calcmode="lin" valueType="num">
                                      <p:cBhvr>
                                        <p:cTn id="12" dur="750" fill="hold"/>
                                        <p:tgtEl>
                                          <p:spTgt spid="2"/>
                                        </p:tgtEl>
                                        <p:attrNameLst>
                                          <p:attrName>ppt_x</p:attrName>
                                        </p:attrNameLst>
                                      </p:cBhvr>
                                      <p:tavLst>
                                        <p:tav tm="0">
                                          <p:val>
                                            <p:strVal val="#ppt_x"/>
                                          </p:val>
                                        </p:tav>
                                        <p:tav tm="100000">
                                          <p:val>
                                            <p:strVal val="#ppt_x"/>
                                          </p:val>
                                        </p:tav>
                                      </p:tavLst>
                                    </p:anim>
                                    <p:anim calcmode="lin" valueType="num">
                                      <p:cBhvr>
                                        <p:cTn id="13" dur="750" fill="hold"/>
                                        <p:tgtEl>
                                          <p:spTgt spid="2"/>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750"/>
                                        <p:tgtEl>
                                          <p:spTgt spid="21"/>
                                        </p:tgtEl>
                                      </p:cBhvr>
                                    </p:animEffect>
                                    <p:anim calcmode="lin" valueType="num">
                                      <p:cBhvr>
                                        <p:cTn id="17" dur="750" fill="hold"/>
                                        <p:tgtEl>
                                          <p:spTgt spid="21"/>
                                        </p:tgtEl>
                                        <p:attrNameLst>
                                          <p:attrName>ppt_x</p:attrName>
                                        </p:attrNameLst>
                                      </p:cBhvr>
                                      <p:tavLst>
                                        <p:tav tm="0">
                                          <p:val>
                                            <p:strVal val="#ppt_x"/>
                                          </p:val>
                                        </p:tav>
                                        <p:tav tm="100000">
                                          <p:val>
                                            <p:strVal val="#ppt_x"/>
                                          </p:val>
                                        </p:tav>
                                      </p:tavLst>
                                    </p:anim>
                                    <p:anim calcmode="lin" valueType="num">
                                      <p:cBhvr>
                                        <p:cTn id="18" dur="750" fill="hold"/>
                                        <p:tgtEl>
                                          <p:spTgt spid="21"/>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16" presetClass="entr" presetSubtype="37" fill="hold" nodeType="after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barn(outVertical)">
                                      <p:cBhvr>
                                        <p:cTn id="22" dur="750"/>
                                        <p:tgtEl>
                                          <p:spTgt spid="60"/>
                                        </p:tgtEl>
                                      </p:cBhvr>
                                    </p:animEffect>
                                  </p:childTnLst>
                                </p:cTn>
                              </p:par>
                            </p:childTnLst>
                          </p:cTn>
                        </p:par>
                        <p:par>
                          <p:cTn id="23" fill="hold">
                            <p:stCondLst>
                              <p:cond delay="3000"/>
                            </p:stCondLst>
                            <p:childTnLst>
                              <p:par>
                                <p:cTn id="24" presetID="42" presetClass="entr" presetSubtype="0"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750"/>
                                        <p:tgtEl>
                                          <p:spTgt spid="24"/>
                                        </p:tgtEl>
                                      </p:cBhvr>
                                    </p:animEffect>
                                    <p:anim calcmode="lin" valueType="num">
                                      <p:cBhvr>
                                        <p:cTn id="27" dur="750" fill="hold"/>
                                        <p:tgtEl>
                                          <p:spTgt spid="24"/>
                                        </p:tgtEl>
                                        <p:attrNameLst>
                                          <p:attrName>ppt_x</p:attrName>
                                        </p:attrNameLst>
                                      </p:cBhvr>
                                      <p:tavLst>
                                        <p:tav tm="0">
                                          <p:val>
                                            <p:strVal val="#ppt_x"/>
                                          </p:val>
                                        </p:tav>
                                        <p:tav tm="100000">
                                          <p:val>
                                            <p:strVal val="#ppt_x"/>
                                          </p:val>
                                        </p:tav>
                                      </p:tavLst>
                                    </p:anim>
                                    <p:anim calcmode="lin" valueType="num">
                                      <p:cBhvr>
                                        <p:cTn id="28" dur="750" fill="hold"/>
                                        <p:tgtEl>
                                          <p:spTgt spid="24"/>
                                        </p:tgtEl>
                                        <p:attrNameLst>
                                          <p:attrName>ppt_y</p:attrName>
                                        </p:attrNameLst>
                                      </p:cBhvr>
                                      <p:tavLst>
                                        <p:tav tm="0">
                                          <p:val>
                                            <p:strVal val="#ppt_y+.1"/>
                                          </p:val>
                                        </p:tav>
                                        <p:tav tm="100000">
                                          <p:val>
                                            <p:strVal val="#ppt_y"/>
                                          </p:val>
                                        </p:tav>
                                      </p:tavLst>
                                    </p:anim>
                                  </p:childTnLst>
                                </p:cTn>
                              </p:par>
                            </p:childTnLst>
                          </p:cTn>
                        </p:par>
                        <p:par>
                          <p:cTn id="29" fill="hold">
                            <p:stCondLst>
                              <p:cond delay="4000"/>
                            </p:stCondLst>
                            <p:childTnLst>
                              <p:par>
                                <p:cTn id="30" presetID="22" presetClass="entr" presetSubtype="1" fill="hold" nodeType="after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up)">
                                      <p:cBhvr>
                                        <p:cTn id="32" dur="750"/>
                                        <p:tgtEl>
                                          <p:spTgt spid="23"/>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92"/>
                                        </p:tgtEl>
                                        <p:attrNameLst>
                                          <p:attrName>style.visibility</p:attrName>
                                        </p:attrNameLst>
                                      </p:cBhvr>
                                      <p:to>
                                        <p:strVal val="visible"/>
                                      </p:to>
                                    </p:set>
                                    <p:animEffect transition="in" filter="wipe(left)">
                                      <p:cBhvr>
                                        <p:cTn id="35" dur="500"/>
                                        <p:tgtEl>
                                          <p:spTgt spid="92"/>
                                        </p:tgtEl>
                                      </p:cBhvr>
                                    </p:animEffect>
                                  </p:childTnLst>
                                </p:cTn>
                              </p:par>
                              <p:par>
                                <p:cTn id="36" presetID="22" presetClass="entr" presetSubtype="2" fill="hold" grpId="0" nodeType="withEffect">
                                  <p:stCondLst>
                                    <p:cond delay="0"/>
                                  </p:stCondLst>
                                  <p:childTnLst>
                                    <p:set>
                                      <p:cBhvr>
                                        <p:cTn id="37" dur="1" fill="hold">
                                          <p:stCondLst>
                                            <p:cond delay="0"/>
                                          </p:stCondLst>
                                        </p:cTn>
                                        <p:tgtEl>
                                          <p:spTgt spid="93"/>
                                        </p:tgtEl>
                                        <p:attrNameLst>
                                          <p:attrName>style.visibility</p:attrName>
                                        </p:attrNameLst>
                                      </p:cBhvr>
                                      <p:to>
                                        <p:strVal val="visible"/>
                                      </p:to>
                                    </p:set>
                                    <p:animEffect transition="in" filter="wipe(right)">
                                      <p:cBhvr>
                                        <p:cTn id="38"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bldLvl="0" animBg="1"/>
      <p:bldP spid="93"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组合 86"/>
          <p:cNvGrpSpPr/>
          <p:nvPr/>
        </p:nvGrpSpPr>
        <p:grpSpPr>
          <a:xfrm>
            <a:off x="6546200" y="2118675"/>
            <a:ext cx="4255150" cy="3361376"/>
            <a:chOff x="6546200" y="2118675"/>
            <a:chExt cx="4255150" cy="3361376"/>
          </a:xfrm>
        </p:grpSpPr>
        <p:sp>
          <p:nvSpPr>
            <p:cNvPr id="10" name="文本框 9"/>
            <p:cNvSpPr txBox="1"/>
            <p:nvPr/>
          </p:nvSpPr>
          <p:spPr>
            <a:xfrm>
              <a:off x="6546200" y="2118675"/>
              <a:ext cx="4255150" cy="3361376"/>
            </a:xfrm>
            <a:prstGeom prst="roundRect">
              <a:avLst>
                <a:gd name="adj" fmla="val 0"/>
              </a:avLst>
            </a:prstGeom>
            <a:solidFill>
              <a:sysClr val="window" lastClr="FFFFFF"/>
            </a:solidFill>
            <a:ln w="6350">
              <a:noFill/>
              <a:prstDash val="solid"/>
            </a:ln>
            <a:effectLst>
              <a:outerShdw blurRad="190500" dist="38100" dir="2700000" algn="tl" rotWithShape="0">
                <a:schemeClr val="accent1">
                  <a:alpha val="20000"/>
                </a:schemeClr>
              </a:outerShdw>
            </a:effectLst>
          </p:spPr>
          <p:txBody>
            <a:bodyPr wrap="square" lIns="9000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i="0" u="none" strike="noStrike" kern="0" cap="none" spc="0" normalizeH="0" baseline="0" noProof="0" dirty="0">
                <a:ln>
                  <a:noFill/>
                </a:ln>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86" name="组合 85"/>
            <p:cNvGrpSpPr/>
            <p:nvPr/>
          </p:nvGrpSpPr>
          <p:grpSpPr>
            <a:xfrm>
              <a:off x="6760431" y="2328895"/>
              <a:ext cx="3826689" cy="2940936"/>
              <a:chOff x="6760431" y="2299064"/>
              <a:chExt cx="3826689" cy="2940936"/>
            </a:xfrm>
          </p:grpSpPr>
          <p:grpSp>
            <p:nvGrpSpPr>
              <p:cNvPr id="85" name="组合 84"/>
              <p:cNvGrpSpPr/>
              <p:nvPr/>
            </p:nvGrpSpPr>
            <p:grpSpPr>
              <a:xfrm>
                <a:off x="6807668" y="2299064"/>
                <a:ext cx="3732214" cy="844342"/>
                <a:chOff x="6807668" y="2299064"/>
                <a:chExt cx="3732214" cy="844342"/>
              </a:xfrm>
            </p:grpSpPr>
            <p:sp>
              <p:nvSpPr>
                <p:cNvPr id="73" name="文本框 72"/>
                <p:cNvSpPr txBox="1"/>
                <p:nvPr/>
              </p:nvSpPr>
              <p:spPr>
                <a:xfrm>
                  <a:off x="6988057" y="2774074"/>
                  <a:ext cx="3371436"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引入企业最新的技术和工艺标准</a:t>
                  </a:r>
                  <a:endParaRPr lang="zh-CN" altLang="en-US" dirty="0">
                    <a:solidFill>
                      <a:srgbClr val="9864B8"/>
                    </a:solidFill>
                    <a:latin typeface="+mj-ea"/>
                    <a:ea typeface="+mj-ea"/>
                    <a:cs typeface="思源宋体 CN Heavy" panose="02020900000000000000" pitchFamily="18" charset="-122"/>
                  </a:endParaRPr>
                </a:p>
              </p:txBody>
            </p:sp>
            <p:sp>
              <p:nvSpPr>
                <p:cNvPr id="74" name="六边形 73"/>
                <p:cNvSpPr/>
                <p:nvPr/>
              </p:nvSpPr>
              <p:spPr>
                <a:xfrm>
                  <a:off x="6807668" y="2299064"/>
                  <a:ext cx="3732214" cy="433328"/>
                </a:xfrm>
                <a:prstGeom prst="hexagon">
                  <a:avLst/>
                </a:prstGeom>
                <a:gradFill>
                  <a:gsLst>
                    <a:gs pos="0">
                      <a:schemeClr val="accent1"/>
                    </a:gs>
                    <a:gs pos="100000">
                      <a:schemeClr val="accent1">
                        <a:lumMod val="75000"/>
                      </a:schemeClr>
                    </a:gs>
                  </a:gsLst>
                  <a:lin ang="2700000" scaled="1"/>
                </a:gradFill>
                <a:ln>
                  <a:solidFill>
                    <a:schemeClr val="bg1"/>
                  </a:solidFill>
                </a:ln>
                <a:effectLst>
                  <a:outerShdw blurRad="63500" sx="102000" sy="102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cs typeface="思源宋体 CN Heavy" panose="02020900000000000000" pitchFamily="18" charset="-122"/>
                      <a:sym typeface="+mn-lt"/>
                    </a:rPr>
                    <a:t>课程内容更加贴近行业需求</a:t>
                  </a:r>
                </a:p>
              </p:txBody>
            </p:sp>
          </p:grpSp>
          <p:grpSp>
            <p:nvGrpSpPr>
              <p:cNvPr id="84" name="组合 83"/>
              <p:cNvGrpSpPr/>
              <p:nvPr/>
            </p:nvGrpSpPr>
            <p:grpSpPr>
              <a:xfrm>
                <a:off x="6807668" y="3347361"/>
                <a:ext cx="3732214" cy="844342"/>
                <a:chOff x="6807668" y="3393078"/>
                <a:chExt cx="3732214" cy="844342"/>
              </a:xfrm>
            </p:grpSpPr>
            <p:sp>
              <p:nvSpPr>
                <p:cNvPr id="78" name="文本框 77"/>
                <p:cNvSpPr txBox="1"/>
                <p:nvPr/>
              </p:nvSpPr>
              <p:spPr>
                <a:xfrm>
                  <a:off x="7670937" y="3868088"/>
                  <a:ext cx="2005677"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团队结构更加合理</a:t>
                  </a:r>
                  <a:endParaRPr lang="zh-CN" altLang="en-US" dirty="0">
                    <a:solidFill>
                      <a:srgbClr val="9864B8"/>
                    </a:solidFill>
                    <a:latin typeface="+mj-ea"/>
                    <a:ea typeface="+mj-ea"/>
                    <a:cs typeface="思源宋体 CN Heavy" panose="02020900000000000000" pitchFamily="18" charset="-122"/>
                  </a:endParaRPr>
                </a:p>
              </p:txBody>
            </p:sp>
            <p:sp>
              <p:nvSpPr>
                <p:cNvPr id="79" name="六边形 78"/>
                <p:cNvSpPr/>
                <p:nvPr/>
              </p:nvSpPr>
              <p:spPr>
                <a:xfrm>
                  <a:off x="6807668" y="3393078"/>
                  <a:ext cx="3732214" cy="433328"/>
                </a:xfrm>
                <a:prstGeom prst="hexagon">
                  <a:avLst/>
                </a:prstGeom>
                <a:gradFill>
                  <a:gsLst>
                    <a:gs pos="0">
                      <a:schemeClr val="accent1"/>
                    </a:gs>
                    <a:gs pos="100000">
                      <a:schemeClr val="accent1">
                        <a:lumMod val="75000"/>
                      </a:schemeClr>
                    </a:gs>
                  </a:gsLst>
                  <a:lin ang="2700000" scaled="1"/>
                </a:gradFill>
                <a:ln>
                  <a:solidFill>
                    <a:schemeClr val="bg1"/>
                  </a:solidFill>
                </a:ln>
                <a:effectLst>
                  <a:outerShdw blurRad="63500" sx="102000" sy="102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cs typeface="思源宋体 CN Heavy" panose="02020900000000000000" pitchFamily="18" charset="-122"/>
                      <a:sym typeface="+mn-lt"/>
                    </a:rPr>
                    <a:t>教师实践能力提升</a:t>
                  </a:r>
                </a:p>
              </p:txBody>
            </p:sp>
          </p:grpSp>
          <p:grpSp>
            <p:nvGrpSpPr>
              <p:cNvPr id="83" name="组合 82"/>
              <p:cNvGrpSpPr/>
              <p:nvPr/>
            </p:nvGrpSpPr>
            <p:grpSpPr>
              <a:xfrm>
                <a:off x="6760431" y="4395658"/>
                <a:ext cx="3826689" cy="844342"/>
                <a:chOff x="6760431" y="4487092"/>
                <a:chExt cx="3826689" cy="844342"/>
              </a:xfrm>
            </p:grpSpPr>
            <p:sp>
              <p:nvSpPr>
                <p:cNvPr id="81" name="文本框 80"/>
                <p:cNvSpPr txBox="1"/>
                <p:nvPr/>
              </p:nvSpPr>
              <p:spPr>
                <a:xfrm>
                  <a:off x="6760431" y="4962102"/>
                  <a:ext cx="3826689"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开展人才培养、技术研发和项目实践</a:t>
                  </a:r>
                  <a:endParaRPr lang="zh-CN" altLang="en-US" dirty="0">
                    <a:solidFill>
                      <a:srgbClr val="9864B8"/>
                    </a:solidFill>
                    <a:latin typeface="+mj-ea"/>
                    <a:ea typeface="+mj-ea"/>
                    <a:cs typeface="思源宋体 CN Heavy" panose="02020900000000000000" pitchFamily="18" charset="-122"/>
                  </a:endParaRPr>
                </a:p>
              </p:txBody>
            </p:sp>
            <p:sp>
              <p:nvSpPr>
                <p:cNvPr id="82" name="六边形 81"/>
                <p:cNvSpPr/>
                <p:nvPr/>
              </p:nvSpPr>
              <p:spPr>
                <a:xfrm>
                  <a:off x="6807668" y="4487092"/>
                  <a:ext cx="3732214" cy="433328"/>
                </a:xfrm>
                <a:prstGeom prst="hexagon">
                  <a:avLst/>
                </a:prstGeom>
                <a:gradFill>
                  <a:gsLst>
                    <a:gs pos="0">
                      <a:schemeClr val="accent1"/>
                    </a:gs>
                    <a:gs pos="100000">
                      <a:schemeClr val="accent1">
                        <a:lumMod val="75000"/>
                      </a:schemeClr>
                    </a:gs>
                  </a:gsLst>
                  <a:lin ang="2700000" scaled="1"/>
                </a:gradFill>
                <a:ln>
                  <a:solidFill>
                    <a:schemeClr val="bg1"/>
                  </a:solidFill>
                </a:ln>
                <a:effectLst>
                  <a:outerShdw blurRad="63500" sx="102000" sy="102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j-ea"/>
                      <a:ea typeface="+mj-ea"/>
                      <a:cs typeface="思源宋体 CN Heavy" panose="02020900000000000000" pitchFamily="18" charset="-122"/>
                      <a:sym typeface="+mn-lt"/>
                    </a:rPr>
                    <a:t>产教融合成效显著</a:t>
                  </a:r>
                </a:p>
              </p:txBody>
            </p:sp>
          </p:grpSp>
        </p:grpSp>
      </p:grpSp>
      <p:sp>
        <p:nvSpPr>
          <p:cNvPr id="360" name="Plus 169"/>
          <p:cNvSpPr/>
          <p:nvPr/>
        </p:nvSpPr>
        <p:spPr>
          <a:xfrm rot="5400000">
            <a:off x="8519478" y="1503598"/>
            <a:ext cx="308595" cy="775898"/>
          </a:xfrm>
          <a:custGeom>
            <a:avLst/>
            <a:gdLst>
              <a:gd name="T0" fmla="*/ 581 w 8714"/>
              <a:gd name="T1" fmla="*/ 0 h 9270"/>
              <a:gd name="T2" fmla="*/ 990 w 8714"/>
              <a:gd name="T3" fmla="*/ 166 h 9270"/>
              <a:gd name="T4" fmla="*/ 5056 w 8714"/>
              <a:gd name="T5" fmla="*/ 4223 h 9270"/>
              <a:gd name="T6" fmla="*/ 5228 w 8714"/>
              <a:gd name="T7" fmla="*/ 4634 h 9270"/>
              <a:gd name="T8" fmla="*/ 5056 w 8714"/>
              <a:gd name="T9" fmla="*/ 5047 h 9270"/>
              <a:gd name="T10" fmla="*/ 990 w 8714"/>
              <a:gd name="T11" fmla="*/ 9102 h 9270"/>
              <a:gd name="T12" fmla="*/ 581 w 8714"/>
              <a:gd name="T13" fmla="*/ 9270 h 9270"/>
              <a:gd name="T14" fmla="*/ 171 w 8714"/>
              <a:gd name="T15" fmla="*/ 9100 h 9270"/>
              <a:gd name="T16" fmla="*/ 0 w 8714"/>
              <a:gd name="T17" fmla="*/ 8691 h 9270"/>
              <a:gd name="T18" fmla="*/ 168 w 8714"/>
              <a:gd name="T19" fmla="*/ 8279 h 9270"/>
              <a:gd name="T20" fmla="*/ 3821 w 8714"/>
              <a:gd name="T21" fmla="*/ 4634 h 9270"/>
              <a:gd name="T22" fmla="*/ 168 w 8714"/>
              <a:gd name="T23" fmla="*/ 991 h 9270"/>
              <a:gd name="T24" fmla="*/ 0 w 8714"/>
              <a:gd name="T25" fmla="*/ 578 h 9270"/>
              <a:gd name="T26" fmla="*/ 166 w 8714"/>
              <a:gd name="T27" fmla="*/ 164 h 9270"/>
              <a:gd name="T28" fmla="*/ 581 w 8714"/>
              <a:gd name="T29" fmla="*/ 0 h 9270"/>
              <a:gd name="T30" fmla="*/ 4067 w 8714"/>
              <a:gd name="T31" fmla="*/ 0 h 9270"/>
              <a:gd name="T32" fmla="*/ 4475 w 8714"/>
              <a:gd name="T33" fmla="*/ 166 h 9270"/>
              <a:gd name="T34" fmla="*/ 8541 w 8714"/>
              <a:gd name="T35" fmla="*/ 4223 h 9270"/>
              <a:gd name="T36" fmla="*/ 8714 w 8714"/>
              <a:gd name="T37" fmla="*/ 4634 h 9270"/>
              <a:gd name="T38" fmla="*/ 8541 w 8714"/>
              <a:gd name="T39" fmla="*/ 5047 h 9270"/>
              <a:gd name="T40" fmla="*/ 4475 w 8714"/>
              <a:gd name="T41" fmla="*/ 9102 h 9270"/>
              <a:gd name="T42" fmla="*/ 4067 w 8714"/>
              <a:gd name="T43" fmla="*/ 9270 h 9270"/>
              <a:gd name="T44" fmla="*/ 3656 w 8714"/>
              <a:gd name="T45" fmla="*/ 9100 h 9270"/>
              <a:gd name="T46" fmla="*/ 3486 w 8714"/>
              <a:gd name="T47" fmla="*/ 8690 h 9270"/>
              <a:gd name="T48" fmla="*/ 3653 w 8714"/>
              <a:gd name="T49" fmla="*/ 8279 h 9270"/>
              <a:gd name="T50" fmla="*/ 7306 w 8714"/>
              <a:gd name="T51" fmla="*/ 4634 h 9270"/>
              <a:gd name="T52" fmla="*/ 3653 w 8714"/>
              <a:gd name="T53" fmla="*/ 991 h 9270"/>
              <a:gd name="T54" fmla="*/ 3486 w 8714"/>
              <a:gd name="T55" fmla="*/ 578 h 9270"/>
              <a:gd name="T56" fmla="*/ 3651 w 8714"/>
              <a:gd name="T57" fmla="*/ 164 h 9270"/>
              <a:gd name="T58" fmla="*/ 4066 w 8714"/>
              <a:gd name="T59" fmla="*/ 0 h 9270"/>
              <a:gd name="T60" fmla="*/ 4067 w 8714"/>
              <a:gd name="T61" fmla="*/ 0 h 9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714" h="9270">
                <a:moveTo>
                  <a:pt x="581" y="0"/>
                </a:moveTo>
                <a:cubicBezTo>
                  <a:pt x="742" y="0"/>
                  <a:pt x="878" y="56"/>
                  <a:pt x="990" y="166"/>
                </a:cubicBezTo>
                <a:lnTo>
                  <a:pt x="5056" y="4223"/>
                </a:lnTo>
                <a:cubicBezTo>
                  <a:pt x="5171" y="4337"/>
                  <a:pt x="5228" y="4476"/>
                  <a:pt x="5228" y="4634"/>
                </a:cubicBezTo>
                <a:cubicBezTo>
                  <a:pt x="5228" y="4794"/>
                  <a:pt x="5171" y="4933"/>
                  <a:pt x="5056" y="5047"/>
                </a:cubicBezTo>
                <a:lnTo>
                  <a:pt x="990" y="9102"/>
                </a:lnTo>
                <a:cubicBezTo>
                  <a:pt x="878" y="9214"/>
                  <a:pt x="742" y="9270"/>
                  <a:pt x="581" y="9270"/>
                </a:cubicBezTo>
                <a:cubicBezTo>
                  <a:pt x="421" y="9270"/>
                  <a:pt x="284" y="9214"/>
                  <a:pt x="171" y="9100"/>
                </a:cubicBezTo>
                <a:cubicBezTo>
                  <a:pt x="57" y="8988"/>
                  <a:pt x="1" y="8851"/>
                  <a:pt x="0" y="8691"/>
                </a:cubicBezTo>
                <a:cubicBezTo>
                  <a:pt x="0" y="8526"/>
                  <a:pt x="56" y="8389"/>
                  <a:pt x="168" y="8279"/>
                </a:cubicBezTo>
                <a:lnTo>
                  <a:pt x="3821" y="4634"/>
                </a:lnTo>
                <a:lnTo>
                  <a:pt x="168" y="991"/>
                </a:lnTo>
                <a:cubicBezTo>
                  <a:pt x="56" y="879"/>
                  <a:pt x="0" y="742"/>
                  <a:pt x="0" y="578"/>
                </a:cubicBezTo>
                <a:cubicBezTo>
                  <a:pt x="0" y="412"/>
                  <a:pt x="55" y="275"/>
                  <a:pt x="166" y="164"/>
                </a:cubicBezTo>
                <a:cubicBezTo>
                  <a:pt x="276" y="54"/>
                  <a:pt x="415" y="0"/>
                  <a:pt x="581" y="0"/>
                </a:cubicBezTo>
                <a:close/>
                <a:moveTo>
                  <a:pt x="4067" y="0"/>
                </a:moveTo>
                <a:cubicBezTo>
                  <a:pt x="4227" y="0"/>
                  <a:pt x="4363" y="56"/>
                  <a:pt x="4475" y="166"/>
                </a:cubicBezTo>
                <a:lnTo>
                  <a:pt x="8541" y="4223"/>
                </a:lnTo>
                <a:cubicBezTo>
                  <a:pt x="8656" y="4337"/>
                  <a:pt x="8714" y="4476"/>
                  <a:pt x="8714" y="4634"/>
                </a:cubicBezTo>
                <a:cubicBezTo>
                  <a:pt x="8714" y="4794"/>
                  <a:pt x="8656" y="4933"/>
                  <a:pt x="8541" y="5047"/>
                </a:cubicBezTo>
                <a:lnTo>
                  <a:pt x="4475" y="9102"/>
                </a:lnTo>
                <a:cubicBezTo>
                  <a:pt x="4363" y="9214"/>
                  <a:pt x="4227" y="9270"/>
                  <a:pt x="4067" y="9270"/>
                </a:cubicBezTo>
                <a:cubicBezTo>
                  <a:pt x="3906" y="9270"/>
                  <a:pt x="3769" y="9214"/>
                  <a:pt x="3656" y="9100"/>
                </a:cubicBezTo>
                <a:cubicBezTo>
                  <a:pt x="3542" y="8988"/>
                  <a:pt x="3486" y="8851"/>
                  <a:pt x="3486" y="8690"/>
                </a:cubicBezTo>
                <a:cubicBezTo>
                  <a:pt x="3486" y="8526"/>
                  <a:pt x="3541" y="8389"/>
                  <a:pt x="3653" y="8279"/>
                </a:cubicBezTo>
                <a:lnTo>
                  <a:pt x="7306" y="4634"/>
                </a:lnTo>
                <a:lnTo>
                  <a:pt x="3653" y="991"/>
                </a:lnTo>
                <a:cubicBezTo>
                  <a:pt x="3541" y="879"/>
                  <a:pt x="3486" y="742"/>
                  <a:pt x="3486" y="578"/>
                </a:cubicBezTo>
                <a:cubicBezTo>
                  <a:pt x="3486" y="412"/>
                  <a:pt x="3540" y="274"/>
                  <a:pt x="3651" y="164"/>
                </a:cubicBezTo>
                <a:cubicBezTo>
                  <a:pt x="3762" y="54"/>
                  <a:pt x="3900" y="0"/>
                  <a:pt x="4066" y="0"/>
                </a:cubicBezTo>
                <a:lnTo>
                  <a:pt x="4067" y="0"/>
                </a:lnTo>
                <a:close/>
              </a:path>
            </a:pathLst>
          </a:custGeom>
          <a:gradFill flip="none" rotWithShape="1">
            <a:gsLst>
              <a:gs pos="0">
                <a:schemeClr val="accent1"/>
              </a:gs>
              <a:gs pos="70000">
                <a:schemeClr val="accent2">
                  <a:lumMod val="20000"/>
                  <a:lumOff val="80000"/>
                  <a:alpha val="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思源宋体 CN Heavy" panose="02020900000000000000" pitchFamily="18" charset="-122"/>
            </a:endParaRPr>
          </a:p>
        </p:txBody>
      </p:sp>
      <p:sp>
        <p:nvSpPr>
          <p:cNvPr id="27" name="Plus 169"/>
          <p:cNvSpPr/>
          <p:nvPr/>
        </p:nvSpPr>
        <p:spPr>
          <a:xfrm rot="5400000">
            <a:off x="8519478" y="5226666"/>
            <a:ext cx="308595" cy="775898"/>
          </a:xfrm>
          <a:custGeom>
            <a:avLst/>
            <a:gdLst>
              <a:gd name="T0" fmla="*/ 581 w 8714"/>
              <a:gd name="T1" fmla="*/ 0 h 9270"/>
              <a:gd name="T2" fmla="*/ 990 w 8714"/>
              <a:gd name="T3" fmla="*/ 166 h 9270"/>
              <a:gd name="T4" fmla="*/ 5056 w 8714"/>
              <a:gd name="T5" fmla="*/ 4223 h 9270"/>
              <a:gd name="T6" fmla="*/ 5228 w 8714"/>
              <a:gd name="T7" fmla="*/ 4634 h 9270"/>
              <a:gd name="T8" fmla="*/ 5056 w 8714"/>
              <a:gd name="T9" fmla="*/ 5047 h 9270"/>
              <a:gd name="T10" fmla="*/ 990 w 8714"/>
              <a:gd name="T11" fmla="*/ 9102 h 9270"/>
              <a:gd name="T12" fmla="*/ 581 w 8714"/>
              <a:gd name="T13" fmla="*/ 9270 h 9270"/>
              <a:gd name="T14" fmla="*/ 171 w 8714"/>
              <a:gd name="T15" fmla="*/ 9100 h 9270"/>
              <a:gd name="T16" fmla="*/ 0 w 8714"/>
              <a:gd name="T17" fmla="*/ 8691 h 9270"/>
              <a:gd name="T18" fmla="*/ 168 w 8714"/>
              <a:gd name="T19" fmla="*/ 8279 h 9270"/>
              <a:gd name="T20" fmla="*/ 3821 w 8714"/>
              <a:gd name="T21" fmla="*/ 4634 h 9270"/>
              <a:gd name="T22" fmla="*/ 168 w 8714"/>
              <a:gd name="T23" fmla="*/ 991 h 9270"/>
              <a:gd name="T24" fmla="*/ 0 w 8714"/>
              <a:gd name="T25" fmla="*/ 578 h 9270"/>
              <a:gd name="T26" fmla="*/ 166 w 8714"/>
              <a:gd name="T27" fmla="*/ 164 h 9270"/>
              <a:gd name="T28" fmla="*/ 581 w 8714"/>
              <a:gd name="T29" fmla="*/ 0 h 9270"/>
              <a:gd name="T30" fmla="*/ 4067 w 8714"/>
              <a:gd name="T31" fmla="*/ 0 h 9270"/>
              <a:gd name="T32" fmla="*/ 4475 w 8714"/>
              <a:gd name="T33" fmla="*/ 166 h 9270"/>
              <a:gd name="T34" fmla="*/ 8541 w 8714"/>
              <a:gd name="T35" fmla="*/ 4223 h 9270"/>
              <a:gd name="T36" fmla="*/ 8714 w 8714"/>
              <a:gd name="T37" fmla="*/ 4634 h 9270"/>
              <a:gd name="T38" fmla="*/ 8541 w 8714"/>
              <a:gd name="T39" fmla="*/ 5047 h 9270"/>
              <a:gd name="T40" fmla="*/ 4475 w 8714"/>
              <a:gd name="T41" fmla="*/ 9102 h 9270"/>
              <a:gd name="T42" fmla="*/ 4067 w 8714"/>
              <a:gd name="T43" fmla="*/ 9270 h 9270"/>
              <a:gd name="T44" fmla="*/ 3656 w 8714"/>
              <a:gd name="T45" fmla="*/ 9100 h 9270"/>
              <a:gd name="T46" fmla="*/ 3486 w 8714"/>
              <a:gd name="T47" fmla="*/ 8690 h 9270"/>
              <a:gd name="T48" fmla="*/ 3653 w 8714"/>
              <a:gd name="T49" fmla="*/ 8279 h 9270"/>
              <a:gd name="T50" fmla="*/ 7306 w 8714"/>
              <a:gd name="T51" fmla="*/ 4634 h 9270"/>
              <a:gd name="T52" fmla="*/ 3653 w 8714"/>
              <a:gd name="T53" fmla="*/ 991 h 9270"/>
              <a:gd name="T54" fmla="*/ 3486 w 8714"/>
              <a:gd name="T55" fmla="*/ 578 h 9270"/>
              <a:gd name="T56" fmla="*/ 3651 w 8714"/>
              <a:gd name="T57" fmla="*/ 164 h 9270"/>
              <a:gd name="T58" fmla="*/ 4066 w 8714"/>
              <a:gd name="T59" fmla="*/ 0 h 9270"/>
              <a:gd name="T60" fmla="*/ 4067 w 8714"/>
              <a:gd name="T61" fmla="*/ 0 h 9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714" h="9270">
                <a:moveTo>
                  <a:pt x="581" y="0"/>
                </a:moveTo>
                <a:cubicBezTo>
                  <a:pt x="742" y="0"/>
                  <a:pt x="878" y="56"/>
                  <a:pt x="990" y="166"/>
                </a:cubicBezTo>
                <a:lnTo>
                  <a:pt x="5056" y="4223"/>
                </a:lnTo>
                <a:cubicBezTo>
                  <a:pt x="5171" y="4337"/>
                  <a:pt x="5228" y="4476"/>
                  <a:pt x="5228" y="4634"/>
                </a:cubicBezTo>
                <a:cubicBezTo>
                  <a:pt x="5228" y="4794"/>
                  <a:pt x="5171" y="4933"/>
                  <a:pt x="5056" y="5047"/>
                </a:cubicBezTo>
                <a:lnTo>
                  <a:pt x="990" y="9102"/>
                </a:lnTo>
                <a:cubicBezTo>
                  <a:pt x="878" y="9214"/>
                  <a:pt x="742" y="9270"/>
                  <a:pt x="581" y="9270"/>
                </a:cubicBezTo>
                <a:cubicBezTo>
                  <a:pt x="421" y="9270"/>
                  <a:pt x="284" y="9214"/>
                  <a:pt x="171" y="9100"/>
                </a:cubicBezTo>
                <a:cubicBezTo>
                  <a:pt x="57" y="8988"/>
                  <a:pt x="1" y="8851"/>
                  <a:pt x="0" y="8691"/>
                </a:cubicBezTo>
                <a:cubicBezTo>
                  <a:pt x="0" y="8526"/>
                  <a:pt x="56" y="8389"/>
                  <a:pt x="168" y="8279"/>
                </a:cubicBezTo>
                <a:lnTo>
                  <a:pt x="3821" y="4634"/>
                </a:lnTo>
                <a:lnTo>
                  <a:pt x="168" y="991"/>
                </a:lnTo>
                <a:cubicBezTo>
                  <a:pt x="56" y="879"/>
                  <a:pt x="0" y="742"/>
                  <a:pt x="0" y="578"/>
                </a:cubicBezTo>
                <a:cubicBezTo>
                  <a:pt x="0" y="412"/>
                  <a:pt x="55" y="275"/>
                  <a:pt x="166" y="164"/>
                </a:cubicBezTo>
                <a:cubicBezTo>
                  <a:pt x="276" y="54"/>
                  <a:pt x="415" y="0"/>
                  <a:pt x="581" y="0"/>
                </a:cubicBezTo>
                <a:close/>
                <a:moveTo>
                  <a:pt x="4067" y="0"/>
                </a:moveTo>
                <a:cubicBezTo>
                  <a:pt x="4227" y="0"/>
                  <a:pt x="4363" y="56"/>
                  <a:pt x="4475" y="166"/>
                </a:cubicBezTo>
                <a:lnTo>
                  <a:pt x="8541" y="4223"/>
                </a:lnTo>
                <a:cubicBezTo>
                  <a:pt x="8656" y="4337"/>
                  <a:pt x="8714" y="4476"/>
                  <a:pt x="8714" y="4634"/>
                </a:cubicBezTo>
                <a:cubicBezTo>
                  <a:pt x="8714" y="4794"/>
                  <a:pt x="8656" y="4933"/>
                  <a:pt x="8541" y="5047"/>
                </a:cubicBezTo>
                <a:lnTo>
                  <a:pt x="4475" y="9102"/>
                </a:lnTo>
                <a:cubicBezTo>
                  <a:pt x="4363" y="9214"/>
                  <a:pt x="4227" y="9270"/>
                  <a:pt x="4067" y="9270"/>
                </a:cubicBezTo>
                <a:cubicBezTo>
                  <a:pt x="3906" y="9270"/>
                  <a:pt x="3769" y="9214"/>
                  <a:pt x="3656" y="9100"/>
                </a:cubicBezTo>
                <a:cubicBezTo>
                  <a:pt x="3542" y="8988"/>
                  <a:pt x="3486" y="8851"/>
                  <a:pt x="3486" y="8690"/>
                </a:cubicBezTo>
                <a:cubicBezTo>
                  <a:pt x="3486" y="8526"/>
                  <a:pt x="3541" y="8389"/>
                  <a:pt x="3653" y="8279"/>
                </a:cubicBezTo>
                <a:lnTo>
                  <a:pt x="7306" y="4634"/>
                </a:lnTo>
                <a:lnTo>
                  <a:pt x="3653" y="991"/>
                </a:lnTo>
                <a:cubicBezTo>
                  <a:pt x="3541" y="879"/>
                  <a:pt x="3486" y="742"/>
                  <a:pt x="3486" y="578"/>
                </a:cubicBezTo>
                <a:cubicBezTo>
                  <a:pt x="3486" y="412"/>
                  <a:pt x="3540" y="274"/>
                  <a:pt x="3651" y="164"/>
                </a:cubicBezTo>
                <a:cubicBezTo>
                  <a:pt x="3762" y="54"/>
                  <a:pt x="3900" y="0"/>
                  <a:pt x="4066" y="0"/>
                </a:cubicBezTo>
                <a:lnTo>
                  <a:pt x="4067" y="0"/>
                </a:lnTo>
                <a:close/>
              </a:path>
            </a:pathLst>
          </a:custGeom>
          <a:gradFill flip="none" rotWithShape="1">
            <a:gsLst>
              <a:gs pos="0">
                <a:schemeClr val="accent1"/>
              </a:gs>
              <a:gs pos="70000">
                <a:schemeClr val="accent2">
                  <a:lumMod val="20000"/>
                  <a:lumOff val="80000"/>
                  <a:alpha val="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思源宋体 CN Heavy" panose="02020900000000000000" pitchFamily="18" charset="-122"/>
            </a:endParaRPr>
          </a:p>
        </p:txBody>
      </p:sp>
      <p:grpSp>
        <p:nvGrpSpPr>
          <p:cNvPr id="89" name="组合 88"/>
          <p:cNvGrpSpPr/>
          <p:nvPr/>
        </p:nvGrpSpPr>
        <p:grpSpPr>
          <a:xfrm>
            <a:off x="6546200" y="1168858"/>
            <a:ext cx="4255150" cy="616210"/>
            <a:chOff x="6546200" y="1168858"/>
            <a:chExt cx="4255150" cy="616210"/>
          </a:xfrm>
        </p:grpSpPr>
        <p:sp>
          <p:nvSpPr>
            <p:cNvPr id="369" name="文本框 368"/>
            <p:cNvSpPr txBox="1"/>
            <p:nvPr/>
          </p:nvSpPr>
          <p:spPr>
            <a:xfrm>
              <a:off x="6546200" y="1168858"/>
              <a:ext cx="4255150" cy="616210"/>
            </a:xfrm>
            <a:prstGeom prst="roundRect">
              <a:avLst>
                <a:gd name="adj" fmla="val 50000"/>
              </a:avLst>
            </a:prstGeom>
            <a:solidFill>
              <a:sysClr val="window" lastClr="FFFFFF"/>
            </a:solidFill>
            <a:ln w="6350">
              <a:solidFill>
                <a:schemeClr val="accent1"/>
              </a:solidFill>
              <a:prstDash val="solid"/>
            </a:ln>
            <a:effectLst>
              <a:outerShdw blurRad="63500" dist="38100" dir="2700000" algn="tl" rotWithShape="0">
                <a:schemeClr val="accent1">
                  <a:alpha val="20000"/>
                </a:schemeClr>
              </a:outerShdw>
            </a:effectLst>
          </p:spPr>
          <p:txBody>
            <a:bodyPr wrap="square" lIns="9000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i="0" u="none" strike="noStrike" kern="0" cap="none" spc="0" normalizeH="0" baseline="0" noProof="0" dirty="0">
                <a:ln>
                  <a:noFill/>
                </a:ln>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70" name="文本框 69"/>
            <p:cNvSpPr txBox="1"/>
            <p:nvPr/>
          </p:nvSpPr>
          <p:spPr>
            <a:xfrm>
              <a:off x="6646618" y="1292297"/>
              <a:ext cx="4054315"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掌握数控机床的操作、编程和调试技能</a:t>
              </a:r>
              <a:endParaRPr lang="zh-CN" altLang="en-US" dirty="0">
                <a:solidFill>
                  <a:srgbClr val="9864B8"/>
                </a:solidFill>
                <a:latin typeface="+mj-ea"/>
                <a:ea typeface="+mj-ea"/>
                <a:cs typeface="思源宋体 CN Heavy" panose="02020900000000000000" pitchFamily="18" charset="-122"/>
              </a:endParaRPr>
            </a:p>
          </p:txBody>
        </p:sp>
      </p:grpSp>
      <p:grpSp>
        <p:nvGrpSpPr>
          <p:cNvPr id="88" name="组合 87"/>
          <p:cNvGrpSpPr/>
          <p:nvPr/>
        </p:nvGrpSpPr>
        <p:grpSpPr>
          <a:xfrm>
            <a:off x="6546200" y="5822693"/>
            <a:ext cx="4255150" cy="616210"/>
            <a:chOff x="6546200" y="5822693"/>
            <a:chExt cx="4255150" cy="616210"/>
          </a:xfrm>
        </p:grpSpPr>
        <p:sp>
          <p:nvSpPr>
            <p:cNvPr id="30" name="文本框 29"/>
            <p:cNvSpPr txBox="1"/>
            <p:nvPr/>
          </p:nvSpPr>
          <p:spPr>
            <a:xfrm>
              <a:off x="6546200" y="5822693"/>
              <a:ext cx="4255150" cy="616210"/>
            </a:xfrm>
            <a:prstGeom prst="roundRect">
              <a:avLst>
                <a:gd name="adj" fmla="val 50000"/>
              </a:avLst>
            </a:prstGeom>
            <a:solidFill>
              <a:sysClr val="window" lastClr="FFFFFF"/>
            </a:solidFill>
            <a:ln w="6350">
              <a:solidFill>
                <a:schemeClr val="accent1"/>
              </a:solidFill>
              <a:prstDash val="solid"/>
            </a:ln>
            <a:effectLst>
              <a:outerShdw blurRad="63500" dist="38100" dir="2700000" algn="tl" rotWithShape="0">
                <a:schemeClr val="accent1">
                  <a:alpha val="20000"/>
                </a:schemeClr>
              </a:outerShdw>
            </a:effectLst>
          </p:spPr>
          <p:txBody>
            <a:bodyPr wrap="square" lIns="9000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i="0" u="none" strike="noStrike" kern="0" cap="none" spc="0" normalizeH="0" baseline="0" noProof="0" dirty="0">
                <a:ln>
                  <a:noFill/>
                </a:ln>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1" name="矩形: 圆角 30"/>
            <p:cNvSpPr/>
            <p:nvPr/>
          </p:nvSpPr>
          <p:spPr>
            <a:xfrm>
              <a:off x="6642889" y="5918949"/>
              <a:ext cx="1279733" cy="423699"/>
            </a:xfrm>
            <a:prstGeom prst="roundRect">
              <a:avLst>
                <a:gd name="adj" fmla="val 50000"/>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prstClr val="white"/>
                  </a:solidFill>
                  <a:effectLst/>
                  <a:uLnTx/>
                  <a:uFillTx/>
                  <a:latin typeface="+mj-ea"/>
                  <a:ea typeface="+mj-ea"/>
                  <a:cs typeface="思源宋体 CN Heavy" panose="02020900000000000000" pitchFamily="18" charset="-122"/>
                </a:rPr>
                <a:t>职业发展</a:t>
              </a:r>
            </a:p>
          </p:txBody>
        </p:sp>
        <p:sp>
          <p:nvSpPr>
            <p:cNvPr id="72" name="文本框 71"/>
            <p:cNvSpPr txBox="1"/>
            <p:nvPr/>
          </p:nvSpPr>
          <p:spPr>
            <a:xfrm>
              <a:off x="7973568" y="5946132"/>
              <a:ext cx="2688557" cy="369332"/>
            </a:xfrm>
            <a:prstGeom prst="rect">
              <a:avLst/>
            </a:prstGeom>
            <a:noFill/>
          </p:spPr>
          <p:txBody>
            <a:bodyPr wrap="none">
              <a:spAutoFit/>
            </a:bodyPr>
            <a:lstStyle/>
            <a:p>
              <a:r>
                <a:rPr lang="zh-CN" altLang="en-US" b="0" i="0" dirty="0">
                  <a:solidFill>
                    <a:srgbClr val="9864B8"/>
                  </a:solidFill>
                  <a:effectLst/>
                  <a:latin typeface="+mj-ea"/>
                  <a:ea typeface="+mj-ea"/>
                  <a:cs typeface="思源宋体 CN Heavy" panose="02020900000000000000" pitchFamily="18" charset="-122"/>
                </a:rPr>
                <a:t>快速适应企业的工作要求</a:t>
              </a:r>
              <a:endParaRPr lang="zh-CN" altLang="en-US" dirty="0">
                <a:solidFill>
                  <a:srgbClr val="9864B8"/>
                </a:solidFill>
                <a:latin typeface="+mj-ea"/>
                <a:ea typeface="+mj-ea"/>
                <a:cs typeface="思源宋体 CN Heavy" panose="02020900000000000000" pitchFamily="18" charset="-122"/>
              </a:endParaRPr>
            </a:p>
          </p:txBody>
        </p:sp>
      </p:grpSp>
      <p:grpSp>
        <p:nvGrpSpPr>
          <p:cNvPr id="381" name="组合 380"/>
          <p:cNvGrpSpPr/>
          <p:nvPr/>
        </p:nvGrpSpPr>
        <p:grpSpPr>
          <a:xfrm>
            <a:off x="304800" y="1168855"/>
            <a:ext cx="915368" cy="5007391"/>
            <a:chOff x="6794943" y="1544138"/>
            <a:chExt cx="915368" cy="5007391"/>
          </a:xfrm>
        </p:grpSpPr>
        <p:grpSp>
          <p:nvGrpSpPr>
            <p:cNvPr id="382" name="组合 381"/>
            <p:cNvGrpSpPr/>
            <p:nvPr/>
          </p:nvGrpSpPr>
          <p:grpSpPr>
            <a:xfrm>
              <a:off x="6794943" y="1544138"/>
              <a:ext cx="620052" cy="5007391"/>
              <a:chOff x="6829398" y="1544138"/>
              <a:chExt cx="620052" cy="5007391"/>
            </a:xfrm>
          </p:grpSpPr>
          <p:sp>
            <p:nvSpPr>
              <p:cNvPr id="384" name="文本框 383"/>
              <p:cNvSpPr txBox="1"/>
              <p:nvPr/>
            </p:nvSpPr>
            <p:spPr>
              <a:xfrm>
                <a:off x="6829398" y="1544138"/>
                <a:ext cx="620052" cy="5007391"/>
              </a:xfrm>
              <a:prstGeom prst="roundRect">
                <a:avLst>
                  <a:gd name="adj" fmla="val 2132"/>
                </a:avLst>
              </a:prstGeom>
              <a:solidFill>
                <a:schemeClr val="accent1"/>
              </a:solidFill>
              <a:ln>
                <a:noFill/>
              </a:ln>
            </p:spPr>
            <p:txBody>
              <a:bodyPr wrap="square" lIns="9000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85" name="文本框 384"/>
              <p:cNvSpPr txBox="1"/>
              <p:nvPr/>
            </p:nvSpPr>
            <p:spPr>
              <a:xfrm>
                <a:off x="6893928" y="2303295"/>
                <a:ext cx="490988" cy="3489076"/>
              </a:xfrm>
              <a:prstGeom prst="rect">
                <a:avLst/>
              </a:prstGeom>
              <a:noFill/>
            </p:spPr>
            <p:txBody>
              <a:bodyPr vert="eaVert" wrap="square" lIns="90000" anchor="ctr">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white"/>
                    </a:solidFill>
                    <a:effectLst/>
                    <a:uLnTx/>
                    <a:uFillTx/>
                    <a:latin typeface="+mj-ea"/>
                    <a:ea typeface="+mj-ea"/>
                    <a:cs typeface="思源宋体 CN Heavy" panose="02020900000000000000" pitchFamily="18" charset="-122"/>
                  </a:rPr>
                  <a:t>数控技术教学课程创新成效</a:t>
                </a:r>
              </a:p>
            </p:txBody>
          </p:sp>
        </p:grpSp>
        <p:sp>
          <p:nvSpPr>
            <p:cNvPr id="383" name="等腰三角形 382"/>
            <p:cNvSpPr/>
            <p:nvPr/>
          </p:nvSpPr>
          <p:spPr>
            <a:xfrm rot="5400000">
              <a:off x="7146075" y="3898688"/>
              <a:ext cx="830178" cy="298294"/>
            </a:xfrm>
            <a:prstGeom prst="triangle">
              <a:avLst>
                <a:gd name="adj" fmla="val 50000"/>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2" name="组合 1"/>
          <p:cNvGrpSpPr/>
          <p:nvPr/>
        </p:nvGrpSpPr>
        <p:grpSpPr>
          <a:xfrm>
            <a:off x="3609782" y="1476963"/>
            <a:ext cx="2941365" cy="4653835"/>
            <a:chOff x="3609782" y="1476963"/>
            <a:chExt cx="2941365" cy="4653835"/>
          </a:xfrm>
        </p:grpSpPr>
        <p:cxnSp>
          <p:nvCxnSpPr>
            <p:cNvPr id="7" name="直接连接符 6"/>
            <p:cNvCxnSpPr/>
            <p:nvPr/>
          </p:nvCxnSpPr>
          <p:spPr>
            <a:xfrm>
              <a:off x="5405925" y="1476963"/>
              <a:ext cx="1145222"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968319" y="2407730"/>
              <a:ext cx="1582828"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4543776" y="3338497"/>
              <a:ext cx="2007371"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4053919" y="4269264"/>
              <a:ext cx="2497228"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3609782" y="5200031"/>
              <a:ext cx="2941365"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3681413" y="6130798"/>
              <a:ext cx="2869734" cy="0"/>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grpSp>
      <p:grpSp>
        <p:nvGrpSpPr>
          <p:cNvPr id="118" name="组合 117"/>
          <p:cNvGrpSpPr/>
          <p:nvPr/>
        </p:nvGrpSpPr>
        <p:grpSpPr>
          <a:xfrm>
            <a:off x="1198233" y="970277"/>
            <a:ext cx="4978400" cy="5468626"/>
            <a:chOff x="11619171" y="3232408"/>
            <a:chExt cx="4974518" cy="6004255"/>
          </a:xfrm>
        </p:grpSpPr>
        <p:sp>
          <p:nvSpPr>
            <p:cNvPr id="119" name="Freeform 61"/>
            <p:cNvSpPr/>
            <p:nvPr/>
          </p:nvSpPr>
          <p:spPr bwMode="auto">
            <a:xfrm>
              <a:off x="13696058" y="8468170"/>
              <a:ext cx="820742" cy="768493"/>
            </a:xfrm>
            <a:custGeom>
              <a:avLst/>
              <a:gdLst>
                <a:gd name="T0" fmla="*/ 1125 w 1130"/>
                <a:gd name="T1" fmla="*/ 7 h 1059"/>
                <a:gd name="T2" fmla="*/ 1121 w 1130"/>
                <a:gd name="T3" fmla="*/ 11 h 1059"/>
                <a:gd name="T4" fmla="*/ 1116 w 1130"/>
                <a:gd name="T5" fmla="*/ 14 h 1059"/>
                <a:gd name="T6" fmla="*/ 1109 w 1130"/>
                <a:gd name="T7" fmla="*/ 18 h 1059"/>
                <a:gd name="T8" fmla="*/ 1101 w 1130"/>
                <a:gd name="T9" fmla="*/ 21 h 1059"/>
                <a:gd name="T10" fmla="*/ 1091 w 1130"/>
                <a:gd name="T11" fmla="*/ 25 h 1059"/>
                <a:gd name="T12" fmla="*/ 1081 w 1130"/>
                <a:gd name="T13" fmla="*/ 28 h 1059"/>
                <a:gd name="T14" fmla="*/ 1063 w 1130"/>
                <a:gd name="T15" fmla="*/ 33 h 1059"/>
                <a:gd name="T16" fmla="*/ 1037 w 1130"/>
                <a:gd name="T17" fmla="*/ 39 h 1059"/>
                <a:gd name="T18" fmla="*/ 1014 w 1130"/>
                <a:gd name="T19" fmla="*/ 43 h 1059"/>
                <a:gd name="T20" fmla="*/ 990 w 1130"/>
                <a:gd name="T21" fmla="*/ 47 h 1059"/>
                <a:gd name="T22" fmla="*/ 963 w 1130"/>
                <a:gd name="T23" fmla="*/ 51 h 1059"/>
                <a:gd name="T24" fmla="*/ 944 w 1130"/>
                <a:gd name="T25" fmla="*/ 53 h 1059"/>
                <a:gd name="T26" fmla="*/ 915 w 1130"/>
                <a:gd name="T27" fmla="*/ 56 h 1059"/>
                <a:gd name="T28" fmla="*/ 883 w 1130"/>
                <a:gd name="T29" fmla="*/ 60 h 1059"/>
                <a:gd name="T30" fmla="*/ 861 w 1130"/>
                <a:gd name="T31" fmla="*/ 61 h 1059"/>
                <a:gd name="T32" fmla="*/ 827 w 1130"/>
                <a:gd name="T33" fmla="*/ 64 h 1059"/>
                <a:gd name="T34" fmla="*/ 792 w 1130"/>
                <a:gd name="T35" fmla="*/ 66 h 1059"/>
                <a:gd name="T36" fmla="*/ 780 w 1130"/>
                <a:gd name="T37" fmla="*/ 67 h 1059"/>
                <a:gd name="T38" fmla="*/ 743 w 1130"/>
                <a:gd name="T39" fmla="*/ 69 h 1059"/>
                <a:gd name="T40" fmla="*/ 717 w 1130"/>
                <a:gd name="T41" fmla="*/ 70 h 1059"/>
                <a:gd name="T42" fmla="*/ 678 w 1130"/>
                <a:gd name="T43" fmla="*/ 71 h 1059"/>
                <a:gd name="T44" fmla="*/ 637 w 1130"/>
                <a:gd name="T45" fmla="*/ 72 h 1059"/>
                <a:gd name="T46" fmla="*/ 610 w 1130"/>
                <a:gd name="T47" fmla="*/ 72 h 1059"/>
                <a:gd name="T48" fmla="*/ 555 w 1130"/>
                <a:gd name="T49" fmla="*/ 72 h 1059"/>
                <a:gd name="T50" fmla="*/ 512 w 1130"/>
                <a:gd name="T51" fmla="*/ 72 h 1059"/>
                <a:gd name="T52" fmla="*/ 473 w 1130"/>
                <a:gd name="T53" fmla="*/ 71 h 1059"/>
                <a:gd name="T54" fmla="*/ 442 w 1130"/>
                <a:gd name="T55" fmla="*/ 70 h 1059"/>
                <a:gd name="T56" fmla="*/ 405 w 1130"/>
                <a:gd name="T57" fmla="*/ 69 h 1059"/>
                <a:gd name="T58" fmla="*/ 367 w 1130"/>
                <a:gd name="T59" fmla="*/ 67 h 1059"/>
                <a:gd name="T60" fmla="*/ 342 w 1130"/>
                <a:gd name="T61" fmla="*/ 66 h 1059"/>
                <a:gd name="T62" fmla="*/ 306 w 1130"/>
                <a:gd name="T63" fmla="*/ 64 h 1059"/>
                <a:gd name="T64" fmla="*/ 272 w 1130"/>
                <a:gd name="T65" fmla="*/ 61 h 1059"/>
                <a:gd name="T66" fmla="*/ 249 w 1130"/>
                <a:gd name="T67" fmla="*/ 59 h 1059"/>
                <a:gd name="T68" fmla="*/ 218 w 1130"/>
                <a:gd name="T69" fmla="*/ 56 h 1059"/>
                <a:gd name="T70" fmla="*/ 188 w 1130"/>
                <a:gd name="T71" fmla="*/ 52 h 1059"/>
                <a:gd name="T72" fmla="*/ 169 w 1130"/>
                <a:gd name="T73" fmla="*/ 50 h 1059"/>
                <a:gd name="T74" fmla="*/ 142 w 1130"/>
                <a:gd name="T75" fmla="*/ 46 h 1059"/>
                <a:gd name="T76" fmla="*/ 117 w 1130"/>
                <a:gd name="T77" fmla="*/ 42 h 1059"/>
                <a:gd name="T78" fmla="*/ 94 w 1130"/>
                <a:gd name="T79" fmla="*/ 38 h 1059"/>
                <a:gd name="T80" fmla="*/ 55 w 1130"/>
                <a:gd name="T81" fmla="*/ 28 h 1059"/>
                <a:gd name="T82" fmla="*/ 44 w 1130"/>
                <a:gd name="T83" fmla="*/ 25 h 1059"/>
                <a:gd name="T84" fmla="*/ 35 w 1130"/>
                <a:gd name="T85" fmla="*/ 22 h 1059"/>
                <a:gd name="T86" fmla="*/ 26 w 1130"/>
                <a:gd name="T87" fmla="*/ 18 h 1059"/>
                <a:gd name="T88" fmla="*/ 19 w 1130"/>
                <a:gd name="T89" fmla="*/ 15 h 1059"/>
                <a:gd name="T90" fmla="*/ 13 w 1130"/>
                <a:gd name="T91" fmla="*/ 11 h 1059"/>
                <a:gd name="T92" fmla="*/ 7 w 1130"/>
                <a:gd name="T93" fmla="*/ 8 h 1059"/>
                <a:gd name="T94" fmla="*/ 4 w 1130"/>
                <a:gd name="T95" fmla="*/ 5 h 1059"/>
                <a:gd name="T96" fmla="*/ 0 w 1130"/>
                <a:gd name="T97" fmla="*/ 0 h 1059"/>
                <a:gd name="T98" fmla="*/ 0 w 1130"/>
                <a:gd name="T99" fmla="*/ 0 h 1059"/>
                <a:gd name="T100" fmla="*/ 1128 w 1130"/>
                <a:gd name="T101" fmla="*/ 5 h 1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30" h="1059">
                  <a:moveTo>
                    <a:pt x="1128" y="5"/>
                  </a:moveTo>
                  <a:lnTo>
                    <a:pt x="1127" y="6"/>
                  </a:lnTo>
                  <a:lnTo>
                    <a:pt x="1127" y="6"/>
                  </a:lnTo>
                  <a:lnTo>
                    <a:pt x="1125" y="7"/>
                  </a:lnTo>
                  <a:lnTo>
                    <a:pt x="1124" y="9"/>
                  </a:lnTo>
                  <a:lnTo>
                    <a:pt x="1123" y="9"/>
                  </a:lnTo>
                  <a:lnTo>
                    <a:pt x="1123" y="10"/>
                  </a:lnTo>
                  <a:lnTo>
                    <a:pt x="1121" y="11"/>
                  </a:lnTo>
                  <a:lnTo>
                    <a:pt x="1118" y="13"/>
                  </a:lnTo>
                  <a:lnTo>
                    <a:pt x="1118" y="13"/>
                  </a:lnTo>
                  <a:lnTo>
                    <a:pt x="1118" y="13"/>
                  </a:lnTo>
                  <a:lnTo>
                    <a:pt x="1116" y="14"/>
                  </a:lnTo>
                  <a:lnTo>
                    <a:pt x="1112" y="16"/>
                  </a:lnTo>
                  <a:lnTo>
                    <a:pt x="1112" y="16"/>
                  </a:lnTo>
                  <a:lnTo>
                    <a:pt x="1112" y="16"/>
                  </a:lnTo>
                  <a:lnTo>
                    <a:pt x="1109" y="18"/>
                  </a:lnTo>
                  <a:lnTo>
                    <a:pt x="1105" y="20"/>
                  </a:lnTo>
                  <a:lnTo>
                    <a:pt x="1105" y="20"/>
                  </a:lnTo>
                  <a:lnTo>
                    <a:pt x="1105" y="20"/>
                  </a:lnTo>
                  <a:lnTo>
                    <a:pt x="1101" y="21"/>
                  </a:lnTo>
                  <a:lnTo>
                    <a:pt x="1097" y="23"/>
                  </a:lnTo>
                  <a:lnTo>
                    <a:pt x="1096" y="23"/>
                  </a:lnTo>
                  <a:lnTo>
                    <a:pt x="1096" y="23"/>
                  </a:lnTo>
                  <a:lnTo>
                    <a:pt x="1091" y="25"/>
                  </a:lnTo>
                  <a:lnTo>
                    <a:pt x="1087" y="26"/>
                  </a:lnTo>
                  <a:lnTo>
                    <a:pt x="1087" y="26"/>
                  </a:lnTo>
                  <a:lnTo>
                    <a:pt x="1086" y="26"/>
                  </a:lnTo>
                  <a:lnTo>
                    <a:pt x="1081" y="28"/>
                  </a:lnTo>
                  <a:lnTo>
                    <a:pt x="1076" y="29"/>
                  </a:lnTo>
                  <a:lnTo>
                    <a:pt x="1076" y="29"/>
                  </a:lnTo>
                  <a:lnTo>
                    <a:pt x="1076" y="29"/>
                  </a:lnTo>
                  <a:lnTo>
                    <a:pt x="1063" y="33"/>
                  </a:lnTo>
                  <a:lnTo>
                    <a:pt x="1050" y="36"/>
                  </a:lnTo>
                  <a:lnTo>
                    <a:pt x="1050" y="36"/>
                  </a:lnTo>
                  <a:lnTo>
                    <a:pt x="1050" y="36"/>
                  </a:lnTo>
                  <a:lnTo>
                    <a:pt x="1037" y="39"/>
                  </a:lnTo>
                  <a:lnTo>
                    <a:pt x="1022" y="41"/>
                  </a:lnTo>
                  <a:lnTo>
                    <a:pt x="1022" y="41"/>
                  </a:lnTo>
                  <a:lnTo>
                    <a:pt x="1022" y="41"/>
                  </a:lnTo>
                  <a:lnTo>
                    <a:pt x="1014" y="43"/>
                  </a:lnTo>
                  <a:lnTo>
                    <a:pt x="1006" y="44"/>
                  </a:lnTo>
                  <a:lnTo>
                    <a:pt x="998" y="46"/>
                  </a:lnTo>
                  <a:lnTo>
                    <a:pt x="990" y="47"/>
                  </a:lnTo>
                  <a:lnTo>
                    <a:pt x="990" y="47"/>
                  </a:lnTo>
                  <a:lnTo>
                    <a:pt x="989" y="47"/>
                  </a:lnTo>
                  <a:lnTo>
                    <a:pt x="981" y="48"/>
                  </a:lnTo>
                  <a:lnTo>
                    <a:pt x="972" y="49"/>
                  </a:lnTo>
                  <a:lnTo>
                    <a:pt x="963" y="51"/>
                  </a:lnTo>
                  <a:lnTo>
                    <a:pt x="954" y="52"/>
                  </a:lnTo>
                  <a:lnTo>
                    <a:pt x="954" y="52"/>
                  </a:lnTo>
                  <a:lnTo>
                    <a:pt x="954" y="52"/>
                  </a:lnTo>
                  <a:lnTo>
                    <a:pt x="944" y="53"/>
                  </a:lnTo>
                  <a:lnTo>
                    <a:pt x="935" y="54"/>
                  </a:lnTo>
                  <a:lnTo>
                    <a:pt x="925" y="55"/>
                  </a:lnTo>
                  <a:lnTo>
                    <a:pt x="915" y="56"/>
                  </a:lnTo>
                  <a:lnTo>
                    <a:pt x="915" y="56"/>
                  </a:lnTo>
                  <a:lnTo>
                    <a:pt x="914" y="56"/>
                  </a:lnTo>
                  <a:lnTo>
                    <a:pt x="904" y="58"/>
                  </a:lnTo>
                  <a:lnTo>
                    <a:pt x="894" y="59"/>
                  </a:lnTo>
                  <a:lnTo>
                    <a:pt x="883" y="60"/>
                  </a:lnTo>
                  <a:lnTo>
                    <a:pt x="873" y="61"/>
                  </a:lnTo>
                  <a:lnTo>
                    <a:pt x="872" y="61"/>
                  </a:lnTo>
                  <a:lnTo>
                    <a:pt x="872" y="61"/>
                  </a:lnTo>
                  <a:lnTo>
                    <a:pt x="861" y="61"/>
                  </a:lnTo>
                  <a:lnTo>
                    <a:pt x="850" y="62"/>
                  </a:lnTo>
                  <a:lnTo>
                    <a:pt x="839" y="63"/>
                  </a:lnTo>
                  <a:lnTo>
                    <a:pt x="828" y="64"/>
                  </a:lnTo>
                  <a:lnTo>
                    <a:pt x="827" y="64"/>
                  </a:lnTo>
                  <a:lnTo>
                    <a:pt x="827" y="64"/>
                  </a:lnTo>
                  <a:lnTo>
                    <a:pt x="815" y="65"/>
                  </a:lnTo>
                  <a:lnTo>
                    <a:pt x="804" y="66"/>
                  </a:lnTo>
                  <a:lnTo>
                    <a:pt x="792" y="66"/>
                  </a:lnTo>
                  <a:lnTo>
                    <a:pt x="780" y="67"/>
                  </a:lnTo>
                  <a:lnTo>
                    <a:pt x="780" y="67"/>
                  </a:lnTo>
                  <a:lnTo>
                    <a:pt x="780" y="67"/>
                  </a:lnTo>
                  <a:lnTo>
                    <a:pt x="780" y="67"/>
                  </a:lnTo>
                  <a:lnTo>
                    <a:pt x="780" y="67"/>
                  </a:lnTo>
                  <a:lnTo>
                    <a:pt x="768" y="68"/>
                  </a:lnTo>
                  <a:lnTo>
                    <a:pt x="755" y="68"/>
                  </a:lnTo>
                  <a:lnTo>
                    <a:pt x="743" y="69"/>
                  </a:lnTo>
                  <a:lnTo>
                    <a:pt x="731" y="69"/>
                  </a:lnTo>
                  <a:lnTo>
                    <a:pt x="730" y="69"/>
                  </a:lnTo>
                  <a:lnTo>
                    <a:pt x="729" y="69"/>
                  </a:lnTo>
                  <a:lnTo>
                    <a:pt x="717" y="70"/>
                  </a:lnTo>
                  <a:lnTo>
                    <a:pt x="705" y="70"/>
                  </a:lnTo>
                  <a:lnTo>
                    <a:pt x="693" y="71"/>
                  </a:lnTo>
                  <a:lnTo>
                    <a:pt x="680" y="71"/>
                  </a:lnTo>
                  <a:lnTo>
                    <a:pt x="678" y="71"/>
                  </a:lnTo>
                  <a:lnTo>
                    <a:pt x="676" y="71"/>
                  </a:lnTo>
                  <a:lnTo>
                    <a:pt x="663" y="71"/>
                  </a:lnTo>
                  <a:lnTo>
                    <a:pt x="651" y="72"/>
                  </a:lnTo>
                  <a:lnTo>
                    <a:pt x="637" y="72"/>
                  </a:lnTo>
                  <a:lnTo>
                    <a:pt x="624" y="72"/>
                  </a:lnTo>
                  <a:lnTo>
                    <a:pt x="624" y="72"/>
                  </a:lnTo>
                  <a:lnTo>
                    <a:pt x="624" y="72"/>
                  </a:lnTo>
                  <a:lnTo>
                    <a:pt x="610" y="72"/>
                  </a:lnTo>
                  <a:lnTo>
                    <a:pt x="596" y="72"/>
                  </a:lnTo>
                  <a:lnTo>
                    <a:pt x="582" y="72"/>
                  </a:lnTo>
                  <a:lnTo>
                    <a:pt x="569" y="72"/>
                  </a:lnTo>
                  <a:lnTo>
                    <a:pt x="555" y="72"/>
                  </a:lnTo>
                  <a:lnTo>
                    <a:pt x="541" y="72"/>
                  </a:lnTo>
                  <a:lnTo>
                    <a:pt x="528" y="72"/>
                  </a:lnTo>
                  <a:lnTo>
                    <a:pt x="514" y="72"/>
                  </a:lnTo>
                  <a:lnTo>
                    <a:pt x="512" y="72"/>
                  </a:lnTo>
                  <a:lnTo>
                    <a:pt x="510" y="72"/>
                  </a:lnTo>
                  <a:lnTo>
                    <a:pt x="498" y="72"/>
                  </a:lnTo>
                  <a:lnTo>
                    <a:pt x="485" y="72"/>
                  </a:lnTo>
                  <a:lnTo>
                    <a:pt x="473" y="71"/>
                  </a:lnTo>
                  <a:lnTo>
                    <a:pt x="461" y="71"/>
                  </a:lnTo>
                  <a:lnTo>
                    <a:pt x="458" y="71"/>
                  </a:lnTo>
                  <a:lnTo>
                    <a:pt x="456" y="71"/>
                  </a:lnTo>
                  <a:lnTo>
                    <a:pt x="442" y="70"/>
                  </a:lnTo>
                  <a:lnTo>
                    <a:pt x="430" y="70"/>
                  </a:lnTo>
                  <a:lnTo>
                    <a:pt x="417" y="70"/>
                  </a:lnTo>
                  <a:lnTo>
                    <a:pt x="405" y="69"/>
                  </a:lnTo>
                  <a:lnTo>
                    <a:pt x="405" y="69"/>
                  </a:lnTo>
                  <a:lnTo>
                    <a:pt x="405" y="69"/>
                  </a:lnTo>
                  <a:lnTo>
                    <a:pt x="392" y="69"/>
                  </a:lnTo>
                  <a:lnTo>
                    <a:pt x="379" y="68"/>
                  </a:lnTo>
                  <a:lnTo>
                    <a:pt x="367" y="67"/>
                  </a:lnTo>
                  <a:lnTo>
                    <a:pt x="355" y="67"/>
                  </a:lnTo>
                  <a:lnTo>
                    <a:pt x="354" y="67"/>
                  </a:lnTo>
                  <a:lnTo>
                    <a:pt x="354" y="67"/>
                  </a:lnTo>
                  <a:lnTo>
                    <a:pt x="342" y="66"/>
                  </a:lnTo>
                  <a:lnTo>
                    <a:pt x="330" y="65"/>
                  </a:lnTo>
                  <a:lnTo>
                    <a:pt x="318" y="64"/>
                  </a:lnTo>
                  <a:lnTo>
                    <a:pt x="306" y="64"/>
                  </a:lnTo>
                  <a:lnTo>
                    <a:pt x="306" y="64"/>
                  </a:lnTo>
                  <a:lnTo>
                    <a:pt x="306" y="64"/>
                  </a:lnTo>
                  <a:lnTo>
                    <a:pt x="294" y="63"/>
                  </a:lnTo>
                  <a:lnTo>
                    <a:pt x="283" y="62"/>
                  </a:lnTo>
                  <a:lnTo>
                    <a:pt x="272" y="61"/>
                  </a:lnTo>
                  <a:lnTo>
                    <a:pt x="261" y="60"/>
                  </a:lnTo>
                  <a:lnTo>
                    <a:pt x="261" y="60"/>
                  </a:lnTo>
                  <a:lnTo>
                    <a:pt x="260" y="60"/>
                  </a:lnTo>
                  <a:lnTo>
                    <a:pt x="249" y="59"/>
                  </a:lnTo>
                  <a:lnTo>
                    <a:pt x="239" y="58"/>
                  </a:lnTo>
                  <a:lnTo>
                    <a:pt x="228" y="57"/>
                  </a:lnTo>
                  <a:lnTo>
                    <a:pt x="218" y="56"/>
                  </a:lnTo>
                  <a:lnTo>
                    <a:pt x="218" y="56"/>
                  </a:lnTo>
                  <a:lnTo>
                    <a:pt x="218" y="56"/>
                  </a:lnTo>
                  <a:lnTo>
                    <a:pt x="207" y="55"/>
                  </a:lnTo>
                  <a:lnTo>
                    <a:pt x="197" y="54"/>
                  </a:lnTo>
                  <a:lnTo>
                    <a:pt x="188" y="52"/>
                  </a:lnTo>
                  <a:lnTo>
                    <a:pt x="178" y="51"/>
                  </a:lnTo>
                  <a:lnTo>
                    <a:pt x="178" y="51"/>
                  </a:lnTo>
                  <a:lnTo>
                    <a:pt x="178" y="51"/>
                  </a:lnTo>
                  <a:lnTo>
                    <a:pt x="169" y="50"/>
                  </a:lnTo>
                  <a:lnTo>
                    <a:pt x="159" y="49"/>
                  </a:lnTo>
                  <a:lnTo>
                    <a:pt x="151" y="47"/>
                  </a:lnTo>
                  <a:lnTo>
                    <a:pt x="142" y="46"/>
                  </a:lnTo>
                  <a:lnTo>
                    <a:pt x="142" y="46"/>
                  </a:lnTo>
                  <a:lnTo>
                    <a:pt x="142" y="46"/>
                  </a:lnTo>
                  <a:lnTo>
                    <a:pt x="133" y="45"/>
                  </a:lnTo>
                  <a:lnTo>
                    <a:pt x="125" y="43"/>
                  </a:lnTo>
                  <a:lnTo>
                    <a:pt x="117" y="42"/>
                  </a:lnTo>
                  <a:lnTo>
                    <a:pt x="109" y="40"/>
                  </a:lnTo>
                  <a:lnTo>
                    <a:pt x="109" y="40"/>
                  </a:lnTo>
                  <a:lnTo>
                    <a:pt x="109" y="40"/>
                  </a:lnTo>
                  <a:lnTo>
                    <a:pt x="94" y="38"/>
                  </a:lnTo>
                  <a:lnTo>
                    <a:pt x="80" y="35"/>
                  </a:lnTo>
                  <a:lnTo>
                    <a:pt x="80" y="35"/>
                  </a:lnTo>
                  <a:lnTo>
                    <a:pt x="67" y="31"/>
                  </a:lnTo>
                  <a:lnTo>
                    <a:pt x="55" y="28"/>
                  </a:lnTo>
                  <a:lnTo>
                    <a:pt x="55" y="28"/>
                  </a:lnTo>
                  <a:lnTo>
                    <a:pt x="55" y="28"/>
                  </a:lnTo>
                  <a:lnTo>
                    <a:pt x="49" y="27"/>
                  </a:lnTo>
                  <a:lnTo>
                    <a:pt x="44" y="25"/>
                  </a:lnTo>
                  <a:lnTo>
                    <a:pt x="44" y="25"/>
                  </a:lnTo>
                  <a:lnTo>
                    <a:pt x="44" y="25"/>
                  </a:lnTo>
                  <a:lnTo>
                    <a:pt x="39" y="23"/>
                  </a:lnTo>
                  <a:lnTo>
                    <a:pt x="35" y="22"/>
                  </a:lnTo>
                  <a:lnTo>
                    <a:pt x="35" y="22"/>
                  </a:lnTo>
                  <a:lnTo>
                    <a:pt x="34" y="21"/>
                  </a:lnTo>
                  <a:lnTo>
                    <a:pt x="30" y="20"/>
                  </a:lnTo>
                  <a:lnTo>
                    <a:pt x="26" y="18"/>
                  </a:lnTo>
                  <a:lnTo>
                    <a:pt x="26" y="18"/>
                  </a:lnTo>
                  <a:lnTo>
                    <a:pt x="26" y="18"/>
                  </a:lnTo>
                  <a:lnTo>
                    <a:pt x="22" y="17"/>
                  </a:lnTo>
                  <a:lnTo>
                    <a:pt x="19" y="15"/>
                  </a:lnTo>
                  <a:lnTo>
                    <a:pt x="19" y="15"/>
                  </a:lnTo>
                  <a:lnTo>
                    <a:pt x="18" y="15"/>
                  </a:lnTo>
                  <a:lnTo>
                    <a:pt x="15" y="13"/>
                  </a:lnTo>
                  <a:lnTo>
                    <a:pt x="13" y="11"/>
                  </a:lnTo>
                  <a:lnTo>
                    <a:pt x="12" y="11"/>
                  </a:lnTo>
                  <a:lnTo>
                    <a:pt x="12" y="11"/>
                  </a:lnTo>
                  <a:lnTo>
                    <a:pt x="9" y="9"/>
                  </a:lnTo>
                  <a:lnTo>
                    <a:pt x="7" y="8"/>
                  </a:lnTo>
                  <a:lnTo>
                    <a:pt x="7" y="7"/>
                  </a:lnTo>
                  <a:lnTo>
                    <a:pt x="6" y="7"/>
                  </a:lnTo>
                  <a:lnTo>
                    <a:pt x="5" y="6"/>
                  </a:lnTo>
                  <a:lnTo>
                    <a:pt x="4" y="5"/>
                  </a:lnTo>
                  <a:lnTo>
                    <a:pt x="3" y="4"/>
                  </a:lnTo>
                  <a:lnTo>
                    <a:pt x="3" y="4"/>
                  </a:lnTo>
                  <a:lnTo>
                    <a:pt x="2" y="2"/>
                  </a:lnTo>
                  <a:lnTo>
                    <a:pt x="0" y="0"/>
                  </a:lnTo>
                  <a:lnTo>
                    <a:pt x="0" y="0"/>
                  </a:lnTo>
                  <a:lnTo>
                    <a:pt x="0" y="0"/>
                  </a:lnTo>
                  <a:lnTo>
                    <a:pt x="0" y="0"/>
                  </a:lnTo>
                  <a:lnTo>
                    <a:pt x="0" y="0"/>
                  </a:lnTo>
                  <a:lnTo>
                    <a:pt x="563" y="1059"/>
                  </a:lnTo>
                  <a:lnTo>
                    <a:pt x="1130" y="2"/>
                  </a:lnTo>
                  <a:lnTo>
                    <a:pt x="1129" y="4"/>
                  </a:lnTo>
                  <a:lnTo>
                    <a:pt x="1128" y="5"/>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120" name="Freeform 62"/>
            <p:cNvSpPr/>
            <p:nvPr/>
          </p:nvSpPr>
          <p:spPr bwMode="auto">
            <a:xfrm>
              <a:off x="13700413" y="8396327"/>
              <a:ext cx="812033" cy="124092"/>
            </a:xfrm>
            <a:custGeom>
              <a:avLst/>
              <a:gdLst>
                <a:gd name="T0" fmla="*/ 10 w 1120"/>
                <a:gd name="T1" fmla="*/ 110 h 169"/>
                <a:gd name="T2" fmla="*/ 17 w 1120"/>
                <a:gd name="T3" fmla="*/ 114 h 169"/>
                <a:gd name="T4" fmla="*/ 25 w 1120"/>
                <a:gd name="T5" fmla="*/ 117 h 169"/>
                <a:gd name="T6" fmla="*/ 34 w 1120"/>
                <a:gd name="T7" fmla="*/ 120 h 169"/>
                <a:gd name="T8" fmla="*/ 44 w 1120"/>
                <a:gd name="T9" fmla="*/ 124 h 169"/>
                <a:gd name="T10" fmla="*/ 62 w 1120"/>
                <a:gd name="T11" fmla="*/ 128 h 169"/>
                <a:gd name="T12" fmla="*/ 104 w 1120"/>
                <a:gd name="T13" fmla="*/ 137 h 169"/>
                <a:gd name="T14" fmla="*/ 120 w 1120"/>
                <a:gd name="T15" fmla="*/ 140 h 169"/>
                <a:gd name="T16" fmla="*/ 137 w 1120"/>
                <a:gd name="T17" fmla="*/ 143 h 169"/>
                <a:gd name="T18" fmla="*/ 173 w 1120"/>
                <a:gd name="T19" fmla="*/ 148 h 169"/>
                <a:gd name="T20" fmla="*/ 192 w 1120"/>
                <a:gd name="T21" fmla="*/ 151 h 169"/>
                <a:gd name="T22" fmla="*/ 213 w 1120"/>
                <a:gd name="T23" fmla="*/ 153 h 169"/>
                <a:gd name="T24" fmla="*/ 255 w 1120"/>
                <a:gd name="T25" fmla="*/ 157 h 169"/>
                <a:gd name="T26" fmla="*/ 278 w 1120"/>
                <a:gd name="T27" fmla="*/ 159 h 169"/>
                <a:gd name="T28" fmla="*/ 301 w 1120"/>
                <a:gd name="T29" fmla="*/ 161 h 169"/>
                <a:gd name="T30" fmla="*/ 349 w 1120"/>
                <a:gd name="T31" fmla="*/ 164 h 169"/>
                <a:gd name="T32" fmla="*/ 374 w 1120"/>
                <a:gd name="T33" fmla="*/ 165 h 169"/>
                <a:gd name="T34" fmla="*/ 400 w 1120"/>
                <a:gd name="T35" fmla="*/ 166 h 169"/>
                <a:gd name="T36" fmla="*/ 451 w 1120"/>
                <a:gd name="T37" fmla="*/ 168 h 169"/>
                <a:gd name="T38" fmla="*/ 480 w 1120"/>
                <a:gd name="T39" fmla="*/ 169 h 169"/>
                <a:gd name="T40" fmla="*/ 509 w 1120"/>
                <a:gd name="T41" fmla="*/ 169 h 169"/>
                <a:gd name="T42" fmla="*/ 564 w 1120"/>
                <a:gd name="T43" fmla="*/ 169 h 169"/>
                <a:gd name="T44" fmla="*/ 619 w 1120"/>
                <a:gd name="T45" fmla="*/ 169 h 169"/>
                <a:gd name="T46" fmla="*/ 646 w 1120"/>
                <a:gd name="T47" fmla="*/ 169 h 169"/>
                <a:gd name="T48" fmla="*/ 675 w 1120"/>
                <a:gd name="T49" fmla="*/ 168 h 169"/>
                <a:gd name="T50" fmla="*/ 724 w 1120"/>
                <a:gd name="T51" fmla="*/ 166 h 169"/>
                <a:gd name="T52" fmla="*/ 750 w 1120"/>
                <a:gd name="T53" fmla="*/ 165 h 169"/>
                <a:gd name="T54" fmla="*/ 775 w 1120"/>
                <a:gd name="T55" fmla="*/ 164 h 169"/>
                <a:gd name="T56" fmla="*/ 799 w 1120"/>
                <a:gd name="T57" fmla="*/ 163 h 169"/>
                <a:gd name="T58" fmla="*/ 823 w 1120"/>
                <a:gd name="T59" fmla="*/ 161 h 169"/>
                <a:gd name="T60" fmla="*/ 867 w 1120"/>
                <a:gd name="T61" fmla="*/ 158 h 169"/>
                <a:gd name="T62" fmla="*/ 889 w 1120"/>
                <a:gd name="T63" fmla="*/ 156 h 169"/>
                <a:gd name="T64" fmla="*/ 910 w 1120"/>
                <a:gd name="T65" fmla="*/ 153 h 169"/>
                <a:gd name="T66" fmla="*/ 949 w 1120"/>
                <a:gd name="T67" fmla="*/ 149 h 169"/>
                <a:gd name="T68" fmla="*/ 967 w 1120"/>
                <a:gd name="T69" fmla="*/ 146 h 169"/>
                <a:gd name="T70" fmla="*/ 985 w 1120"/>
                <a:gd name="T71" fmla="*/ 144 h 169"/>
                <a:gd name="T72" fmla="*/ 1017 w 1120"/>
                <a:gd name="T73" fmla="*/ 138 h 169"/>
                <a:gd name="T74" fmla="*/ 1045 w 1120"/>
                <a:gd name="T75" fmla="*/ 133 h 169"/>
                <a:gd name="T76" fmla="*/ 1071 w 1120"/>
                <a:gd name="T77" fmla="*/ 126 h 169"/>
                <a:gd name="T78" fmla="*/ 1081 w 1120"/>
                <a:gd name="T79" fmla="*/ 123 h 169"/>
                <a:gd name="T80" fmla="*/ 1091 w 1120"/>
                <a:gd name="T81" fmla="*/ 120 h 169"/>
                <a:gd name="T82" fmla="*/ 1100 w 1120"/>
                <a:gd name="T83" fmla="*/ 117 h 169"/>
                <a:gd name="T84" fmla="*/ 1107 w 1120"/>
                <a:gd name="T85" fmla="*/ 113 h 169"/>
                <a:gd name="T86" fmla="*/ 1113 w 1120"/>
                <a:gd name="T87" fmla="*/ 110 h 169"/>
                <a:gd name="T88" fmla="*/ 1118 w 1120"/>
                <a:gd name="T89" fmla="*/ 107 h 169"/>
                <a:gd name="T90" fmla="*/ 1119 w 1120"/>
                <a:gd name="T91" fmla="*/ 105 h 169"/>
                <a:gd name="T92" fmla="*/ 1112 w 1120"/>
                <a:gd name="T93" fmla="*/ 84 h 169"/>
                <a:gd name="T94" fmla="*/ 1084 w 1120"/>
                <a:gd name="T95" fmla="*/ 65 h 169"/>
                <a:gd name="T96" fmla="*/ 1005 w 1120"/>
                <a:gd name="T97" fmla="*/ 41 h 169"/>
                <a:gd name="T98" fmla="*/ 894 w 1120"/>
                <a:gd name="T99" fmla="*/ 21 h 169"/>
                <a:gd name="T100" fmla="*/ 805 w 1120"/>
                <a:gd name="T101" fmla="*/ 11 h 169"/>
                <a:gd name="T102" fmla="*/ 706 w 1120"/>
                <a:gd name="T103" fmla="*/ 4 h 169"/>
                <a:gd name="T104" fmla="*/ 601 w 1120"/>
                <a:gd name="T105" fmla="*/ 1 h 169"/>
                <a:gd name="T106" fmla="*/ 491 w 1120"/>
                <a:gd name="T107" fmla="*/ 1 h 169"/>
                <a:gd name="T108" fmla="*/ 385 w 1120"/>
                <a:gd name="T109" fmla="*/ 4 h 169"/>
                <a:gd name="T110" fmla="*/ 289 w 1120"/>
                <a:gd name="T111" fmla="*/ 11 h 169"/>
                <a:gd name="T112" fmla="*/ 203 w 1120"/>
                <a:gd name="T113" fmla="*/ 21 h 169"/>
                <a:gd name="T114" fmla="*/ 98 w 1120"/>
                <a:gd name="T115" fmla="*/ 40 h 169"/>
                <a:gd name="T116" fmla="*/ 27 w 1120"/>
                <a:gd name="T117" fmla="*/ 65 h 169"/>
                <a:gd name="T118" fmla="*/ 4 w 1120"/>
                <a:gd name="T119" fmla="*/ 83 h 169"/>
                <a:gd name="T120" fmla="*/ 1 w 1120"/>
                <a:gd name="T121" fmla="*/ 100 h 169"/>
                <a:gd name="T122" fmla="*/ 7 w 1120"/>
                <a:gd name="T123" fmla="*/ 10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20" h="169">
                  <a:moveTo>
                    <a:pt x="7" y="108"/>
                  </a:moveTo>
                  <a:lnTo>
                    <a:pt x="7" y="108"/>
                  </a:lnTo>
                  <a:lnTo>
                    <a:pt x="8" y="108"/>
                  </a:lnTo>
                  <a:lnTo>
                    <a:pt x="10" y="110"/>
                  </a:lnTo>
                  <a:lnTo>
                    <a:pt x="13" y="112"/>
                  </a:lnTo>
                  <a:lnTo>
                    <a:pt x="14" y="112"/>
                  </a:lnTo>
                  <a:lnTo>
                    <a:pt x="14" y="112"/>
                  </a:lnTo>
                  <a:lnTo>
                    <a:pt x="17" y="114"/>
                  </a:lnTo>
                  <a:lnTo>
                    <a:pt x="21" y="115"/>
                  </a:lnTo>
                  <a:lnTo>
                    <a:pt x="21" y="115"/>
                  </a:lnTo>
                  <a:lnTo>
                    <a:pt x="21" y="115"/>
                  </a:lnTo>
                  <a:lnTo>
                    <a:pt x="25" y="117"/>
                  </a:lnTo>
                  <a:lnTo>
                    <a:pt x="29" y="118"/>
                  </a:lnTo>
                  <a:lnTo>
                    <a:pt x="30" y="119"/>
                  </a:lnTo>
                  <a:lnTo>
                    <a:pt x="30" y="119"/>
                  </a:lnTo>
                  <a:lnTo>
                    <a:pt x="34" y="120"/>
                  </a:lnTo>
                  <a:lnTo>
                    <a:pt x="39" y="122"/>
                  </a:lnTo>
                  <a:lnTo>
                    <a:pt x="39" y="122"/>
                  </a:lnTo>
                  <a:lnTo>
                    <a:pt x="39" y="122"/>
                  </a:lnTo>
                  <a:lnTo>
                    <a:pt x="44" y="124"/>
                  </a:lnTo>
                  <a:lnTo>
                    <a:pt x="50" y="125"/>
                  </a:lnTo>
                  <a:lnTo>
                    <a:pt x="50" y="125"/>
                  </a:lnTo>
                  <a:lnTo>
                    <a:pt x="50" y="125"/>
                  </a:lnTo>
                  <a:lnTo>
                    <a:pt x="62" y="128"/>
                  </a:lnTo>
                  <a:lnTo>
                    <a:pt x="75" y="132"/>
                  </a:lnTo>
                  <a:lnTo>
                    <a:pt x="75" y="132"/>
                  </a:lnTo>
                  <a:lnTo>
                    <a:pt x="89" y="135"/>
                  </a:lnTo>
                  <a:lnTo>
                    <a:pt x="104" y="137"/>
                  </a:lnTo>
                  <a:lnTo>
                    <a:pt x="104" y="137"/>
                  </a:lnTo>
                  <a:lnTo>
                    <a:pt x="104" y="137"/>
                  </a:lnTo>
                  <a:lnTo>
                    <a:pt x="112" y="139"/>
                  </a:lnTo>
                  <a:lnTo>
                    <a:pt x="120" y="140"/>
                  </a:lnTo>
                  <a:lnTo>
                    <a:pt x="128" y="142"/>
                  </a:lnTo>
                  <a:lnTo>
                    <a:pt x="137" y="143"/>
                  </a:lnTo>
                  <a:lnTo>
                    <a:pt x="137" y="143"/>
                  </a:lnTo>
                  <a:lnTo>
                    <a:pt x="137" y="143"/>
                  </a:lnTo>
                  <a:lnTo>
                    <a:pt x="146" y="144"/>
                  </a:lnTo>
                  <a:lnTo>
                    <a:pt x="154" y="146"/>
                  </a:lnTo>
                  <a:lnTo>
                    <a:pt x="164" y="147"/>
                  </a:lnTo>
                  <a:lnTo>
                    <a:pt x="173" y="148"/>
                  </a:lnTo>
                  <a:lnTo>
                    <a:pt x="173" y="148"/>
                  </a:lnTo>
                  <a:lnTo>
                    <a:pt x="173" y="148"/>
                  </a:lnTo>
                  <a:lnTo>
                    <a:pt x="183" y="149"/>
                  </a:lnTo>
                  <a:lnTo>
                    <a:pt x="192" y="151"/>
                  </a:lnTo>
                  <a:lnTo>
                    <a:pt x="202" y="152"/>
                  </a:lnTo>
                  <a:lnTo>
                    <a:pt x="213" y="153"/>
                  </a:lnTo>
                  <a:lnTo>
                    <a:pt x="213" y="153"/>
                  </a:lnTo>
                  <a:lnTo>
                    <a:pt x="213" y="153"/>
                  </a:lnTo>
                  <a:lnTo>
                    <a:pt x="223" y="154"/>
                  </a:lnTo>
                  <a:lnTo>
                    <a:pt x="234" y="155"/>
                  </a:lnTo>
                  <a:lnTo>
                    <a:pt x="244" y="156"/>
                  </a:lnTo>
                  <a:lnTo>
                    <a:pt x="255" y="157"/>
                  </a:lnTo>
                  <a:lnTo>
                    <a:pt x="256" y="157"/>
                  </a:lnTo>
                  <a:lnTo>
                    <a:pt x="256" y="157"/>
                  </a:lnTo>
                  <a:lnTo>
                    <a:pt x="267" y="158"/>
                  </a:lnTo>
                  <a:lnTo>
                    <a:pt x="278" y="159"/>
                  </a:lnTo>
                  <a:lnTo>
                    <a:pt x="289" y="160"/>
                  </a:lnTo>
                  <a:lnTo>
                    <a:pt x="301" y="161"/>
                  </a:lnTo>
                  <a:lnTo>
                    <a:pt x="301" y="161"/>
                  </a:lnTo>
                  <a:lnTo>
                    <a:pt x="301" y="161"/>
                  </a:lnTo>
                  <a:lnTo>
                    <a:pt x="313" y="161"/>
                  </a:lnTo>
                  <a:lnTo>
                    <a:pt x="325" y="162"/>
                  </a:lnTo>
                  <a:lnTo>
                    <a:pt x="337" y="163"/>
                  </a:lnTo>
                  <a:lnTo>
                    <a:pt x="349" y="164"/>
                  </a:lnTo>
                  <a:lnTo>
                    <a:pt x="349" y="164"/>
                  </a:lnTo>
                  <a:lnTo>
                    <a:pt x="350" y="164"/>
                  </a:lnTo>
                  <a:lnTo>
                    <a:pt x="362" y="164"/>
                  </a:lnTo>
                  <a:lnTo>
                    <a:pt x="374" y="165"/>
                  </a:lnTo>
                  <a:lnTo>
                    <a:pt x="387" y="166"/>
                  </a:lnTo>
                  <a:lnTo>
                    <a:pt x="400" y="166"/>
                  </a:lnTo>
                  <a:lnTo>
                    <a:pt x="400" y="166"/>
                  </a:lnTo>
                  <a:lnTo>
                    <a:pt x="400" y="166"/>
                  </a:lnTo>
                  <a:lnTo>
                    <a:pt x="412" y="167"/>
                  </a:lnTo>
                  <a:lnTo>
                    <a:pt x="425" y="167"/>
                  </a:lnTo>
                  <a:lnTo>
                    <a:pt x="437" y="167"/>
                  </a:lnTo>
                  <a:lnTo>
                    <a:pt x="451" y="168"/>
                  </a:lnTo>
                  <a:lnTo>
                    <a:pt x="453" y="168"/>
                  </a:lnTo>
                  <a:lnTo>
                    <a:pt x="456" y="168"/>
                  </a:lnTo>
                  <a:lnTo>
                    <a:pt x="468" y="168"/>
                  </a:lnTo>
                  <a:lnTo>
                    <a:pt x="480" y="169"/>
                  </a:lnTo>
                  <a:lnTo>
                    <a:pt x="493" y="169"/>
                  </a:lnTo>
                  <a:lnTo>
                    <a:pt x="505" y="169"/>
                  </a:lnTo>
                  <a:lnTo>
                    <a:pt x="507" y="169"/>
                  </a:lnTo>
                  <a:lnTo>
                    <a:pt x="509" y="169"/>
                  </a:lnTo>
                  <a:lnTo>
                    <a:pt x="523" y="169"/>
                  </a:lnTo>
                  <a:lnTo>
                    <a:pt x="536" y="169"/>
                  </a:lnTo>
                  <a:lnTo>
                    <a:pt x="550" y="169"/>
                  </a:lnTo>
                  <a:lnTo>
                    <a:pt x="564" y="169"/>
                  </a:lnTo>
                  <a:lnTo>
                    <a:pt x="577" y="169"/>
                  </a:lnTo>
                  <a:lnTo>
                    <a:pt x="591" y="169"/>
                  </a:lnTo>
                  <a:lnTo>
                    <a:pt x="605" y="169"/>
                  </a:lnTo>
                  <a:lnTo>
                    <a:pt x="619" y="169"/>
                  </a:lnTo>
                  <a:lnTo>
                    <a:pt x="619" y="169"/>
                  </a:lnTo>
                  <a:lnTo>
                    <a:pt x="619" y="169"/>
                  </a:lnTo>
                  <a:lnTo>
                    <a:pt x="632" y="169"/>
                  </a:lnTo>
                  <a:lnTo>
                    <a:pt x="646" y="169"/>
                  </a:lnTo>
                  <a:lnTo>
                    <a:pt x="658" y="168"/>
                  </a:lnTo>
                  <a:lnTo>
                    <a:pt x="671" y="168"/>
                  </a:lnTo>
                  <a:lnTo>
                    <a:pt x="673" y="168"/>
                  </a:lnTo>
                  <a:lnTo>
                    <a:pt x="675" y="168"/>
                  </a:lnTo>
                  <a:lnTo>
                    <a:pt x="688" y="168"/>
                  </a:lnTo>
                  <a:lnTo>
                    <a:pt x="700" y="167"/>
                  </a:lnTo>
                  <a:lnTo>
                    <a:pt x="712" y="167"/>
                  </a:lnTo>
                  <a:lnTo>
                    <a:pt x="724" y="166"/>
                  </a:lnTo>
                  <a:lnTo>
                    <a:pt x="725" y="166"/>
                  </a:lnTo>
                  <a:lnTo>
                    <a:pt x="726" y="166"/>
                  </a:lnTo>
                  <a:lnTo>
                    <a:pt x="738" y="166"/>
                  </a:lnTo>
                  <a:lnTo>
                    <a:pt x="750" y="165"/>
                  </a:lnTo>
                  <a:lnTo>
                    <a:pt x="763" y="165"/>
                  </a:lnTo>
                  <a:lnTo>
                    <a:pt x="775" y="164"/>
                  </a:lnTo>
                  <a:lnTo>
                    <a:pt x="775" y="164"/>
                  </a:lnTo>
                  <a:lnTo>
                    <a:pt x="775" y="164"/>
                  </a:lnTo>
                  <a:lnTo>
                    <a:pt x="775" y="164"/>
                  </a:lnTo>
                  <a:lnTo>
                    <a:pt x="775" y="164"/>
                  </a:lnTo>
                  <a:lnTo>
                    <a:pt x="787" y="163"/>
                  </a:lnTo>
                  <a:lnTo>
                    <a:pt x="799" y="163"/>
                  </a:lnTo>
                  <a:lnTo>
                    <a:pt x="810" y="162"/>
                  </a:lnTo>
                  <a:lnTo>
                    <a:pt x="822" y="161"/>
                  </a:lnTo>
                  <a:lnTo>
                    <a:pt x="822" y="161"/>
                  </a:lnTo>
                  <a:lnTo>
                    <a:pt x="823" y="161"/>
                  </a:lnTo>
                  <a:lnTo>
                    <a:pt x="834" y="160"/>
                  </a:lnTo>
                  <a:lnTo>
                    <a:pt x="845" y="159"/>
                  </a:lnTo>
                  <a:lnTo>
                    <a:pt x="856" y="158"/>
                  </a:lnTo>
                  <a:lnTo>
                    <a:pt x="867" y="158"/>
                  </a:lnTo>
                  <a:lnTo>
                    <a:pt x="867" y="158"/>
                  </a:lnTo>
                  <a:lnTo>
                    <a:pt x="868" y="158"/>
                  </a:lnTo>
                  <a:lnTo>
                    <a:pt x="878" y="157"/>
                  </a:lnTo>
                  <a:lnTo>
                    <a:pt x="889" y="156"/>
                  </a:lnTo>
                  <a:lnTo>
                    <a:pt x="899" y="155"/>
                  </a:lnTo>
                  <a:lnTo>
                    <a:pt x="909" y="153"/>
                  </a:lnTo>
                  <a:lnTo>
                    <a:pt x="910" y="153"/>
                  </a:lnTo>
                  <a:lnTo>
                    <a:pt x="910" y="153"/>
                  </a:lnTo>
                  <a:lnTo>
                    <a:pt x="920" y="152"/>
                  </a:lnTo>
                  <a:lnTo>
                    <a:pt x="930" y="151"/>
                  </a:lnTo>
                  <a:lnTo>
                    <a:pt x="939" y="150"/>
                  </a:lnTo>
                  <a:lnTo>
                    <a:pt x="949" y="149"/>
                  </a:lnTo>
                  <a:lnTo>
                    <a:pt x="949" y="149"/>
                  </a:lnTo>
                  <a:lnTo>
                    <a:pt x="949" y="149"/>
                  </a:lnTo>
                  <a:lnTo>
                    <a:pt x="958" y="148"/>
                  </a:lnTo>
                  <a:lnTo>
                    <a:pt x="967" y="146"/>
                  </a:lnTo>
                  <a:lnTo>
                    <a:pt x="976" y="145"/>
                  </a:lnTo>
                  <a:lnTo>
                    <a:pt x="984" y="144"/>
                  </a:lnTo>
                  <a:lnTo>
                    <a:pt x="985" y="144"/>
                  </a:lnTo>
                  <a:lnTo>
                    <a:pt x="985" y="144"/>
                  </a:lnTo>
                  <a:lnTo>
                    <a:pt x="993" y="143"/>
                  </a:lnTo>
                  <a:lnTo>
                    <a:pt x="1001" y="141"/>
                  </a:lnTo>
                  <a:lnTo>
                    <a:pt x="1009" y="140"/>
                  </a:lnTo>
                  <a:lnTo>
                    <a:pt x="1017" y="138"/>
                  </a:lnTo>
                  <a:lnTo>
                    <a:pt x="1017" y="138"/>
                  </a:lnTo>
                  <a:lnTo>
                    <a:pt x="1017" y="138"/>
                  </a:lnTo>
                  <a:lnTo>
                    <a:pt x="1032" y="136"/>
                  </a:lnTo>
                  <a:lnTo>
                    <a:pt x="1045" y="133"/>
                  </a:lnTo>
                  <a:lnTo>
                    <a:pt x="1045" y="133"/>
                  </a:lnTo>
                  <a:lnTo>
                    <a:pt x="1045" y="133"/>
                  </a:lnTo>
                  <a:lnTo>
                    <a:pt x="1058" y="130"/>
                  </a:lnTo>
                  <a:lnTo>
                    <a:pt x="1071" y="126"/>
                  </a:lnTo>
                  <a:lnTo>
                    <a:pt x="1071" y="126"/>
                  </a:lnTo>
                  <a:lnTo>
                    <a:pt x="1071" y="126"/>
                  </a:lnTo>
                  <a:lnTo>
                    <a:pt x="1076" y="125"/>
                  </a:lnTo>
                  <a:lnTo>
                    <a:pt x="1081" y="123"/>
                  </a:lnTo>
                  <a:lnTo>
                    <a:pt x="1082" y="123"/>
                  </a:lnTo>
                  <a:lnTo>
                    <a:pt x="1082" y="123"/>
                  </a:lnTo>
                  <a:lnTo>
                    <a:pt x="1086" y="122"/>
                  </a:lnTo>
                  <a:lnTo>
                    <a:pt x="1091" y="120"/>
                  </a:lnTo>
                  <a:lnTo>
                    <a:pt x="1091" y="120"/>
                  </a:lnTo>
                  <a:lnTo>
                    <a:pt x="1092" y="120"/>
                  </a:lnTo>
                  <a:lnTo>
                    <a:pt x="1096" y="118"/>
                  </a:lnTo>
                  <a:lnTo>
                    <a:pt x="1100" y="117"/>
                  </a:lnTo>
                  <a:lnTo>
                    <a:pt x="1100" y="117"/>
                  </a:lnTo>
                  <a:lnTo>
                    <a:pt x="1100" y="117"/>
                  </a:lnTo>
                  <a:lnTo>
                    <a:pt x="1104" y="115"/>
                  </a:lnTo>
                  <a:lnTo>
                    <a:pt x="1107" y="113"/>
                  </a:lnTo>
                  <a:lnTo>
                    <a:pt x="1107" y="113"/>
                  </a:lnTo>
                  <a:lnTo>
                    <a:pt x="1107" y="113"/>
                  </a:lnTo>
                  <a:lnTo>
                    <a:pt x="1111" y="111"/>
                  </a:lnTo>
                  <a:lnTo>
                    <a:pt x="1113" y="110"/>
                  </a:lnTo>
                  <a:lnTo>
                    <a:pt x="1113" y="110"/>
                  </a:lnTo>
                  <a:lnTo>
                    <a:pt x="1113" y="110"/>
                  </a:lnTo>
                  <a:lnTo>
                    <a:pt x="1116" y="108"/>
                  </a:lnTo>
                  <a:lnTo>
                    <a:pt x="1118" y="107"/>
                  </a:lnTo>
                  <a:lnTo>
                    <a:pt x="1118" y="106"/>
                  </a:lnTo>
                  <a:lnTo>
                    <a:pt x="1119" y="106"/>
                  </a:lnTo>
                  <a:lnTo>
                    <a:pt x="1119" y="106"/>
                  </a:lnTo>
                  <a:lnTo>
                    <a:pt x="1119" y="105"/>
                  </a:lnTo>
                  <a:lnTo>
                    <a:pt x="1120" y="100"/>
                  </a:lnTo>
                  <a:lnTo>
                    <a:pt x="1119" y="94"/>
                  </a:lnTo>
                  <a:lnTo>
                    <a:pt x="1116" y="89"/>
                  </a:lnTo>
                  <a:lnTo>
                    <a:pt x="1112" y="84"/>
                  </a:lnTo>
                  <a:lnTo>
                    <a:pt x="1107" y="79"/>
                  </a:lnTo>
                  <a:lnTo>
                    <a:pt x="1101" y="74"/>
                  </a:lnTo>
                  <a:lnTo>
                    <a:pt x="1093" y="70"/>
                  </a:lnTo>
                  <a:lnTo>
                    <a:pt x="1084" y="65"/>
                  </a:lnTo>
                  <a:lnTo>
                    <a:pt x="1073" y="61"/>
                  </a:lnTo>
                  <a:lnTo>
                    <a:pt x="1061" y="57"/>
                  </a:lnTo>
                  <a:lnTo>
                    <a:pt x="1035" y="48"/>
                  </a:lnTo>
                  <a:lnTo>
                    <a:pt x="1005" y="41"/>
                  </a:lnTo>
                  <a:lnTo>
                    <a:pt x="971" y="34"/>
                  </a:lnTo>
                  <a:lnTo>
                    <a:pt x="934" y="27"/>
                  </a:lnTo>
                  <a:lnTo>
                    <a:pt x="914" y="24"/>
                  </a:lnTo>
                  <a:lnTo>
                    <a:pt x="894" y="21"/>
                  </a:lnTo>
                  <a:lnTo>
                    <a:pt x="872" y="18"/>
                  </a:lnTo>
                  <a:lnTo>
                    <a:pt x="850" y="16"/>
                  </a:lnTo>
                  <a:lnTo>
                    <a:pt x="828" y="13"/>
                  </a:lnTo>
                  <a:lnTo>
                    <a:pt x="805" y="11"/>
                  </a:lnTo>
                  <a:lnTo>
                    <a:pt x="781" y="9"/>
                  </a:lnTo>
                  <a:lnTo>
                    <a:pt x="756" y="7"/>
                  </a:lnTo>
                  <a:lnTo>
                    <a:pt x="732" y="6"/>
                  </a:lnTo>
                  <a:lnTo>
                    <a:pt x="706" y="4"/>
                  </a:lnTo>
                  <a:lnTo>
                    <a:pt x="681" y="3"/>
                  </a:lnTo>
                  <a:lnTo>
                    <a:pt x="654" y="2"/>
                  </a:lnTo>
                  <a:lnTo>
                    <a:pt x="628" y="1"/>
                  </a:lnTo>
                  <a:lnTo>
                    <a:pt x="601" y="1"/>
                  </a:lnTo>
                  <a:lnTo>
                    <a:pt x="573" y="0"/>
                  </a:lnTo>
                  <a:lnTo>
                    <a:pt x="546" y="0"/>
                  </a:lnTo>
                  <a:lnTo>
                    <a:pt x="518" y="0"/>
                  </a:lnTo>
                  <a:lnTo>
                    <a:pt x="491" y="1"/>
                  </a:lnTo>
                  <a:lnTo>
                    <a:pt x="464" y="1"/>
                  </a:lnTo>
                  <a:lnTo>
                    <a:pt x="437" y="2"/>
                  </a:lnTo>
                  <a:lnTo>
                    <a:pt x="411" y="3"/>
                  </a:lnTo>
                  <a:lnTo>
                    <a:pt x="385" y="4"/>
                  </a:lnTo>
                  <a:lnTo>
                    <a:pt x="360" y="5"/>
                  </a:lnTo>
                  <a:lnTo>
                    <a:pt x="336" y="7"/>
                  </a:lnTo>
                  <a:lnTo>
                    <a:pt x="312" y="9"/>
                  </a:lnTo>
                  <a:lnTo>
                    <a:pt x="289" y="11"/>
                  </a:lnTo>
                  <a:lnTo>
                    <a:pt x="266" y="13"/>
                  </a:lnTo>
                  <a:lnTo>
                    <a:pt x="245" y="15"/>
                  </a:lnTo>
                  <a:lnTo>
                    <a:pt x="223" y="18"/>
                  </a:lnTo>
                  <a:lnTo>
                    <a:pt x="203" y="21"/>
                  </a:lnTo>
                  <a:lnTo>
                    <a:pt x="183" y="23"/>
                  </a:lnTo>
                  <a:lnTo>
                    <a:pt x="165" y="26"/>
                  </a:lnTo>
                  <a:lnTo>
                    <a:pt x="129" y="33"/>
                  </a:lnTo>
                  <a:lnTo>
                    <a:pt x="98" y="40"/>
                  </a:lnTo>
                  <a:lnTo>
                    <a:pt x="70" y="48"/>
                  </a:lnTo>
                  <a:lnTo>
                    <a:pt x="46" y="56"/>
                  </a:lnTo>
                  <a:lnTo>
                    <a:pt x="36" y="60"/>
                  </a:lnTo>
                  <a:lnTo>
                    <a:pt x="27" y="65"/>
                  </a:lnTo>
                  <a:lnTo>
                    <a:pt x="19" y="69"/>
                  </a:lnTo>
                  <a:lnTo>
                    <a:pt x="13" y="74"/>
                  </a:lnTo>
                  <a:lnTo>
                    <a:pt x="8" y="78"/>
                  </a:lnTo>
                  <a:lnTo>
                    <a:pt x="4" y="83"/>
                  </a:lnTo>
                  <a:lnTo>
                    <a:pt x="1" y="88"/>
                  </a:lnTo>
                  <a:lnTo>
                    <a:pt x="0" y="93"/>
                  </a:lnTo>
                  <a:lnTo>
                    <a:pt x="0" y="96"/>
                  </a:lnTo>
                  <a:lnTo>
                    <a:pt x="1" y="100"/>
                  </a:lnTo>
                  <a:lnTo>
                    <a:pt x="3" y="103"/>
                  </a:lnTo>
                  <a:lnTo>
                    <a:pt x="5" y="106"/>
                  </a:lnTo>
                  <a:lnTo>
                    <a:pt x="6" y="107"/>
                  </a:lnTo>
                  <a:lnTo>
                    <a:pt x="7" y="108"/>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121" name="Freeform 63"/>
            <p:cNvSpPr/>
            <p:nvPr/>
          </p:nvSpPr>
          <p:spPr bwMode="auto">
            <a:xfrm>
              <a:off x="13286777" y="7534222"/>
              <a:ext cx="1639306" cy="835980"/>
            </a:xfrm>
            <a:custGeom>
              <a:avLst/>
              <a:gdLst>
                <a:gd name="T0" fmla="*/ 2225 w 2260"/>
                <a:gd name="T1" fmla="*/ 35 h 1152"/>
                <a:gd name="T2" fmla="*/ 2165 w 2260"/>
                <a:gd name="T3" fmla="*/ 58 h 1152"/>
                <a:gd name="T4" fmla="*/ 2079 w 2260"/>
                <a:gd name="T5" fmla="*/ 79 h 1152"/>
                <a:gd name="T6" fmla="*/ 1986 w 2260"/>
                <a:gd name="T7" fmla="*/ 96 h 1152"/>
                <a:gd name="T8" fmla="*/ 1907 w 2260"/>
                <a:gd name="T9" fmla="*/ 107 h 1152"/>
                <a:gd name="T10" fmla="*/ 1808 w 2260"/>
                <a:gd name="T11" fmla="*/ 118 h 1152"/>
                <a:gd name="T12" fmla="*/ 1711 w 2260"/>
                <a:gd name="T13" fmla="*/ 126 h 1152"/>
                <a:gd name="T14" fmla="*/ 1606 w 2260"/>
                <a:gd name="T15" fmla="*/ 134 h 1152"/>
                <a:gd name="T16" fmla="*/ 1485 w 2260"/>
                <a:gd name="T17" fmla="*/ 140 h 1152"/>
                <a:gd name="T18" fmla="*/ 1374 w 2260"/>
                <a:gd name="T19" fmla="*/ 144 h 1152"/>
                <a:gd name="T20" fmla="*/ 1234 w 2260"/>
                <a:gd name="T21" fmla="*/ 146 h 1152"/>
                <a:gd name="T22" fmla="*/ 1084 w 2260"/>
                <a:gd name="T23" fmla="*/ 146 h 1152"/>
                <a:gd name="T24" fmla="*/ 955 w 2260"/>
                <a:gd name="T25" fmla="*/ 144 h 1152"/>
                <a:gd name="T26" fmla="*/ 832 w 2260"/>
                <a:gd name="T27" fmla="*/ 140 h 1152"/>
                <a:gd name="T28" fmla="*/ 714 w 2260"/>
                <a:gd name="T29" fmla="*/ 135 h 1152"/>
                <a:gd name="T30" fmla="*/ 605 w 2260"/>
                <a:gd name="T31" fmla="*/ 127 h 1152"/>
                <a:gd name="T32" fmla="*/ 492 w 2260"/>
                <a:gd name="T33" fmla="*/ 118 h 1152"/>
                <a:gd name="T34" fmla="*/ 396 w 2260"/>
                <a:gd name="T35" fmla="*/ 108 h 1152"/>
                <a:gd name="T36" fmla="*/ 309 w 2260"/>
                <a:gd name="T37" fmla="*/ 96 h 1152"/>
                <a:gd name="T38" fmla="*/ 225 w 2260"/>
                <a:gd name="T39" fmla="*/ 83 h 1152"/>
                <a:gd name="T40" fmla="*/ 133 w 2260"/>
                <a:gd name="T41" fmla="*/ 63 h 1152"/>
                <a:gd name="T42" fmla="*/ 59 w 2260"/>
                <a:gd name="T43" fmla="*/ 40 h 1152"/>
                <a:gd name="T44" fmla="*/ 13 w 2260"/>
                <a:gd name="T45" fmla="*/ 15 h 1152"/>
                <a:gd name="T46" fmla="*/ 247 w 2260"/>
                <a:gd name="T47" fmla="*/ 464 h 1152"/>
                <a:gd name="T48" fmla="*/ 569 w 2260"/>
                <a:gd name="T49" fmla="*/ 1065 h 1152"/>
                <a:gd name="T50" fmla="*/ 579 w 2260"/>
                <a:gd name="T51" fmla="*/ 1075 h 1152"/>
                <a:gd name="T52" fmla="*/ 593 w 2260"/>
                <a:gd name="T53" fmla="*/ 1083 h 1152"/>
                <a:gd name="T54" fmla="*/ 608 w 2260"/>
                <a:gd name="T55" fmla="*/ 1090 h 1152"/>
                <a:gd name="T56" fmla="*/ 623 w 2260"/>
                <a:gd name="T57" fmla="*/ 1096 h 1152"/>
                <a:gd name="T58" fmla="*/ 644 w 2260"/>
                <a:gd name="T59" fmla="*/ 1103 h 1152"/>
                <a:gd name="T60" fmla="*/ 666 w 2260"/>
                <a:gd name="T61" fmla="*/ 1109 h 1152"/>
                <a:gd name="T62" fmla="*/ 689 w 2260"/>
                <a:gd name="T63" fmla="*/ 1114 h 1152"/>
                <a:gd name="T64" fmla="*/ 713 w 2260"/>
                <a:gd name="T65" fmla="*/ 1119 h 1152"/>
                <a:gd name="T66" fmla="*/ 747 w 2260"/>
                <a:gd name="T67" fmla="*/ 1125 h 1152"/>
                <a:gd name="T68" fmla="*/ 771 w 2260"/>
                <a:gd name="T69" fmla="*/ 1129 h 1152"/>
                <a:gd name="T70" fmla="*/ 801 w 2260"/>
                <a:gd name="T71" fmla="*/ 1133 h 1152"/>
                <a:gd name="T72" fmla="*/ 834 w 2260"/>
                <a:gd name="T73" fmla="*/ 1137 h 1152"/>
                <a:gd name="T74" fmla="*/ 875 w 2260"/>
                <a:gd name="T75" fmla="*/ 1141 h 1152"/>
                <a:gd name="T76" fmla="*/ 923 w 2260"/>
                <a:gd name="T77" fmla="*/ 1145 h 1152"/>
                <a:gd name="T78" fmla="*/ 972 w 2260"/>
                <a:gd name="T79" fmla="*/ 1148 h 1152"/>
                <a:gd name="T80" fmla="*/ 1032 w 2260"/>
                <a:gd name="T81" fmla="*/ 1150 h 1152"/>
                <a:gd name="T82" fmla="*/ 1119 w 2260"/>
                <a:gd name="T83" fmla="*/ 1152 h 1152"/>
                <a:gd name="T84" fmla="*/ 1176 w 2260"/>
                <a:gd name="T85" fmla="*/ 1152 h 1152"/>
                <a:gd name="T86" fmla="*/ 1253 w 2260"/>
                <a:gd name="T87" fmla="*/ 1150 h 1152"/>
                <a:gd name="T88" fmla="*/ 1320 w 2260"/>
                <a:gd name="T89" fmla="*/ 1147 h 1152"/>
                <a:gd name="T90" fmla="*/ 1359 w 2260"/>
                <a:gd name="T91" fmla="*/ 1144 h 1152"/>
                <a:gd name="T92" fmla="*/ 1400 w 2260"/>
                <a:gd name="T93" fmla="*/ 1140 h 1152"/>
                <a:gd name="T94" fmla="*/ 1436 w 2260"/>
                <a:gd name="T95" fmla="*/ 1137 h 1152"/>
                <a:gd name="T96" fmla="*/ 1472 w 2260"/>
                <a:gd name="T97" fmla="*/ 1132 h 1152"/>
                <a:gd name="T98" fmla="*/ 1508 w 2260"/>
                <a:gd name="T99" fmla="*/ 1127 h 1152"/>
                <a:gd name="T100" fmla="*/ 1543 w 2260"/>
                <a:gd name="T101" fmla="*/ 1121 h 1152"/>
                <a:gd name="T102" fmla="*/ 1567 w 2260"/>
                <a:gd name="T103" fmla="*/ 1116 h 1152"/>
                <a:gd name="T104" fmla="*/ 1589 w 2260"/>
                <a:gd name="T105" fmla="*/ 1111 h 1152"/>
                <a:gd name="T106" fmla="*/ 1610 w 2260"/>
                <a:gd name="T107" fmla="*/ 1106 h 1152"/>
                <a:gd name="T108" fmla="*/ 1630 w 2260"/>
                <a:gd name="T109" fmla="*/ 1099 h 1152"/>
                <a:gd name="T110" fmla="*/ 1645 w 2260"/>
                <a:gd name="T111" fmla="*/ 1094 h 1152"/>
                <a:gd name="T112" fmla="*/ 1660 w 2260"/>
                <a:gd name="T113" fmla="*/ 1086 h 1152"/>
                <a:gd name="T114" fmla="*/ 1672 w 2260"/>
                <a:gd name="T115" fmla="*/ 1079 h 1152"/>
                <a:gd name="T116" fmla="*/ 1681 w 2260"/>
                <a:gd name="T117" fmla="*/ 1072 h 1152"/>
                <a:gd name="T118" fmla="*/ 2255 w 2260"/>
                <a:gd name="T119" fmla="*/ 14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60" h="1152">
                  <a:moveTo>
                    <a:pt x="2255" y="14"/>
                  </a:moveTo>
                  <a:lnTo>
                    <a:pt x="2255" y="14"/>
                  </a:lnTo>
                  <a:lnTo>
                    <a:pt x="2255" y="14"/>
                  </a:lnTo>
                  <a:lnTo>
                    <a:pt x="2251" y="18"/>
                  </a:lnTo>
                  <a:lnTo>
                    <a:pt x="2247" y="21"/>
                  </a:lnTo>
                  <a:lnTo>
                    <a:pt x="2247" y="21"/>
                  </a:lnTo>
                  <a:lnTo>
                    <a:pt x="2246" y="22"/>
                  </a:lnTo>
                  <a:lnTo>
                    <a:pt x="2242" y="25"/>
                  </a:lnTo>
                  <a:lnTo>
                    <a:pt x="2237" y="28"/>
                  </a:lnTo>
                  <a:lnTo>
                    <a:pt x="2237" y="28"/>
                  </a:lnTo>
                  <a:lnTo>
                    <a:pt x="2236" y="28"/>
                  </a:lnTo>
                  <a:lnTo>
                    <a:pt x="2231" y="32"/>
                  </a:lnTo>
                  <a:lnTo>
                    <a:pt x="2225" y="35"/>
                  </a:lnTo>
                  <a:lnTo>
                    <a:pt x="2225" y="35"/>
                  </a:lnTo>
                  <a:lnTo>
                    <a:pt x="2225" y="35"/>
                  </a:lnTo>
                  <a:lnTo>
                    <a:pt x="2218" y="38"/>
                  </a:lnTo>
                  <a:lnTo>
                    <a:pt x="2211" y="41"/>
                  </a:lnTo>
                  <a:lnTo>
                    <a:pt x="2210" y="42"/>
                  </a:lnTo>
                  <a:lnTo>
                    <a:pt x="2210" y="42"/>
                  </a:lnTo>
                  <a:lnTo>
                    <a:pt x="2202" y="45"/>
                  </a:lnTo>
                  <a:lnTo>
                    <a:pt x="2194" y="48"/>
                  </a:lnTo>
                  <a:lnTo>
                    <a:pt x="2194" y="48"/>
                  </a:lnTo>
                  <a:lnTo>
                    <a:pt x="2193" y="48"/>
                  </a:lnTo>
                  <a:lnTo>
                    <a:pt x="2185" y="51"/>
                  </a:lnTo>
                  <a:lnTo>
                    <a:pt x="2176" y="54"/>
                  </a:lnTo>
                  <a:lnTo>
                    <a:pt x="2175" y="55"/>
                  </a:lnTo>
                  <a:lnTo>
                    <a:pt x="2174" y="55"/>
                  </a:lnTo>
                  <a:lnTo>
                    <a:pt x="2165" y="58"/>
                  </a:lnTo>
                  <a:lnTo>
                    <a:pt x="2155" y="61"/>
                  </a:lnTo>
                  <a:lnTo>
                    <a:pt x="2154" y="61"/>
                  </a:lnTo>
                  <a:lnTo>
                    <a:pt x="2154" y="61"/>
                  </a:lnTo>
                  <a:lnTo>
                    <a:pt x="2143" y="64"/>
                  </a:lnTo>
                  <a:lnTo>
                    <a:pt x="2132" y="67"/>
                  </a:lnTo>
                  <a:lnTo>
                    <a:pt x="2131" y="67"/>
                  </a:lnTo>
                  <a:lnTo>
                    <a:pt x="2131" y="67"/>
                  </a:lnTo>
                  <a:lnTo>
                    <a:pt x="2119" y="70"/>
                  </a:lnTo>
                  <a:lnTo>
                    <a:pt x="2107" y="73"/>
                  </a:lnTo>
                  <a:lnTo>
                    <a:pt x="2106" y="73"/>
                  </a:lnTo>
                  <a:lnTo>
                    <a:pt x="2105" y="73"/>
                  </a:lnTo>
                  <a:lnTo>
                    <a:pt x="2093" y="76"/>
                  </a:lnTo>
                  <a:lnTo>
                    <a:pt x="2080" y="79"/>
                  </a:lnTo>
                  <a:lnTo>
                    <a:pt x="2079" y="79"/>
                  </a:lnTo>
                  <a:lnTo>
                    <a:pt x="2079" y="79"/>
                  </a:lnTo>
                  <a:lnTo>
                    <a:pt x="2065" y="82"/>
                  </a:lnTo>
                  <a:lnTo>
                    <a:pt x="2051" y="85"/>
                  </a:lnTo>
                  <a:lnTo>
                    <a:pt x="2050" y="85"/>
                  </a:lnTo>
                  <a:lnTo>
                    <a:pt x="2049" y="85"/>
                  </a:lnTo>
                  <a:lnTo>
                    <a:pt x="2035" y="87"/>
                  </a:lnTo>
                  <a:lnTo>
                    <a:pt x="2020" y="90"/>
                  </a:lnTo>
                  <a:lnTo>
                    <a:pt x="2019" y="90"/>
                  </a:lnTo>
                  <a:lnTo>
                    <a:pt x="2018" y="90"/>
                  </a:lnTo>
                  <a:lnTo>
                    <a:pt x="2011" y="92"/>
                  </a:lnTo>
                  <a:lnTo>
                    <a:pt x="2003" y="93"/>
                  </a:lnTo>
                  <a:lnTo>
                    <a:pt x="1995" y="94"/>
                  </a:lnTo>
                  <a:lnTo>
                    <a:pt x="1987" y="95"/>
                  </a:lnTo>
                  <a:lnTo>
                    <a:pt x="1986" y="96"/>
                  </a:lnTo>
                  <a:lnTo>
                    <a:pt x="1986" y="96"/>
                  </a:lnTo>
                  <a:lnTo>
                    <a:pt x="1978" y="97"/>
                  </a:lnTo>
                  <a:lnTo>
                    <a:pt x="1970" y="98"/>
                  </a:lnTo>
                  <a:lnTo>
                    <a:pt x="1961" y="99"/>
                  </a:lnTo>
                  <a:lnTo>
                    <a:pt x="1953" y="100"/>
                  </a:lnTo>
                  <a:lnTo>
                    <a:pt x="1952" y="101"/>
                  </a:lnTo>
                  <a:lnTo>
                    <a:pt x="1951" y="101"/>
                  </a:lnTo>
                  <a:lnTo>
                    <a:pt x="1943" y="102"/>
                  </a:lnTo>
                  <a:lnTo>
                    <a:pt x="1934" y="103"/>
                  </a:lnTo>
                  <a:lnTo>
                    <a:pt x="1925" y="104"/>
                  </a:lnTo>
                  <a:lnTo>
                    <a:pt x="1916" y="105"/>
                  </a:lnTo>
                  <a:lnTo>
                    <a:pt x="1916" y="105"/>
                  </a:lnTo>
                  <a:lnTo>
                    <a:pt x="1916" y="106"/>
                  </a:lnTo>
                  <a:lnTo>
                    <a:pt x="1907" y="107"/>
                  </a:lnTo>
                  <a:lnTo>
                    <a:pt x="1898" y="108"/>
                  </a:lnTo>
                  <a:lnTo>
                    <a:pt x="1888" y="109"/>
                  </a:lnTo>
                  <a:lnTo>
                    <a:pt x="1879" y="110"/>
                  </a:lnTo>
                  <a:lnTo>
                    <a:pt x="1878" y="110"/>
                  </a:lnTo>
                  <a:lnTo>
                    <a:pt x="1877" y="110"/>
                  </a:lnTo>
                  <a:lnTo>
                    <a:pt x="1868" y="111"/>
                  </a:lnTo>
                  <a:lnTo>
                    <a:pt x="1858" y="112"/>
                  </a:lnTo>
                  <a:lnTo>
                    <a:pt x="1849" y="113"/>
                  </a:lnTo>
                  <a:lnTo>
                    <a:pt x="1839" y="114"/>
                  </a:lnTo>
                  <a:lnTo>
                    <a:pt x="1839" y="115"/>
                  </a:lnTo>
                  <a:lnTo>
                    <a:pt x="1838" y="115"/>
                  </a:lnTo>
                  <a:lnTo>
                    <a:pt x="1828" y="116"/>
                  </a:lnTo>
                  <a:lnTo>
                    <a:pt x="1818" y="117"/>
                  </a:lnTo>
                  <a:lnTo>
                    <a:pt x="1808" y="118"/>
                  </a:lnTo>
                  <a:lnTo>
                    <a:pt x="1798" y="119"/>
                  </a:lnTo>
                  <a:lnTo>
                    <a:pt x="1797" y="119"/>
                  </a:lnTo>
                  <a:lnTo>
                    <a:pt x="1797" y="119"/>
                  </a:lnTo>
                  <a:lnTo>
                    <a:pt x="1787" y="120"/>
                  </a:lnTo>
                  <a:lnTo>
                    <a:pt x="1776" y="121"/>
                  </a:lnTo>
                  <a:lnTo>
                    <a:pt x="1766" y="122"/>
                  </a:lnTo>
                  <a:lnTo>
                    <a:pt x="1755" y="123"/>
                  </a:lnTo>
                  <a:lnTo>
                    <a:pt x="1755" y="123"/>
                  </a:lnTo>
                  <a:lnTo>
                    <a:pt x="1754" y="123"/>
                  </a:lnTo>
                  <a:lnTo>
                    <a:pt x="1743" y="124"/>
                  </a:lnTo>
                  <a:lnTo>
                    <a:pt x="1733" y="125"/>
                  </a:lnTo>
                  <a:lnTo>
                    <a:pt x="1722" y="125"/>
                  </a:lnTo>
                  <a:lnTo>
                    <a:pt x="1712" y="126"/>
                  </a:lnTo>
                  <a:lnTo>
                    <a:pt x="1711" y="126"/>
                  </a:lnTo>
                  <a:lnTo>
                    <a:pt x="1709" y="126"/>
                  </a:lnTo>
                  <a:lnTo>
                    <a:pt x="1699" y="127"/>
                  </a:lnTo>
                  <a:lnTo>
                    <a:pt x="1688" y="128"/>
                  </a:lnTo>
                  <a:lnTo>
                    <a:pt x="1677" y="129"/>
                  </a:lnTo>
                  <a:lnTo>
                    <a:pt x="1666" y="130"/>
                  </a:lnTo>
                  <a:lnTo>
                    <a:pt x="1665" y="130"/>
                  </a:lnTo>
                  <a:lnTo>
                    <a:pt x="1664" y="130"/>
                  </a:lnTo>
                  <a:lnTo>
                    <a:pt x="1653" y="131"/>
                  </a:lnTo>
                  <a:lnTo>
                    <a:pt x="1642" y="131"/>
                  </a:lnTo>
                  <a:lnTo>
                    <a:pt x="1630" y="132"/>
                  </a:lnTo>
                  <a:lnTo>
                    <a:pt x="1618" y="133"/>
                  </a:lnTo>
                  <a:lnTo>
                    <a:pt x="1618" y="133"/>
                  </a:lnTo>
                  <a:lnTo>
                    <a:pt x="1617" y="133"/>
                  </a:lnTo>
                  <a:lnTo>
                    <a:pt x="1606" y="134"/>
                  </a:lnTo>
                  <a:lnTo>
                    <a:pt x="1595" y="134"/>
                  </a:lnTo>
                  <a:lnTo>
                    <a:pt x="1583" y="135"/>
                  </a:lnTo>
                  <a:lnTo>
                    <a:pt x="1572" y="135"/>
                  </a:lnTo>
                  <a:lnTo>
                    <a:pt x="1570" y="136"/>
                  </a:lnTo>
                  <a:lnTo>
                    <a:pt x="1568" y="136"/>
                  </a:lnTo>
                  <a:lnTo>
                    <a:pt x="1556" y="136"/>
                  </a:lnTo>
                  <a:lnTo>
                    <a:pt x="1545" y="137"/>
                  </a:lnTo>
                  <a:lnTo>
                    <a:pt x="1534" y="137"/>
                  </a:lnTo>
                  <a:lnTo>
                    <a:pt x="1522" y="138"/>
                  </a:lnTo>
                  <a:lnTo>
                    <a:pt x="1521" y="138"/>
                  </a:lnTo>
                  <a:lnTo>
                    <a:pt x="1519" y="138"/>
                  </a:lnTo>
                  <a:lnTo>
                    <a:pt x="1508" y="139"/>
                  </a:lnTo>
                  <a:lnTo>
                    <a:pt x="1497" y="139"/>
                  </a:lnTo>
                  <a:lnTo>
                    <a:pt x="1485" y="140"/>
                  </a:lnTo>
                  <a:lnTo>
                    <a:pt x="1474" y="140"/>
                  </a:lnTo>
                  <a:lnTo>
                    <a:pt x="1471" y="140"/>
                  </a:lnTo>
                  <a:lnTo>
                    <a:pt x="1468" y="140"/>
                  </a:lnTo>
                  <a:lnTo>
                    <a:pt x="1457" y="141"/>
                  </a:lnTo>
                  <a:lnTo>
                    <a:pt x="1445" y="141"/>
                  </a:lnTo>
                  <a:lnTo>
                    <a:pt x="1434" y="142"/>
                  </a:lnTo>
                  <a:lnTo>
                    <a:pt x="1423" y="142"/>
                  </a:lnTo>
                  <a:lnTo>
                    <a:pt x="1419" y="142"/>
                  </a:lnTo>
                  <a:lnTo>
                    <a:pt x="1416" y="142"/>
                  </a:lnTo>
                  <a:lnTo>
                    <a:pt x="1408" y="143"/>
                  </a:lnTo>
                  <a:lnTo>
                    <a:pt x="1400" y="143"/>
                  </a:lnTo>
                  <a:lnTo>
                    <a:pt x="1392" y="143"/>
                  </a:lnTo>
                  <a:lnTo>
                    <a:pt x="1384" y="143"/>
                  </a:lnTo>
                  <a:lnTo>
                    <a:pt x="1374" y="144"/>
                  </a:lnTo>
                  <a:lnTo>
                    <a:pt x="1364" y="144"/>
                  </a:lnTo>
                  <a:lnTo>
                    <a:pt x="1354" y="144"/>
                  </a:lnTo>
                  <a:lnTo>
                    <a:pt x="1345" y="144"/>
                  </a:lnTo>
                  <a:lnTo>
                    <a:pt x="1336" y="144"/>
                  </a:lnTo>
                  <a:lnTo>
                    <a:pt x="1327" y="145"/>
                  </a:lnTo>
                  <a:lnTo>
                    <a:pt x="1320" y="145"/>
                  </a:lnTo>
                  <a:lnTo>
                    <a:pt x="1312" y="145"/>
                  </a:lnTo>
                  <a:lnTo>
                    <a:pt x="1299" y="145"/>
                  </a:lnTo>
                  <a:lnTo>
                    <a:pt x="1286" y="145"/>
                  </a:lnTo>
                  <a:lnTo>
                    <a:pt x="1273" y="146"/>
                  </a:lnTo>
                  <a:lnTo>
                    <a:pt x="1260" y="146"/>
                  </a:lnTo>
                  <a:lnTo>
                    <a:pt x="1252" y="146"/>
                  </a:lnTo>
                  <a:lnTo>
                    <a:pt x="1244" y="146"/>
                  </a:lnTo>
                  <a:lnTo>
                    <a:pt x="1234" y="146"/>
                  </a:lnTo>
                  <a:lnTo>
                    <a:pt x="1225" y="146"/>
                  </a:lnTo>
                  <a:lnTo>
                    <a:pt x="1215" y="146"/>
                  </a:lnTo>
                  <a:lnTo>
                    <a:pt x="1205" y="146"/>
                  </a:lnTo>
                  <a:lnTo>
                    <a:pt x="1204" y="146"/>
                  </a:lnTo>
                  <a:lnTo>
                    <a:pt x="1203" y="146"/>
                  </a:lnTo>
                  <a:lnTo>
                    <a:pt x="1189" y="146"/>
                  </a:lnTo>
                  <a:lnTo>
                    <a:pt x="1175" y="146"/>
                  </a:lnTo>
                  <a:lnTo>
                    <a:pt x="1162" y="146"/>
                  </a:lnTo>
                  <a:lnTo>
                    <a:pt x="1148" y="146"/>
                  </a:lnTo>
                  <a:lnTo>
                    <a:pt x="1134" y="146"/>
                  </a:lnTo>
                  <a:lnTo>
                    <a:pt x="1121" y="146"/>
                  </a:lnTo>
                  <a:lnTo>
                    <a:pt x="1107" y="146"/>
                  </a:lnTo>
                  <a:lnTo>
                    <a:pt x="1094" y="146"/>
                  </a:lnTo>
                  <a:lnTo>
                    <a:pt x="1084" y="146"/>
                  </a:lnTo>
                  <a:lnTo>
                    <a:pt x="1075" y="146"/>
                  </a:lnTo>
                  <a:lnTo>
                    <a:pt x="1066" y="146"/>
                  </a:lnTo>
                  <a:lnTo>
                    <a:pt x="1057" y="146"/>
                  </a:lnTo>
                  <a:lnTo>
                    <a:pt x="1048" y="146"/>
                  </a:lnTo>
                  <a:lnTo>
                    <a:pt x="1040" y="146"/>
                  </a:lnTo>
                  <a:lnTo>
                    <a:pt x="1029" y="146"/>
                  </a:lnTo>
                  <a:lnTo>
                    <a:pt x="1017" y="145"/>
                  </a:lnTo>
                  <a:lnTo>
                    <a:pt x="1009" y="145"/>
                  </a:lnTo>
                  <a:lnTo>
                    <a:pt x="1001" y="145"/>
                  </a:lnTo>
                  <a:lnTo>
                    <a:pt x="993" y="145"/>
                  </a:lnTo>
                  <a:lnTo>
                    <a:pt x="985" y="145"/>
                  </a:lnTo>
                  <a:lnTo>
                    <a:pt x="974" y="145"/>
                  </a:lnTo>
                  <a:lnTo>
                    <a:pt x="962" y="144"/>
                  </a:lnTo>
                  <a:lnTo>
                    <a:pt x="955" y="144"/>
                  </a:lnTo>
                  <a:lnTo>
                    <a:pt x="947" y="144"/>
                  </a:lnTo>
                  <a:lnTo>
                    <a:pt x="940" y="144"/>
                  </a:lnTo>
                  <a:lnTo>
                    <a:pt x="933" y="144"/>
                  </a:lnTo>
                  <a:lnTo>
                    <a:pt x="921" y="143"/>
                  </a:lnTo>
                  <a:lnTo>
                    <a:pt x="910" y="143"/>
                  </a:lnTo>
                  <a:lnTo>
                    <a:pt x="900" y="143"/>
                  </a:lnTo>
                  <a:lnTo>
                    <a:pt x="891" y="142"/>
                  </a:lnTo>
                  <a:lnTo>
                    <a:pt x="882" y="142"/>
                  </a:lnTo>
                  <a:lnTo>
                    <a:pt x="872" y="142"/>
                  </a:lnTo>
                  <a:lnTo>
                    <a:pt x="870" y="142"/>
                  </a:lnTo>
                  <a:lnTo>
                    <a:pt x="868" y="142"/>
                  </a:lnTo>
                  <a:lnTo>
                    <a:pt x="856" y="141"/>
                  </a:lnTo>
                  <a:lnTo>
                    <a:pt x="844" y="141"/>
                  </a:lnTo>
                  <a:lnTo>
                    <a:pt x="832" y="140"/>
                  </a:lnTo>
                  <a:lnTo>
                    <a:pt x="820" y="140"/>
                  </a:lnTo>
                  <a:lnTo>
                    <a:pt x="818" y="140"/>
                  </a:lnTo>
                  <a:lnTo>
                    <a:pt x="815" y="140"/>
                  </a:lnTo>
                  <a:lnTo>
                    <a:pt x="803" y="139"/>
                  </a:lnTo>
                  <a:lnTo>
                    <a:pt x="790" y="138"/>
                  </a:lnTo>
                  <a:lnTo>
                    <a:pt x="777" y="138"/>
                  </a:lnTo>
                  <a:lnTo>
                    <a:pt x="765" y="137"/>
                  </a:lnTo>
                  <a:lnTo>
                    <a:pt x="765" y="137"/>
                  </a:lnTo>
                  <a:lnTo>
                    <a:pt x="765" y="137"/>
                  </a:lnTo>
                  <a:lnTo>
                    <a:pt x="753" y="137"/>
                  </a:lnTo>
                  <a:lnTo>
                    <a:pt x="740" y="136"/>
                  </a:lnTo>
                  <a:lnTo>
                    <a:pt x="728" y="135"/>
                  </a:lnTo>
                  <a:lnTo>
                    <a:pt x="716" y="135"/>
                  </a:lnTo>
                  <a:lnTo>
                    <a:pt x="714" y="135"/>
                  </a:lnTo>
                  <a:lnTo>
                    <a:pt x="712" y="134"/>
                  </a:lnTo>
                  <a:lnTo>
                    <a:pt x="700" y="134"/>
                  </a:lnTo>
                  <a:lnTo>
                    <a:pt x="688" y="133"/>
                  </a:lnTo>
                  <a:lnTo>
                    <a:pt x="677" y="132"/>
                  </a:lnTo>
                  <a:lnTo>
                    <a:pt x="665" y="132"/>
                  </a:lnTo>
                  <a:lnTo>
                    <a:pt x="664" y="132"/>
                  </a:lnTo>
                  <a:lnTo>
                    <a:pt x="664" y="132"/>
                  </a:lnTo>
                  <a:lnTo>
                    <a:pt x="652" y="131"/>
                  </a:lnTo>
                  <a:lnTo>
                    <a:pt x="640" y="130"/>
                  </a:lnTo>
                  <a:lnTo>
                    <a:pt x="629" y="129"/>
                  </a:lnTo>
                  <a:lnTo>
                    <a:pt x="617" y="128"/>
                  </a:lnTo>
                  <a:lnTo>
                    <a:pt x="617" y="128"/>
                  </a:lnTo>
                  <a:lnTo>
                    <a:pt x="616" y="128"/>
                  </a:lnTo>
                  <a:lnTo>
                    <a:pt x="605" y="127"/>
                  </a:lnTo>
                  <a:lnTo>
                    <a:pt x="593" y="127"/>
                  </a:lnTo>
                  <a:lnTo>
                    <a:pt x="581" y="126"/>
                  </a:lnTo>
                  <a:lnTo>
                    <a:pt x="570" y="125"/>
                  </a:lnTo>
                  <a:lnTo>
                    <a:pt x="570" y="125"/>
                  </a:lnTo>
                  <a:lnTo>
                    <a:pt x="570" y="125"/>
                  </a:lnTo>
                  <a:lnTo>
                    <a:pt x="558" y="124"/>
                  </a:lnTo>
                  <a:lnTo>
                    <a:pt x="547" y="123"/>
                  </a:lnTo>
                  <a:lnTo>
                    <a:pt x="536" y="122"/>
                  </a:lnTo>
                  <a:lnTo>
                    <a:pt x="525" y="121"/>
                  </a:lnTo>
                  <a:lnTo>
                    <a:pt x="524" y="121"/>
                  </a:lnTo>
                  <a:lnTo>
                    <a:pt x="523" y="121"/>
                  </a:lnTo>
                  <a:lnTo>
                    <a:pt x="513" y="120"/>
                  </a:lnTo>
                  <a:lnTo>
                    <a:pt x="502" y="119"/>
                  </a:lnTo>
                  <a:lnTo>
                    <a:pt x="492" y="118"/>
                  </a:lnTo>
                  <a:lnTo>
                    <a:pt x="481" y="117"/>
                  </a:lnTo>
                  <a:lnTo>
                    <a:pt x="480" y="117"/>
                  </a:lnTo>
                  <a:lnTo>
                    <a:pt x="479" y="117"/>
                  </a:lnTo>
                  <a:lnTo>
                    <a:pt x="469" y="116"/>
                  </a:lnTo>
                  <a:lnTo>
                    <a:pt x="458" y="115"/>
                  </a:lnTo>
                  <a:lnTo>
                    <a:pt x="448" y="114"/>
                  </a:lnTo>
                  <a:lnTo>
                    <a:pt x="438" y="112"/>
                  </a:lnTo>
                  <a:lnTo>
                    <a:pt x="438" y="112"/>
                  </a:lnTo>
                  <a:lnTo>
                    <a:pt x="437" y="112"/>
                  </a:lnTo>
                  <a:lnTo>
                    <a:pt x="427" y="111"/>
                  </a:lnTo>
                  <a:lnTo>
                    <a:pt x="417" y="110"/>
                  </a:lnTo>
                  <a:lnTo>
                    <a:pt x="407" y="109"/>
                  </a:lnTo>
                  <a:lnTo>
                    <a:pt x="396" y="108"/>
                  </a:lnTo>
                  <a:lnTo>
                    <a:pt x="396" y="108"/>
                  </a:lnTo>
                  <a:lnTo>
                    <a:pt x="395" y="108"/>
                  </a:lnTo>
                  <a:lnTo>
                    <a:pt x="385" y="106"/>
                  </a:lnTo>
                  <a:lnTo>
                    <a:pt x="376" y="105"/>
                  </a:lnTo>
                  <a:lnTo>
                    <a:pt x="366" y="104"/>
                  </a:lnTo>
                  <a:lnTo>
                    <a:pt x="357" y="103"/>
                  </a:lnTo>
                  <a:lnTo>
                    <a:pt x="356" y="103"/>
                  </a:lnTo>
                  <a:lnTo>
                    <a:pt x="356" y="103"/>
                  </a:lnTo>
                  <a:lnTo>
                    <a:pt x="347" y="102"/>
                  </a:lnTo>
                  <a:lnTo>
                    <a:pt x="337" y="100"/>
                  </a:lnTo>
                  <a:lnTo>
                    <a:pt x="328" y="99"/>
                  </a:lnTo>
                  <a:lnTo>
                    <a:pt x="319" y="98"/>
                  </a:lnTo>
                  <a:lnTo>
                    <a:pt x="319" y="98"/>
                  </a:lnTo>
                  <a:lnTo>
                    <a:pt x="318" y="98"/>
                  </a:lnTo>
                  <a:lnTo>
                    <a:pt x="309" y="96"/>
                  </a:lnTo>
                  <a:lnTo>
                    <a:pt x="301" y="95"/>
                  </a:lnTo>
                  <a:lnTo>
                    <a:pt x="292" y="94"/>
                  </a:lnTo>
                  <a:lnTo>
                    <a:pt x="284" y="92"/>
                  </a:lnTo>
                  <a:lnTo>
                    <a:pt x="283" y="92"/>
                  </a:lnTo>
                  <a:lnTo>
                    <a:pt x="283" y="92"/>
                  </a:lnTo>
                  <a:lnTo>
                    <a:pt x="274" y="91"/>
                  </a:lnTo>
                  <a:lnTo>
                    <a:pt x="266" y="90"/>
                  </a:lnTo>
                  <a:lnTo>
                    <a:pt x="258" y="88"/>
                  </a:lnTo>
                  <a:lnTo>
                    <a:pt x="250" y="87"/>
                  </a:lnTo>
                  <a:lnTo>
                    <a:pt x="249" y="87"/>
                  </a:lnTo>
                  <a:lnTo>
                    <a:pt x="249" y="87"/>
                  </a:lnTo>
                  <a:lnTo>
                    <a:pt x="241" y="85"/>
                  </a:lnTo>
                  <a:lnTo>
                    <a:pt x="233" y="84"/>
                  </a:lnTo>
                  <a:lnTo>
                    <a:pt x="225" y="83"/>
                  </a:lnTo>
                  <a:lnTo>
                    <a:pt x="218" y="81"/>
                  </a:lnTo>
                  <a:lnTo>
                    <a:pt x="217" y="81"/>
                  </a:lnTo>
                  <a:lnTo>
                    <a:pt x="217" y="81"/>
                  </a:lnTo>
                  <a:lnTo>
                    <a:pt x="202" y="78"/>
                  </a:lnTo>
                  <a:lnTo>
                    <a:pt x="187" y="75"/>
                  </a:lnTo>
                  <a:lnTo>
                    <a:pt x="187" y="75"/>
                  </a:lnTo>
                  <a:lnTo>
                    <a:pt x="187" y="75"/>
                  </a:lnTo>
                  <a:lnTo>
                    <a:pt x="173" y="72"/>
                  </a:lnTo>
                  <a:lnTo>
                    <a:pt x="160" y="69"/>
                  </a:lnTo>
                  <a:lnTo>
                    <a:pt x="159" y="69"/>
                  </a:lnTo>
                  <a:lnTo>
                    <a:pt x="158" y="69"/>
                  </a:lnTo>
                  <a:lnTo>
                    <a:pt x="146" y="66"/>
                  </a:lnTo>
                  <a:lnTo>
                    <a:pt x="134" y="63"/>
                  </a:lnTo>
                  <a:lnTo>
                    <a:pt x="133" y="63"/>
                  </a:lnTo>
                  <a:lnTo>
                    <a:pt x="132" y="63"/>
                  </a:lnTo>
                  <a:lnTo>
                    <a:pt x="121" y="60"/>
                  </a:lnTo>
                  <a:lnTo>
                    <a:pt x="110" y="57"/>
                  </a:lnTo>
                  <a:lnTo>
                    <a:pt x="109" y="56"/>
                  </a:lnTo>
                  <a:lnTo>
                    <a:pt x="108" y="56"/>
                  </a:lnTo>
                  <a:lnTo>
                    <a:pt x="98" y="53"/>
                  </a:lnTo>
                  <a:lnTo>
                    <a:pt x="88" y="50"/>
                  </a:lnTo>
                  <a:lnTo>
                    <a:pt x="87" y="50"/>
                  </a:lnTo>
                  <a:lnTo>
                    <a:pt x="87" y="50"/>
                  </a:lnTo>
                  <a:lnTo>
                    <a:pt x="77" y="46"/>
                  </a:lnTo>
                  <a:lnTo>
                    <a:pt x="68" y="43"/>
                  </a:lnTo>
                  <a:lnTo>
                    <a:pt x="68" y="43"/>
                  </a:lnTo>
                  <a:lnTo>
                    <a:pt x="67" y="43"/>
                  </a:lnTo>
                  <a:lnTo>
                    <a:pt x="59" y="40"/>
                  </a:lnTo>
                  <a:lnTo>
                    <a:pt x="51" y="37"/>
                  </a:lnTo>
                  <a:lnTo>
                    <a:pt x="51" y="36"/>
                  </a:lnTo>
                  <a:lnTo>
                    <a:pt x="50" y="36"/>
                  </a:lnTo>
                  <a:lnTo>
                    <a:pt x="43" y="33"/>
                  </a:lnTo>
                  <a:lnTo>
                    <a:pt x="37" y="30"/>
                  </a:lnTo>
                  <a:lnTo>
                    <a:pt x="36" y="29"/>
                  </a:lnTo>
                  <a:lnTo>
                    <a:pt x="35" y="29"/>
                  </a:lnTo>
                  <a:lnTo>
                    <a:pt x="29" y="26"/>
                  </a:lnTo>
                  <a:lnTo>
                    <a:pt x="24" y="23"/>
                  </a:lnTo>
                  <a:lnTo>
                    <a:pt x="23" y="22"/>
                  </a:lnTo>
                  <a:lnTo>
                    <a:pt x="22" y="22"/>
                  </a:lnTo>
                  <a:lnTo>
                    <a:pt x="17" y="18"/>
                  </a:lnTo>
                  <a:lnTo>
                    <a:pt x="13" y="15"/>
                  </a:lnTo>
                  <a:lnTo>
                    <a:pt x="13" y="15"/>
                  </a:lnTo>
                  <a:lnTo>
                    <a:pt x="13" y="15"/>
                  </a:lnTo>
                  <a:lnTo>
                    <a:pt x="9" y="12"/>
                  </a:lnTo>
                  <a:lnTo>
                    <a:pt x="6" y="9"/>
                  </a:lnTo>
                  <a:lnTo>
                    <a:pt x="5" y="8"/>
                  </a:lnTo>
                  <a:lnTo>
                    <a:pt x="5" y="7"/>
                  </a:lnTo>
                  <a:lnTo>
                    <a:pt x="2" y="4"/>
                  </a:lnTo>
                  <a:lnTo>
                    <a:pt x="0" y="0"/>
                  </a:lnTo>
                  <a:lnTo>
                    <a:pt x="35" y="67"/>
                  </a:lnTo>
                  <a:lnTo>
                    <a:pt x="70" y="133"/>
                  </a:lnTo>
                  <a:lnTo>
                    <a:pt x="106" y="200"/>
                  </a:lnTo>
                  <a:lnTo>
                    <a:pt x="141" y="266"/>
                  </a:lnTo>
                  <a:lnTo>
                    <a:pt x="176" y="332"/>
                  </a:lnTo>
                  <a:lnTo>
                    <a:pt x="212" y="398"/>
                  </a:lnTo>
                  <a:lnTo>
                    <a:pt x="247" y="464"/>
                  </a:lnTo>
                  <a:lnTo>
                    <a:pt x="282" y="530"/>
                  </a:lnTo>
                  <a:lnTo>
                    <a:pt x="318" y="597"/>
                  </a:lnTo>
                  <a:lnTo>
                    <a:pt x="353" y="664"/>
                  </a:lnTo>
                  <a:lnTo>
                    <a:pt x="388" y="730"/>
                  </a:lnTo>
                  <a:lnTo>
                    <a:pt x="424" y="796"/>
                  </a:lnTo>
                  <a:lnTo>
                    <a:pt x="460" y="862"/>
                  </a:lnTo>
                  <a:lnTo>
                    <a:pt x="495" y="928"/>
                  </a:lnTo>
                  <a:lnTo>
                    <a:pt x="530" y="994"/>
                  </a:lnTo>
                  <a:lnTo>
                    <a:pt x="566" y="1060"/>
                  </a:lnTo>
                  <a:lnTo>
                    <a:pt x="566" y="1062"/>
                  </a:lnTo>
                  <a:lnTo>
                    <a:pt x="568" y="1064"/>
                  </a:lnTo>
                  <a:lnTo>
                    <a:pt x="568" y="1064"/>
                  </a:lnTo>
                  <a:lnTo>
                    <a:pt x="568" y="1065"/>
                  </a:lnTo>
                  <a:lnTo>
                    <a:pt x="569" y="1065"/>
                  </a:lnTo>
                  <a:lnTo>
                    <a:pt x="569" y="1066"/>
                  </a:lnTo>
                  <a:lnTo>
                    <a:pt x="570" y="1066"/>
                  </a:lnTo>
                  <a:lnTo>
                    <a:pt x="570" y="1067"/>
                  </a:lnTo>
                  <a:lnTo>
                    <a:pt x="571" y="1068"/>
                  </a:lnTo>
                  <a:lnTo>
                    <a:pt x="573" y="1070"/>
                  </a:lnTo>
                  <a:lnTo>
                    <a:pt x="573" y="1070"/>
                  </a:lnTo>
                  <a:lnTo>
                    <a:pt x="573" y="1070"/>
                  </a:lnTo>
                  <a:lnTo>
                    <a:pt x="575" y="1071"/>
                  </a:lnTo>
                  <a:lnTo>
                    <a:pt x="577" y="1073"/>
                  </a:lnTo>
                  <a:lnTo>
                    <a:pt x="577" y="1073"/>
                  </a:lnTo>
                  <a:lnTo>
                    <a:pt x="578" y="1074"/>
                  </a:lnTo>
                  <a:lnTo>
                    <a:pt x="579" y="1074"/>
                  </a:lnTo>
                  <a:lnTo>
                    <a:pt x="579" y="1074"/>
                  </a:lnTo>
                  <a:lnTo>
                    <a:pt x="579" y="1075"/>
                  </a:lnTo>
                  <a:lnTo>
                    <a:pt x="580" y="1075"/>
                  </a:lnTo>
                  <a:lnTo>
                    <a:pt x="582" y="1076"/>
                  </a:lnTo>
                  <a:lnTo>
                    <a:pt x="583" y="1077"/>
                  </a:lnTo>
                  <a:lnTo>
                    <a:pt x="584" y="1078"/>
                  </a:lnTo>
                  <a:lnTo>
                    <a:pt x="585" y="1078"/>
                  </a:lnTo>
                  <a:lnTo>
                    <a:pt x="585" y="1079"/>
                  </a:lnTo>
                  <a:lnTo>
                    <a:pt x="586" y="1079"/>
                  </a:lnTo>
                  <a:lnTo>
                    <a:pt x="587" y="1079"/>
                  </a:lnTo>
                  <a:lnTo>
                    <a:pt x="587" y="1080"/>
                  </a:lnTo>
                  <a:lnTo>
                    <a:pt x="589" y="1081"/>
                  </a:lnTo>
                  <a:lnTo>
                    <a:pt x="591" y="1082"/>
                  </a:lnTo>
                  <a:lnTo>
                    <a:pt x="592" y="1082"/>
                  </a:lnTo>
                  <a:lnTo>
                    <a:pt x="593" y="1083"/>
                  </a:lnTo>
                  <a:lnTo>
                    <a:pt x="593" y="1083"/>
                  </a:lnTo>
                  <a:lnTo>
                    <a:pt x="594" y="1083"/>
                  </a:lnTo>
                  <a:lnTo>
                    <a:pt x="594" y="1083"/>
                  </a:lnTo>
                  <a:lnTo>
                    <a:pt x="595" y="1084"/>
                  </a:lnTo>
                  <a:lnTo>
                    <a:pt x="597" y="1085"/>
                  </a:lnTo>
                  <a:lnTo>
                    <a:pt x="599" y="1086"/>
                  </a:lnTo>
                  <a:lnTo>
                    <a:pt x="600" y="1086"/>
                  </a:lnTo>
                  <a:lnTo>
                    <a:pt x="602" y="1087"/>
                  </a:lnTo>
                  <a:lnTo>
                    <a:pt x="602" y="1087"/>
                  </a:lnTo>
                  <a:lnTo>
                    <a:pt x="602" y="1087"/>
                  </a:lnTo>
                  <a:lnTo>
                    <a:pt x="602" y="1087"/>
                  </a:lnTo>
                  <a:lnTo>
                    <a:pt x="602" y="1087"/>
                  </a:lnTo>
                  <a:lnTo>
                    <a:pt x="604" y="1088"/>
                  </a:lnTo>
                  <a:lnTo>
                    <a:pt x="606" y="1089"/>
                  </a:lnTo>
                  <a:lnTo>
                    <a:pt x="608" y="1090"/>
                  </a:lnTo>
                  <a:lnTo>
                    <a:pt x="610" y="1091"/>
                  </a:lnTo>
                  <a:lnTo>
                    <a:pt x="611" y="1091"/>
                  </a:lnTo>
                  <a:lnTo>
                    <a:pt x="612" y="1091"/>
                  </a:lnTo>
                  <a:lnTo>
                    <a:pt x="612" y="1091"/>
                  </a:lnTo>
                  <a:lnTo>
                    <a:pt x="613" y="1093"/>
                  </a:lnTo>
                  <a:lnTo>
                    <a:pt x="613" y="1093"/>
                  </a:lnTo>
                  <a:lnTo>
                    <a:pt x="614" y="1093"/>
                  </a:lnTo>
                  <a:lnTo>
                    <a:pt x="616" y="1094"/>
                  </a:lnTo>
                  <a:lnTo>
                    <a:pt x="618" y="1095"/>
                  </a:lnTo>
                  <a:lnTo>
                    <a:pt x="620" y="1095"/>
                  </a:lnTo>
                  <a:lnTo>
                    <a:pt x="622" y="1096"/>
                  </a:lnTo>
                  <a:lnTo>
                    <a:pt x="622" y="1096"/>
                  </a:lnTo>
                  <a:lnTo>
                    <a:pt x="623" y="1096"/>
                  </a:lnTo>
                  <a:lnTo>
                    <a:pt x="623" y="1096"/>
                  </a:lnTo>
                  <a:lnTo>
                    <a:pt x="623" y="1096"/>
                  </a:lnTo>
                  <a:lnTo>
                    <a:pt x="623" y="1097"/>
                  </a:lnTo>
                  <a:lnTo>
                    <a:pt x="623" y="1097"/>
                  </a:lnTo>
                  <a:lnTo>
                    <a:pt x="625" y="1097"/>
                  </a:lnTo>
                  <a:lnTo>
                    <a:pt x="626" y="1097"/>
                  </a:lnTo>
                  <a:lnTo>
                    <a:pt x="628" y="1098"/>
                  </a:lnTo>
                  <a:lnTo>
                    <a:pt x="630" y="1099"/>
                  </a:lnTo>
                  <a:lnTo>
                    <a:pt x="632" y="1099"/>
                  </a:lnTo>
                  <a:lnTo>
                    <a:pt x="634" y="1100"/>
                  </a:lnTo>
                  <a:lnTo>
                    <a:pt x="636" y="1101"/>
                  </a:lnTo>
                  <a:lnTo>
                    <a:pt x="638" y="1101"/>
                  </a:lnTo>
                  <a:lnTo>
                    <a:pt x="640" y="1102"/>
                  </a:lnTo>
                  <a:lnTo>
                    <a:pt x="642" y="1103"/>
                  </a:lnTo>
                  <a:lnTo>
                    <a:pt x="644" y="1103"/>
                  </a:lnTo>
                  <a:lnTo>
                    <a:pt x="646" y="1104"/>
                  </a:lnTo>
                  <a:lnTo>
                    <a:pt x="647" y="1104"/>
                  </a:lnTo>
                  <a:lnTo>
                    <a:pt x="649" y="1104"/>
                  </a:lnTo>
                  <a:lnTo>
                    <a:pt x="649" y="1104"/>
                  </a:lnTo>
                  <a:lnTo>
                    <a:pt x="649" y="1104"/>
                  </a:lnTo>
                  <a:lnTo>
                    <a:pt x="650" y="1105"/>
                  </a:lnTo>
                  <a:lnTo>
                    <a:pt x="651" y="1105"/>
                  </a:lnTo>
                  <a:lnTo>
                    <a:pt x="653" y="1106"/>
                  </a:lnTo>
                  <a:lnTo>
                    <a:pt x="655" y="1106"/>
                  </a:lnTo>
                  <a:lnTo>
                    <a:pt x="657" y="1107"/>
                  </a:lnTo>
                  <a:lnTo>
                    <a:pt x="659" y="1107"/>
                  </a:lnTo>
                  <a:lnTo>
                    <a:pt x="662" y="1108"/>
                  </a:lnTo>
                  <a:lnTo>
                    <a:pt x="664" y="1108"/>
                  </a:lnTo>
                  <a:lnTo>
                    <a:pt x="666" y="1109"/>
                  </a:lnTo>
                  <a:lnTo>
                    <a:pt x="668" y="1110"/>
                  </a:lnTo>
                  <a:lnTo>
                    <a:pt x="670" y="1110"/>
                  </a:lnTo>
                  <a:lnTo>
                    <a:pt x="673" y="1111"/>
                  </a:lnTo>
                  <a:lnTo>
                    <a:pt x="675" y="1111"/>
                  </a:lnTo>
                  <a:lnTo>
                    <a:pt x="677" y="1112"/>
                  </a:lnTo>
                  <a:lnTo>
                    <a:pt x="678" y="1112"/>
                  </a:lnTo>
                  <a:lnTo>
                    <a:pt x="678" y="1112"/>
                  </a:lnTo>
                  <a:lnTo>
                    <a:pt x="678" y="1112"/>
                  </a:lnTo>
                  <a:lnTo>
                    <a:pt x="678" y="1112"/>
                  </a:lnTo>
                  <a:lnTo>
                    <a:pt x="680" y="1112"/>
                  </a:lnTo>
                  <a:lnTo>
                    <a:pt x="682" y="1113"/>
                  </a:lnTo>
                  <a:lnTo>
                    <a:pt x="684" y="1113"/>
                  </a:lnTo>
                  <a:lnTo>
                    <a:pt x="686" y="1114"/>
                  </a:lnTo>
                  <a:lnTo>
                    <a:pt x="689" y="1114"/>
                  </a:lnTo>
                  <a:lnTo>
                    <a:pt x="691" y="1115"/>
                  </a:lnTo>
                  <a:lnTo>
                    <a:pt x="693" y="1115"/>
                  </a:lnTo>
                  <a:lnTo>
                    <a:pt x="696" y="1116"/>
                  </a:lnTo>
                  <a:lnTo>
                    <a:pt x="698" y="1116"/>
                  </a:lnTo>
                  <a:lnTo>
                    <a:pt x="700" y="1117"/>
                  </a:lnTo>
                  <a:lnTo>
                    <a:pt x="703" y="1117"/>
                  </a:lnTo>
                  <a:lnTo>
                    <a:pt x="705" y="1118"/>
                  </a:lnTo>
                  <a:lnTo>
                    <a:pt x="708" y="1118"/>
                  </a:lnTo>
                  <a:lnTo>
                    <a:pt x="710" y="1119"/>
                  </a:lnTo>
                  <a:lnTo>
                    <a:pt x="711" y="1119"/>
                  </a:lnTo>
                  <a:lnTo>
                    <a:pt x="711" y="1119"/>
                  </a:lnTo>
                  <a:lnTo>
                    <a:pt x="711" y="1119"/>
                  </a:lnTo>
                  <a:lnTo>
                    <a:pt x="711" y="1119"/>
                  </a:lnTo>
                  <a:lnTo>
                    <a:pt x="713" y="1119"/>
                  </a:lnTo>
                  <a:lnTo>
                    <a:pt x="715" y="1120"/>
                  </a:lnTo>
                  <a:lnTo>
                    <a:pt x="718" y="1120"/>
                  </a:lnTo>
                  <a:lnTo>
                    <a:pt x="720" y="1121"/>
                  </a:lnTo>
                  <a:lnTo>
                    <a:pt x="723" y="1121"/>
                  </a:lnTo>
                  <a:lnTo>
                    <a:pt x="725" y="1121"/>
                  </a:lnTo>
                  <a:lnTo>
                    <a:pt x="728" y="1122"/>
                  </a:lnTo>
                  <a:lnTo>
                    <a:pt x="730" y="1122"/>
                  </a:lnTo>
                  <a:lnTo>
                    <a:pt x="733" y="1123"/>
                  </a:lnTo>
                  <a:lnTo>
                    <a:pt x="736" y="1123"/>
                  </a:lnTo>
                  <a:lnTo>
                    <a:pt x="738" y="1124"/>
                  </a:lnTo>
                  <a:lnTo>
                    <a:pt x="741" y="1124"/>
                  </a:lnTo>
                  <a:lnTo>
                    <a:pt x="743" y="1125"/>
                  </a:lnTo>
                  <a:lnTo>
                    <a:pt x="746" y="1125"/>
                  </a:lnTo>
                  <a:lnTo>
                    <a:pt x="747" y="1125"/>
                  </a:lnTo>
                  <a:lnTo>
                    <a:pt x="747" y="1125"/>
                  </a:lnTo>
                  <a:lnTo>
                    <a:pt x="747" y="1125"/>
                  </a:lnTo>
                  <a:lnTo>
                    <a:pt x="747" y="1125"/>
                  </a:lnTo>
                  <a:lnTo>
                    <a:pt x="747" y="1125"/>
                  </a:lnTo>
                  <a:lnTo>
                    <a:pt x="747" y="1125"/>
                  </a:lnTo>
                  <a:lnTo>
                    <a:pt x="749" y="1126"/>
                  </a:lnTo>
                  <a:lnTo>
                    <a:pt x="752" y="1126"/>
                  </a:lnTo>
                  <a:lnTo>
                    <a:pt x="754" y="1126"/>
                  </a:lnTo>
                  <a:lnTo>
                    <a:pt x="757" y="1127"/>
                  </a:lnTo>
                  <a:lnTo>
                    <a:pt x="760" y="1127"/>
                  </a:lnTo>
                  <a:lnTo>
                    <a:pt x="763" y="1128"/>
                  </a:lnTo>
                  <a:lnTo>
                    <a:pt x="766" y="1128"/>
                  </a:lnTo>
                  <a:lnTo>
                    <a:pt x="768" y="1128"/>
                  </a:lnTo>
                  <a:lnTo>
                    <a:pt x="771" y="1129"/>
                  </a:lnTo>
                  <a:lnTo>
                    <a:pt x="774" y="1129"/>
                  </a:lnTo>
                  <a:lnTo>
                    <a:pt x="777" y="1130"/>
                  </a:lnTo>
                  <a:lnTo>
                    <a:pt x="780" y="1130"/>
                  </a:lnTo>
                  <a:lnTo>
                    <a:pt x="783" y="1131"/>
                  </a:lnTo>
                  <a:lnTo>
                    <a:pt x="786" y="1131"/>
                  </a:lnTo>
                  <a:lnTo>
                    <a:pt x="786" y="1131"/>
                  </a:lnTo>
                  <a:lnTo>
                    <a:pt x="787" y="1131"/>
                  </a:lnTo>
                  <a:lnTo>
                    <a:pt x="787" y="1131"/>
                  </a:lnTo>
                  <a:lnTo>
                    <a:pt x="787" y="1131"/>
                  </a:lnTo>
                  <a:lnTo>
                    <a:pt x="789" y="1131"/>
                  </a:lnTo>
                  <a:lnTo>
                    <a:pt x="792" y="1132"/>
                  </a:lnTo>
                  <a:lnTo>
                    <a:pt x="795" y="1132"/>
                  </a:lnTo>
                  <a:lnTo>
                    <a:pt x="798" y="1132"/>
                  </a:lnTo>
                  <a:lnTo>
                    <a:pt x="801" y="1133"/>
                  </a:lnTo>
                  <a:lnTo>
                    <a:pt x="804" y="1133"/>
                  </a:lnTo>
                  <a:lnTo>
                    <a:pt x="807" y="1134"/>
                  </a:lnTo>
                  <a:lnTo>
                    <a:pt x="811" y="1134"/>
                  </a:lnTo>
                  <a:lnTo>
                    <a:pt x="814" y="1134"/>
                  </a:lnTo>
                  <a:lnTo>
                    <a:pt x="817" y="1135"/>
                  </a:lnTo>
                  <a:lnTo>
                    <a:pt x="820" y="1135"/>
                  </a:lnTo>
                  <a:lnTo>
                    <a:pt x="824" y="1136"/>
                  </a:lnTo>
                  <a:lnTo>
                    <a:pt x="827" y="1136"/>
                  </a:lnTo>
                  <a:lnTo>
                    <a:pt x="830" y="1136"/>
                  </a:lnTo>
                  <a:lnTo>
                    <a:pt x="830" y="1136"/>
                  </a:lnTo>
                  <a:lnTo>
                    <a:pt x="830" y="1136"/>
                  </a:lnTo>
                  <a:lnTo>
                    <a:pt x="830" y="1136"/>
                  </a:lnTo>
                  <a:lnTo>
                    <a:pt x="831" y="1136"/>
                  </a:lnTo>
                  <a:lnTo>
                    <a:pt x="834" y="1137"/>
                  </a:lnTo>
                  <a:lnTo>
                    <a:pt x="838" y="1137"/>
                  </a:lnTo>
                  <a:lnTo>
                    <a:pt x="841" y="1138"/>
                  </a:lnTo>
                  <a:lnTo>
                    <a:pt x="845" y="1138"/>
                  </a:lnTo>
                  <a:lnTo>
                    <a:pt x="848" y="1138"/>
                  </a:lnTo>
                  <a:lnTo>
                    <a:pt x="852" y="1139"/>
                  </a:lnTo>
                  <a:lnTo>
                    <a:pt x="856" y="1139"/>
                  </a:lnTo>
                  <a:lnTo>
                    <a:pt x="859" y="1139"/>
                  </a:lnTo>
                  <a:lnTo>
                    <a:pt x="863" y="1140"/>
                  </a:lnTo>
                  <a:lnTo>
                    <a:pt x="867" y="1140"/>
                  </a:lnTo>
                  <a:lnTo>
                    <a:pt x="871" y="1140"/>
                  </a:lnTo>
                  <a:lnTo>
                    <a:pt x="875" y="1141"/>
                  </a:lnTo>
                  <a:lnTo>
                    <a:pt x="875" y="1141"/>
                  </a:lnTo>
                  <a:lnTo>
                    <a:pt x="875" y="1141"/>
                  </a:lnTo>
                  <a:lnTo>
                    <a:pt x="875" y="1141"/>
                  </a:lnTo>
                  <a:lnTo>
                    <a:pt x="875" y="1141"/>
                  </a:lnTo>
                  <a:lnTo>
                    <a:pt x="879" y="1141"/>
                  </a:lnTo>
                  <a:lnTo>
                    <a:pt x="883" y="1142"/>
                  </a:lnTo>
                  <a:lnTo>
                    <a:pt x="887" y="1142"/>
                  </a:lnTo>
                  <a:lnTo>
                    <a:pt x="891" y="1142"/>
                  </a:lnTo>
                  <a:lnTo>
                    <a:pt x="895" y="1143"/>
                  </a:lnTo>
                  <a:lnTo>
                    <a:pt x="900" y="1143"/>
                  </a:lnTo>
                  <a:lnTo>
                    <a:pt x="904" y="1143"/>
                  </a:lnTo>
                  <a:lnTo>
                    <a:pt x="909" y="1144"/>
                  </a:lnTo>
                  <a:lnTo>
                    <a:pt x="913" y="1144"/>
                  </a:lnTo>
                  <a:lnTo>
                    <a:pt x="917" y="1144"/>
                  </a:lnTo>
                  <a:lnTo>
                    <a:pt x="920" y="1144"/>
                  </a:lnTo>
                  <a:lnTo>
                    <a:pt x="922" y="1145"/>
                  </a:lnTo>
                  <a:lnTo>
                    <a:pt x="923" y="1145"/>
                  </a:lnTo>
                  <a:lnTo>
                    <a:pt x="923" y="1145"/>
                  </a:lnTo>
                  <a:lnTo>
                    <a:pt x="923" y="1145"/>
                  </a:lnTo>
                  <a:lnTo>
                    <a:pt x="923" y="1145"/>
                  </a:lnTo>
                  <a:lnTo>
                    <a:pt x="925" y="1145"/>
                  </a:lnTo>
                  <a:lnTo>
                    <a:pt x="927" y="1145"/>
                  </a:lnTo>
                  <a:lnTo>
                    <a:pt x="932" y="1145"/>
                  </a:lnTo>
                  <a:lnTo>
                    <a:pt x="937" y="1146"/>
                  </a:lnTo>
                  <a:lnTo>
                    <a:pt x="943" y="1146"/>
                  </a:lnTo>
                  <a:lnTo>
                    <a:pt x="948" y="1146"/>
                  </a:lnTo>
                  <a:lnTo>
                    <a:pt x="953" y="1147"/>
                  </a:lnTo>
                  <a:lnTo>
                    <a:pt x="958" y="1147"/>
                  </a:lnTo>
                  <a:lnTo>
                    <a:pt x="964" y="1147"/>
                  </a:lnTo>
                  <a:lnTo>
                    <a:pt x="971" y="1148"/>
                  </a:lnTo>
                  <a:lnTo>
                    <a:pt x="972" y="1148"/>
                  </a:lnTo>
                  <a:lnTo>
                    <a:pt x="973" y="1148"/>
                  </a:lnTo>
                  <a:lnTo>
                    <a:pt x="973" y="1148"/>
                  </a:lnTo>
                  <a:lnTo>
                    <a:pt x="973" y="1148"/>
                  </a:lnTo>
                  <a:lnTo>
                    <a:pt x="979" y="1148"/>
                  </a:lnTo>
                  <a:lnTo>
                    <a:pt x="984" y="1148"/>
                  </a:lnTo>
                  <a:lnTo>
                    <a:pt x="990" y="1149"/>
                  </a:lnTo>
                  <a:lnTo>
                    <a:pt x="997" y="1149"/>
                  </a:lnTo>
                  <a:lnTo>
                    <a:pt x="1004" y="1149"/>
                  </a:lnTo>
                  <a:lnTo>
                    <a:pt x="1010" y="1149"/>
                  </a:lnTo>
                  <a:lnTo>
                    <a:pt x="1016" y="1150"/>
                  </a:lnTo>
                  <a:lnTo>
                    <a:pt x="1023" y="1150"/>
                  </a:lnTo>
                  <a:lnTo>
                    <a:pt x="1026" y="1150"/>
                  </a:lnTo>
                  <a:lnTo>
                    <a:pt x="1029" y="1150"/>
                  </a:lnTo>
                  <a:lnTo>
                    <a:pt x="1032" y="1150"/>
                  </a:lnTo>
                  <a:lnTo>
                    <a:pt x="1035" y="1150"/>
                  </a:lnTo>
                  <a:lnTo>
                    <a:pt x="1048" y="1151"/>
                  </a:lnTo>
                  <a:lnTo>
                    <a:pt x="1060" y="1151"/>
                  </a:lnTo>
                  <a:lnTo>
                    <a:pt x="1069" y="1151"/>
                  </a:lnTo>
                  <a:lnTo>
                    <a:pt x="1077" y="1151"/>
                  </a:lnTo>
                  <a:lnTo>
                    <a:pt x="1079" y="1151"/>
                  </a:lnTo>
                  <a:lnTo>
                    <a:pt x="1081" y="1151"/>
                  </a:lnTo>
                  <a:lnTo>
                    <a:pt x="1083" y="1151"/>
                  </a:lnTo>
                  <a:lnTo>
                    <a:pt x="1085" y="1151"/>
                  </a:lnTo>
                  <a:lnTo>
                    <a:pt x="1097" y="1152"/>
                  </a:lnTo>
                  <a:lnTo>
                    <a:pt x="1110" y="1152"/>
                  </a:lnTo>
                  <a:lnTo>
                    <a:pt x="1113" y="1152"/>
                  </a:lnTo>
                  <a:lnTo>
                    <a:pt x="1116" y="1152"/>
                  </a:lnTo>
                  <a:lnTo>
                    <a:pt x="1119" y="1152"/>
                  </a:lnTo>
                  <a:lnTo>
                    <a:pt x="1122" y="1152"/>
                  </a:lnTo>
                  <a:lnTo>
                    <a:pt x="1126" y="1152"/>
                  </a:lnTo>
                  <a:lnTo>
                    <a:pt x="1129" y="1152"/>
                  </a:lnTo>
                  <a:lnTo>
                    <a:pt x="1132" y="1152"/>
                  </a:lnTo>
                  <a:lnTo>
                    <a:pt x="1135" y="1152"/>
                  </a:lnTo>
                  <a:lnTo>
                    <a:pt x="1139" y="1152"/>
                  </a:lnTo>
                  <a:lnTo>
                    <a:pt x="1142" y="1152"/>
                  </a:lnTo>
                  <a:lnTo>
                    <a:pt x="1146" y="1152"/>
                  </a:lnTo>
                  <a:lnTo>
                    <a:pt x="1150" y="1152"/>
                  </a:lnTo>
                  <a:lnTo>
                    <a:pt x="1154" y="1152"/>
                  </a:lnTo>
                  <a:lnTo>
                    <a:pt x="1157" y="1152"/>
                  </a:lnTo>
                  <a:lnTo>
                    <a:pt x="1161" y="1152"/>
                  </a:lnTo>
                  <a:lnTo>
                    <a:pt x="1165" y="1152"/>
                  </a:lnTo>
                  <a:lnTo>
                    <a:pt x="1176" y="1152"/>
                  </a:lnTo>
                  <a:lnTo>
                    <a:pt x="1188" y="1151"/>
                  </a:lnTo>
                  <a:lnTo>
                    <a:pt x="1189" y="1151"/>
                  </a:lnTo>
                  <a:lnTo>
                    <a:pt x="1189" y="1151"/>
                  </a:lnTo>
                  <a:lnTo>
                    <a:pt x="1190" y="1151"/>
                  </a:lnTo>
                  <a:lnTo>
                    <a:pt x="1190" y="1151"/>
                  </a:lnTo>
                  <a:lnTo>
                    <a:pt x="1202" y="1151"/>
                  </a:lnTo>
                  <a:lnTo>
                    <a:pt x="1215" y="1151"/>
                  </a:lnTo>
                  <a:lnTo>
                    <a:pt x="1227" y="1151"/>
                  </a:lnTo>
                  <a:lnTo>
                    <a:pt x="1239" y="1150"/>
                  </a:lnTo>
                  <a:lnTo>
                    <a:pt x="1240" y="1150"/>
                  </a:lnTo>
                  <a:lnTo>
                    <a:pt x="1241" y="1150"/>
                  </a:lnTo>
                  <a:lnTo>
                    <a:pt x="1242" y="1150"/>
                  </a:lnTo>
                  <a:lnTo>
                    <a:pt x="1243" y="1150"/>
                  </a:lnTo>
                  <a:lnTo>
                    <a:pt x="1253" y="1150"/>
                  </a:lnTo>
                  <a:lnTo>
                    <a:pt x="1263" y="1149"/>
                  </a:lnTo>
                  <a:lnTo>
                    <a:pt x="1269" y="1149"/>
                  </a:lnTo>
                  <a:lnTo>
                    <a:pt x="1276" y="1149"/>
                  </a:lnTo>
                  <a:lnTo>
                    <a:pt x="1282" y="1149"/>
                  </a:lnTo>
                  <a:lnTo>
                    <a:pt x="1289" y="1148"/>
                  </a:lnTo>
                  <a:lnTo>
                    <a:pt x="1290" y="1148"/>
                  </a:lnTo>
                  <a:lnTo>
                    <a:pt x="1291" y="1148"/>
                  </a:lnTo>
                  <a:lnTo>
                    <a:pt x="1292" y="1148"/>
                  </a:lnTo>
                  <a:lnTo>
                    <a:pt x="1293" y="1148"/>
                  </a:lnTo>
                  <a:lnTo>
                    <a:pt x="1297" y="1148"/>
                  </a:lnTo>
                  <a:lnTo>
                    <a:pt x="1302" y="1148"/>
                  </a:lnTo>
                  <a:lnTo>
                    <a:pt x="1308" y="1147"/>
                  </a:lnTo>
                  <a:lnTo>
                    <a:pt x="1314" y="1147"/>
                  </a:lnTo>
                  <a:lnTo>
                    <a:pt x="1320" y="1147"/>
                  </a:lnTo>
                  <a:lnTo>
                    <a:pt x="1325" y="1146"/>
                  </a:lnTo>
                  <a:lnTo>
                    <a:pt x="1330" y="1146"/>
                  </a:lnTo>
                  <a:lnTo>
                    <a:pt x="1335" y="1146"/>
                  </a:lnTo>
                  <a:lnTo>
                    <a:pt x="1337" y="1145"/>
                  </a:lnTo>
                  <a:lnTo>
                    <a:pt x="1340" y="1145"/>
                  </a:lnTo>
                  <a:lnTo>
                    <a:pt x="1340" y="1145"/>
                  </a:lnTo>
                  <a:lnTo>
                    <a:pt x="1341" y="1145"/>
                  </a:lnTo>
                  <a:lnTo>
                    <a:pt x="1341" y="1145"/>
                  </a:lnTo>
                  <a:lnTo>
                    <a:pt x="1341" y="1145"/>
                  </a:lnTo>
                  <a:lnTo>
                    <a:pt x="1343" y="1145"/>
                  </a:lnTo>
                  <a:lnTo>
                    <a:pt x="1345" y="1145"/>
                  </a:lnTo>
                  <a:lnTo>
                    <a:pt x="1350" y="1145"/>
                  </a:lnTo>
                  <a:lnTo>
                    <a:pt x="1354" y="1144"/>
                  </a:lnTo>
                  <a:lnTo>
                    <a:pt x="1359" y="1144"/>
                  </a:lnTo>
                  <a:lnTo>
                    <a:pt x="1363" y="1144"/>
                  </a:lnTo>
                  <a:lnTo>
                    <a:pt x="1367" y="1143"/>
                  </a:lnTo>
                  <a:lnTo>
                    <a:pt x="1372" y="1143"/>
                  </a:lnTo>
                  <a:lnTo>
                    <a:pt x="1376" y="1143"/>
                  </a:lnTo>
                  <a:lnTo>
                    <a:pt x="1380" y="1142"/>
                  </a:lnTo>
                  <a:lnTo>
                    <a:pt x="1383" y="1142"/>
                  </a:lnTo>
                  <a:lnTo>
                    <a:pt x="1387" y="1142"/>
                  </a:lnTo>
                  <a:lnTo>
                    <a:pt x="1387" y="1142"/>
                  </a:lnTo>
                  <a:lnTo>
                    <a:pt x="1387" y="1142"/>
                  </a:lnTo>
                  <a:lnTo>
                    <a:pt x="1388" y="1142"/>
                  </a:lnTo>
                  <a:lnTo>
                    <a:pt x="1388" y="1142"/>
                  </a:lnTo>
                  <a:lnTo>
                    <a:pt x="1392" y="1141"/>
                  </a:lnTo>
                  <a:lnTo>
                    <a:pt x="1396" y="1141"/>
                  </a:lnTo>
                  <a:lnTo>
                    <a:pt x="1400" y="1140"/>
                  </a:lnTo>
                  <a:lnTo>
                    <a:pt x="1404" y="1140"/>
                  </a:lnTo>
                  <a:lnTo>
                    <a:pt x="1407" y="1140"/>
                  </a:lnTo>
                  <a:lnTo>
                    <a:pt x="1411" y="1139"/>
                  </a:lnTo>
                  <a:lnTo>
                    <a:pt x="1415" y="1139"/>
                  </a:lnTo>
                  <a:lnTo>
                    <a:pt x="1418" y="1139"/>
                  </a:lnTo>
                  <a:lnTo>
                    <a:pt x="1422" y="1138"/>
                  </a:lnTo>
                  <a:lnTo>
                    <a:pt x="1425" y="1138"/>
                  </a:lnTo>
                  <a:lnTo>
                    <a:pt x="1428" y="1138"/>
                  </a:lnTo>
                  <a:lnTo>
                    <a:pt x="1431" y="1137"/>
                  </a:lnTo>
                  <a:lnTo>
                    <a:pt x="1431" y="1137"/>
                  </a:lnTo>
                  <a:lnTo>
                    <a:pt x="1431" y="1137"/>
                  </a:lnTo>
                  <a:lnTo>
                    <a:pt x="1432" y="1137"/>
                  </a:lnTo>
                  <a:lnTo>
                    <a:pt x="1432" y="1137"/>
                  </a:lnTo>
                  <a:lnTo>
                    <a:pt x="1436" y="1137"/>
                  </a:lnTo>
                  <a:lnTo>
                    <a:pt x="1439" y="1136"/>
                  </a:lnTo>
                  <a:lnTo>
                    <a:pt x="1442" y="1136"/>
                  </a:lnTo>
                  <a:lnTo>
                    <a:pt x="1446" y="1136"/>
                  </a:lnTo>
                  <a:lnTo>
                    <a:pt x="1449" y="1135"/>
                  </a:lnTo>
                  <a:lnTo>
                    <a:pt x="1452" y="1135"/>
                  </a:lnTo>
                  <a:lnTo>
                    <a:pt x="1455" y="1135"/>
                  </a:lnTo>
                  <a:lnTo>
                    <a:pt x="1459" y="1134"/>
                  </a:lnTo>
                  <a:lnTo>
                    <a:pt x="1462" y="1134"/>
                  </a:lnTo>
                  <a:lnTo>
                    <a:pt x="1465" y="1133"/>
                  </a:lnTo>
                  <a:lnTo>
                    <a:pt x="1468" y="1133"/>
                  </a:lnTo>
                  <a:lnTo>
                    <a:pt x="1471" y="1133"/>
                  </a:lnTo>
                  <a:lnTo>
                    <a:pt x="1471" y="1132"/>
                  </a:lnTo>
                  <a:lnTo>
                    <a:pt x="1472" y="1132"/>
                  </a:lnTo>
                  <a:lnTo>
                    <a:pt x="1472" y="1132"/>
                  </a:lnTo>
                  <a:lnTo>
                    <a:pt x="1472" y="1132"/>
                  </a:lnTo>
                  <a:lnTo>
                    <a:pt x="1475" y="1132"/>
                  </a:lnTo>
                  <a:lnTo>
                    <a:pt x="1477" y="1132"/>
                  </a:lnTo>
                  <a:lnTo>
                    <a:pt x="1480" y="1131"/>
                  </a:lnTo>
                  <a:lnTo>
                    <a:pt x="1483" y="1131"/>
                  </a:lnTo>
                  <a:lnTo>
                    <a:pt x="1486" y="1131"/>
                  </a:lnTo>
                  <a:lnTo>
                    <a:pt x="1488" y="1130"/>
                  </a:lnTo>
                  <a:lnTo>
                    <a:pt x="1491" y="1130"/>
                  </a:lnTo>
                  <a:lnTo>
                    <a:pt x="1494" y="1129"/>
                  </a:lnTo>
                  <a:lnTo>
                    <a:pt x="1497" y="1129"/>
                  </a:lnTo>
                  <a:lnTo>
                    <a:pt x="1500" y="1128"/>
                  </a:lnTo>
                  <a:lnTo>
                    <a:pt x="1502" y="1128"/>
                  </a:lnTo>
                  <a:lnTo>
                    <a:pt x="1505" y="1128"/>
                  </a:lnTo>
                  <a:lnTo>
                    <a:pt x="1508" y="1127"/>
                  </a:lnTo>
                  <a:lnTo>
                    <a:pt x="1511" y="1127"/>
                  </a:lnTo>
                  <a:lnTo>
                    <a:pt x="1513" y="1126"/>
                  </a:lnTo>
                  <a:lnTo>
                    <a:pt x="1516" y="1126"/>
                  </a:lnTo>
                  <a:lnTo>
                    <a:pt x="1518" y="1126"/>
                  </a:lnTo>
                  <a:lnTo>
                    <a:pt x="1521" y="1125"/>
                  </a:lnTo>
                  <a:lnTo>
                    <a:pt x="1524" y="1125"/>
                  </a:lnTo>
                  <a:lnTo>
                    <a:pt x="1526" y="1124"/>
                  </a:lnTo>
                  <a:lnTo>
                    <a:pt x="1529" y="1124"/>
                  </a:lnTo>
                  <a:lnTo>
                    <a:pt x="1531" y="1123"/>
                  </a:lnTo>
                  <a:lnTo>
                    <a:pt x="1534" y="1123"/>
                  </a:lnTo>
                  <a:lnTo>
                    <a:pt x="1536" y="1122"/>
                  </a:lnTo>
                  <a:lnTo>
                    <a:pt x="1539" y="1122"/>
                  </a:lnTo>
                  <a:lnTo>
                    <a:pt x="1541" y="1122"/>
                  </a:lnTo>
                  <a:lnTo>
                    <a:pt x="1543" y="1121"/>
                  </a:lnTo>
                  <a:lnTo>
                    <a:pt x="1545" y="1121"/>
                  </a:lnTo>
                  <a:lnTo>
                    <a:pt x="1546" y="1121"/>
                  </a:lnTo>
                  <a:lnTo>
                    <a:pt x="1546" y="1121"/>
                  </a:lnTo>
                  <a:lnTo>
                    <a:pt x="1546" y="1121"/>
                  </a:lnTo>
                  <a:lnTo>
                    <a:pt x="1546" y="1121"/>
                  </a:lnTo>
                  <a:lnTo>
                    <a:pt x="1548" y="1120"/>
                  </a:lnTo>
                  <a:lnTo>
                    <a:pt x="1551" y="1120"/>
                  </a:lnTo>
                  <a:lnTo>
                    <a:pt x="1553" y="1119"/>
                  </a:lnTo>
                  <a:lnTo>
                    <a:pt x="1556" y="1119"/>
                  </a:lnTo>
                  <a:lnTo>
                    <a:pt x="1558" y="1118"/>
                  </a:lnTo>
                  <a:lnTo>
                    <a:pt x="1560" y="1118"/>
                  </a:lnTo>
                  <a:lnTo>
                    <a:pt x="1563" y="1117"/>
                  </a:lnTo>
                  <a:lnTo>
                    <a:pt x="1565" y="1117"/>
                  </a:lnTo>
                  <a:lnTo>
                    <a:pt x="1567" y="1116"/>
                  </a:lnTo>
                  <a:lnTo>
                    <a:pt x="1569" y="1116"/>
                  </a:lnTo>
                  <a:lnTo>
                    <a:pt x="1572" y="1115"/>
                  </a:lnTo>
                  <a:lnTo>
                    <a:pt x="1574" y="1115"/>
                  </a:lnTo>
                  <a:lnTo>
                    <a:pt x="1576" y="1114"/>
                  </a:lnTo>
                  <a:lnTo>
                    <a:pt x="1577" y="1114"/>
                  </a:lnTo>
                  <a:lnTo>
                    <a:pt x="1577" y="1114"/>
                  </a:lnTo>
                  <a:lnTo>
                    <a:pt x="1577" y="1114"/>
                  </a:lnTo>
                  <a:lnTo>
                    <a:pt x="1578" y="1114"/>
                  </a:lnTo>
                  <a:lnTo>
                    <a:pt x="1578" y="1114"/>
                  </a:lnTo>
                  <a:lnTo>
                    <a:pt x="1581" y="1113"/>
                  </a:lnTo>
                  <a:lnTo>
                    <a:pt x="1583" y="1113"/>
                  </a:lnTo>
                  <a:lnTo>
                    <a:pt x="1585" y="1112"/>
                  </a:lnTo>
                  <a:lnTo>
                    <a:pt x="1587" y="1112"/>
                  </a:lnTo>
                  <a:lnTo>
                    <a:pt x="1589" y="1111"/>
                  </a:lnTo>
                  <a:lnTo>
                    <a:pt x="1591" y="1111"/>
                  </a:lnTo>
                  <a:lnTo>
                    <a:pt x="1593" y="1110"/>
                  </a:lnTo>
                  <a:lnTo>
                    <a:pt x="1596" y="1110"/>
                  </a:lnTo>
                  <a:lnTo>
                    <a:pt x="1598" y="1109"/>
                  </a:lnTo>
                  <a:lnTo>
                    <a:pt x="1600" y="1108"/>
                  </a:lnTo>
                  <a:lnTo>
                    <a:pt x="1602" y="1108"/>
                  </a:lnTo>
                  <a:lnTo>
                    <a:pt x="1604" y="1107"/>
                  </a:lnTo>
                  <a:lnTo>
                    <a:pt x="1605" y="1107"/>
                  </a:lnTo>
                  <a:lnTo>
                    <a:pt x="1605" y="1107"/>
                  </a:lnTo>
                  <a:lnTo>
                    <a:pt x="1605" y="1107"/>
                  </a:lnTo>
                  <a:lnTo>
                    <a:pt x="1606" y="1107"/>
                  </a:lnTo>
                  <a:lnTo>
                    <a:pt x="1607" y="1107"/>
                  </a:lnTo>
                  <a:lnTo>
                    <a:pt x="1608" y="1106"/>
                  </a:lnTo>
                  <a:lnTo>
                    <a:pt x="1610" y="1106"/>
                  </a:lnTo>
                  <a:lnTo>
                    <a:pt x="1612" y="1105"/>
                  </a:lnTo>
                  <a:lnTo>
                    <a:pt x="1614" y="1104"/>
                  </a:lnTo>
                  <a:lnTo>
                    <a:pt x="1616" y="1104"/>
                  </a:lnTo>
                  <a:lnTo>
                    <a:pt x="1618" y="1103"/>
                  </a:lnTo>
                  <a:lnTo>
                    <a:pt x="1620" y="1103"/>
                  </a:lnTo>
                  <a:lnTo>
                    <a:pt x="1622" y="1102"/>
                  </a:lnTo>
                  <a:lnTo>
                    <a:pt x="1624" y="1101"/>
                  </a:lnTo>
                  <a:lnTo>
                    <a:pt x="1626" y="1101"/>
                  </a:lnTo>
                  <a:lnTo>
                    <a:pt x="1628" y="1100"/>
                  </a:lnTo>
                  <a:lnTo>
                    <a:pt x="1629" y="1100"/>
                  </a:lnTo>
                  <a:lnTo>
                    <a:pt x="1630" y="1099"/>
                  </a:lnTo>
                  <a:lnTo>
                    <a:pt x="1630" y="1099"/>
                  </a:lnTo>
                  <a:lnTo>
                    <a:pt x="1630" y="1099"/>
                  </a:lnTo>
                  <a:lnTo>
                    <a:pt x="1630" y="1099"/>
                  </a:lnTo>
                  <a:lnTo>
                    <a:pt x="1630" y="1099"/>
                  </a:lnTo>
                  <a:lnTo>
                    <a:pt x="1631" y="1099"/>
                  </a:lnTo>
                  <a:lnTo>
                    <a:pt x="1631" y="1099"/>
                  </a:lnTo>
                  <a:lnTo>
                    <a:pt x="1633" y="1098"/>
                  </a:lnTo>
                  <a:lnTo>
                    <a:pt x="1635" y="1097"/>
                  </a:lnTo>
                  <a:lnTo>
                    <a:pt x="1638" y="1097"/>
                  </a:lnTo>
                  <a:lnTo>
                    <a:pt x="1640" y="1096"/>
                  </a:lnTo>
                  <a:lnTo>
                    <a:pt x="1640" y="1096"/>
                  </a:lnTo>
                  <a:lnTo>
                    <a:pt x="1641" y="1096"/>
                  </a:lnTo>
                  <a:lnTo>
                    <a:pt x="1642" y="1095"/>
                  </a:lnTo>
                  <a:lnTo>
                    <a:pt x="1642" y="1095"/>
                  </a:lnTo>
                  <a:lnTo>
                    <a:pt x="1643" y="1095"/>
                  </a:lnTo>
                  <a:lnTo>
                    <a:pt x="1644" y="1095"/>
                  </a:lnTo>
                  <a:lnTo>
                    <a:pt x="1645" y="1094"/>
                  </a:lnTo>
                  <a:lnTo>
                    <a:pt x="1647" y="1093"/>
                  </a:lnTo>
                  <a:lnTo>
                    <a:pt x="1649" y="1091"/>
                  </a:lnTo>
                  <a:lnTo>
                    <a:pt x="1651" y="1091"/>
                  </a:lnTo>
                  <a:lnTo>
                    <a:pt x="1651" y="1091"/>
                  </a:lnTo>
                  <a:lnTo>
                    <a:pt x="1651" y="1090"/>
                  </a:lnTo>
                  <a:lnTo>
                    <a:pt x="1651" y="1090"/>
                  </a:lnTo>
                  <a:lnTo>
                    <a:pt x="1652" y="1090"/>
                  </a:lnTo>
                  <a:lnTo>
                    <a:pt x="1653" y="1090"/>
                  </a:lnTo>
                  <a:lnTo>
                    <a:pt x="1654" y="1089"/>
                  </a:lnTo>
                  <a:lnTo>
                    <a:pt x="1656" y="1088"/>
                  </a:lnTo>
                  <a:lnTo>
                    <a:pt x="1658" y="1087"/>
                  </a:lnTo>
                  <a:lnTo>
                    <a:pt x="1659" y="1087"/>
                  </a:lnTo>
                  <a:lnTo>
                    <a:pt x="1660" y="1086"/>
                  </a:lnTo>
                  <a:lnTo>
                    <a:pt x="1660" y="1086"/>
                  </a:lnTo>
                  <a:lnTo>
                    <a:pt x="1660" y="1086"/>
                  </a:lnTo>
                  <a:lnTo>
                    <a:pt x="1661" y="1086"/>
                  </a:lnTo>
                  <a:lnTo>
                    <a:pt x="1661" y="1086"/>
                  </a:lnTo>
                  <a:lnTo>
                    <a:pt x="1663" y="1085"/>
                  </a:lnTo>
                  <a:lnTo>
                    <a:pt x="1664" y="1084"/>
                  </a:lnTo>
                  <a:lnTo>
                    <a:pt x="1666" y="1083"/>
                  </a:lnTo>
                  <a:lnTo>
                    <a:pt x="1667" y="1082"/>
                  </a:lnTo>
                  <a:lnTo>
                    <a:pt x="1667" y="1082"/>
                  </a:lnTo>
                  <a:lnTo>
                    <a:pt x="1667" y="1082"/>
                  </a:lnTo>
                  <a:lnTo>
                    <a:pt x="1668" y="1082"/>
                  </a:lnTo>
                  <a:lnTo>
                    <a:pt x="1668" y="1082"/>
                  </a:lnTo>
                  <a:lnTo>
                    <a:pt x="1669" y="1081"/>
                  </a:lnTo>
                  <a:lnTo>
                    <a:pt x="1671" y="1080"/>
                  </a:lnTo>
                  <a:lnTo>
                    <a:pt x="1672" y="1079"/>
                  </a:lnTo>
                  <a:lnTo>
                    <a:pt x="1674" y="1078"/>
                  </a:lnTo>
                  <a:lnTo>
                    <a:pt x="1674" y="1078"/>
                  </a:lnTo>
                  <a:lnTo>
                    <a:pt x="1674" y="1078"/>
                  </a:lnTo>
                  <a:lnTo>
                    <a:pt x="1674" y="1078"/>
                  </a:lnTo>
                  <a:lnTo>
                    <a:pt x="1674" y="1077"/>
                  </a:lnTo>
                  <a:lnTo>
                    <a:pt x="1676" y="1076"/>
                  </a:lnTo>
                  <a:lnTo>
                    <a:pt x="1677" y="1075"/>
                  </a:lnTo>
                  <a:lnTo>
                    <a:pt x="1678" y="1074"/>
                  </a:lnTo>
                  <a:lnTo>
                    <a:pt x="1679" y="1074"/>
                  </a:lnTo>
                  <a:lnTo>
                    <a:pt x="1679" y="1073"/>
                  </a:lnTo>
                  <a:lnTo>
                    <a:pt x="1680" y="1073"/>
                  </a:lnTo>
                  <a:lnTo>
                    <a:pt x="1680" y="1073"/>
                  </a:lnTo>
                  <a:lnTo>
                    <a:pt x="1680" y="1073"/>
                  </a:lnTo>
                  <a:lnTo>
                    <a:pt x="1681" y="1072"/>
                  </a:lnTo>
                  <a:lnTo>
                    <a:pt x="1682" y="1071"/>
                  </a:lnTo>
                  <a:lnTo>
                    <a:pt x="1683" y="1070"/>
                  </a:lnTo>
                  <a:lnTo>
                    <a:pt x="1683" y="1069"/>
                  </a:lnTo>
                  <a:lnTo>
                    <a:pt x="1683" y="1069"/>
                  </a:lnTo>
                  <a:lnTo>
                    <a:pt x="1684" y="1069"/>
                  </a:lnTo>
                  <a:lnTo>
                    <a:pt x="1684" y="1069"/>
                  </a:lnTo>
                  <a:lnTo>
                    <a:pt x="1684" y="1069"/>
                  </a:lnTo>
                  <a:lnTo>
                    <a:pt x="1685" y="1068"/>
                  </a:lnTo>
                  <a:lnTo>
                    <a:pt x="1685" y="1067"/>
                  </a:lnTo>
                  <a:lnTo>
                    <a:pt x="1686" y="1066"/>
                  </a:lnTo>
                  <a:lnTo>
                    <a:pt x="1687" y="1064"/>
                  </a:lnTo>
                  <a:lnTo>
                    <a:pt x="2260" y="7"/>
                  </a:lnTo>
                  <a:lnTo>
                    <a:pt x="2258" y="10"/>
                  </a:lnTo>
                  <a:lnTo>
                    <a:pt x="2255" y="14"/>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122" name="Freeform 64"/>
            <p:cNvSpPr/>
            <p:nvPr/>
          </p:nvSpPr>
          <p:spPr bwMode="auto">
            <a:xfrm>
              <a:off x="13284601" y="7416662"/>
              <a:ext cx="1643659" cy="222057"/>
            </a:xfrm>
            <a:custGeom>
              <a:avLst/>
              <a:gdLst>
                <a:gd name="T0" fmla="*/ 3 w 2266"/>
                <a:gd name="T1" fmla="*/ 140 h 308"/>
                <a:gd name="T2" fmla="*/ 17 w 2266"/>
                <a:gd name="T3" fmla="*/ 124 h 308"/>
                <a:gd name="T4" fmla="*/ 58 w 2266"/>
                <a:gd name="T5" fmla="*/ 102 h 308"/>
                <a:gd name="T6" fmla="*/ 121 w 2266"/>
                <a:gd name="T7" fmla="*/ 82 h 308"/>
                <a:gd name="T8" fmla="*/ 203 w 2266"/>
                <a:gd name="T9" fmla="*/ 63 h 308"/>
                <a:gd name="T10" fmla="*/ 304 w 2266"/>
                <a:gd name="T11" fmla="*/ 47 h 308"/>
                <a:gd name="T12" fmla="*/ 420 w 2266"/>
                <a:gd name="T13" fmla="*/ 32 h 308"/>
                <a:gd name="T14" fmla="*/ 549 w 2266"/>
                <a:gd name="T15" fmla="*/ 20 h 308"/>
                <a:gd name="T16" fmla="*/ 691 w 2266"/>
                <a:gd name="T17" fmla="*/ 11 h 308"/>
                <a:gd name="T18" fmla="*/ 842 w 2266"/>
                <a:gd name="T19" fmla="*/ 4 h 308"/>
                <a:gd name="T20" fmla="*/ 1003 w 2266"/>
                <a:gd name="T21" fmla="*/ 1 h 308"/>
                <a:gd name="T22" fmla="*/ 1171 w 2266"/>
                <a:gd name="T23" fmla="*/ 0 h 308"/>
                <a:gd name="T24" fmla="*/ 1335 w 2266"/>
                <a:gd name="T25" fmla="*/ 3 h 308"/>
                <a:gd name="T26" fmla="*/ 1491 w 2266"/>
                <a:gd name="T27" fmla="*/ 9 h 308"/>
                <a:gd name="T28" fmla="*/ 1638 w 2266"/>
                <a:gd name="T29" fmla="*/ 17 h 308"/>
                <a:gd name="T30" fmla="*/ 1775 w 2266"/>
                <a:gd name="T31" fmla="*/ 29 h 308"/>
                <a:gd name="T32" fmla="*/ 1898 w 2266"/>
                <a:gd name="T33" fmla="*/ 43 h 308"/>
                <a:gd name="T34" fmla="*/ 2008 w 2266"/>
                <a:gd name="T35" fmla="*/ 59 h 308"/>
                <a:gd name="T36" fmla="*/ 2101 w 2266"/>
                <a:gd name="T37" fmla="*/ 77 h 308"/>
                <a:gd name="T38" fmla="*/ 2175 w 2266"/>
                <a:gd name="T39" fmla="*/ 96 h 308"/>
                <a:gd name="T40" fmla="*/ 2228 w 2266"/>
                <a:gd name="T41" fmla="*/ 118 h 308"/>
                <a:gd name="T42" fmla="*/ 2257 w 2266"/>
                <a:gd name="T43" fmla="*/ 137 h 308"/>
                <a:gd name="T44" fmla="*/ 2265 w 2266"/>
                <a:gd name="T45" fmla="*/ 149 h 308"/>
                <a:gd name="T46" fmla="*/ 2266 w 2266"/>
                <a:gd name="T47" fmla="*/ 161 h 308"/>
                <a:gd name="T48" fmla="*/ 2261 w 2266"/>
                <a:gd name="T49" fmla="*/ 172 h 308"/>
                <a:gd name="T50" fmla="*/ 2244 w 2266"/>
                <a:gd name="T51" fmla="*/ 188 h 308"/>
                <a:gd name="T52" fmla="*/ 2198 w 2266"/>
                <a:gd name="T53" fmla="*/ 210 h 308"/>
                <a:gd name="T54" fmla="*/ 2130 w 2266"/>
                <a:gd name="T55" fmla="*/ 230 h 308"/>
                <a:gd name="T56" fmla="*/ 2040 w 2266"/>
                <a:gd name="T57" fmla="*/ 249 h 308"/>
                <a:gd name="T58" fmla="*/ 1930 w 2266"/>
                <a:gd name="T59" fmla="*/ 266 h 308"/>
                <a:gd name="T60" fmla="*/ 1802 w 2266"/>
                <a:gd name="T61" fmla="*/ 281 h 308"/>
                <a:gd name="T62" fmla="*/ 1658 w 2266"/>
                <a:gd name="T63" fmla="*/ 292 h 308"/>
                <a:gd name="T64" fmla="*/ 1499 w 2266"/>
                <a:gd name="T65" fmla="*/ 301 h 308"/>
                <a:gd name="T66" fmla="*/ 1330 w 2266"/>
                <a:gd name="T67" fmla="*/ 307 h 308"/>
                <a:gd name="T68" fmla="*/ 1151 w 2266"/>
                <a:gd name="T69" fmla="*/ 308 h 308"/>
                <a:gd name="T70" fmla="*/ 971 w 2266"/>
                <a:gd name="T71" fmla="*/ 306 h 308"/>
                <a:gd name="T72" fmla="*/ 800 w 2266"/>
                <a:gd name="T73" fmla="*/ 301 h 308"/>
                <a:gd name="T74" fmla="*/ 640 w 2266"/>
                <a:gd name="T75" fmla="*/ 292 h 308"/>
                <a:gd name="T76" fmla="*/ 494 w 2266"/>
                <a:gd name="T77" fmla="*/ 280 h 308"/>
                <a:gd name="T78" fmla="*/ 361 w 2266"/>
                <a:gd name="T79" fmla="*/ 265 h 308"/>
                <a:gd name="T80" fmla="*/ 248 w 2266"/>
                <a:gd name="T81" fmla="*/ 248 h 308"/>
                <a:gd name="T82" fmla="*/ 153 w 2266"/>
                <a:gd name="T83" fmla="*/ 229 h 308"/>
                <a:gd name="T84" fmla="*/ 80 w 2266"/>
                <a:gd name="T85" fmla="*/ 208 h 308"/>
                <a:gd name="T86" fmla="*/ 29 w 2266"/>
                <a:gd name="T87" fmla="*/ 186 h 308"/>
                <a:gd name="T88" fmla="*/ 9 w 2266"/>
                <a:gd name="T89" fmla="*/ 171 h 308"/>
                <a:gd name="T90" fmla="*/ 1 w 2266"/>
                <a:gd name="T91" fmla="*/ 159 h 308"/>
                <a:gd name="T92" fmla="*/ 0 w 2266"/>
                <a:gd name="T93" fmla="*/ 147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66" h="308">
                  <a:moveTo>
                    <a:pt x="0" y="147"/>
                  </a:moveTo>
                  <a:lnTo>
                    <a:pt x="1" y="143"/>
                  </a:lnTo>
                  <a:lnTo>
                    <a:pt x="3" y="140"/>
                  </a:lnTo>
                  <a:lnTo>
                    <a:pt x="6" y="136"/>
                  </a:lnTo>
                  <a:lnTo>
                    <a:pt x="9" y="132"/>
                  </a:lnTo>
                  <a:lnTo>
                    <a:pt x="17" y="124"/>
                  </a:lnTo>
                  <a:lnTo>
                    <a:pt x="28" y="117"/>
                  </a:lnTo>
                  <a:lnTo>
                    <a:pt x="42" y="109"/>
                  </a:lnTo>
                  <a:lnTo>
                    <a:pt x="58" y="102"/>
                  </a:lnTo>
                  <a:lnTo>
                    <a:pt x="77" y="95"/>
                  </a:lnTo>
                  <a:lnTo>
                    <a:pt x="98" y="88"/>
                  </a:lnTo>
                  <a:lnTo>
                    <a:pt x="121" y="82"/>
                  </a:lnTo>
                  <a:lnTo>
                    <a:pt x="146" y="75"/>
                  </a:lnTo>
                  <a:lnTo>
                    <a:pt x="174" y="69"/>
                  </a:lnTo>
                  <a:lnTo>
                    <a:pt x="203" y="63"/>
                  </a:lnTo>
                  <a:lnTo>
                    <a:pt x="235" y="58"/>
                  </a:lnTo>
                  <a:lnTo>
                    <a:pt x="268" y="52"/>
                  </a:lnTo>
                  <a:lnTo>
                    <a:pt x="304" y="47"/>
                  </a:lnTo>
                  <a:lnTo>
                    <a:pt x="341" y="42"/>
                  </a:lnTo>
                  <a:lnTo>
                    <a:pt x="379" y="37"/>
                  </a:lnTo>
                  <a:lnTo>
                    <a:pt x="420" y="32"/>
                  </a:lnTo>
                  <a:lnTo>
                    <a:pt x="462" y="28"/>
                  </a:lnTo>
                  <a:lnTo>
                    <a:pt x="505" y="24"/>
                  </a:lnTo>
                  <a:lnTo>
                    <a:pt x="549" y="20"/>
                  </a:lnTo>
                  <a:lnTo>
                    <a:pt x="595" y="17"/>
                  </a:lnTo>
                  <a:lnTo>
                    <a:pt x="642" y="14"/>
                  </a:lnTo>
                  <a:lnTo>
                    <a:pt x="691" y="11"/>
                  </a:lnTo>
                  <a:lnTo>
                    <a:pt x="740" y="8"/>
                  </a:lnTo>
                  <a:lnTo>
                    <a:pt x="791" y="6"/>
                  </a:lnTo>
                  <a:lnTo>
                    <a:pt x="842" y="4"/>
                  </a:lnTo>
                  <a:lnTo>
                    <a:pt x="895" y="3"/>
                  </a:lnTo>
                  <a:lnTo>
                    <a:pt x="948" y="1"/>
                  </a:lnTo>
                  <a:lnTo>
                    <a:pt x="1003" y="1"/>
                  </a:lnTo>
                  <a:lnTo>
                    <a:pt x="1059" y="0"/>
                  </a:lnTo>
                  <a:lnTo>
                    <a:pt x="1115" y="0"/>
                  </a:lnTo>
                  <a:lnTo>
                    <a:pt x="1171" y="0"/>
                  </a:lnTo>
                  <a:lnTo>
                    <a:pt x="1226" y="1"/>
                  </a:lnTo>
                  <a:lnTo>
                    <a:pt x="1281" y="2"/>
                  </a:lnTo>
                  <a:lnTo>
                    <a:pt x="1335" y="3"/>
                  </a:lnTo>
                  <a:lnTo>
                    <a:pt x="1388" y="5"/>
                  </a:lnTo>
                  <a:lnTo>
                    <a:pt x="1440" y="6"/>
                  </a:lnTo>
                  <a:lnTo>
                    <a:pt x="1491" y="9"/>
                  </a:lnTo>
                  <a:lnTo>
                    <a:pt x="1541" y="11"/>
                  </a:lnTo>
                  <a:lnTo>
                    <a:pt x="1590" y="14"/>
                  </a:lnTo>
                  <a:lnTo>
                    <a:pt x="1638" y="17"/>
                  </a:lnTo>
                  <a:lnTo>
                    <a:pt x="1685" y="21"/>
                  </a:lnTo>
                  <a:lnTo>
                    <a:pt x="1731" y="25"/>
                  </a:lnTo>
                  <a:lnTo>
                    <a:pt x="1775" y="29"/>
                  </a:lnTo>
                  <a:lnTo>
                    <a:pt x="1818" y="33"/>
                  </a:lnTo>
                  <a:lnTo>
                    <a:pt x="1859" y="38"/>
                  </a:lnTo>
                  <a:lnTo>
                    <a:pt x="1898" y="43"/>
                  </a:lnTo>
                  <a:lnTo>
                    <a:pt x="1937" y="48"/>
                  </a:lnTo>
                  <a:lnTo>
                    <a:pt x="1973" y="53"/>
                  </a:lnTo>
                  <a:lnTo>
                    <a:pt x="2008" y="59"/>
                  </a:lnTo>
                  <a:lnTo>
                    <a:pt x="2041" y="64"/>
                  </a:lnTo>
                  <a:lnTo>
                    <a:pt x="2072" y="70"/>
                  </a:lnTo>
                  <a:lnTo>
                    <a:pt x="2101" y="77"/>
                  </a:lnTo>
                  <a:lnTo>
                    <a:pt x="2127" y="83"/>
                  </a:lnTo>
                  <a:lnTo>
                    <a:pt x="2152" y="90"/>
                  </a:lnTo>
                  <a:lnTo>
                    <a:pt x="2175" y="96"/>
                  </a:lnTo>
                  <a:lnTo>
                    <a:pt x="2195" y="103"/>
                  </a:lnTo>
                  <a:lnTo>
                    <a:pt x="2213" y="111"/>
                  </a:lnTo>
                  <a:lnTo>
                    <a:pt x="2228" y="118"/>
                  </a:lnTo>
                  <a:lnTo>
                    <a:pt x="2241" y="125"/>
                  </a:lnTo>
                  <a:lnTo>
                    <a:pt x="2252" y="133"/>
                  </a:lnTo>
                  <a:lnTo>
                    <a:pt x="2257" y="137"/>
                  </a:lnTo>
                  <a:lnTo>
                    <a:pt x="2260" y="141"/>
                  </a:lnTo>
                  <a:lnTo>
                    <a:pt x="2263" y="145"/>
                  </a:lnTo>
                  <a:lnTo>
                    <a:pt x="2265" y="149"/>
                  </a:lnTo>
                  <a:lnTo>
                    <a:pt x="2266" y="153"/>
                  </a:lnTo>
                  <a:lnTo>
                    <a:pt x="2266" y="157"/>
                  </a:lnTo>
                  <a:lnTo>
                    <a:pt x="2266" y="161"/>
                  </a:lnTo>
                  <a:lnTo>
                    <a:pt x="2265" y="165"/>
                  </a:lnTo>
                  <a:lnTo>
                    <a:pt x="2264" y="169"/>
                  </a:lnTo>
                  <a:lnTo>
                    <a:pt x="2261" y="172"/>
                  </a:lnTo>
                  <a:lnTo>
                    <a:pt x="2258" y="176"/>
                  </a:lnTo>
                  <a:lnTo>
                    <a:pt x="2253" y="180"/>
                  </a:lnTo>
                  <a:lnTo>
                    <a:pt x="2244" y="188"/>
                  </a:lnTo>
                  <a:lnTo>
                    <a:pt x="2231" y="195"/>
                  </a:lnTo>
                  <a:lnTo>
                    <a:pt x="2216" y="202"/>
                  </a:lnTo>
                  <a:lnTo>
                    <a:pt x="2198" y="210"/>
                  </a:lnTo>
                  <a:lnTo>
                    <a:pt x="2178" y="217"/>
                  </a:lnTo>
                  <a:lnTo>
                    <a:pt x="2155" y="224"/>
                  </a:lnTo>
                  <a:lnTo>
                    <a:pt x="2130" y="230"/>
                  </a:lnTo>
                  <a:lnTo>
                    <a:pt x="2102" y="237"/>
                  </a:lnTo>
                  <a:lnTo>
                    <a:pt x="2072" y="243"/>
                  </a:lnTo>
                  <a:lnTo>
                    <a:pt x="2040" y="249"/>
                  </a:lnTo>
                  <a:lnTo>
                    <a:pt x="2005" y="255"/>
                  </a:lnTo>
                  <a:lnTo>
                    <a:pt x="1969" y="261"/>
                  </a:lnTo>
                  <a:lnTo>
                    <a:pt x="1930" y="266"/>
                  </a:lnTo>
                  <a:lnTo>
                    <a:pt x="1889" y="271"/>
                  </a:lnTo>
                  <a:lnTo>
                    <a:pt x="1847" y="276"/>
                  </a:lnTo>
                  <a:lnTo>
                    <a:pt x="1802" y="281"/>
                  </a:lnTo>
                  <a:lnTo>
                    <a:pt x="1756" y="285"/>
                  </a:lnTo>
                  <a:lnTo>
                    <a:pt x="1708" y="289"/>
                  </a:lnTo>
                  <a:lnTo>
                    <a:pt x="1658" y="292"/>
                  </a:lnTo>
                  <a:lnTo>
                    <a:pt x="1606" y="296"/>
                  </a:lnTo>
                  <a:lnTo>
                    <a:pt x="1554" y="299"/>
                  </a:lnTo>
                  <a:lnTo>
                    <a:pt x="1499" y="301"/>
                  </a:lnTo>
                  <a:lnTo>
                    <a:pt x="1444" y="303"/>
                  </a:lnTo>
                  <a:lnTo>
                    <a:pt x="1388" y="305"/>
                  </a:lnTo>
                  <a:lnTo>
                    <a:pt x="1330" y="307"/>
                  </a:lnTo>
                  <a:lnTo>
                    <a:pt x="1271" y="308"/>
                  </a:lnTo>
                  <a:lnTo>
                    <a:pt x="1212" y="308"/>
                  </a:lnTo>
                  <a:lnTo>
                    <a:pt x="1151" y="308"/>
                  </a:lnTo>
                  <a:lnTo>
                    <a:pt x="1091" y="308"/>
                  </a:lnTo>
                  <a:lnTo>
                    <a:pt x="1031" y="308"/>
                  </a:lnTo>
                  <a:lnTo>
                    <a:pt x="971" y="306"/>
                  </a:lnTo>
                  <a:lnTo>
                    <a:pt x="913" y="305"/>
                  </a:lnTo>
                  <a:lnTo>
                    <a:pt x="856" y="303"/>
                  </a:lnTo>
                  <a:lnTo>
                    <a:pt x="800" y="301"/>
                  </a:lnTo>
                  <a:lnTo>
                    <a:pt x="745" y="298"/>
                  </a:lnTo>
                  <a:lnTo>
                    <a:pt x="692" y="295"/>
                  </a:lnTo>
                  <a:lnTo>
                    <a:pt x="640" y="292"/>
                  </a:lnTo>
                  <a:lnTo>
                    <a:pt x="590" y="288"/>
                  </a:lnTo>
                  <a:lnTo>
                    <a:pt x="541" y="284"/>
                  </a:lnTo>
                  <a:lnTo>
                    <a:pt x="494" y="280"/>
                  </a:lnTo>
                  <a:lnTo>
                    <a:pt x="448" y="275"/>
                  </a:lnTo>
                  <a:lnTo>
                    <a:pt x="403" y="270"/>
                  </a:lnTo>
                  <a:lnTo>
                    <a:pt x="361" y="265"/>
                  </a:lnTo>
                  <a:lnTo>
                    <a:pt x="321" y="260"/>
                  </a:lnTo>
                  <a:lnTo>
                    <a:pt x="283" y="254"/>
                  </a:lnTo>
                  <a:lnTo>
                    <a:pt x="248" y="248"/>
                  </a:lnTo>
                  <a:lnTo>
                    <a:pt x="214" y="242"/>
                  </a:lnTo>
                  <a:lnTo>
                    <a:pt x="182" y="236"/>
                  </a:lnTo>
                  <a:lnTo>
                    <a:pt x="153" y="229"/>
                  </a:lnTo>
                  <a:lnTo>
                    <a:pt x="126" y="222"/>
                  </a:lnTo>
                  <a:lnTo>
                    <a:pt x="102" y="215"/>
                  </a:lnTo>
                  <a:lnTo>
                    <a:pt x="80" y="208"/>
                  </a:lnTo>
                  <a:lnTo>
                    <a:pt x="60" y="201"/>
                  </a:lnTo>
                  <a:lnTo>
                    <a:pt x="44" y="194"/>
                  </a:lnTo>
                  <a:lnTo>
                    <a:pt x="29" y="186"/>
                  </a:lnTo>
                  <a:lnTo>
                    <a:pt x="18" y="179"/>
                  </a:lnTo>
                  <a:lnTo>
                    <a:pt x="13" y="175"/>
                  </a:lnTo>
                  <a:lnTo>
                    <a:pt x="9" y="171"/>
                  </a:lnTo>
                  <a:lnTo>
                    <a:pt x="6" y="167"/>
                  </a:lnTo>
                  <a:lnTo>
                    <a:pt x="3" y="163"/>
                  </a:lnTo>
                  <a:lnTo>
                    <a:pt x="1" y="159"/>
                  </a:lnTo>
                  <a:lnTo>
                    <a:pt x="0" y="155"/>
                  </a:lnTo>
                  <a:lnTo>
                    <a:pt x="0" y="151"/>
                  </a:lnTo>
                  <a:lnTo>
                    <a:pt x="0" y="147"/>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123" name="Freeform 65"/>
            <p:cNvSpPr/>
            <p:nvPr/>
          </p:nvSpPr>
          <p:spPr bwMode="auto">
            <a:xfrm>
              <a:off x="12875319" y="6548028"/>
              <a:ext cx="2462223" cy="903469"/>
            </a:xfrm>
            <a:custGeom>
              <a:avLst/>
              <a:gdLst>
                <a:gd name="T0" fmla="*/ 3332 w 3394"/>
                <a:gd name="T1" fmla="*/ 60 h 1245"/>
                <a:gd name="T2" fmla="*/ 3214 w 3394"/>
                <a:gd name="T3" fmla="*/ 101 h 1245"/>
                <a:gd name="T4" fmla="*/ 3118 w 3394"/>
                <a:gd name="T5" fmla="*/ 123 h 1245"/>
                <a:gd name="T6" fmla="*/ 2992 w 3394"/>
                <a:gd name="T7" fmla="*/ 145 h 1245"/>
                <a:gd name="T8" fmla="*/ 2847 w 3394"/>
                <a:gd name="T9" fmla="*/ 165 h 1245"/>
                <a:gd name="T10" fmla="*/ 2695 w 3394"/>
                <a:gd name="T11" fmla="*/ 181 h 1245"/>
                <a:gd name="T12" fmla="*/ 2515 w 3394"/>
                <a:gd name="T13" fmla="*/ 197 h 1245"/>
                <a:gd name="T14" fmla="*/ 2319 w 3394"/>
                <a:gd name="T15" fmla="*/ 209 h 1245"/>
                <a:gd name="T16" fmla="*/ 2148 w 3394"/>
                <a:gd name="T17" fmla="*/ 216 h 1245"/>
                <a:gd name="T18" fmla="*/ 1923 w 3394"/>
                <a:gd name="T19" fmla="*/ 221 h 1245"/>
                <a:gd name="T20" fmla="*/ 1720 w 3394"/>
                <a:gd name="T21" fmla="*/ 222 h 1245"/>
                <a:gd name="T22" fmla="*/ 1529 w 3394"/>
                <a:gd name="T23" fmla="*/ 220 h 1245"/>
                <a:gd name="T24" fmla="*/ 1363 w 3394"/>
                <a:gd name="T25" fmla="*/ 216 h 1245"/>
                <a:gd name="T26" fmla="*/ 1158 w 3394"/>
                <a:gd name="T27" fmla="*/ 208 h 1245"/>
                <a:gd name="T28" fmla="*/ 950 w 3394"/>
                <a:gd name="T29" fmla="*/ 196 h 1245"/>
                <a:gd name="T30" fmla="*/ 773 w 3394"/>
                <a:gd name="T31" fmla="*/ 180 h 1245"/>
                <a:gd name="T32" fmla="*/ 597 w 3394"/>
                <a:gd name="T33" fmla="*/ 162 h 1245"/>
                <a:gd name="T34" fmla="*/ 441 w 3394"/>
                <a:gd name="T35" fmla="*/ 141 h 1245"/>
                <a:gd name="T36" fmla="*/ 314 w 3394"/>
                <a:gd name="T37" fmla="*/ 119 h 1245"/>
                <a:gd name="T38" fmla="*/ 199 w 3394"/>
                <a:gd name="T39" fmla="*/ 93 h 1245"/>
                <a:gd name="T40" fmla="*/ 102 w 3394"/>
                <a:gd name="T41" fmla="*/ 64 h 1245"/>
                <a:gd name="T42" fmla="*/ 20 w 3394"/>
                <a:gd name="T43" fmla="*/ 22 h 1245"/>
                <a:gd name="T44" fmla="*/ 213 w 3394"/>
                <a:gd name="T45" fmla="*/ 398 h 1245"/>
                <a:gd name="T46" fmla="*/ 575 w 3394"/>
                <a:gd name="T47" fmla="*/ 1071 h 1245"/>
                <a:gd name="T48" fmla="*/ 598 w 3394"/>
                <a:gd name="T49" fmla="*/ 1091 h 1245"/>
                <a:gd name="T50" fmla="*/ 627 w 3394"/>
                <a:gd name="T51" fmla="*/ 1109 h 1245"/>
                <a:gd name="T52" fmla="*/ 661 w 3394"/>
                <a:gd name="T53" fmla="*/ 1124 h 1245"/>
                <a:gd name="T54" fmla="*/ 697 w 3394"/>
                <a:gd name="T55" fmla="*/ 1137 h 1245"/>
                <a:gd name="T56" fmla="*/ 735 w 3394"/>
                <a:gd name="T57" fmla="*/ 1148 h 1245"/>
                <a:gd name="T58" fmla="*/ 783 w 3394"/>
                <a:gd name="T59" fmla="*/ 1161 h 1245"/>
                <a:gd name="T60" fmla="*/ 826 w 3394"/>
                <a:gd name="T61" fmla="*/ 1170 h 1245"/>
                <a:gd name="T62" fmla="*/ 879 w 3394"/>
                <a:gd name="T63" fmla="*/ 1181 h 1245"/>
                <a:gd name="T64" fmla="*/ 933 w 3394"/>
                <a:gd name="T65" fmla="*/ 1190 h 1245"/>
                <a:gd name="T66" fmla="*/ 979 w 3394"/>
                <a:gd name="T67" fmla="*/ 1197 h 1245"/>
                <a:gd name="T68" fmla="*/ 1051 w 3394"/>
                <a:gd name="T69" fmla="*/ 1207 h 1245"/>
                <a:gd name="T70" fmla="*/ 1107 w 3394"/>
                <a:gd name="T71" fmla="*/ 1214 h 1245"/>
                <a:gd name="T72" fmla="*/ 1191 w 3394"/>
                <a:gd name="T73" fmla="*/ 1222 h 1245"/>
                <a:gd name="T74" fmla="*/ 1267 w 3394"/>
                <a:gd name="T75" fmla="*/ 1228 h 1245"/>
                <a:gd name="T76" fmla="*/ 1372 w 3394"/>
                <a:gd name="T77" fmla="*/ 1235 h 1245"/>
                <a:gd name="T78" fmla="*/ 1509 w 3394"/>
                <a:gd name="T79" fmla="*/ 1241 h 1245"/>
                <a:gd name="T80" fmla="*/ 1656 w 3394"/>
                <a:gd name="T81" fmla="*/ 1245 h 1245"/>
                <a:gd name="T82" fmla="*/ 1772 w 3394"/>
                <a:gd name="T83" fmla="*/ 1245 h 1245"/>
                <a:gd name="T84" fmla="*/ 1918 w 3394"/>
                <a:gd name="T85" fmla="*/ 1242 h 1245"/>
                <a:gd name="T86" fmla="*/ 2046 w 3394"/>
                <a:gd name="T87" fmla="*/ 1237 h 1245"/>
                <a:gd name="T88" fmla="*/ 2155 w 3394"/>
                <a:gd name="T89" fmla="*/ 1230 h 1245"/>
                <a:gd name="T90" fmla="*/ 2230 w 3394"/>
                <a:gd name="T91" fmla="*/ 1224 h 1245"/>
                <a:gd name="T92" fmla="*/ 2310 w 3394"/>
                <a:gd name="T93" fmla="*/ 1216 h 1245"/>
                <a:gd name="T94" fmla="*/ 2370 w 3394"/>
                <a:gd name="T95" fmla="*/ 1209 h 1245"/>
                <a:gd name="T96" fmla="*/ 2430 w 3394"/>
                <a:gd name="T97" fmla="*/ 1201 h 1245"/>
                <a:gd name="T98" fmla="*/ 2474 w 3394"/>
                <a:gd name="T99" fmla="*/ 1194 h 1245"/>
                <a:gd name="T100" fmla="*/ 2533 w 3394"/>
                <a:gd name="T101" fmla="*/ 1183 h 1245"/>
                <a:gd name="T102" fmla="*/ 2573 w 3394"/>
                <a:gd name="T103" fmla="*/ 1175 h 1245"/>
                <a:gd name="T104" fmla="*/ 2624 w 3394"/>
                <a:gd name="T105" fmla="*/ 1163 h 1245"/>
                <a:gd name="T106" fmla="*/ 2659 w 3394"/>
                <a:gd name="T107" fmla="*/ 1154 h 1245"/>
                <a:gd name="T108" fmla="*/ 2702 w 3394"/>
                <a:gd name="T109" fmla="*/ 1141 h 1245"/>
                <a:gd name="T110" fmla="*/ 2730 w 3394"/>
                <a:gd name="T111" fmla="*/ 1130 h 1245"/>
                <a:gd name="T112" fmla="*/ 2760 w 3394"/>
                <a:gd name="T113" fmla="*/ 1116 h 1245"/>
                <a:gd name="T114" fmla="*/ 2787 w 3394"/>
                <a:gd name="T115" fmla="*/ 1100 h 1245"/>
                <a:gd name="T116" fmla="*/ 2805 w 3394"/>
                <a:gd name="T117" fmla="*/ 1082 h 1245"/>
                <a:gd name="T118" fmla="*/ 3103 w 3394"/>
                <a:gd name="T119" fmla="*/ 544 h 1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394" h="1245">
                  <a:moveTo>
                    <a:pt x="3386" y="24"/>
                  </a:moveTo>
                  <a:lnTo>
                    <a:pt x="3386" y="25"/>
                  </a:lnTo>
                  <a:lnTo>
                    <a:pt x="3386" y="25"/>
                  </a:lnTo>
                  <a:lnTo>
                    <a:pt x="3381" y="30"/>
                  </a:lnTo>
                  <a:lnTo>
                    <a:pt x="3376" y="34"/>
                  </a:lnTo>
                  <a:lnTo>
                    <a:pt x="3375" y="35"/>
                  </a:lnTo>
                  <a:lnTo>
                    <a:pt x="3374" y="36"/>
                  </a:lnTo>
                  <a:lnTo>
                    <a:pt x="3368" y="40"/>
                  </a:lnTo>
                  <a:lnTo>
                    <a:pt x="3361" y="45"/>
                  </a:lnTo>
                  <a:lnTo>
                    <a:pt x="3360" y="45"/>
                  </a:lnTo>
                  <a:lnTo>
                    <a:pt x="3359" y="46"/>
                  </a:lnTo>
                  <a:lnTo>
                    <a:pt x="3352" y="50"/>
                  </a:lnTo>
                  <a:lnTo>
                    <a:pt x="3343" y="55"/>
                  </a:lnTo>
                  <a:lnTo>
                    <a:pt x="3342" y="55"/>
                  </a:lnTo>
                  <a:lnTo>
                    <a:pt x="3342" y="56"/>
                  </a:lnTo>
                  <a:lnTo>
                    <a:pt x="3332" y="60"/>
                  </a:lnTo>
                  <a:lnTo>
                    <a:pt x="3323" y="65"/>
                  </a:lnTo>
                  <a:lnTo>
                    <a:pt x="3322" y="65"/>
                  </a:lnTo>
                  <a:lnTo>
                    <a:pt x="3321" y="66"/>
                  </a:lnTo>
                  <a:lnTo>
                    <a:pt x="3310" y="70"/>
                  </a:lnTo>
                  <a:lnTo>
                    <a:pt x="3298" y="75"/>
                  </a:lnTo>
                  <a:lnTo>
                    <a:pt x="3297" y="75"/>
                  </a:lnTo>
                  <a:lnTo>
                    <a:pt x="3296" y="75"/>
                  </a:lnTo>
                  <a:lnTo>
                    <a:pt x="3283" y="80"/>
                  </a:lnTo>
                  <a:lnTo>
                    <a:pt x="3270" y="85"/>
                  </a:lnTo>
                  <a:lnTo>
                    <a:pt x="3255" y="89"/>
                  </a:lnTo>
                  <a:lnTo>
                    <a:pt x="3240" y="94"/>
                  </a:lnTo>
                  <a:lnTo>
                    <a:pt x="3239" y="94"/>
                  </a:lnTo>
                  <a:lnTo>
                    <a:pt x="3239" y="94"/>
                  </a:lnTo>
                  <a:lnTo>
                    <a:pt x="3231" y="96"/>
                  </a:lnTo>
                  <a:lnTo>
                    <a:pt x="3223" y="98"/>
                  </a:lnTo>
                  <a:lnTo>
                    <a:pt x="3214" y="101"/>
                  </a:lnTo>
                  <a:lnTo>
                    <a:pt x="3206" y="103"/>
                  </a:lnTo>
                  <a:lnTo>
                    <a:pt x="3205" y="103"/>
                  </a:lnTo>
                  <a:lnTo>
                    <a:pt x="3205" y="103"/>
                  </a:lnTo>
                  <a:lnTo>
                    <a:pt x="3196" y="105"/>
                  </a:lnTo>
                  <a:lnTo>
                    <a:pt x="3187" y="107"/>
                  </a:lnTo>
                  <a:lnTo>
                    <a:pt x="3178" y="110"/>
                  </a:lnTo>
                  <a:lnTo>
                    <a:pt x="3169" y="112"/>
                  </a:lnTo>
                  <a:lnTo>
                    <a:pt x="3168" y="112"/>
                  </a:lnTo>
                  <a:lnTo>
                    <a:pt x="3168" y="112"/>
                  </a:lnTo>
                  <a:lnTo>
                    <a:pt x="3159" y="114"/>
                  </a:lnTo>
                  <a:lnTo>
                    <a:pt x="3149" y="116"/>
                  </a:lnTo>
                  <a:lnTo>
                    <a:pt x="3139" y="118"/>
                  </a:lnTo>
                  <a:lnTo>
                    <a:pt x="3129" y="121"/>
                  </a:lnTo>
                  <a:lnTo>
                    <a:pt x="3129" y="121"/>
                  </a:lnTo>
                  <a:lnTo>
                    <a:pt x="3128" y="121"/>
                  </a:lnTo>
                  <a:lnTo>
                    <a:pt x="3118" y="123"/>
                  </a:lnTo>
                  <a:lnTo>
                    <a:pt x="3108" y="125"/>
                  </a:lnTo>
                  <a:lnTo>
                    <a:pt x="3097" y="127"/>
                  </a:lnTo>
                  <a:lnTo>
                    <a:pt x="3087" y="129"/>
                  </a:lnTo>
                  <a:lnTo>
                    <a:pt x="3086" y="129"/>
                  </a:lnTo>
                  <a:lnTo>
                    <a:pt x="3085" y="129"/>
                  </a:lnTo>
                  <a:lnTo>
                    <a:pt x="3074" y="131"/>
                  </a:lnTo>
                  <a:lnTo>
                    <a:pt x="3063" y="133"/>
                  </a:lnTo>
                  <a:lnTo>
                    <a:pt x="3052" y="135"/>
                  </a:lnTo>
                  <a:lnTo>
                    <a:pt x="3041" y="137"/>
                  </a:lnTo>
                  <a:lnTo>
                    <a:pt x="3040" y="137"/>
                  </a:lnTo>
                  <a:lnTo>
                    <a:pt x="3040" y="137"/>
                  </a:lnTo>
                  <a:lnTo>
                    <a:pt x="3029" y="139"/>
                  </a:lnTo>
                  <a:lnTo>
                    <a:pt x="3017" y="141"/>
                  </a:lnTo>
                  <a:lnTo>
                    <a:pt x="3005" y="143"/>
                  </a:lnTo>
                  <a:lnTo>
                    <a:pt x="2993" y="145"/>
                  </a:lnTo>
                  <a:lnTo>
                    <a:pt x="2992" y="145"/>
                  </a:lnTo>
                  <a:lnTo>
                    <a:pt x="2991" y="145"/>
                  </a:lnTo>
                  <a:lnTo>
                    <a:pt x="2979" y="147"/>
                  </a:lnTo>
                  <a:lnTo>
                    <a:pt x="2967" y="149"/>
                  </a:lnTo>
                  <a:lnTo>
                    <a:pt x="2955" y="151"/>
                  </a:lnTo>
                  <a:lnTo>
                    <a:pt x="2942" y="153"/>
                  </a:lnTo>
                  <a:lnTo>
                    <a:pt x="2942" y="153"/>
                  </a:lnTo>
                  <a:lnTo>
                    <a:pt x="2941" y="153"/>
                  </a:lnTo>
                  <a:lnTo>
                    <a:pt x="2928" y="155"/>
                  </a:lnTo>
                  <a:lnTo>
                    <a:pt x="2915" y="156"/>
                  </a:lnTo>
                  <a:lnTo>
                    <a:pt x="2902" y="158"/>
                  </a:lnTo>
                  <a:lnTo>
                    <a:pt x="2889" y="160"/>
                  </a:lnTo>
                  <a:lnTo>
                    <a:pt x="2888" y="160"/>
                  </a:lnTo>
                  <a:lnTo>
                    <a:pt x="2887" y="160"/>
                  </a:lnTo>
                  <a:lnTo>
                    <a:pt x="2874" y="162"/>
                  </a:lnTo>
                  <a:lnTo>
                    <a:pt x="2860" y="163"/>
                  </a:lnTo>
                  <a:lnTo>
                    <a:pt x="2847" y="165"/>
                  </a:lnTo>
                  <a:lnTo>
                    <a:pt x="2833" y="167"/>
                  </a:lnTo>
                  <a:lnTo>
                    <a:pt x="2832" y="167"/>
                  </a:lnTo>
                  <a:lnTo>
                    <a:pt x="2830" y="167"/>
                  </a:lnTo>
                  <a:lnTo>
                    <a:pt x="2816" y="169"/>
                  </a:lnTo>
                  <a:lnTo>
                    <a:pt x="2802" y="170"/>
                  </a:lnTo>
                  <a:lnTo>
                    <a:pt x="2788" y="172"/>
                  </a:lnTo>
                  <a:lnTo>
                    <a:pt x="2773" y="173"/>
                  </a:lnTo>
                  <a:lnTo>
                    <a:pt x="2772" y="174"/>
                  </a:lnTo>
                  <a:lnTo>
                    <a:pt x="2771" y="174"/>
                  </a:lnTo>
                  <a:lnTo>
                    <a:pt x="2756" y="175"/>
                  </a:lnTo>
                  <a:lnTo>
                    <a:pt x="2741" y="177"/>
                  </a:lnTo>
                  <a:lnTo>
                    <a:pt x="2726" y="178"/>
                  </a:lnTo>
                  <a:lnTo>
                    <a:pt x="2711" y="180"/>
                  </a:lnTo>
                  <a:lnTo>
                    <a:pt x="2711" y="180"/>
                  </a:lnTo>
                  <a:lnTo>
                    <a:pt x="2711" y="180"/>
                  </a:lnTo>
                  <a:lnTo>
                    <a:pt x="2695" y="181"/>
                  </a:lnTo>
                  <a:lnTo>
                    <a:pt x="2680" y="183"/>
                  </a:lnTo>
                  <a:lnTo>
                    <a:pt x="2664" y="184"/>
                  </a:lnTo>
                  <a:lnTo>
                    <a:pt x="2648" y="186"/>
                  </a:lnTo>
                  <a:lnTo>
                    <a:pt x="2648" y="186"/>
                  </a:lnTo>
                  <a:lnTo>
                    <a:pt x="2647" y="186"/>
                  </a:lnTo>
                  <a:lnTo>
                    <a:pt x="2631" y="188"/>
                  </a:lnTo>
                  <a:lnTo>
                    <a:pt x="2616" y="189"/>
                  </a:lnTo>
                  <a:lnTo>
                    <a:pt x="2600" y="191"/>
                  </a:lnTo>
                  <a:lnTo>
                    <a:pt x="2583" y="192"/>
                  </a:lnTo>
                  <a:lnTo>
                    <a:pt x="2582" y="192"/>
                  </a:lnTo>
                  <a:lnTo>
                    <a:pt x="2581" y="192"/>
                  </a:lnTo>
                  <a:lnTo>
                    <a:pt x="2565" y="193"/>
                  </a:lnTo>
                  <a:lnTo>
                    <a:pt x="2549" y="195"/>
                  </a:lnTo>
                  <a:lnTo>
                    <a:pt x="2533" y="196"/>
                  </a:lnTo>
                  <a:lnTo>
                    <a:pt x="2517" y="197"/>
                  </a:lnTo>
                  <a:lnTo>
                    <a:pt x="2515" y="197"/>
                  </a:lnTo>
                  <a:lnTo>
                    <a:pt x="2513" y="197"/>
                  </a:lnTo>
                  <a:lnTo>
                    <a:pt x="2496" y="198"/>
                  </a:lnTo>
                  <a:lnTo>
                    <a:pt x="2480" y="200"/>
                  </a:lnTo>
                  <a:lnTo>
                    <a:pt x="2464" y="201"/>
                  </a:lnTo>
                  <a:lnTo>
                    <a:pt x="2447" y="202"/>
                  </a:lnTo>
                  <a:lnTo>
                    <a:pt x="2445" y="202"/>
                  </a:lnTo>
                  <a:lnTo>
                    <a:pt x="2442" y="202"/>
                  </a:lnTo>
                  <a:lnTo>
                    <a:pt x="2426" y="203"/>
                  </a:lnTo>
                  <a:lnTo>
                    <a:pt x="2409" y="204"/>
                  </a:lnTo>
                  <a:lnTo>
                    <a:pt x="2393" y="205"/>
                  </a:lnTo>
                  <a:lnTo>
                    <a:pt x="2376" y="206"/>
                  </a:lnTo>
                  <a:lnTo>
                    <a:pt x="2374" y="206"/>
                  </a:lnTo>
                  <a:lnTo>
                    <a:pt x="2372" y="206"/>
                  </a:lnTo>
                  <a:lnTo>
                    <a:pt x="2354" y="207"/>
                  </a:lnTo>
                  <a:lnTo>
                    <a:pt x="2337" y="208"/>
                  </a:lnTo>
                  <a:lnTo>
                    <a:pt x="2319" y="209"/>
                  </a:lnTo>
                  <a:lnTo>
                    <a:pt x="2301" y="210"/>
                  </a:lnTo>
                  <a:lnTo>
                    <a:pt x="2299" y="210"/>
                  </a:lnTo>
                  <a:lnTo>
                    <a:pt x="2296" y="210"/>
                  </a:lnTo>
                  <a:lnTo>
                    <a:pt x="2278" y="211"/>
                  </a:lnTo>
                  <a:lnTo>
                    <a:pt x="2261" y="212"/>
                  </a:lnTo>
                  <a:lnTo>
                    <a:pt x="2243" y="212"/>
                  </a:lnTo>
                  <a:lnTo>
                    <a:pt x="2225" y="213"/>
                  </a:lnTo>
                  <a:lnTo>
                    <a:pt x="2225" y="213"/>
                  </a:lnTo>
                  <a:lnTo>
                    <a:pt x="2224" y="213"/>
                  </a:lnTo>
                  <a:lnTo>
                    <a:pt x="2224" y="213"/>
                  </a:lnTo>
                  <a:lnTo>
                    <a:pt x="2223" y="213"/>
                  </a:lnTo>
                  <a:lnTo>
                    <a:pt x="2206" y="214"/>
                  </a:lnTo>
                  <a:lnTo>
                    <a:pt x="2187" y="215"/>
                  </a:lnTo>
                  <a:lnTo>
                    <a:pt x="2169" y="215"/>
                  </a:lnTo>
                  <a:lnTo>
                    <a:pt x="2151" y="216"/>
                  </a:lnTo>
                  <a:lnTo>
                    <a:pt x="2148" y="216"/>
                  </a:lnTo>
                  <a:lnTo>
                    <a:pt x="2144" y="216"/>
                  </a:lnTo>
                  <a:lnTo>
                    <a:pt x="2131" y="216"/>
                  </a:lnTo>
                  <a:lnTo>
                    <a:pt x="2118" y="217"/>
                  </a:lnTo>
                  <a:lnTo>
                    <a:pt x="2105" y="217"/>
                  </a:lnTo>
                  <a:lnTo>
                    <a:pt x="2091" y="218"/>
                  </a:lnTo>
                  <a:lnTo>
                    <a:pt x="2079" y="218"/>
                  </a:lnTo>
                  <a:lnTo>
                    <a:pt x="2067" y="218"/>
                  </a:lnTo>
                  <a:lnTo>
                    <a:pt x="2048" y="219"/>
                  </a:lnTo>
                  <a:lnTo>
                    <a:pt x="2028" y="219"/>
                  </a:lnTo>
                  <a:lnTo>
                    <a:pt x="2009" y="220"/>
                  </a:lnTo>
                  <a:lnTo>
                    <a:pt x="1989" y="220"/>
                  </a:lnTo>
                  <a:lnTo>
                    <a:pt x="1976" y="220"/>
                  </a:lnTo>
                  <a:lnTo>
                    <a:pt x="1963" y="220"/>
                  </a:lnTo>
                  <a:lnTo>
                    <a:pt x="1950" y="221"/>
                  </a:lnTo>
                  <a:lnTo>
                    <a:pt x="1936" y="221"/>
                  </a:lnTo>
                  <a:lnTo>
                    <a:pt x="1923" y="221"/>
                  </a:lnTo>
                  <a:lnTo>
                    <a:pt x="1910" y="221"/>
                  </a:lnTo>
                  <a:lnTo>
                    <a:pt x="1901" y="221"/>
                  </a:lnTo>
                  <a:lnTo>
                    <a:pt x="1893" y="222"/>
                  </a:lnTo>
                  <a:lnTo>
                    <a:pt x="1885" y="222"/>
                  </a:lnTo>
                  <a:lnTo>
                    <a:pt x="1876" y="222"/>
                  </a:lnTo>
                  <a:lnTo>
                    <a:pt x="1864" y="222"/>
                  </a:lnTo>
                  <a:lnTo>
                    <a:pt x="1851" y="222"/>
                  </a:lnTo>
                  <a:lnTo>
                    <a:pt x="1839" y="222"/>
                  </a:lnTo>
                  <a:lnTo>
                    <a:pt x="1826" y="222"/>
                  </a:lnTo>
                  <a:lnTo>
                    <a:pt x="1824" y="222"/>
                  </a:lnTo>
                  <a:lnTo>
                    <a:pt x="1823" y="222"/>
                  </a:lnTo>
                  <a:lnTo>
                    <a:pt x="1802" y="222"/>
                  </a:lnTo>
                  <a:lnTo>
                    <a:pt x="1782" y="222"/>
                  </a:lnTo>
                  <a:lnTo>
                    <a:pt x="1761" y="222"/>
                  </a:lnTo>
                  <a:lnTo>
                    <a:pt x="1741" y="222"/>
                  </a:lnTo>
                  <a:lnTo>
                    <a:pt x="1720" y="222"/>
                  </a:lnTo>
                  <a:lnTo>
                    <a:pt x="1700" y="222"/>
                  </a:lnTo>
                  <a:lnTo>
                    <a:pt x="1679" y="222"/>
                  </a:lnTo>
                  <a:lnTo>
                    <a:pt x="1659" y="222"/>
                  </a:lnTo>
                  <a:lnTo>
                    <a:pt x="1651" y="222"/>
                  </a:lnTo>
                  <a:lnTo>
                    <a:pt x="1643" y="222"/>
                  </a:lnTo>
                  <a:lnTo>
                    <a:pt x="1635" y="222"/>
                  </a:lnTo>
                  <a:lnTo>
                    <a:pt x="1627" y="222"/>
                  </a:lnTo>
                  <a:lnTo>
                    <a:pt x="1614" y="222"/>
                  </a:lnTo>
                  <a:lnTo>
                    <a:pt x="1602" y="221"/>
                  </a:lnTo>
                  <a:lnTo>
                    <a:pt x="1589" y="221"/>
                  </a:lnTo>
                  <a:lnTo>
                    <a:pt x="1575" y="221"/>
                  </a:lnTo>
                  <a:lnTo>
                    <a:pt x="1566" y="221"/>
                  </a:lnTo>
                  <a:lnTo>
                    <a:pt x="1558" y="221"/>
                  </a:lnTo>
                  <a:lnTo>
                    <a:pt x="1549" y="221"/>
                  </a:lnTo>
                  <a:lnTo>
                    <a:pt x="1540" y="221"/>
                  </a:lnTo>
                  <a:lnTo>
                    <a:pt x="1529" y="220"/>
                  </a:lnTo>
                  <a:lnTo>
                    <a:pt x="1517" y="220"/>
                  </a:lnTo>
                  <a:lnTo>
                    <a:pt x="1505" y="220"/>
                  </a:lnTo>
                  <a:lnTo>
                    <a:pt x="1494" y="220"/>
                  </a:lnTo>
                  <a:lnTo>
                    <a:pt x="1485" y="220"/>
                  </a:lnTo>
                  <a:lnTo>
                    <a:pt x="1476" y="219"/>
                  </a:lnTo>
                  <a:lnTo>
                    <a:pt x="1467" y="219"/>
                  </a:lnTo>
                  <a:lnTo>
                    <a:pt x="1458" y="219"/>
                  </a:lnTo>
                  <a:lnTo>
                    <a:pt x="1446" y="219"/>
                  </a:lnTo>
                  <a:lnTo>
                    <a:pt x="1435" y="218"/>
                  </a:lnTo>
                  <a:lnTo>
                    <a:pt x="1424" y="218"/>
                  </a:lnTo>
                  <a:lnTo>
                    <a:pt x="1413" y="218"/>
                  </a:lnTo>
                  <a:lnTo>
                    <a:pt x="1404" y="218"/>
                  </a:lnTo>
                  <a:lnTo>
                    <a:pt x="1395" y="217"/>
                  </a:lnTo>
                  <a:lnTo>
                    <a:pt x="1386" y="217"/>
                  </a:lnTo>
                  <a:lnTo>
                    <a:pt x="1377" y="217"/>
                  </a:lnTo>
                  <a:lnTo>
                    <a:pt x="1363" y="216"/>
                  </a:lnTo>
                  <a:lnTo>
                    <a:pt x="1350" y="216"/>
                  </a:lnTo>
                  <a:lnTo>
                    <a:pt x="1336" y="216"/>
                  </a:lnTo>
                  <a:lnTo>
                    <a:pt x="1323" y="215"/>
                  </a:lnTo>
                  <a:lnTo>
                    <a:pt x="1319" y="215"/>
                  </a:lnTo>
                  <a:lnTo>
                    <a:pt x="1315" y="215"/>
                  </a:lnTo>
                  <a:lnTo>
                    <a:pt x="1297" y="214"/>
                  </a:lnTo>
                  <a:lnTo>
                    <a:pt x="1278" y="213"/>
                  </a:lnTo>
                  <a:lnTo>
                    <a:pt x="1261" y="213"/>
                  </a:lnTo>
                  <a:lnTo>
                    <a:pt x="1243" y="212"/>
                  </a:lnTo>
                  <a:lnTo>
                    <a:pt x="1238" y="212"/>
                  </a:lnTo>
                  <a:lnTo>
                    <a:pt x="1234" y="212"/>
                  </a:lnTo>
                  <a:lnTo>
                    <a:pt x="1215" y="211"/>
                  </a:lnTo>
                  <a:lnTo>
                    <a:pt x="1197" y="210"/>
                  </a:lnTo>
                  <a:lnTo>
                    <a:pt x="1178" y="209"/>
                  </a:lnTo>
                  <a:lnTo>
                    <a:pt x="1160" y="208"/>
                  </a:lnTo>
                  <a:lnTo>
                    <a:pt x="1158" y="208"/>
                  </a:lnTo>
                  <a:lnTo>
                    <a:pt x="1157" y="208"/>
                  </a:lnTo>
                  <a:lnTo>
                    <a:pt x="1138" y="207"/>
                  </a:lnTo>
                  <a:lnTo>
                    <a:pt x="1120" y="206"/>
                  </a:lnTo>
                  <a:lnTo>
                    <a:pt x="1101" y="205"/>
                  </a:lnTo>
                  <a:lnTo>
                    <a:pt x="1083" y="204"/>
                  </a:lnTo>
                  <a:lnTo>
                    <a:pt x="1080" y="204"/>
                  </a:lnTo>
                  <a:lnTo>
                    <a:pt x="1077" y="204"/>
                  </a:lnTo>
                  <a:lnTo>
                    <a:pt x="1059" y="203"/>
                  </a:lnTo>
                  <a:lnTo>
                    <a:pt x="1041" y="202"/>
                  </a:lnTo>
                  <a:lnTo>
                    <a:pt x="1024" y="201"/>
                  </a:lnTo>
                  <a:lnTo>
                    <a:pt x="1006" y="200"/>
                  </a:lnTo>
                  <a:lnTo>
                    <a:pt x="1006" y="199"/>
                  </a:lnTo>
                  <a:lnTo>
                    <a:pt x="1005" y="199"/>
                  </a:lnTo>
                  <a:lnTo>
                    <a:pt x="987" y="198"/>
                  </a:lnTo>
                  <a:lnTo>
                    <a:pt x="968" y="197"/>
                  </a:lnTo>
                  <a:lnTo>
                    <a:pt x="950" y="196"/>
                  </a:lnTo>
                  <a:lnTo>
                    <a:pt x="933" y="195"/>
                  </a:lnTo>
                  <a:lnTo>
                    <a:pt x="931" y="194"/>
                  </a:lnTo>
                  <a:lnTo>
                    <a:pt x="930" y="194"/>
                  </a:lnTo>
                  <a:lnTo>
                    <a:pt x="913" y="193"/>
                  </a:lnTo>
                  <a:lnTo>
                    <a:pt x="896" y="192"/>
                  </a:lnTo>
                  <a:lnTo>
                    <a:pt x="879" y="190"/>
                  </a:lnTo>
                  <a:lnTo>
                    <a:pt x="862" y="189"/>
                  </a:lnTo>
                  <a:lnTo>
                    <a:pt x="860" y="189"/>
                  </a:lnTo>
                  <a:lnTo>
                    <a:pt x="858" y="189"/>
                  </a:lnTo>
                  <a:lnTo>
                    <a:pt x="842" y="186"/>
                  </a:lnTo>
                  <a:lnTo>
                    <a:pt x="825" y="185"/>
                  </a:lnTo>
                  <a:lnTo>
                    <a:pt x="808" y="184"/>
                  </a:lnTo>
                  <a:lnTo>
                    <a:pt x="792" y="182"/>
                  </a:lnTo>
                  <a:lnTo>
                    <a:pt x="791" y="182"/>
                  </a:lnTo>
                  <a:lnTo>
                    <a:pt x="790" y="182"/>
                  </a:lnTo>
                  <a:lnTo>
                    <a:pt x="773" y="180"/>
                  </a:lnTo>
                  <a:lnTo>
                    <a:pt x="757" y="179"/>
                  </a:lnTo>
                  <a:lnTo>
                    <a:pt x="741" y="177"/>
                  </a:lnTo>
                  <a:lnTo>
                    <a:pt x="724" y="176"/>
                  </a:lnTo>
                  <a:lnTo>
                    <a:pt x="724" y="176"/>
                  </a:lnTo>
                  <a:lnTo>
                    <a:pt x="723" y="176"/>
                  </a:lnTo>
                  <a:lnTo>
                    <a:pt x="707" y="174"/>
                  </a:lnTo>
                  <a:lnTo>
                    <a:pt x="691" y="172"/>
                  </a:lnTo>
                  <a:lnTo>
                    <a:pt x="676" y="171"/>
                  </a:lnTo>
                  <a:lnTo>
                    <a:pt x="660" y="169"/>
                  </a:lnTo>
                  <a:lnTo>
                    <a:pt x="659" y="169"/>
                  </a:lnTo>
                  <a:lnTo>
                    <a:pt x="658" y="169"/>
                  </a:lnTo>
                  <a:lnTo>
                    <a:pt x="642" y="167"/>
                  </a:lnTo>
                  <a:lnTo>
                    <a:pt x="627" y="165"/>
                  </a:lnTo>
                  <a:lnTo>
                    <a:pt x="612" y="164"/>
                  </a:lnTo>
                  <a:lnTo>
                    <a:pt x="597" y="162"/>
                  </a:lnTo>
                  <a:lnTo>
                    <a:pt x="597" y="162"/>
                  </a:lnTo>
                  <a:lnTo>
                    <a:pt x="597" y="162"/>
                  </a:lnTo>
                  <a:lnTo>
                    <a:pt x="582" y="160"/>
                  </a:lnTo>
                  <a:lnTo>
                    <a:pt x="567" y="158"/>
                  </a:lnTo>
                  <a:lnTo>
                    <a:pt x="553" y="156"/>
                  </a:lnTo>
                  <a:lnTo>
                    <a:pt x="538" y="154"/>
                  </a:lnTo>
                  <a:lnTo>
                    <a:pt x="537" y="154"/>
                  </a:lnTo>
                  <a:lnTo>
                    <a:pt x="536" y="154"/>
                  </a:lnTo>
                  <a:lnTo>
                    <a:pt x="522" y="152"/>
                  </a:lnTo>
                  <a:lnTo>
                    <a:pt x="508" y="150"/>
                  </a:lnTo>
                  <a:lnTo>
                    <a:pt x="495" y="149"/>
                  </a:lnTo>
                  <a:lnTo>
                    <a:pt x="481" y="147"/>
                  </a:lnTo>
                  <a:lnTo>
                    <a:pt x="481" y="147"/>
                  </a:lnTo>
                  <a:lnTo>
                    <a:pt x="480" y="147"/>
                  </a:lnTo>
                  <a:lnTo>
                    <a:pt x="467" y="145"/>
                  </a:lnTo>
                  <a:lnTo>
                    <a:pt x="454" y="143"/>
                  </a:lnTo>
                  <a:lnTo>
                    <a:pt x="441" y="141"/>
                  </a:lnTo>
                  <a:lnTo>
                    <a:pt x="428" y="139"/>
                  </a:lnTo>
                  <a:lnTo>
                    <a:pt x="427" y="138"/>
                  </a:lnTo>
                  <a:lnTo>
                    <a:pt x="425" y="138"/>
                  </a:lnTo>
                  <a:lnTo>
                    <a:pt x="413" y="136"/>
                  </a:lnTo>
                  <a:lnTo>
                    <a:pt x="400" y="134"/>
                  </a:lnTo>
                  <a:lnTo>
                    <a:pt x="388" y="132"/>
                  </a:lnTo>
                  <a:lnTo>
                    <a:pt x="376" y="130"/>
                  </a:lnTo>
                  <a:lnTo>
                    <a:pt x="376" y="130"/>
                  </a:lnTo>
                  <a:lnTo>
                    <a:pt x="375" y="130"/>
                  </a:lnTo>
                  <a:lnTo>
                    <a:pt x="363" y="128"/>
                  </a:lnTo>
                  <a:lnTo>
                    <a:pt x="350" y="126"/>
                  </a:lnTo>
                  <a:lnTo>
                    <a:pt x="339" y="124"/>
                  </a:lnTo>
                  <a:lnTo>
                    <a:pt x="327" y="121"/>
                  </a:lnTo>
                  <a:lnTo>
                    <a:pt x="326" y="121"/>
                  </a:lnTo>
                  <a:lnTo>
                    <a:pt x="325" y="121"/>
                  </a:lnTo>
                  <a:lnTo>
                    <a:pt x="314" y="119"/>
                  </a:lnTo>
                  <a:lnTo>
                    <a:pt x="303" y="117"/>
                  </a:lnTo>
                  <a:lnTo>
                    <a:pt x="292" y="115"/>
                  </a:lnTo>
                  <a:lnTo>
                    <a:pt x="282" y="113"/>
                  </a:lnTo>
                  <a:lnTo>
                    <a:pt x="281" y="112"/>
                  </a:lnTo>
                  <a:lnTo>
                    <a:pt x="280" y="112"/>
                  </a:lnTo>
                  <a:lnTo>
                    <a:pt x="269" y="110"/>
                  </a:lnTo>
                  <a:lnTo>
                    <a:pt x="259" y="108"/>
                  </a:lnTo>
                  <a:lnTo>
                    <a:pt x="249" y="105"/>
                  </a:lnTo>
                  <a:lnTo>
                    <a:pt x="239" y="103"/>
                  </a:lnTo>
                  <a:lnTo>
                    <a:pt x="238" y="103"/>
                  </a:lnTo>
                  <a:lnTo>
                    <a:pt x="238" y="103"/>
                  </a:lnTo>
                  <a:lnTo>
                    <a:pt x="228" y="101"/>
                  </a:lnTo>
                  <a:lnTo>
                    <a:pt x="218" y="98"/>
                  </a:lnTo>
                  <a:lnTo>
                    <a:pt x="209" y="96"/>
                  </a:lnTo>
                  <a:lnTo>
                    <a:pt x="199" y="94"/>
                  </a:lnTo>
                  <a:lnTo>
                    <a:pt x="199" y="93"/>
                  </a:lnTo>
                  <a:lnTo>
                    <a:pt x="198" y="93"/>
                  </a:lnTo>
                  <a:lnTo>
                    <a:pt x="189" y="91"/>
                  </a:lnTo>
                  <a:lnTo>
                    <a:pt x="181" y="89"/>
                  </a:lnTo>
                  <a:lnTo>
                    <a:pt x="172" y="86"/>
                  </a:lnTo>
                  <a:lnTo>
                    <a:pt x="163" y="84"/>
                  </a:lnTo>
                  <a:lnTo>
                    <a:pt x="163" y="84"/>
                  </a:lnTo>
                  <a:lnTo>
                    <a:pt x="162" y="84"/>
                  </a:lnTo>
                  <a:lnTo>
                    <a:pt x="154" y="81"/>
                  </a:lnTo>
                  <a:lnTo>
                    <a:pt x="146" y="79"/>
                  </a:lnTo>
                  <a:lnTo>
                    <a:pt x="138" y="76"/>
                  </a:lnTo>
                  <a:lnTo>
                    <a:pt x="131" y="74"/>
                  </a:lnTo>
                  <a:lnTo>
                    <a:pt x="131" y="74"/>
                  </a:lnTo>
                  <a:lnTo>
                    <a:pt x="130" y="74"/>
                  </a:lnTo>
                  <a:lnTo>
                    <a:pt x="116" y="69"/>
                  </a:lnTo>
                  <a:lnTo>
                    <a:pt x="103" y="64"/>
                  </a:lnTo>
                  <a:lnTo>
                    <a:pt x="102" y="64"/>
                  </a:lnTo>
                  <a:lnTo>
                    <a:pt x="100" y="63"/>
                  </a:lnTo>
                  <a:lnTo>
                    <a:pt x="88" y="58"/>
                  </a:lnTo>
                  <a:lnTo>
                    <a:pt x="76" y="54"/>
                  </a:lnTo>
                  <a:lnTo>
                    <a:pt x="75" y="53"/>
                  </a:lnTo>
                  <a:lnTo>
                    <a:pt x="75" y="53"/>
                  </a:lnTo>
                  <a:lnTo>
                    <a:pt x="64" y="48"/>
                  </a:lnTo>
                  <a:lnTo>
                    <a:pt x="54" y="43"/>
                  </a:lnTo>
                  <a:lnTo>
                    <a:pt x="53" y="43"/>
                  </a:lnTo>
                  <a:lnTo>
                    <a:pt x="52" y="42"/>
                  </a:lnTo>
                  <a:lnTo>
                    <a:pt x="43" y="38"/>
                  </a:lnTo>
                  <a:lnTo>
                    <a:pt x="35" y="33"/>
                  </a:lnTo>
                  <a:lnTo>
                    <a:pt x="34" y="32"/>
                  </a:lnTo>
                  <a:lnTo>
                    <a:pt x="34" y="32"/>
                  </a:lnTo>
                  <a:lnTo>
                    <a:pt x="27" y="28"/>
                  </a:lnTo>
                  <a:lnTo>
                    <a:pt x="21" y="23"/>
                  </a:lnTo>
                  <a:lnTo>
                    <a:pt x="20" y="22"/>
                  </a:lnTo>
                  <a:lnTo>
                    <a:pt x="18" y="21"/>
                  </a:lnTo>
                  <a:lnTo>
                    <a:pt x="13" y="16"/>
                  </a:lnTo>
                  <a:lnTo>
                    <a:pt x="8" y="12"/>
                  </a:lnTo>
                  <a:lnTo>
                    <a:pt x="8" y="11"/>
                  </a:lnTo>
                  <a:lnTo>
                    <a:pt x="7" y="10"/>
                  </a:lnTo>
                  <a:lnTo>
                    <a:pt x="3" y="5"/>
                  </a:lnTo>
                  <a:lnTo>
                    <a:pt x="0" y="0"/>
                  </a:lnTo>
                  <a:lnTo>
                    <a:pt x="0" y="0"/>
                  </a:lnTo>
                  <a:lnTo>
                    <a:pt x="0" y="0"/>
                  </a:lnTo>
                  <a:lnTo>
                    <a:pt x="0" y="0"/>
                  </a:lnTo>
                  <a:lnTo>
                    <a:pt x="35" y="66"/>
                  </a:lnTo>
                  <a:lnTo>
                    <a:pt x="71" y="132"/>
                  </a:lnTo>
                  <a:lnTo>
                    <a:pt x="106" y="199"/>
                  </a:lnTo>
                  <a:lnTo>
                    <a:pt x="142" y="266"/>
                  </a:lnTo>
                  <a:lnTo>
                    <a:pt x="177" y="332"/>
                  </a:lnTo>
                  <a:lnTo>
                    <a:pt x="213" y="398"/>
                  </a:lnTo>
                  <a:lnTo>
                    <a:pt x="248" y="464"/>
                  </a:lnTo>
                  <a:lnTo>
                    <a:pt x="284" y="530"/>
                  </a:lnTo>
                  <a:lnTo>
                    <a:pt x="319" y="597"/>
                  </a:lnTo>
                  <a:lnTo>
                    <a:pt x="356" y="664"/>
                  </a:lnTo>
                  <a:lnTo>
                    <a:pt x="391" y="730"/>
                  </a:lnTo>
                  <a:lnTo>
                    <a:pt x="426" y="796"/>
                  </a:lnTo>
                  <a:lnTo>
                    <a:pt x="462" y="862"/>
                  </a:lnTo>
                  <a:lnTo>
                    <a:pt x="497" y="929"/>
                  </a:lnTo>
                  <a:lnTo>
                    <a:pt x="533" y="995"/>
                  </a:lnTo>
                  <a:lnTo>
                    <a:pt x="568" y="1061"/>
                  </a:lnTo>
                  <a:lnTo>
                    <a:pt x="570" y="1064"/>
                  </a:lnTo>
                  <a:lnTo>
                    <a:pt x="572" y="1067"/>
                  </a:lnTo>
                  <a:lnTo>
                    <a:pt x="573" y="1068"/>
                  </a:lnTo>
                  <a:lnTo>
                    <a:pt x="574" y="1069"/>
                  </a:lnTo>
                  <a:lnTo>
                    <a:pt x="575" y="1070"/>
                  </a:lnTo>
                  <a:lnTo>
                    <a:pt x="575" y="1071"/>
                  </a:lnTo>
                  <a:lnTo>
                    <a:pt x="576" y="1072"/>
                  </a:lnTo>
                  <a:lnTo>
                    <a:pt x="576" y="1072"/>
                  </a:lnTo>
                  <a:lnTo>
                    <a:pt x="579" y="1075"/>
                  </a:lnTo>
                  <a:lnTo>
                    <a:pt x="582" y="1078"/>
                  </a:lnTo>
                  <a:lnTo>
                    <a:pt x="582" y="1078"/>
                  </a:lnTo>
                  <a:lnTo>
                    <a:pt x="583" y="1079"/>
                  </a:lnTo>
                  <a:lnTo>
                    <a:pt x="584" y="1080"/>
                  </a:lnTo>
                  <a:lnTo>
                    <a:pt x="584" y="1080"/>
                  </a:lnTo>
                  <a:lnTo>
                    <a:pt x="586" y="1082"/>
                  </a:lnTo>
                  <a:lnTo>
                    <a:pt x="588" y="1084"/>
                  </a:lnTo>
                  <a:lnTo>
                    <a:pt x="591" y="1086"/>
                  </a:lnTo>
                  <a:lnTo>
                    <a:pt x="594" y="1088"/>
                  </a:lnTo>
                  <a:lnTo>
                    <a:pt x="594" y="1088"/>
                  </a:lnTo>
                  <a:lnTo>
                    <a:pt x="594" y="1088"/>
                  </a:lnTo>
                  <a:lnTo>
                    <a:pt x="594" y="1088"/>
                  </a:lnTo>
                  <a:lnTo>
                    <a:pt x="598" y="1091"/>
                  </a:lnTo>
                  <a:lnTo>
                    <a:pt x="601" y="1094"/>
                  </a:lnTo>
                  <a:lnTo>
                    <a:pt x="604" y="1096"/>
                  </a:lnTo>
                  <a:lnTo>
                    <a:pt x="607" y="1098"/>
                  </a:lnTo>
                  <a:lnTo>
                    <a:pt x="608" y="1098"/>
                  </a:lnTo>
                  <a:lnTo>
                    <a:pt x="608" y="1099"/>
                  </a:lnTo>
                  <a:lnTo>
                    <a:pt x="608" y="1099"/>
                  </a:lnTo>
                  <a:lnTo>
                    <a:pt x="609" y="1099"/>
                  </a:lnTo>
                  <a:lnTo>
                    <a:pt x="613" y="1101"/>
                  </a:lnTo>
                  <a:lnTo>
                    <a:pt x="617" y="1104"/>
                  </a:lnTo>
                  <a:lnTo>
                    <a:pt x="620" y="1105"/>
                  </a:lnTo>
                  <a:lnTo>
                    <a:pt x="623" y="1107"/>
                  </a:lnTo>
                  <a:lnTo>
                    <a:pt x="623" y="1107"/>
                  </a:lnTo>
                  <a:lnTo>
                    <a:pt x="624" y="1107"/>
                  </a:lnTo>
                  <a:lnTo>
                    <a:pt x="624" y="1107"/>
                  </a:lnTo>
                  <a:lnTo>
                    <a:pt x="624" y="1107"/>
                  </a:lnTo>
                  <a:lnTo>
                    <a:pt x="627" y="1109"/>
                  </a:lnTo>
                  <a:lnTo>
                    <a:pt x="631" y="1111"/>
                  </a:lnTo>
                  <a:lnTo>
                    <a:pt x="635" y="1113"/>
                  </a:lnTo>
                  <a:lnTo>
                    <a:pt x="639" y="1114"/>
                  </a:lnTo>
                  <a:lnTo>
                    <a:pt x="640" y="1115"/>
                  </a:lnTo>
                  <a:lnTo>
                    <a:pt x="641" y="1115"/>
                  </a:lnTo>
                  <a:lnTo>
                    <a:pt x="642" y="1116"/>
                  </a:lnTo>
                  <a:lnTo>
                    <a:pt x="642" y="1116"/>
                  </a:lnTo>
                  <a:lnTo>
                    <a:pt x="644" y="1117"/>
                  </a:lnTo>
                  <a:lnTo>
                    <a:pt x="647" y="1118"/>
                  </a:lnTo>
                  <a:lnTo>
                    <a:pt x="650" y="1119"/>
                  </a:lnTo>
                  <a:lnTo>
                    <a:pt x="654" y="1121"/>
                  </a:lnTo>
                  <a:lnTo>
                    <a:pt x="658" y="1122"/>
                  </a:lnTo>
                  <a:lnTo>
                    <a:pt x="661" y="1124"/>
                  </a:lnTo>
                  <a:lnTo>
                    <a:pt x="661" y="1124"/>
                  </a:lnTo>
                  <a:lnTo>
                    <a:pt x="661" y="1124"/>
                  </a:lnTo>
                  <a:lnTo>
                    <a:pt x="661" y="1124"/>
                  </a:lnTo>
                  <a:lnTo>
                    <a:pt x="662" y="1124"/>
                  </a:lnTo>
                  <a:lnTo>
                    <a:pt x="665" y="1125"/>
                  </a:lnTo>
                  <a:lnTo>
                    <a:pt x="669" y="1127"/>
                  </a:lnTo>
                  <a:lnTo>
                    <a:pt x="673" y="1128"/>
                  </a:lnTo>
                  <a:lnTo>
                    <a:pt x="677" y="1130"/>
                  </a:lnTo>
                  <a:lnTo>
                    <a:pt x="680" y="1131"/>
                  </a:lnTo>
                  <a:lnTo>
                    <a:pt x="683" y="1132"/>
                  </a:lnTo>
                  <a:lnTo>
                    <a:pt x="683" y="1132"/>
                  </a:lnTo>
                  <a:lnTo>
                    <a:pt x="684" y="1132"/>
                  </a:lnTo>
                  <a:lnTo>
                    <a:pt x="684" y="1132"/>
                  </a:lnTo>
                  <a:lnTo>
                    <a:pt x="684" y="1132"/>
                  </a:lnTo>
                  <a:lnTo>
                    <a:pt x="684" y="1132"/>
                  </a:lnTo>
                  <a:lnTo>
                    <a:pt x="685" y="1133"/>
                  </a:lnTo>
                  <a:lnTo>
                    <a:pt x="689" y="1134"/>
                  </a:lnTo>
                  <a:lnTo>
                    <a:pt x="693" y="1135"/>
                  </a:lnTo>
                  <a:lnTo>
                    <a:pt x="697" y="1137"/>
                  </a:lnTo>
                  <a:lnTo>
                    <a:pt x="701" y="1138"/>
                  </a:lnTo>
                  <a:lnTo>
                    <a:pt x="704" y="1139"/>
                  </a:lnTo>
                  <a:lnTo>
                    <a:pt x="708" y="1140"/>
                  </a:lnTo>
                  <a:lnTo>
                    <a:pt x="708" y="1140"/>
                  </a:lnTo>
                  <a:lnTo>
                    <a:pt x="708" y="1140"/>
                  </a:lnTo>
                  <a:lnTo>
                    <a:pt x="709" y="1141"/>
                  </a:lnTo>
                  <a:lnTo>
                    <a:pt x="709" y="1141"/>
                  </a:lnTo>
                  <a:lnTo>
                    <a:pt x="713" y="1142"/>
                  </a:lnTo>
                  <a:lnTo>
                    <a:pt x="718" y="1143"/>
                  </a:lnTo>
                  <a:lnTo>
                    <a:pt x="722" y="1144"/>
                  </a:lnTo>
                  <a:lnTo>
                    <a:pt x="726" y="1146"/>
                  </a:lnTo>
                  <a:lnTo>
                    <a:pt x="730" y="1147"/>
                  </a:lnTo>
                  <a:lnTo>
                    <a:pt x="734" y="1148"/>
                  </a:lnTo>
                  <a:lnTo>
                    <a:pt x="735" y="1148"/>
                  </a:lnTo>
                  <a:lnTo>
                    <a:pt x="735" y="1148"/>
                  </a:lnTo>
                  <a:lnTo>
                    <a:pt x="735" y="1148"/>
                  </a:lnTo>
                  <a:lnTo>
                    <a:pt x="735" y="1148"/>
                  </a:lnTo>
                  <a:lnTo>
                    <a:pt x="739" y="1149"/>
                  </a:lnTo>
                  <a:lnTo>
                    <a:pt x="743" y="1151"/>
                  </a:lnTo>
                  <a:lnTo>
                    <a:pt x="747" y="1152"/>
                  </a:lnTo>
                  <a:lnTo>
                    <a:pt x="752" y="1153"/>
                  </a:lnTo>
                  <a:lnTo>
                    <a:pt x="756" y="1154"/>
                  </a:lnTo>
                  <a:lnTo>
                    <a:pt x="761" y="1155"/>
                  </a:lnTo>
                  <a:lnTo>
                    <a:pt x="762" y="1155"/>
                  </a:lnTo>
                  <a:lnTo>
                    <a:pt x="763" y="1156"/>
                  </a:lnTo>
                  <a:lnTo>
                    <a:pt x="763" y="1156"/>
                  </a:lnTo>
                  <a:lnTo>
                    <a:pt x="764" y="1156"/>
                  </a:lnTo>
                  <a:lnTo>
                    <a:pt x="767" y="1157"/>
                  </a:lnTo>
                  <a:lnTo>
                    <a:pt x="770" y="1157"/>
                  </a:lnTo>
                  <a:lnTo>
                    <a:pt x="774" y="1159"/>
                  </a:lnTo>
                  <a:lnTo>
                    <a:pt x="779" y="1160"/>
                  </a:lnTo>
                  <a:lnTo>
                    <a:pt x="783" y="1161"/>
                  </a:lnTo>
                  <a:lnTo>
                    <a:pt x="788" y="1162"/>
                  </a:lnTo>
                  <a:lnTo>
                    <a:pt x="790" y="1162"/>
                  </a:lnTo>
                  <a:lnTo>
                    <a:pt x="793" y="1163"/>
                  </a:lnTo>
                  <a:lnTo>
                    <a:pt x="793" y="1163"/>
                  </a:lnTo>
                  <a:lnTo>
                    <a:pt x="794" y="1163"/>
                  </a:lnTo>
                  <a:lnTo>
                    <a:pt x="795" y="1164"/>
                  </a:lnTo>
                  <a:lnTo>
                    <a:pt x="797" y="1164"/>
                  </a:lnTo>
                  <a:lnTo>
                    <a:pt x="801" y="1165"/>
                  </a:lnTo>
                  <a:lnTo>
                    <a:pt x="806" y="1166"/>
                  </a:lnTo>
                  <a:lnTo>
                    <a:pt x="811" y="1167"/>
                  </a:lnTo>
                  <a:lnTo>
                    <a:pt x="815" y="1168"/>
                  </a:lnTo>
                  <a:lnTo>
                    <a:pt x="820" y="1169"/>
                  </a:lnTo>
                  <a:lnTo>
                    <a:pt x="825" y="1170"/>
                  </a:lnTo>
                  <a:lnTo>
                    <a:pt x="825" y="1170"/>
                  </a:lnTo>
                  <a:lnTo>
                    <a:pt x="826" y="1170"/>
                  </a:lnTo>
                  <a:lnTo>
                    <a:pt x="826" y="1170"/>
                  </a:lnTo>
                  <a:lnTo>
                    <a:pt x="826" y="1170"/>
                  </a:lnTo>
                  <a:lnTo>
                    <a:pt x="830" y="1171"/>
                  </a:lnTo>
                  <a:lnTo>
                    <a:pt x="834" y="1172"/>
                  </a:lnTo>
                  <a:lnTo>
                    <a:pt x="839" y="1173"/>
                  </a:lnTo>
                  <a:lnTo>
                    <a:pt x="844" y="1174"/>
                  </a:lnTo>
                  <a:lnTo>
                    <a:pt x="849" y="1175"/>
                  </a:lnTo>
                  <a:lnTo>
                    <a:pt x="854" y="1176"/>
                  </a:lnTo>
                  <a:lnTo>
                    <a:pt x="857" y="1177"/>
                  </a:lnTo>
                  <a:lnTo>
                    <a:pt x="859" y="1177"/>
                  </a:lnTo>
                  <a:lnTo>
                    <a:pt x="860" y="1177"/>
                  </a:lnTo>
                  <a:lnTo>
                    <a:pt x="861" y="1177"/>
                  </a:lnTo>
                  <a:lnTo>
                    <a:pt x="862" y="1178"/>
                  </a:lnTo>
                  <a:lnTo>
                    <a:pt x="864" y="1178"/>
                  </a:lnTo>
                  <a:lnTo>
                    <a:pt x="869" y="1179"/>
                  </a:lnTo>
                  <a:lnTo>
                    <a:pt x="874" y="1180"/>
                  </a:lnTo>
                  <a:lnTo>
                    <a:pt x="879" y="1181"/>
                  </a:lnTo>
                  <a:lnTo>
                    <a:pt x="884" y="1182"/>
                  </a:lnTo>
                  <a:lnTo>
                    <a:pt x="890" y="1183"/>
                  </a:lnTo>
                  <a:lnTo>
                    <a:pt x="895" y="1184"/>
                  </a:lnTo>
                  <a:lnTo>
                    <a:pt x="895" y="1184"/>
                  </a:lnTo>
                  <a:lnTo>
                    <a:pt x="895" y="1184"/>
                  </a:lnTo>
                  <a:lnTo>
                    <a:pt x="896" y="1184"/>
                  </a:lnTo>
                  <a:lnTo>
                    <a:pt x="896" y="1184"/>
                  </a:lnTo>
                  <a:lnTo>
                    <a:pt x="901" y="1185"/>
                  </a:lnTo>
                  <a:lnTo>
                    <a:pt x="905" y="1186"/>
                  </a:lnTo>
                  <a:lnTo>
                    <a:pt x="911" y="1187"/>
                  </a:lnTo>
                  <a:lnTo>
                    <a:pt x="916" y="1187"/>
                  </a:lnTo>
                  <a:lnTo>
                    <a:pt x="921" y="1188"/>
                  </a:lnTo>
                  <a:lnTo>
                    <a:pt x="927" y="1189"/>
                  </a:lnTo>
                  <a:lnTo>
                    <a:pt x="930" y="1190"/>
                  </a:lnTo>
                  <a:lnTo>
                    <a:pt x="932" y="1190"/>
                  </a:lnTo>
                  <a:lnTo>
                    <a:pt x="933" y="1190"/>
                  </a:lnTo>
                  <a:lnTo>
                    <a:pt x="933" y="1190"/>
                  </a:lnTo>
                  <a:lnTo>
                    <a:pt x="934" y="1190"/>
                  </a:lnTo>
                  <a:lnTo>
                    <a:pt x="934" y="1190"/>
                  </a:lnTo>
                  <a:lnTo>
                    <a:pt x="936" y="1191"/>
                  </a:lnTo>
                  <a:lnTo>
                    <a:pt x="938" y="1191"/>
                  </a:lnTo>
                  <a:lnTo>
                    <a:pt x="943" y="1192"/>
                  </a:lnTo>
                  <a:lnTo>
                    <a:pt x="949" y="1193"/>
                  </a:lnTo>
                  <a:lnTo>
                    <a:pt x="954" y="1194"/>
                  </a:lnTo>
                  <a:lnTo>
                    <a:pt x="960" y="1195"/>
                  </a:lnTo>
                  <a:lnTo>
                    <a:pt x="966" y="1195"/>
                  </a:lnTo>
                  <a:lnTo>
                    <a:pt x="973" y="1196"/>
                  </a:lnTo>
                  <a:lnTo>
                    <a:pt x="973" y="1196"/>
                  </a:lnTo>
                  <a:lnTo>
                    <a:pt x="973" y="1196"/>
                  </a:lnTo>
                  <a:lnTo>
                    <a:pt x="974" y="1196"/>
                  </a:lnTo>
                  <a:lnTo>
                    <a:pt x="974" y="1197"/>
                  </a:lnTo>
                  <a:lnTo>
                    <a:pt x="979" y="1197"/>
                  </a:lnTo>
                  <a:lnTo>
                    <a:pt x="984" y="1198"/>
                  </a:lnTo>
                  <a:lnTo>
                    <a:pt x="990" y="1199"/>
                  </a:lnTo>
                  <a:lnTo>
                    <a:pt x="996" y="1200"/>
                  </a:lnTo>
                  <a:lnTo>
                    <a:pt x="1002" y="1201"/>
                  </a:lnTo>
                  <a:lnTo>
                    <a:pt x="1008" y="1201"/>
                  </a:lnTo>
                  <a:lnTo>
                    <a:pt x="1011" y="1202"/>
                  </a:lnTo>
                  <a:lnTo>
                    <a:pt x="1014" y="1202"/>
                  </a:lnTo>
                  <a:lnTo>
                    <a:pt x="1015" y="1202"/>
                  </a:lnTo>
                  <a:lnTo>
                    <a:pt x="1016" y="1202"/>
                  </a:lnTo>
                  <a:lnTo>
                    <a:pt x="1018" y="1203"/>
                  </a:lnTo>
                  <a:lnTo>
                    <a:pt x="1020" y="1203"/>
                  </a:lnTo>
                  <a:lnTo>
                    <a:pt x="1026" y="1204"/>
                  </a:lnTo>
                  <a:lnTo>
                    <a:pt x="1033" y="1205"/>
                  </a:lnTo>
                  <a:lnTo>
                    <a:pt x="1039" y="1206"/>
                  </a:lnTo>
                  <a:lnTo>
                    <a:pt x="1046" y="1206"/>
                  </a:lnTo>
                  <a:lnTo>
                    <a:pt x="1051" y="1207"/>
                  </a:lnTo>
                  <a:lnTo>
                    <a:pt x="1056" y="1208"/>
                  </a:lnTo>
                  <a:lnTo>
                    <a:pt x="1057" y="1208"/>
                  </a:lnTo>
                  <a:lnTo>
                    <a:pt x="1057" y="1208"/>
                  </a:lnTo>
                  <a:lnTo>
                    <a:pt x="1058" y="1208"/>
                  </a:lnTo>
                  <a:lnTo>
                    <a:pt x="1059" y="1208"/>
                  </a:lnTo>
                  <a:lnTo>
                    <a:pt x="1065" y="1209"/>
                  </a:lnTo>
                  <a:lnTo>
                    <a:pt x="1072" y="1210"/>
                  </a:lnTo>
                  <a:lnTo>
                    <a:pt x="1078" y="1210"/>
                  </a:lnTo>
                  <a:lnTo>
                    <a:pt x="1085" y="1211"/>
                  </a:lnTo>
                  <a:lnTo>
                    <a:pt x="1092" y="1212"/>
                  </a:lnTo>
                  <a:lnTo>
                    <a:pt x="1099" y="1213"/>
                  </a:lnTo>
                  <a:lnTo>
                    <a:pt x="1100" y="1213"/>
                  </a:lnTo>
                  <a:lnTo>
                    <a:pt x="1100" y="1213"/>
                  </a:lnTo>
                  <a:lnTo>
                    <a:pt x="1101" y="1213"/>
                  </a:lnTo>
                  <a:lnTo>
                    <a:pt x="1102" y="1213"/>
                  </a:lnTo>
                  <a:lnTo>
                    <a:pt x="1107" y="1214"/>
                  </a:lnTo>
                  <a:lnTo>
                    <a:pt x="1113" y="1214"/>
                  </a:lnTo>
                  <a:lnTo>
                    <a:pt x="1121" y="1215"/>
                  </a:lnTo>
                  <a:lnTo>
                    <a:pt x="1128" y="1216"/>
                  </a:lnTo>
                  <a:lnTo>
                    <a:pt x="1135" y="1217"/>
                  </a:lnTo>
                  <a:lnTo>
                    <a:pt x="1142" y="1217"/>
                  </a:lnTo>
                  <a:lnTo>
                    <a:pt x="1144" y="1218"/>
                  </a:lnTo>
                  <a:lnTo>
                    <a:pt x="1145" y="1218"/>
                  </a:lnTo>
                  <a:lnTo>
                    <a:pt x="1146" y="1218"/>
                  </a:lnTo>
                  <a:lnTo>
                    <a:pt x="1148" y="1218"/>
                  </a:lnTo>
                  <a:lnTo>
                    <a:pt x="1153" y="1218"/>
                  </a:lnTo>
                  <a:lnTo>
                    <a:pt x="1158" y="1219"/>
                  </a:lnTo>
                  <a:lnTo>
                    <a:pt x="1166" y="1220"/>
                  </a:lnTo>
                  <a:lnTo>
                    <a:pt x="1173" y="1220"/>
                  </a:lnTo>
                  <a:lnTo>
                    <a:pt x="1181" y="1221"/>
                  </a:lnTo>
                  <a:lnTo>
                    <a:pt x="1189" y="1222"/>
                  </a:lnTo>
                  <a:lnTo>
                    <a:pt x="1191" y="1222"/>
                  </a:lnTo>
                  <a:lnTo>
                    <a:pt x="1192" y="1222"/>
                  </a:lnTo>
                  <a:lnTo>
                    <a:pt x="1193" y="1222"/>
                  </a:lnTo>
                  <a:lnTo>
                    <a:pt x="1194" y="1222"/>
                  </a:lnTo>
                  <a:lnTo>
                    <a:pt x="1200" y="1223"/>
                  </a:lnTo>
                  <a:lnTo>
                    <a:pt x="1205" y="1223"/>
                  </a:lnTo>
                  <a:lnTo>
                    <a:pt x="1214" y="1224"/>
                  </a:lnTo>
                  <a:lnTo>
                    <a:pt x="1223" y="1225"/>
                  </a:lnTo>
                  <a:lnTo>
                    <a:pt x="1231" y="1226"/>
                  </a:lnTo>
                  <a:lnTo>
                    <a:pt x="1240" y="1226"/>
                  </a:lnTo>
                  <a:lnTo>
                    <a:pt x="1240" y="1226"/>
                  </a:lnTo>
                  <a:lnTo>
                    <a:pt x="1240" y="1226"/>
                  </a:lnTo>
                  <a:lnTo>
                    <a:pt x="1241" y="1226"/>
                  </a:lnTo>
                  <a:lnTo>
                    <a:pt x="1241" y="1226"/>
                  </a:lnTo>
                  <a:lnTo>
                    <a:pt x="1249" y="1227"/>
                  </a:lnTo>
                  <a:lnTo>
                    <a:pt x="1258" y="1228"/>
                  </a:lnTo>
                  <a:lnTo>
                    <a:pt x="1267" y="1228"/>
                  </a:lnTo>
                  <a:lnTo>
                    <a:pt x="1276" y="1229"/>
                  </a:lnTo>
                  <a:lnTo>
                    <a:pt x="1282" y="1229"/>
                  </a:lnTo>
                  <a:lnTo>
                    <a:pt x="1287" y="1230"/>
                  </a:lnTo>
                  <a:lnTo>
                    <a:pt x="1289" y="1230"/>
                  </a:lnTo>
                  <a:lnTo>
                    <a:pt x="1290" y="1230"/>
                  </a:lnTo>
                  <a:lnTo>
                    <a:pt x="1290" y="1230"/>
                  </a:lnTo>
                  <a:lnTo>
                    <a:pt x="1291" y="1230"/>
                  </a:lnTo>
                  <a:lnTo>
                    <a:pt x="1293" y="1230"/>
                  </a:lnTo>
                  <a:lnTo>
                    <a:pt x="1296" y="1231"/>
                  </a:lnTo>
                  <a:lnTo>
                    <a:pt x="1307" y="1231"/>
                  </a:lnTo>
                  <a:lnTo>
                    <a:pt x="1317" y="1232"/>
                  </a:lnTo>
                  <a:lnTo>
                    <a:pt x="1327" y="1233"/>
                  </a:lnTo>
                  <a:lnTo>
                    <a:pt x="1338" y="1233"/>
                  </a:lnTo>
                  <a:lnTo>
                    <a:pt x="1348" y="1234"/>
                  </a:lnTo>
                  <a:lnTo>
                    <a:pt x="1359" y="1235"/>
                  </a:lnTo>
                  <a:lnTo>
                    <a:pt x="1372" y="1235"/>
                  </a:lnTo>
                  <a:lnTo>
                    <a:pt x="1385" y="1236"/>
                  </a:lnTo>
                  <a:lnTo>
                    <a:pt x="1388" y="1236"/>
                  </a:lnTo>
                  <a:lnTo>
                    <a:pt x="1390" y="1236"/>
                  </a:lnTo>
                  <a:lnTo>
                    <a:pt x="1392" y="1236"/>
                  </a:lnTo>
                  <a:lnTo>
                    <a:pt x="1393" y="1236"/>
                  </a:lnTo>
                  <a:lnTo>
                    <a:pt x="1402" y="1237"/>
                  </a:lnTo>
                  <a:lnTo>
                    <a:pt x="1412" y="1237"/>
                  </a:lnTo>
                  <a:lnTo>
                    <a:pt x="1425" y="1238"/>
                  </a:lnTo>
                  <a:lnTo>
                    <a:pt x="1438" y="1239"/>
                  </a:lnTo>
                  <a:lnTo>
                    <a:pt x="1452" y="1239"/>
                  </a:lnTo>
                  <a:lnTo>
                    <a:pt x="1466" y="1240"/>
                  </a:lnTo>
                  <a:lnTo>
                    <a:pt x="1478" y="1240"/>
                  </a:lnTo>
                  <a:lnTo>
                    <a:pt x="1491" y="1241"/>
                  </a:lnTo>
                  <a:lnTo>
                    <a:pt x="1497" y="1241"/>
                  </a:lnTo>
                  <a:lnTo>
                    <a:pt x="1502" y="1241"/>
                  </a:lnTo>
                  <a:lnTo>
                    <a:pt x="1509" y="1241"/>
                  </a:lnTo>
                  <a:lnTo>
                    <a:pt x="1515" y="1242"/>
                  </a:lnTo>
                  <a:lnTo>
                    <a:pt x="1528" y="1242"/>
                  </a:lnTo>
                  <a:lnTo>
                    <a:pt x="1540" y="1242"/>
                  </a:lnTo>
                  <a:lnTo>
                    <a:pt x="1553" y="1243"/>
                  </a:lnTo>
                  <a:lnTo>
                    <a:pt x="1566" y="1243"/>
                  </a:lnTo>
                  <a:lnTo>
                    <a:pt x="1574" y="1243"/>
                  </a:lnTo>
                  <a:lnTo>
                    <a:pt x="1583" y="1243"/>
                  </a:lnTo>
                  <a:lnTo>
                    <a:pt x="1593" y="1244"/>
                  </a:lnTo>
                  <a:lnTo>
                    <a:pt x="1602" y="1244"/>
                  </a:lnTo>
                  <a:lnTo>
                    <a:pt x="1606" y="1244"/>
                  </a:lnTo>
                  <a:lnTo>
                    <a:pt x="1610" y="1244"/>
                  </a:lnTo>
                  <a:lnTo>
                    <a:pt x="1614" y="1244"/>
                  </a:lnTo>
                  <a:lnTo>
                    <a:pt x="1618" y="1244"/>
                  </a:lnTo>
                  <a:lnTo>
                    <a:pt x="1630" y="1244"/>
                  </a:lnTo>
                  <a:lnTo>
                    <a:pt x="1643" y="1244"/>
                  </a:lnTo>
                  <a:lnTo>
                    <a:pt x="1656" y="1245"/>
                  </a:lnTo>
                  <a:lnTo>
                    <a:pt x="1669" y="1245"/>
                  </a:lnTo>
                  <a:lnTo>
                    <a:pt x="1675" y="1245"/>
                  </a:lnTo>
                  <a:lnTo>
                    <a:pt x="1682" y="1245"/>
                  </a:lnTo>
                  <a:lnTo>
                    <a:pt x="1688" y="1245"/>
                  </a:lnTo>
                  <a:lnTo>
                    <a:pt x="1694" y="1245"/>
                  </a:lnTo>
                  <a:lnTo>
                    <a:pt x="1700" y="1245"/>
                  </a:lnTo>
                  <a:lnTo>
                    <a:pt x="1707" y="1245"/>
                  </a:lnTo>
                  <a:lnTo>
                    <a:pt x="1713" y="1245"/>
                  </a:lnTo>
                  <a:lnTo>
                    <a:pt x="1719" y="1245"/>
                  </a:lnTo>
                  <a:lnTo>
                    <a:pt x="1727" y="1245"/>
                  </a:lnTo>
                  <a:lnTo>
                    <a:pt x="1734" y="1245"/>
                  </a:lnTo>
                  <a:lnTo>
                    <a:pt x="1742" y="1245"/>
                  </a:lnTo>
                  <a:lnTo>
                    <a:pt x="1749" y="1245"/>
                  </a:lnTo>
                  <a:lnTo>
                    <a:pt x="1757" y="1245"/>
                  </a:lnTo>
                  <a:lnTo>
                    <a:pt x="1764" y="1245"/>
                  </a:lnTo>
                  <a:lnTo>
                    <a:pt x="1772" y="1245"/>
                  </a:lnTo>
                  <a:lnTo>
                    <a:pt x="1779" y="1245"/>
                  </a:lnTo>
                  <a:lnTo>
                    <a:pt x="1790" y="1245"/>
                  </a:lnTo>
                  <a:lnTo>
                    <a:pt x="1802" y="1244"/>
                  </a:lnTo>
                  <a:lnTo>
                    <a:pt x="1813" y="1244"/>
                  </a:lnTo>
                  <a:lnTo>
                    <a:pt x="1824" y="1244"/>
                  </a:lnTo>
                  <a:lnTo>
                    <a:pt x="1826" y="1244"/>
                  </a:lnTo>
                  <a:lnTo>
                    <a:pt x="1828" y="1244"/>
                  </a:lnTo>
                  <a:lnTo>
                    <a:pt x="1829" y="1244"/>
                  </a:lnTo>
                  <a:lnTo>
                    <a:pt x="1830" y="1244"/>
                  </a:lnTo>
                  <a:lnTo>
                    <a:pt x="1843" y="1244"/>
                  </a:lnTo>
                  <a:lnTo>
                    <a:pt x="1856" y="1244"/>
                  </a:lnTo>
                  <a:lnTo>
                    <a:pt x="1868" y="1243"/>
                  </a:lnTo>
                  <a:lnTo>
                    <a:pt x="1881" y="1243"/>
                  </a:lnTo>
                  <a:lnTo>
                    <a:pt x="1893" y="1243"/>
                  </a:lnTo>
                  <a:lnTo>
                    <a:pt x="1906" y="1242"/>
                  </a:lnTo>
                  <a:lnTo>
                    <a:pt x="1918" y="1242"/>
                  </a:lnTo>
                  <a:lnTo>
                    <a:pt x="1930" y="1242"/>
                  </a:lnTo>
                  <a:lnTo>
                    <a:pt x="1931" y="1242"/>
                  </a:lnTo>
                  <a:lnTo>
                    <a:pt x="1931" y="1242"/>
                  </a:lnTo>
                  <a:lnTo>
                    <a:pt x="1932" y="1242"/>
                  </a:lnTo>
                  <a:lnTo>
                    <a:pt x="1933" y="1242"/>
                  </a:lnTo>
                  <a:lnTo>
                    <a:pt x="1944" y="1241"/>
                  </a:lnTo>
                  <a:lnTo>
                    <a:pt x="1956" y="1241"/>
                  </a:lnTo>
                  <a:lnTo>
                    <a:pt x="1968" y="1240"/>
                  </a:lnTo>
                  <a:lnTo>
                    <a:pt x="1979" y="1240"/>
                  </a:lnTo>
                  <a:lnTo>
                    <a:pt x="1993" y="1239"/>
                  </a:lnTo>
                  <a:lnTo>
                    <a:pt x="2006" y="1239"/>
                  </a:lnTo>
                  <a:lnTo>
                    <a:pt x="2019" y="1238"/>
                  </a:lnTo>
                  <a:lnTo>
                    <a:pt x="2032" y="1237"/>
                  </a:lnTo>
                  <a:lnTo>
                    <a:pt x="2033" y="1237"/>
                  </a:lnTo>
                  <a:lnTo>
                    <a:pt x="2033" y="1237"/>
                  </a:lnTo>
                  <a:lnTo>
                    <a:pt x="2046" y="1237"/>
                  </a:lnTo>
                  <a:lnTo>
                    <a:pt x="2059" y="1236"/>
                  </a:lnTo>
                  <a:lnTo>
                    <a:pt x="2072" y="1235"/>
                  </a:lnTo>
                  <a:lnTo>
                    <a:pt x="2084" y="1235"/>
                  </a:lnTo>
                  <a:lnTo>
                    <a:pt x="2095" y="1234"/>
                  </a:lnTo>
                  <a:lnTo>
                    <a:pt x="2105" y="1233"/>
                  </a:lnTo>
                  <a:lnTo>
                    <a:pt x="2115" y="1233"/>
                  </a:lnTo>
                  <a:lnTo>
                    <a:pt x="2125" y="1232"/>
                  </a:lnTo>
                  <a:lnTo>
                    <a:pt x="2127" y="1232"/>
                  </a:lnTo>
                  <a:lnTo>
                    <a:pt x="2129" y="1232"/>
                  </a:lnTo>
                  <a:lnTo>
                    <a:pt x="2129" y="1232"/>
                  </a:lnTo>
                  <a:lnTo>
                    <a:pt x="2130" y="1232"/>
                  </a:lnTo>
                  <a:lnTo>
                    <a:pt x="2131" y="1232"/>
                  </a:lnTo>
                  <a:lnTo>
                    <a:pt x="2132" y="1232"/>
                  </a:lnTo>
                  <a:lnTo>
                    <a:pt x="2138" y="1231"/>
                  </a:lnTo>
                  <a:lnTo>
                    <a:pt x="2145" y="1231"/>
                  </a:lnTo>
                  <a:lnTo>
                    <a:pt x="2155" y="1230"/>
                  </a:lnTo>
                  <a:lnTo>
                    <a:pt x="2165" y="1229"/>
                  </a:lnTo>
                  <a:lnTo>
                    <a:pt x="2170" y="1229"/>
                  </a:lnTo>
                  <a:lnTo>
                    <a:pt x="2174" y="1228"/>
                  </a:lnTo>
                  <a:lnTo>
                    <a:pt x="2176" y="1228"/>
                  </a:lnTo>
                  <a:lnTo>
                    <a:pt x="2178" y="1228"/>
                  </a:lnTo>
                  <a:lnTo>
                    <a:pt x="2180" y="1228"/>
                  </a:lnTo>
                  <a:lnTo>
                    <a:pt x="2183" y="1228"/>
                  </a:lnTo>
                  <a:lnTo>
                    <a:pt x="2191" y="1227"/>
                  </a:lnTo>
                  <a:lnTo>
                    <a:pt x="2200" y="1226"/>
                  </a:lnTo>
                  <a:lnTo>
                    <a:pt x="2210" y="1226"/>
                  </a:lnTo>
                  <a:lnTo>
                    <a:pt x="2218" y="1225"/>
                  </a:lnTo>
                  <a:lnTo>
                    <a:pt x="2220" y="1225"/>
                  </a:lnTo>
                  <a:lnTo>
                    <a:pt x="2222" y="1225"/>
                  </a:lnTo>
                  <a:lnTo>
                    <a:pt x="2223" y="1224"/>
                  </a:lnTo>
                  <a:lnTo>
                    <a:pt x="2224" y="1224"/>
                  </a:lnTo>
                  <a:lnTo>
                    <a:pt x="2230" y="1224"/>
                  </a:lnTo>
                  <a:lnTo>
                    <a:pt x="2235" y="1223"/>
                  </a:lnTo>
                  <a:lnTo>
                    <a:pt x="2243" y="1223"/>
                  </a:lnTo>
                  <a:lnTo>
                    <a:pt x="2250" y="1222"/>
                  </a:lnTo>
                  <a:lnTo>
                    <a:pt x="2258" y="1221"/>
                  </a:lnTo>
                  <a:lnTo>
                    <a:pt x="2266" y="1221"/>
                  </a:lnTo>
                  <a:lnTo>
                    <a:pt x="2266" y="1220"/>
                  </a:lnTo>
                  <a:lnTo>
                    <a:pt x="2266" y="1220"/>
                  </a:lnTo>
                  <a:lnTo>
                    <a:pt x="2267" y="1220"/>
                  </a:lnTo>
                  <a:lnTo>
                    <a:pt x="2268" y="1220"/>
                  </a:lnTo>
                  <a:lnTo>
                    <a:pt x="2274" y="1220"/>
                  </a:lnTo>
                  <a:lnTo>
                    <a:pt x="2281" y="1219"/>
                  </a:lnTo>
                  <a:lnTo>
                    <a:pt x="2288" y="1218"/>
                  </a:lnTo>
                  <a:lnTo>
                    <a:pt x="2296" y="1217"/>
                  </a:lnTo>
                  <a:lnTo>
                    <a:pt x="2303" y="1217"/>
                  </a:lnTo>
                  <a:lnTo>
                    <a:pt x="2309" y="1216"/>
                  </a:lnTo>
                  <a:lnTo>
                    <a:pt x="2310" y="1216"/>
                  </a:lnTo>
                  <a:lnTo>
                    <a:pt x="2310" y="1216"/>
                  </a:lnTo>
                  <a:lnTo>
                    <a:pt x="2310" y="1216"/>
                  </a:lnTo>
                  <a:lnTo>
                    <a:pt x="2310" y="1216"/>
                  </a:lnTo>
                  <a:lnTo>
                    <a:pt x="2317" y="1215"/>
                  </a:lnTo>
                  <a:lnTo>
                    <a:pt x="2323" y="1214"/>
                  </a:lnTo>
                  <a:lnTo>
                    <a:pt x="2330" y="1214"/>
                  </a:lnTo>
                  <a:lnTo>
                    <a:pt x="2337" y="1213"/>
                  </a:lnTo>
                  <a:lnTo>
                    <a:pt x="2344" y="1212"/>
                  </a:lnTo>
                  <a:lnTo>
                    <a:pt x="2350" y="1211"/>
                  </a:lnTo>
                  <a:lnTo>
                    <a:pt x="2351" y="1211"/>
                  </a:lnTo>
                  <a:lnTo>
                    <a:pt x="2351" y="1211"/>
                  </a:lnTo>
                  <a:lnTo>
                    <a:pt x="2351" y="1211"/>
                  </a:lnTo>
                  <a:lnTo>
                    <a:pt x="2352" y="1211"/>
                  </a:lnTo>
                  <a:lnTo>
                    <a:pt x="2358" y="1210"/>
                  </a:lnTo>
                  <a:lnTo>
                    <a:pt x="2363" y="1210"/>
                  </a:lnTo>
                  <a:lnTo>
                    <a:pt x="2370" y="1209"/>
                  </a:lnTo>
                  <a:lnTo>
                    <a:pt x="2376" y="1208"/>
                  </a:lnTo>
                  <a:lnTo>
                    <a:pt x="2382" y="1207"/>
                  </a:lnTo>
                  <a:lnTo>
                    <a:pt x="2389" y="1206"/>
                  </a:lnTo>
                  <a:lnTo>
                    <a:pt x="2390" y="1206"/>
                  </a:lnTo>
                  <a:lnTo>
                    <a:pt x="2391" y="1206"/>
                  </a:lnTo>
                  <a:lnTo>
                    <a:pt x="2392" y="1206"/>
                  </a:lnTo>
                  <a:lnTo>
                    <a:pt x="2392" y="1206"/>
                  </a:lnTo>
                  <a:lnTo>
                    <a:pt x="2397" y="1205"/>
                  </a:lnTo>
                  <a:lnTo>
                    <a:pt x="2401" y="1205"/>
                  </a:lnTo>
                  <a:lnTo>
                    <a:pt x="2407" y="1204"/>
                  </a:lnTo>
                  <a:lnTo>
                    <a:pt x="2413" y="1203"/>
                  </a:lnTo>
                  <a:lnTo>
                    <a:pt x="2418" y="1202"/>
                  </a:lnTo>
                  <a:lnTo>
                    <a:pt x="2424" y="1202"/>
                  </a:lnTo>
                  <a:lnTo>
                    <a:pt x="2427" y="1201"/>
                  </a:lnTo>
                  <a:lnTo>
                    <a:pt x="2429" y="1201"/>
                  </a:lnTo>
                  <a:lnTo>
                    <a:pt x="2430" y="1201"/>
                  </a:lnTo>
                  <a:lnTo>
                    <a:pt x="2431" y="1201"/>
                  </a:lnTo>
                  <a:lnTo>
                    <a:pt x="2433" y="1200"/>
                  </a:lnTo>
                  <a:lnTo>
                    <a:pt x="2436" y="1200"/>
                  </a:lnTo>
                  <a:lnTo>
                    <a:pt x="2441" y="1199"/>
                  </a:lnTo>
                  <a:lnTo>
                    <a:pt x="2447" y="1198"/>
                  </a:lnTo>
                  <a:lnTo>
                    <a:pt x="2453" y="1197"/>
                  </a:lnTo>
                  <a:lnTo>
                    <a:pt x="2458" y="1196"/>
                  </a:lnTo>
                  <a:lnTo>
                    <a:pt x="2462" y="1196"/>
                  </a:lnTo>
                  <a:lnTo>
                    <a:pt x="2467" y="1195"/>
                  </a:lnTo>
                  <a:lnTo>
                    <a:pt x="2467" y="1195"/>
                  </a:lnTo>
                  <a:lnTo>
                    <a:pt x="2467" y="1195"/>
                  </a:lnTo>
                  <a:lnTo>
                    <a:pt x="2467" y="1195"/>
                  </a:lnTo>
                  <a:lnTo>
                    <a:pt x="2468" y="1195"/>
                  </a:lnTo>
                  <a:lnTo>
                    <a:pt x="2468" y="1195"/>
                  </a:lnTo>
                  <a:lnTo>
                    <a:pt x="2469" y="1195"/>
                  </a:lnTo>
                  <a:lnTo>
                    <a:pt x="2474" y="1194"/>
                  </a:lnTo>
                  <a:lnTo>
                    <a:pt x="2480" y="1193"/>
                  </a:lnTo>
                  <a:lnTo>
                    <a:pt x="2485" y="1192"/>
                  </a:lnTo>
                  <a:lnTo>
                    <a:pt x="2490" y="1191"/>
                  </a:lnTo>
                  <a:lnTo>
                    <a:pt x="2495" y="1190"/>
                  </a:lnTo>
                  <a:lnTo>
                    <a:pt x="2501" y="1189"/>
                  </a:lnTo>
                  <a:lnTo>
                    <a:pt x="2501" y="1189"/>
                  </a:lnTo>
                  <a:lnTo>
                    <a:pt x="2502" y="1189"/>
                  </a:lnTo>
                  <a:lnTo>
                    <a:pt x="2503" y="1189"/>
                  </a:lnTo>
                  <a:lnTo>
                    <a:pt x="2503" y="1189"/>
                  </a:lnTo>
                  <a:lnTo>
                    <a:pt x="2507" y="1188"/>
                  </a:lnTo>
                  <a:lnTo>
                    <a:pt x="2511" y="1188"/>
                  </a:lnTo>
                  <a:lnTo>
                    <a:pt x="2516" y="1187"/>
                  </a:lnTo>
                  <a:lnTo>
                    <a:pt x="2521" y="1186"/>
                  </a:lnTo>
                  <a:lnTo>
                    <a:pt x="2526" y="1185"/>
                  </a:lnTo>
                  <a:lnTo>
                    <a:pt x="2531" y="1184"/>
                  </a:lnTo>
                  <a:lnTo>
                    <a:pt x="2533" y="1183"/>
                  </a:lnTo>
                  <a:lnTo>
                    <a:pt x="2536" y="1183"/>
                  </a:lnTo>
                  <a:lnTo>
                    <a:pt x="2536" y="1183"/>
                  </a:lnTo>
                  <a:lnTo>
                    <a:pt x="2537" y="1183"/>
                  </a:lnTo>
                  <a:lnTo>
                    <a:pt x="2539" y="1182"/>
                  </a:lnTo>
                  <a:lnTo>
                    <a:pt x="2540" y="1182"/>
                  </a:lnTo>
                  <a:lnTo>
                    <a:pt x="2545" y="1181"/>
                  </a:lnTo>
                  <a:lnTo>
                    <a:pt x="2550" y="1180"/>
                  </a:lnTo>
                  <a:lnTo>
                    <a:pt x="2555" y="1179"/>
                  </a:lnTo>
                  <a:lnTo>
                    <a:pt x="2559" y="1178"/>
                  </a:lnTo>
                  <a:lnTo>
                    <a:pt x="2564" y="1177"/>
                  </a:lnTo>
                  <a:lnTo>
                    <a:pt x="2568" y="1176"/>
                  </a:lnTo>
                  <a:lnTo>
                    <a:pt x="2569" y="1176"/>
                  </a:lnTo>
                  <a:lnTo>
                    <a:pt x="2569" y="1176"/>
                  </a:lnTo>
                  <a:lnTo>
                    <a:pt x="2569" y="1176"/>
                  </a:lnTo>
                  <a:lnTo>
                    <a:pt x="2569" y="1176"/>
                  </a:lnTo>
                  <a:lnTo>
                    <a:pt x="2573" y="1175"/>
                  </a:lnTo>
                  <a:lnTo>
                    <a:pt x="2578" y="1174"/>
                  </a:lnTo>
                  <a:lnTo>
                    <a:pt x="2583" y="1173"/>
                  </a:lnTo>
                  <a:lnTo>
                    <a:pt x="2587" y="1172"/>
                  </a:lnTo>
                  <a:lnTo>
                    <a:pt x="2592" y="1171"/>
                  </a:lnTo>
                  <a:lnTo>
                    <a:pt x="2596" y="1170"/>
                  </a:lnTo>
                  <a:lnTo>
                    <a:pt x="2597" y="1170"/>
                  </a:lnTo>
                  <a:lnTo>
                    <a:pt x="2598" y="1170"/>
                  </a:lnTo>
                  <a:lnTo>
                    <a:pt x="2599" y="1170"/>
                  </a:lnTo>
                  <a:lnTo>
                    <a:pt x="2600" y="1169"/>
                  </a:lnTo>
                  <a:lnTo>
                    <a:pt x="2602" y="1169"/>
                  </a:lnTo>
                  <a:lnTo>
                    <a:pt x="2605" y="1168"/>
                  </a:lnTo>
                  <a:lnTo>
                    <a:pt x="2609" y="1167"/>
                  </a:lnTo>
                  <a:lnTo>
                    <a:pt x="2613" y="1166"/>
                  </a:lnTo>
                  <a:lnTo>
                    <a:pt x="2618" y="1165"/>
                  </a:lnTo>
                  <a:lnTo>
                    <a:pt x="2622" y="1164"/>
                  </a:lnTo>
                  <a:lnTo>
                    <a:pt x="2624" y="1163"/>
                  </a:lnTo>
                  <a:lnTo>
                    <a:pt x="2627" y="1163"/>
                  </a:lnTo>
                  <a:lnTo>
                    <a:pt x="2627" y="1163"/>
                  </a:lnTo>
                  <a:lnTo>
                    <a:pt x="2628" y="1163"/>
                  </a:lnTo>
                  <a:lnTo>
                    <a:pt x="2629" y="1162"/>
                  </a:lnTo>
                  <a:lnTo>
                    <a:pt x="2630" y="1162"/>
                  </a:lnTo>
                  <a:lnTo>
                    <a:pt x="2634" y="1161"/>
                  </a:lnTo>
                  <a:lnTo>
                    <a:pt x="2639" y="1160"/>
                  </a:lnTo>
                  <a:lnTo>
                    <a:pt x="2643" y="1159"/>
                  </a:lnTo>
                  <a:lnTo>
                    <a:pt x="2647" y="1158"/>
                  </a:lnTo>
                  <a:lnTo>
                    <a:pt x="2651" y="1157"/>
                  </a:lnTo>
                  <a:lnTo>
                    <a:pt x="2654" y="1156"/>
                  </a:lnTo>
                  <a:lnTo>
                    <a:pt x="2654" y="1155"/>
                  </a:lnTo>
                  <a:lnTo>
                    <a:pt x="2654" y="1155"/>
                  </a:lnTo>
                  <a:lnTo>
                    <a:pt x="2655" y="1155"/>
                  </a:lnTo>
                  <a:lnTo>
                    <a:pt x="2655" y="1155"/>
                  </a:lnTo>
                  <a:lnTo>
                    <a:pt x="2659" y="1154"/>
                  </a:lnTo>
                  <a:lnTo>
                    <a:pt x="2663" y="1153"/>
                  </a:lnTo>
                  <a:lnTo>
                    <a:pt x="2667" y="1152"/>
                  </a:lnTo>
                  <a:lnTo>
                    <a:pt x="2671" y="1151"/>
                  </a:lnTo>
                  <a:lnTo>
                    <a:pt x="2675" y="1149"/>
                  </a:lnTo>
                  <a:lnTo>
                    <a:pt x="2679" y="1148"/>
                  </a:lnTo>
                  <a:lnTo>
                    <a:pt x="2679" y="1148"/>
                  </a:lnTo>
                  <a:lnTo>
                    <a:pt x="2679" y="1148"/>
                  </a:lnTo>
                  <a:lnTo>
                    <a:pt x="2679" y="1148"/>
                  </a:lnTo>
                  <a:lnTo>
                    <a:pt x="2679" y="1148"/>
                  </a:lnTo>
                  <a:lnTo>
                    <a:pt x="2683" y="1147"/>
                  </a:lnTo>
                  <a:lnTo>
                    <a:pt x="2687" y="1146"/>
                  </a:lnTo>
                  <a:lnTo>
                    <a:pt x="2690" y="1145"/>
                  </a:lnTo>
                  <a:lnTo>
                    <a:pt x="2694" y="1143"/>
                  </a:lnTo>
                  <a:lnTo>
                    <a:pt x="2698" y="1142"/>
                  </a:lnTo>
                  <a:lnTo>
                    <a:pt x="2701" y="1141"/>
                  </a:lnTo>
                  <a:lnTo>
                    <a:pt x="2702" y="1141"/>
                  </a:lnTo>
                  <a:lnTo>
                    <a:pt x="2702" y="1141"/>
                  </a:lnTo>
                  <a:lnTo>
                    <a:pt x="2702" y="1141"/>
                  </a:lnTo>
                  <a:lnTo>
                    <a:pt x="2702" y="1140"/>
                  </a:lnTo>
                  <a:lnTo>
                    <a:pt x="2702" y="1140"/>
                  </a:lnTo>
                  <a:lnTo>
                    <a:pt x="2703" y="1140"/>
                  </a:lnTo>
                  <a:lnTo>
                    <a:pt x="2706" y="1139"/>
                  </a:lnTo>
                  <a:lnTo>
                    <a:pt x="2709" y="1138"/>
                  </a:lnTo>
                  <a:lnTo>
                    <a:pt x="2713" y="1137"/>
                  </a:lnTo>
                  <a:lnTo>
                    <a:pt x="2716" y="1135"/>
                  </a:lnTo>
                  <a:lnTo>
                    <a:pt x="2720" y="1134"/>
                  </a:lnTo>
                  <a:lnTo>
                    <a:pt x="2723" y="1133"/>
                  </a:lnTo>
                  <a:lnTo>
                    <a:pt x="2723" y="1133"/>
                  </a:lnTo>
                  <a:lnTo>
                    <a:pt x="2723" y="1133"/>
                  </a:lnTo>
                  <a:lnTo>
                    <a:pt x="2723" y="1133"/>
                  </a:lnTo>
                  <a:lnTo>
                    <a:pt x="2727" y="1131"/>
                  </a:lnTo>
                  <a:lnTo>
                    <a:pt x="2730" y="1130"/>
                  </a:lnTo>
                  <a:lnTo>
                    <a:pt x="2734" y="1129"/>
                  </a:lnTo>
                  <a:lnTo>
                    <a:pt x="2737" y="1127"/>
                  </a:lnTo>
                  <a:lnTo>
                    <a:pt x="2739" y="1126"/>
                  </a:lnTo>
                  <a:lnTo>
                    <a:pt x="2741" y="1125"/>
                  </a:lnTo>
                  <a:lnTo>
                    <a:pt x="2742" y="1125"/>
                  </a:lnTo>
                  <a:lnTo>
                    <a:pt x="2742" y="1125"/>
                  </a:lnTo>
                  <a:lnTo>
                    <a:pt x="2743" y="1124"/>
                  </a:lnTo>
                  <a:lnTo>
                    <a:pt x="2744" y="1124"/>
                  </a:lnTo>
                  <a:lnTo>
                    <a:pt x="2747" y="1122"/>
                  </a:lnTo>
                  <a:lnTo>
                    <a:pt x="2750" y="1121"/>
                  </a:lnTo>
                  <a:lnTo>
                    <a:pt x="2754" y="1119"/>
                  </a:lnTo>
                  <a:lnTo>
                    <a:pt x="2757" y="1118"/>
                  </a:lnTo>
                  <a:lnTo>
                    <a:pt x="2757" y="1117"/>
                  </a:lnTo>
                  <a:lnTo>
                    <a:pt x="2758" y="1117"/>
                  </a:lnTo>
                  <a:lnTo>
                    <a:pt x="2759" y="1117"/>
                  </a:lnTo>
                  <a:lnTo>
                    <a:pt x="2760" y="1116"/>
                  </a:lnTo>
                  <a:lnTo>
                    <a:pt x="2762" y="1115"/>
                  </a:lnTo>
                  <a:lnTo>
                    <a:pt x="2763" y="1114"/>
                  </a:lnTo>
                  <a:lnTo>
                    <a:pt x="2767" y="1113"/>
                  </a:lnTo>
                  <a:lnTo>
                    <a:pt x="2770" y="1111"/>
                  </a:lnTo>
                  <a:lnTo>
                    <a:pt x="2771" y="1110"/>
                  </a:lnTo>
                  <a:lnTo>
                    <a:pt x="2773" y="1109"/>
                  </a:lnTo>
                  <a:lnTo>
                    <a:pt x="2774" y="1109"/>
                  </a:lnTo>
                  <a:lnTo>
                    <a:pt x="2774" y="1108"/>
                  </a:lnTo>
                  <a:lnTo>
                    <a:pt x="2775" y="1108"/>
                  </a:lnTo>
                  <a:lnTo>
                    <a:pt x="2776" y="1107"/>
                  </a:lnTo>
                  <a:lnTo>
                    <a:pt x="2779" y="1105"/>
                  </a:lnTo>
                  <a:lnTo>
                    <a:pt x="2781" y="1104"/>
                  </a:lnTo>
                  <a:lnTo>
                    <a:pt x="2783" y="1102"/>
                  </a:lnTo>
                  <a:lnTo>
                    <a:pt x="2785" y="1101"/>
                  </a:lnTo>
                  <a:lnTo>
                    <a:pt x="2786" y="1100"/>
                  </a:lnTo>
                  <a:lnTo>
                    <a:pt x="2787" y="1100"/>
                  </a:lnTo>
                  <a:lnTo>
                    <a:pt x="2787" y="1099"/>
                  </a:lnTo>
                  <a:lnTo>
                    <a:pt x="2788" y="1099"/>
                  </a:lnTo>
                  <a:lnTo>
                    <a:pt x="2791" y="1097"/>
                  </a:lnTo>
                  <a:lnTo>
                    <a:pt x="2794" y="1094"/>
                  </a:lnTo>
                  <a:lnTo>
                    <a:pt x="2795" y="1092"/>
                  </a:lnTo>
                  <a:lnTo>
                    <a:pt x="2796" y="1091"/>
                  </a:lnTo>
                  <a:lnTo>
                    <a:pt x="2797" y="1091"/>
                  </a:lnTo>
                  <a:lnTo>
                    <a:pt x="2797" y="1090"/>
                  </a:lnTo>
                  <a:lnTo>
                    <a:pt x="2798" y="1089"/>
                  </a:lnTo>
                  <a:lnTo>
                    <a:pt x="2799" y="1088"/>
                  </a:lnTo>
                  <a:lnTo>
                    <a:pt x="2801" y="1086"/>
                  </a:lnTo>
                  <a:lnTo>
                    <a:pt x="2804" y="1084"/>
                  </a:lnTo>
                  <a:lnTo>
                    <a:pt x="2804" y="1083"/>
                  </a:lnTo>
                  <a:lnTo>
                    <a:pt x="2805" y="1082"/>
                  </a:lnTo>
                  <a:lnTo>
                    <a:pt x="2805" y="1082"/>
                  </a:lnTo>
                  <a:lnTo>
                    <a:pt x="2805" y="1082"/>
                  </a:lnTo>
                  <a:lnTo>
                    <a:pt x="2806" y="1081"/>
                  </a:lnTo>
                  <a:lnTo>
                    <a:pt x="2806" y="1081"/>
                  </a:lnTo>
                  <a:lnTo>
                    <a:pt x="2807" y="1080"/>
                  </a:lnTo>
                  <a:lnTo>
                    <a:pt x="2808" y="1078"/>
                  </a:lnTo>
                  <a:lnTo>
                    <a:pt x="2809" y="1077"/>
                  </a:lnTo>
                  <a:lnTo>
                    <a:pt x="2810" y="1076"/>
                  </a:lnTo>
                  <a:lnTo>
                    <a:pt x="2810" y="1074"/>
                  </a:lnTo>
                  <a:lnTo>
                    <a:pt x="2811" y="1073"/>
                  </a:lnTo>
                  <a:lnTo>
                    <a:pt x="2849" y="1007"/>
                  </a:lnTo>
                  <a:lnTo>
                    <a:pt x="2885" y="941"/>
                  </a:lnTo>
                  <a:lnTo>
                    <a:pt x="2921" y="875"/>
                  </a:lnTo>
                  <a:lnTo>
                    <a:pt x="2958" y="809"/>
                  </a:lnTo>
                  <a:lnTo>
                    <a:pt x="2994" y="743"/>
                  </a:lnTo>
                  <a:lnTo>
                    <a:pt x="3030" y="677"/>
                  </a:lnTo>
                  <a:lnTo>
                    <a:pt x="3067" y="610"/>
                  </a:lnTo>
                  <a:lnTo>
                    <a:pt x="3103" y="544"/>
                  </a:lnTo>
                  <a:lnTo>
                    <a:pt x="3139" y="477"/>
                  </a:lnTo>
                  <a:lnTo>
                    <a:pt x="3176" y="411"/>
                  </a:lnTo>
                  <a:lnTo>
                    <a:pt x="3212" y="345"/>
                  </a:lnTo>
                  <a:lnTo>
                    <a:pt x="3248" y="279"/>
                  </a:lnTo>
                  <a:lnTo>
                    <a:pt x="3285" y="213"/>
                  </a:lnTo>
                  <a:lnTo>
                    <a:pt x="3321" y="146"/>
                  </a:lnTo>
                  <a:lnTo>
                    <a:pt x="3357" y="80"/>
                  </a:lnTo>
                  <a:lnTo>
                    <a:pt x="3394" y="14"/>
                  </a:lnTo>
                  <a:lnTo>
                    <a:pt x="3390" y="19"/>
                  </a:lnTo>
                  <a:lnTo>
                    <a:pt x="3386" y="24"/>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124" name="Freeform 66"/>
            <p:cNvSpPr/>
            <p:nvPr/>
          </p:nvSpPr>
          <p:spPr bwMode="auto">
            <a:xfrm>
              <a:off x="12870964" y="6371688"/>
              <a:ext cx="2468753" cy="337440"/>
            </a:xfrm>
            <a:custGeom>
              <a:avLst/>
              <a:gdLst>
                <a:gd name="T0" fmla="*/ 6 w 3403"/>
                <a:gd name="T1" fmla="*/ 205 h 464"/>
                <a:gd name="T2" fmla="*/ 22 w 3403"/>
                <a:gd name="T3" fmla="*/ 188 h 464"/>
                <a:gd name="T4" fmla="*/ 46 w 3403"/>
                <a:gd name="T5" fmla="*/ 171 h 464"/>
                <a:gd name="T6" fmla="*/ 121 w 3403"/>
                <a:gd name="T7" fmla="*/ 139 h 464"/>
                <a:gd name="T8" fmla="*/ 226 w 3403"/>
                <a:gd name="T9" fmla="*/ 110 h 464"/>
                <a:gd name="T10" fmla="*/ 360 w 3403"/>
                <a:gd name="T11" fmla="*/ 83 h 464"/>
                <a:gd name="T12" fmla="*/ 517 w 3403"/>
                <a:gd name="T13" fmla="*/ 60 h 464"/>
                <a:gd name="T14" fmla="*/ 695 w 3403"/>
                <a:gd name="T15" fmla="*/ 40 h 464"/>
                <a:gd name="T16" fmla="*/ 892 w 3403"/>
                <a:gd name="T17" fmla="*/ 24 h 464"/>
                <a:gd name="T18" fmla="*/ 1107 w 3403"/>
                <a:gd name="T19" fmla="*/ 12 h 464"/>
                <a:gd name="T20" fmla="*/ 1334 w 3403"/>
                <a:gd name="T21" fmla="*/ 4 h 464"/>
                <a:gd name="T22" fmla="*/ 1574 w 3403"/>
                <a:gd name="T23" fmla="*/ 0 h 464"/>
                <a:gd name="T24" fmla="*/ 1822 w 3403"/>
                <a:gd name="T25" fmla="*/ 1 h 464"/>
                <a:gd name="T26" fmla="*/ 2060 w 3403"/>
                <a:gd name="T27" fmla="*/ 6 h 464"/>
                <a:gd name="T28" fmla="*/ 2287 w 3403"/>
                <a:gd name="T29" fmla="*/ 16 h 464"/>
                <a:gd name="T30" fmla="*/ 2501 w 3403"/>
                <a:gd name="T31" fmla="*/ 30 h 464"/>
                <a:gd name="T32" fmla="*/ 2699 w 3403"/>
                <a:gd name="T33" fmla="*/ 48 h 464"/>
                <a:gd name="T34" fmla="*/ 2880 w 3403"/>
                <a:gd name="T35" fmla="*/ 69 h 464"/>
                <a:gd name="T36" fmla="*/ 3039 w 3403"/>
                <a:gd name="T37" fmla="*/ 93 h 464"/>
                <a:gd name="T38" fmla="*/ 3173 w 3403"/>
                <a:gd name="T39" fmla="*/ 121 h 464"/>
                <a:gd name="T40" fmla="*/ 3280 w 3403"/>
                <a:gd name="T41" fmla="*/ 151 h 464"/>
                <a:gd name="T42" fmla="*/ 3346 w 3403"/>
                <a:gd name="T43" fmla="*/ 178 h 464"/>
                <a:gd name="T44" fmla="*/ 3374 w 3403"/>
                <a:gd name="T45" fmla="*/ 195 h 464"/>
                <a:gd name="T46" fmla="*/ 3393 w 3403"/>
                <a:gd name="T47" fmla="*/ 213 h 464"/>
                <a:gd name="T48" fmla="*/ 3402 w 3403"/>
                <a:gd name="T49" fmla="*/ 231 h 464"/>
                <a:gd name="T50" fmla="*/ 3402 w 3403"/>
                <a:gd name="T51" fmla="*/ 248 h 464"/>
                <a:gd name="T52" fmla="*/ 3392 w 3403"/>
                <a:gd name="T53" fmla="*/ 266 h 464"/>
                <a:gd name="T54" fmla="*/ 3372 w 3403"/>
                <a:gd name="T55" fmla="*/ 283 h 464"/>
                <a:gd name="T56" fmla="*/ 3318 w 3403"/>
                <a:gd name="T57" fmla="*/ 311 h 464"/>
                <a:gd name="T58" fmla="*/ 3221 w 3403"/>
                <a:gd name="T59" fmla="*/ 342 h 464"/>
                <a:gd name="T60" fmla="*/ 3090 w 3403"/>
                <a:gd name="T61" fmla="*/ 371 h 464"/>
                <a:gd name="T62" fmla="*/ 2928 w 3403"/>
                <a:gd name="T63" fmla="*/ 397 h 464"/>
                <a:gd name="T64" fmla="*/ 2735 w 3403"/>
                <a:gd name="T65" fmla="*/ 420 h 464"/>
                <a:gd name="T66" fmla="*/ 2519 w 3403"/>
                <a:gd name="T67" fmla="*/ 439 h 464"/>
                <a:gd name="T68" fmla="*/ 2279 w 3403"/>
                <a:gd name="T69" fmla="*/ 453 h 464"/>
                <a:gd name="T70" fmla="*/ 2019 w 3403"/>
                <a:gd name="T71" fmla="*/ 462 h 464"/>
                <a:gd name="T72" fmla="*/ 1746 w 3403"/>
                <a:gd name="T73" fmla="*/ 464 h 464"/>
                <a:gd name="T74" fmla="*/ 1607 w 3403"/>
                <a:gd name="T75" fmla="*/ 464 h 464"/>
                <a:gd name="T76" fmla="*/ 1470 w 3403"/>
                <a:gd name="T77" fmla="*/ 461 h 464"/>
                <a:gd name="T78" fmla="*/ 1337 w 3403"/>
                <a:gd name="T79" fmla="*/ 457 h 464"/>
                <a:gd name="T80" fmla="*/ 1208 w 3403"/>
                <a:gd name="T81" fmla="*/ 452 h 464"/>
                <a:gd name="T82" fmla="*/ 1083 w 3403"/>
                <a:gd name="T83" fmla="*/ 446 h 464"/>
                <a:gd name="T84" fmla="*/ 886 w 3403"/>
                <a:gd name="T85" fmla="*/ 433 h 464"/>
                <a:gd name="T86" fmla="*/ 670 w 3403"/>
                <a:gd name="T87" fmla="*/ 412 h 464"/>
                <a:gd name="T88" fmla="*/ 478 w 3403"/>
                <a:gd name="T89" fmla="*/ 387 h 464"/>
                <a:gd name="T90" fmla="*/ 315 w 3403"/>
                <a:gd name="T91" fmla="*/ 360 h 464"/>
                <a:gd name="T92" fmla="*/ 184 w 3403"/>
                <a:gd name="T93" fmla="*/ 330 h 464"/>
                <a:gd name="T94" fmla="*/ 86 w 3403"/>
                <a:gd name="T95" fmla="*/ 298 h 464"/>
                <a:gd name="T96" fmla="*/ 41 w 3403"/>
                <a:gd name="T97" fmla="*/ 275 h 464"/>
                <a:gd name="T98" fmla="*/ 18 w 3403"/>
                <a:gd name="T99" fmla="*/ 258 h 464"/>
                <a:gd name="T100" fmla="*/ 4 w 3403"/>
                <a:gd name="T101" fmla="*/ 241 h 464"/>
                <a:gd name="T102" fmla="*/ 0 w 3403"/>
                <a:gd name="T103" fmla="*/ 223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403" h="464">
                  <a:moveTo>
                    <a:pt x="1" y="217"/>
                  </a:moveTo>
                  <a:lnTo>
                    <a:pt x="3" y="211"/>
                  </a:lnTo>
                  <a:lnTo>
                    <a:pt x="6" y="205"/>
                  </a:lnTo>
                  <a:lnTo>
                    <a:pt x="10" y="199"/>
                  </a:lnTo>
                  <a:lnTo>
                    <a:pt x="15" y="193"/>
                  </a:lnTo>
                  <a:lnTo>
                    <a:pt x="22" y="188"/>
                  </a:lnTo>
                  <a:lnTo>
                    <a:pt x="29" y="182"/>
                  </a:lnTo>
                  <a:lnTo>
                    <a:pt x="37" y="176"/>
                  </a:lnTo>
                  <a:lnTo>
                    <a:pt x="46" y="171"/>
                  </a:lnTo>
                  <a:lnTo>
                    <a:pt x="67" y="160"/>
                  </a:lnTo>
                  <a:lnTo>
                    <a:pt x="92" y="149"/>
                  </a:lnTo>
                  <a:lnTo>
                    <a:pt x="121" y="139"/>
                  </a:lnTo>
                  <a:lnTo>
                    <a:pt x="153" y="129"/>
                  </a:lnTo>
                  <a:lnTo>
                    <a:pt x="188" y="119"/>
                  </a:lnTo>
                  <a:lnTo>
                    <a:pt x="226" y="110"/>
                  </a:lnTo>
                  <a:lnTo>
                    <a:pt x="267" y="101"/>
                  </a:lnTo>
                  <a:lnTo>
                    <a:pt x="312" y="92"/>
                  </a:lnTo>
                  <a:lnTo>
                    <a:pt x="360" y="83"/>
                  </a:lnTo>
                  <a:lnTo>
                    <a:pt x="410" y="75"/>
                  </a:lnTo>
                  <a:lnTo>
                    <a:pt x="462" y="68"/>
                  </a:lnTo>
                  <a:lnTo>
                    <a:pt x="517" y="60"/>
                  </a:lnTo>
                  <a:lnTo>
                    <a:pt x="574" y="53"/>
                  </a:lnTo>
                  <a:lnTo>
                    <a:pt x="633" y="47"/>
                  </a:lnTo>
                  <a:lnTo>
                    <a:pt x="695" y="40"/>
                  </a:lnTo>
                  <a:lnTo>
                    <a:pt x="759" y="35"/>
                  </a:lnTo>
                  <a:lnTo>
                    <a:pt x="825" y="29"/>
                  </a:lnTo>
                  <a:lnTo>
                    <a:pt x="892" y="24"/>
                  </a:lnTo>
                  <a:lnTo>
                    <a:pt x="962" y="20"/>
                  </a:lnTo>
                  <a:lnTo>
                    <a:pt x="1034" y="15"/>
                  </a:lnTo>
                  <a:lnTo>
                    <a:pt x="1107" y="12"/>
                  </a:lnTo>
                  <a:lnTo>
                    <a:pt x="1181" y="9"/>
                  </a:lnTo>
                  <a:lnTo>
                    <a:pt x="1257" y="6"/>
                  </a:lnTo>
                  <a:lnTo>
                    <a:pt x="1334" y="4"/>
                  </a:lnTo>
                  <a:lnTo>
                    <a:pt x="1413" y="2"/>
                  </a:lnTo>
                  <a:lnTo>
                    <a:pt x="1493" y="1"/>
                  </a:lnTo>
                  <a:lnTo>
                    <a:pt x="1574" y="0"/>
                  </a:lnTo>
                  <a:lnTo>
                    <a:pt x="1658" y="0"/>
                  </a:lnTo>
                  <a:lnTo>
                    <a:pt x="1740" y="0"/>
                  </a:lnTo>
                  <a:lnTo>
                    <a:pt x="1822" y="1"/>
                  </a:lnTo>
                  <a:lnTo>
                    <a:pt x="1902" y="2"/>
                  </a:lnTo>
                  <a:lnTo>
                    <a:pt x="1982" y="4"/>
                  </a:lnTo>
                  <a:lnTo>
                    <a:pt x="2060" y="6"/>
                  </a:lnTo>
                  <a:lnTo>
                    <a:pt x="2137" y="9"/>
                  </a:lnTo>
                  <a:lnTo>
                    <a:pt x="2213" y="12"/>
                  </a:lnTo>
                  <a:lnTo>
                    <a:pt x="2287" y="16"/>
                  </a:lnTo>
                  <a:lnTo>
                    <a:pt x="2360" y="20"/>
                  </a:lnTo>
                  <a:lnTo>
                    <a:pt x="2432" y="25"/>
                  </a:lnTo>
                  <a:lnTo>
                    <a:pt x="2501" y="30"/>
                  </a:lnTo>
                  <a:lnTo>
                    <a:pt x="2569" y="36"/>
                  </a:lnTo>
                  <a:lnTo>
                    <a:pt x="2635" y="41"/>
                  </a:lnTo>
                  <a:lnTo>
                    <a:pt x="2699" y="48"/>
                  </a:lnTo>
                  <a:lnTo>
                    <a:pt x="2761" y="54"/>
                  </a:lnTo>
                  <a:lnTo>
                    <a:pt x="2821" y="61"/>
                  </a:lnTo>
                  <a:lnTo>
                    <a:pt x="2880" y="69"/>
                  </a:lnTo>
                  <a:lnTo>
                    <a:pt x="2935" y="77"/>
                  </a:lnTo>
                  <a:lnTo>
                    <a:pt x="2988" y="85"/>
                  </a:lnTo>
                  <a:lnTo>
                    <a:pt x="3039" y="93"/>
                  </a:lnTo>
                  <a:lnTo>
                    <a:pt x="3086" y="102"/>
                  </a:lnTo>
                  <a:lnTo>
                    <a:pt x="3131" y="111"/>
                  </a:lnTo>
                  <a:lnTo>
                    <a:pt x="3173" y="121"/>
                  </a:lnTo>
                  <a:lnTo>
                    <a:pt x="3212" y="131"/>
                  </a:lnTo>
                  <a:lnTo>
                    <a:pt x="3247" y="141"/>
                  </a:lnTo>
                  <a:lnTo>
                    <a:pt x="3280" y="151"/>
                  </a:lnTo>
                  <a:lnTo>
                    <a:pt x="3309" y="162"/>
                  </a:lnTo>
                  <a:lnTo>
                    <a:pt x="3334" y="173"/>
                  </a:lnTo>
                  <a:lnTo>
                    <a:pt x="3346" y="178"/>
                  </a:lnTo>
                  <a:lnTo>
                    <a:pt x="3356" y="184"/>
                  </a:lnTo>
                  <a:lnTo>
                    <a:pt x="3365" y="190"/>
                  </a:lnTo>
                  <a:lnTo>
                    <a:pt x="3374" y="195"/>
                  </a:lnTo>
                  <a:lnTo>
                    <a:pt x="3381" y="201"/>
                  </a:lnTo>
                  <a:lnTo>
                    <a:pt x="3387" y="207"/>
                  </a:lnTo>
                  <a:lnTo>
                    <a:pt x="3393" y="213"/>
                  </a:lnTo>
                  <a:lnTo>
                    <a:pt x="3397" y="219"/>
                  </a:lnTo>
                  <a:lnTo>
                    <a:pt x="3400" y="225"/>
                  </a:lnTo>
                  <a:lnTo>
                    <a:pt x="3402" y="231"/>
                  </a:lnTo>
                  <a:lnTo>
                    <a:pt x="3403" y="237"/>
                  </a:lnTo>
                  <a:lnTo>
                    <a:pt x="3403" y="243"/>
                  </a:lnTo>
                  <a:lnTo>
                    <a:pt x="3402" y="248"/>
                  </a:lnTo>
                  <a:lnTo>
                    <a:pt x="3399" y="254"/>
                  </a:lnTo>
                  <a:lnTo>
                    <a:pt x="3396" y="260"/>
                  </a:lnTo>
                  <a:lnTo>
                    <a:pt x="3392" y="266"/>
                  </a:lnTo>
                  <a:lnTo>
                    <a:pt x="3386" y="272"/>
                  </a:lnTo>
                  <a:lnTo>
                    <a:pt x="3379" y="277"/>
                  </a:lnTo>
                  <a:lnTo>
                    <a:pt x="3372" y="283"/>
                  </a:lnTo>
                  <a:lnTo>
                    <a:pt x="3363" y="289"/>
                  </a:lnTo>
                  <a:lnTo>
                    <a:pt x="3343" y="300"/>
                  </a:lnTo>
                  <a:lnTo>
                    <a:pt x="3318" y="311"/>
                  </a:lnTo>
                  <a:lnTo>
                    <a:pt x="3290" y="321"/>
                  </a:lnTo>
                  <a:lnTo>
                    <a:pt x="3257" y="332"/>
                  </a:lnTo>
                  <a:lnTo>
                    <a:pt x="3221" y="342"/>
                  </a:lnTo>
                  <a:lnTo>
                    <a:pt x="3181" y="352"/>
                  </a:lnTo>
                  <a:lnTo>
                    <a:pt x="3137" y="362"/>
                  </a:lnTo>
                  <a:lnTo>
                    <a:pt x="3090" y="371"/>
                  </a:lnTo>
                  <a:lnTo>
                    <a:pt x="3039" y="380"/>
                  </a:lnTo>
                  <a:lnTo>
                    <a:pt x="2985" y="389"/>
                  </a:lnTo>
                  <a:lnTo>
                    <a:pt x="2928" y="397"/>
                  </a:lnTo>
                  <a:lnTo>
                    <a:pt x="2867" y="405"/>
                  </a:lnTo>
                  <a:lnTo>
                    <a:pt x="2802" y="413"/>
                  </a:lnTo>
                  <a:lnTo>
                    <a:pt x="2735" y="420"/>
                  </a:lnTo>
                  <a:lnTo>
                    <a:pt x="2666" y="427"/>
                  </a:lnTo>
                  <a:lnTo>
                    <a:pt x="2593" y="434"/>
                  </a:lnTo>
                  <a:lnTo>
                    <a:pt x="2519" y="439"/>
                  </a:lnTo>
                  <a:lnTo>
                    <a:pt x="2441" y="444"/>
                  </a:lnTo>
                  <a:lnTo>
                    <a:pt x="2361" y="449"/>
                  </a:lnTo>
                  <a:lnTo>
                    <a:pt x="2279" y="453"/>
                  </a:lnTo>
                  <a:lnTo>
                    <a:pt x="2194" y="456"/>
                  </a:lnTo>
                  <a:lnTo>
                    <a:pt x="2107" y="459"/>
                  </a:lnTo>
                  <a:lnTo>
                    <a:pt x="2019" y="462"/>
                  </a:lnTo>
                  <a:lnTo>
                    <a:pt x="1930" y="463"/>
                  </a:lnTo>
                  <a:lnTo>
                    <a:pt x="1839" y="464"/>
                  </a:lnTo>
                  <a:lnTo>
                    <a:pt x="1746" y="464"/>
                  </a:lnTo>
                  <a:lnTo>
                    <a:pt x="1699" y="464"/>
                  </a:lnTo>
                  <a:lnTo>
                    <a:pt x="1653" y="464"/>
                  </a:lnTo>
                  <a:lnTo>
                    <a:pt x="1607" y="464"/>
                  </a:lnTo>
                  <a:lnTo>
                    <a:pt x="1560" y="463"/>
                  </a:lnTo>
                  <a:lnTo>
                    <a:pt x="1515" y="462"/>
                  </a:lnTo>
                  <a:lnTo>
                    <a:pt x="1470" y="461"/>
                  </a:lnTo>
                  <a:lnTo>
                    <a:pt x="1425" y="460"/>
                  </a:lnTo>
                  <a:lnTo>
                    <a:pt x="1381" y="459"/>
                  </a:lnTo>
                  <a:lnTo>
                    <a:pt x="1337" y="457"/>
                  </a:lnTo>
                  <a:lnTo>
                    <a:pt x="1294" y="456"/>
                  </a:lnTo>
                  <a:lnTo>
                    <a:pt x="1251" y="454"/>
                  </a:lnTo>
                  <a:lnTo>
                    <a:pt x="1208" y="452"/>
                  </a:lnTo>
                  <a:lnTo>
                    <a:pt x="1166" y="450"/>
                  </a:lnTo>
                  <a:lnTo>
                    <a:pt x="1125" y="448"/>
                  </a:lnTo>
                  <a:lnTo>
                    <a:pt x="1083" y="446"/>
                  </a:lnTo>
                  <a:lnTo>
                    <a:pt x="1043" y="444"/>
                  </a:lnTo>
                  <a:lnTo>
                    <a:pt x="962" y="438"/>
                  </a:lnTo>
                  <a:lnTo>
                    <a:pt x="886" y="433"/>
                  </a:lnTo>
                  <a:lnTo>
                    <a:pt x="811" y="425"/>
                  </a:lnTo>
                  <a:lnTo>
                    <a:pt x="739" y="419"/>
                  </a:lnTo>
                  <a:lnTo>
                    <a:pt x="670" y="412"/>
                  </a:lnTo>
                  <a:lnTo>
                    <a:pt x="603" y="404"/>
                  </a:lnTo>
                  <a:lnTo>
                    <a:pt x="539" y="396"/>
                  </a:lnTo>
                  <a:lnTo>
                    <a:pt x="478" y="387"/>
                  </a:lnTo>
                  <a:lnTo>
                    <a:pt x="421" y="379"/>
                  </a:lnTo>
                  <a:lnTo>
                    <a:pt x="367" y="370"/>
                  </a:lnTo>
                  <a:lnTo>
                    <a:pt x="315" y="360"/>
                  </a:lnTo>
                  <a:lnTo>
                    <a:pt x="268" y="351"/>
                  </a:lnTo>
                  <a:lnTo>
                    <a:pt x="224" y="341"/>
                  </a:lnTo>
                  <a:lnTo>
                    <a:pt x="184" y="330"/>
                  </a:lnTo>
                  <a:lnTo>
                    <a:pt x="147" y="320"/>
                  </a:lnTo>
                  <a:lnTo>
                    <a:pt x="115" y="309"/>
                  </a:lnTo>
                  <a:lnTo>
                    <a:pt x="86" y="298"/>
                  </a:lnTo>
                  <a:lnTo>
                    <a:pt x="62" y="287"/>
                  </a:lnTo>
                  <a:lnTo>
                    <a:pt x="51" y="281"/>
                  </a:lnTo>
                  <a:lnTo>
                    <a:pt x="41" y="275"/>
                  </a:lnTo>
                  <a:lnTo>
                    <a:pt x="32" y="270"/>
                  </a:lnTo>
                  <a:lnTo>
                    <a:pt x="24" y="264"/>
                  </a:lnTo>
                  <a:lnTo>
                    <a:pt x="18" y="258"/>
                  </a:lnTo>
                  <a:lnTo>
                    <a:pt x="12" y="252"/>
                  </a:lnTo>
                  <a:lnTo>
                    <a:pt x="8" y="246"/>
                  </a:lnTo>
                  <a:lnTo>
                    <a:pt x="4" y="241"/>
                  </a:lnTo>
                  <a:lnTo>
                    <a:pt x="2" y="235"/>
                  </a:lnTo>
                  <a:lnTo>
                    <a:pt x="0" y="229"/>
                  </a:lnTo>
                  <a:lnTo>
                    <a:pt x="0" y="223"/>
                  </a:lnTo>
                  <a:lnTo>
                    <a:pt x="1" y="217"/>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125" name="Freeform 67"/>
            <p:cNvSpPr/>
            <p:nvPr/>
          </p:nvSpPr>
          <p:spPr bwMode="auto">
            <a:xfrm>
              <a:off x="12461682" y="5533532"/>
              <a:ext cx="3289495" cy="973134"/>
            </a:xfrm>
            <a:custGeom>
              <a:avLst/>
              <a:gdLst>
                <a:gd name="T0" fmla="*/ 4500 w 4533"/>
                <a:gd name="T1" fmla="*/ 60 h 1342"/>
                <a:gd name="T2" fmla="*/ 4446 w 4533"/>
                <a:gd name="T3" fmla="*/ 89 h 1342"/>
                <a:gd name="T4" fmla="*/ 4372 w 4533"/>
                <a:gd name="T5" fmla="*/ 118 h 1342"/>
                <a:gd name="T6" fmla="*/ 4253 w 4533"/>
                <a:gd name="T7" fmla="*/ 151 h 1342"/>
                <a:gd name="T8" fmla="*/ 4088 w 4533"/>
                <a:gd name="T9" fmla="*/ 185 h 1342"/>
                <a:gd name="T10" fmla="*/ 3816 w 4533"/>
                <a:gd name="T11" fmla="*/ 226 h 1342"/>
                <a:gd name="T12" fmla="*/ 3577 w 4533"/>
                <a:gd name="T13" fmla="*/ 251 h 1342"/>
                <a:gd name="T14" fmla="*/ 3309 w 4533"/>
                <a:gd name="T15" fmla="*/ 271 h 1342"/>
                <a:gd name="T16" fmla="*/ 3018 w 4533"/>
                <a:gd name="T17" fmla="*/ 287 h 1342"/>
                <a:gd name="T18" fmla="*/ 2747 w 4533"/>
                <a:gd name="T19" fmla="*/ 296 h 1342"/>
                <a:gd name="T20" fmla="*/ 2506 w 4533"/>
                <a:gd name="T21" fmla="*/ 300 h 1342"/>
                <a:gd name="T22" fmla="*/ 2175 w 4533"/>
                <a:gd name="T23" fmla="*/ 299 h 1342"/>
                <a:gd name="T24" fmla="*/ 1919 w 4533"/>
                <a:gd name="T25" fmla="*/ 295 h 1342"/>
                <a:gd name="T26" fmla="*/ 1636 w 4533"/>
                <a:gd name="T27" fmla="*/ 285 h 1342"/>
                <a:gd name="T28" fmla="*/ 1326 w 4533"/>
                <a:gd name="T29" fmla="*/ 267 h 1342"/>
                <a:gd name="T30" fmla="*/ 1038 w 4533"/>
                <a:gd name="T31" fmla="*/ 244 h 1342"/>
                <a:gd name="T32" fmla="*/ 778 w 4533"/>
                <a:gd name="T33" fmla="*/ 216 h 1342"/>
                <a:gd name="T34" fmla="*/ 553 w 4533"/>
                <a:gd name="T35" fmla="*/ 184 h 1342"/>
                <a:gd name="T36" fmla="*/ 361 w 4533"/>
                <a:gd name="T37" fmla="*/ 148 h 1342"/>
                <a:gd name="T38" fmla="*/ 206 w 4533"/>
                <a:gd name="T39" fmla="*/ 109 h 1342"/>
                <a:gd name="T40" fmla="*/ 117 w 4533"/>
                <a:gd name="T41" fmla="*/ 79 h 1342"/>
                <a:gd name="T42" fmla="*/ 53 w 4533"/>
                <a:gd name="T43" fmla="*/ 48 h 1342"/>
                <a:gd name="T44" fmla="*/ 9 w 4533"/>
                <a:gd name="T45" fmla="*/ 13 h 1342"/>
                <a:gd name="T46" fmla="*/ 394 w 4533"/>
                <a:gd name="T47" fmla="*/ 732 h 1342"/>
                <a:gd name="T48" fmla="*/ 594 w 4533"/>
                <a:gd name="T49" fmla="*/ 1091 h 1342"/>
                <a:gd name="T50" fmla="*/ 636 w 4533"/>
                <a:gd name="T51" fmla="*/ 1122 h 1342"/>
                <a:gd name="T52" fmla="*/ 689 w 4533"/>
                <a:gd name="T53" fmla="*/ 1148 h 1342"/>
                <a:gd name="T54" fmla="*/ 745 w 4533"/>
                <a:gd name="T55" fmla="*/ 1170 h 1342"/>
                <a:gd name="T56" fmla="*/ 818 w 4533"/>
                <a:gd name="T57" fmla="*/ 1193 h 1342"/>
                <a:gd name="T58" fmla="*/ 888 w 4533"/>
                <a:gd name="T59" fmla="*/ 1211 h 1342"/>
                <a:gd name="T60" fmla="*/ 964 w 4533"/>
                <a:gd name="T61" fmla="*/ 1229 h 1342"/>
                <a:gd name="T62" fmla="*/ 1061 w 4533"/>
                <a:gd name="T63" fmla="*/ 1248 h 1342"/>
                <a:gd name="T64" fmla="*/ 1131 w 4533"/>
                <a:gd name="T65" fmla="*/ 1260 h 1342"/>
                <a:gd name="T66" fmla="*/ 1244 w 4533"/>
                <a:gd name="T67" fmla="*/ 1276 h 1342"/>
                <a:gd name="T68" fmla="*/ 1356 w 4533"/>
                <a:gd name="T69" fmla="*/ 1291 h 1342"/>
                <a:gd name="T70" fmla="*/ 1469 w 4533"/>
                <a:gd name="T71" fmla="*/ 1303 h 1342"/>
                <a:gd name="T72" fmla="*/ 1601 w 4533"/>
                <a:gd name="T73" fmla="*/ 1314 h 1342"/>
                <a:gd name="T74" fmla="*/ 1725 w 4533"/>
                <a:gd name="T75" fmla="*/ 1323 h 1342"/>
                <a:gd name="T76" fmla="*/ 1857 w 4533"/>
                <a:gd name="T77" fmla="*/ 1331 h 1342"/>
                <a:gd name="T78" fmla="*/ 2014 w 4533"/>
                <a:gd name="T79" fmla="*/ 1337 h 1342"/>
                <a:gd name="T80" fmla="*/ 2159 w 4533"/>
                <a:gd name="T81" fmla="*/ 1341 h 1342"/>
                <a:gd name="T82" fmla="*/ 2308 w 4533"/>
                <a:gd name="T83" fmla="*/ 1342 h 1342"/>
                <a:gd name="T84" fmla="*/ 2453 w 4533"/>
                <a:gd name="T85" fmla="*/ 1341 h 1342"/>
                <a:gd name="T86" fmla="*/ 2590 w 4533"/>
                <a:gd name="T87" fmla="*/ 1338 h 1342"/>
                <a:gd name="T88" fmla="*/ 2724 w 4533"/>
                <a:gd name="T89" fmla="*/ 1334 h 1342"/>
                <a:gd name="T90" fmla="*/ 2870 w 4533"/>
                <a:gd name="T91" fmla="*/ 1326 h 1342"/>
                <a:gd name="T92" fmla="*/ 2976 w 4533"/>
                <a:gd name="T93" fmla="*/ 1319 h 1342"/>
                <a:gd name="T94" fmla="*/ 3090 w 4533"/>
                <a:gd name="T95" fmla="*/ 1310 h 1342"/>
                <a:gd name="T96" fmla="*/ 3208 w 4533"/>
                <a:gd name="T97" fmla="*/ 1298 h 1342"/>
                <a:gd name="T98" fmla="*/ 3321 w 4533"/>
                <a:gd name="T99" fmla="*/ 1284 h 1342"/>
                <a:gd name="T100" fmla="*/ 3428 w 4533"/>
                <a:gd name="T101" fmla="*/ 1268 h 1342"/>
                <a:gd name="T102" fmla="*/ 3525 w 4533"/>
                <a:gd name="T103" fmla="*/ 1251 h 1342"/>
                <a:gd name="T104" fmla="*/ 3596 w 4533"/>
                <a:gd name="T105" fmla="*/ 1237 h 1342"/>
                <a:gd name="T106" fmla="*/ 3671 w 4533"/>
                <a:gd name="T107" fmla="*/ 1219 h 1342"/>
                <a:gd name="T108" fmla="*/ 3744 w 4533"/>
                <a:gd name="T109" fmla="*/ 1199 h 1342"/>
                <a:gd name="T110" fmla="*/ 3791 w 4533"/>
                <a:gd name="T111" fmla="*/ 1183 h 1342"/>
                <a:gd name="T112" fmla="*/ 3843 w 4533"/>
                <a:gd name="T113" fmla="*/ 1161 h 1342"/>
                <a:gd name="T114" fmla="*/ 3889 w 4533"/>
                <a:gd name="T115" fmla="*/ 1137 h 1342"/>
                <a:gd name="T116" fmla="*/ 3928 w 4533"/>
                <a:gd name="T117" fmla="*/ 1106 h 1342"/>
                <a:gd name="T118" fmla="*/ 4053 w 4533"/>
                <a:gd name="T119" fmla="*/ 889 h 1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533" h="1342">
                  <a:moveTo>
                    <a:pt x="4529" y="32"/>
                  </a:moveTo>
                  <a:lnTo>
                    <a:pt x="4529" y="32"/>
                  </a:lnTo>
                  <a:lnTo>
                    <a:pt x="4529" y="33"/>
                  </a:lnTo>
                  <a:lnTo>
                    <a:pt x="4528" y="34"/>
                  </a:lnTo>
                  <a:lnTo>
                    <a:pt x="4527" y="35"/>
                  </a:lnTo>
                  <a:lnTo>
                    <a:pt x="4525" y="38"/>
                  </a:lnTo>
                  <a:lnTo>
                    <a:pt x="4523" y="40"/>
                  </a:lnTo>
                  <a:lnTo>
                    <a:pt x="4521" y="41"/>
                  </a:lnTo>
                  <a:lnTo>
                    <a:pt x="4520" y="43"/>
                  </a:lnTo>
                  <a:lnTo>
                    <a:pt x="4518" y="45"/>
                  </a:lnTo>
                  <a:lnTo>
                    <a:pt x="4515" y="47"/>
                  </a:lnTo>
                  <a:lnTo>
                    <a:pt x="4514" y="49"/>
                  </a:lnTo>
                  <a:lnTo>
                    <a:pt x="4512" y="50"/>
                  </a:lnTo>
                  <a:lnTo>
                    <a:pt x="4509" y="53"/>
                  </a:lnTo>
                  <a:lnTo>
                    <a:pt x="4507" y="55"/>
                  </a:lnTo>
                  <a:lnTo>
                    <a:pt x="4505" y="56"/>
                  </a:lnTo>
                  <a:lnTo>
                    <a:pt x="4503" y="58"/>
                  </a:lnTo>
                  <a:lnTo>
                    <a:pt x="4500" y="60"/>
                  </a:lnTo>
                  <a:lnTo>
                    <a:pt x="4497" y="62"/>
                  </a:lnTo>
                  <a:lnTo>
                    <a:pt x="4494" y="64"/>
                  </a:lnTo>
                  <a:lnTo>
                    <a:pt x="4492" y="65"/>
                  </a:lnTo>
                  <a:lnTo>
                    <a:pt x="4490" y="66"/>
                  </a:lnTo>
                  <a:lnTo>
                    <a:pt x="4488" y="68"/>
                  </a:lnTo>
                  <a:lnTo>
                    <a:pt x="4485" y="70"/>
                  </a:lnTo>
                  <a:lnTo>
                    <a:pt x="4482" y="71"/>
                  </a:lnTo>
                  <a:lnTo>
                    <a:pt x="4479" y="73"/>
                  </a:lnTo>
                  <a:lnTo>
                    <a:pt x="4477" y="74"/>
                  </a:lnTo>
                  <a:lnTo>
                    <a:pt x="4474" y="76"/>
                  </a:lnTo>
                  <a:lnTo>
                    <a:pt x="4470" y="78"/>
                  </a:lnTo>
                  <a:lnTo>
                    <a:pt x="4468" y="79"/>
                  </a:lnTo>
                  <a:lnTo>
                    <a:pt x="4465" y="80"/>
                  </a:lnTo>
                  <a:lnTo>
                    <a:pt x="4461" y="82"/>
                  </a:lnTo>
                  <a:lnTo>
                    <a:pt x="4457" y="84"/>
                  </a:lnTo>
                  <a:lnTo>
                    <a:pt x="4455" y="85"/>
                  </a:lnTo>
                  <a:lnTo>
                    <a:pt x="4453" y="87"/>
                  </a:lnTo>
                  <a:lnTo>
                    <a:pt x="4446" y="89"/>
                  </a:lnTo>
                  <a:lnTo>
                    <a:pt x="4440" y="92"/>
                  </a:lnTo>
                  <a:lnTo>
                    <a:pt x="4438" y="93"/>
                  </a:lnTo>
                  <a:lnTo>
                    <a:pt x="4437" y="94"/>
                  </a:lnTo>
                  <a:lnTo>
                    <a:pt x="4431" y="96"/>
                  </a:lnTo>
                  <a:lnTo>
                    <a:pt x="4426" y="98"/>
                  </a:lnTo>
                  <a:lnTo>
                    <a:pt x="4424" y="99"/>
                  </a:lnTo>
                  <a:lnTo>
                    <a:pt x="4421" y="100"/>
                  </a:lnTo>
                  <a:lnTo>
                    <a:pt x="4416" y="102"/>
                  </a:lnTo>
                  <a:lnTo>
                    <a:pt x="4411" y="104"/>
                  </a:lnTo>
                  <a:lnTo>
                    <a:pt x="4408" y="105"/>
                  </a:lnTo>
                  <a:lnTo>
                    <a:pt x="4406" y="106"/>
                  </a:lnTo>
                  <a:lnTo>
                    <a:pt x="4399" y="109"/>
                  </a:lnTo>
                  <a:lnTo>
                    <a:pt x="4391" y="111"/>
                  </a:lnTo>
                  <a:lnTo>
                    <a:pt x="4390" y="112"/>
                  </a:lnTo>
                  <a:lnTo>
                    <a:pt x="4388" y="112"/>
                  </a:lnTo>
                  <a:lnTo>
                    <a:pt x="4381" y="115"/>
                  </a:lnTo>
                  <a:lnTo>
                    <a:pt x="4374" y="117"/>
                  </a:lnTo>
                  <a:lnTo>
                    <a:pt x="4372" y="118"/>
                  </a:lnTo>
                  <a:lnTo>
                    <a:pt x="4370" y="119"/>
                  </a:lnTo>
                  <a:lnTo>
                    <a:pt x="4362" y="121"/>
                  </a:lnTo>
                  <a:lnTo>
                    <a:pt x="4354" y="124"/>
                  </a:lnTo>
                  <a:lnTo>
                    <a:pt x="4353" y="124"/>
                  </a:lnTo>
                  <a:lnTo>
                    <a:pt x="4352" y="124"/>
                  </a:lnTo>
                  <a:lnTo>
                    <a:pt x="4343" y="127"/>
                  </a:lnTo>
                  <a:lnTo>
                    <a:pt x="4334" y="130"/>
                  </a:lnTo>
                  <a:lnTo>
                    <a:pt x="4333" y="130"/>
                  </a:lnTo>
                  <a:lnTo>
                    <a:pt x="4331" y="131"/>
                  </a:lnTo>
                  <a:lnTo>
                    <a:pt x="4321" y="133"/>
                  </a:lnTo>
                  <a:lnTo>
                    <a:pt x="4310" y="136"/>
                  </a:lnTo>
                  <a:lnTo>
                    <a:pt x="4300" y="139"/>
                  </a:lnTo>
                  <a:lnTo>
                    <a:pt x="4289" y="142"/>
                  </a:lnTo>
                  <a:lnTo>
                    <a:pt x="4288" y="142"/>
                  </a:lnTo>
                  <a:lnTo>
                    <a:pt x="4286" y="143"/>
                  </a:lnTo>
                  <a:lnTo>
                    <a:pt x="4275" y="146"/>
                  </a:lnTo>
                  <a:lnTo>
                    <a:pt x="4264" y="148"/>
                  </a:lnTo>
                  <a:lnTo>
                    <a:pt x="4253" y="151"/>
                  </a:lnTo>
                  <a:lnTo>
                    <a:pt x="4241" y="154"/>
                  </a:lnTo>
                  <a:lnTo>
                    <a:pt x="4239" y="154"/>
                  </a:lnTo>
                  <a:lnTo>
                    <a:pt x="4238" y="154"/>
                  </a:lnTo>
                  <a:lnTo>
                    <a:pt x="4226" y="157"/>
                  </a:lnTo>
                  <a:lnTo>
                    <a:pt x="4214" y="160"/>
                  </a:lnTo>
                  <a:lnTo>
                    <a:pt x="4201" y="163"/>
                  </a:lnTo>
                  <a:lnTo>
                    <a:pt x="4188" y="165"/>
                  </a:lnTo>
                  <a:lnTo>
                    <a:pt x="4187" y="166"/>
                  </a:lnTo>
                  <a:lnTo>
                    <a:pt x="4186" y="166"/>
                  </a:lnTo>
                  <a:lnTo>
                    <a:pt x="4173" y="169"/>
                  </a:lnTo>
                  <a:lnTo>
                    <a:pt x="4160" y="171"/>
                  </a:lnTo>
                  <a:lnTo>
                    <a:pt x="4146" y="174"/>
                  </a:lnTo>
                  <a:lnTo>
                    <a:pt x="4132" y="177"/>
                  </a:lnTo>
                  <a:lnTo>
                    <a:pt x="4131" y="177"/>
                  </a:lnTo>
                  <a:lnTo>
                    <a:pt x="4130" y="177"/>
                  </a:lnTo>
                  <a:lnTo>
                    <a:pt x="4116" y="180"/>
                  </a:lnTo>
                  <a:lnTo>
                    <a:pt x="4102" y="182"/>
                  </a:lnTo>
                  <a:lnTo>
                    <a:pt x="4088" y="185"/>
                  </a:lnTo>
                  <a:lnTo>
                    <a:pt x="4073" y="187"/>
                  </a:lnTo>
                  <a:lnTo>
                    <a:pt x="4071" y="188"/>
                  </a:lnTo>
                  <a:lnTo>
                    <a:pt x="4070" y="188"/>
                  </a:lnTo>
                  <a:lnTo>
                    <a:pt x="4055" y="191"/>
                  </a:lnTo>
                  <a:lnTo>
                    <a:pt x="4040" y="194"/>
                  </a:lnTo>
                  <a:lnTo>
                    <a:pt x="4025" y="196"/>
                  </a:lnTo>
                  <a:lnTo>
                    <a:pt x="4010" y="199"/>
                  </a:lnTo>
                  <a:lnTo>
                    <a:pt x="4008" y="199"/>
                  </a:lnTo>
                  <a:lnTo>
                    <a:pt x="4007" y="199"/>
                  </a:lnTo>
                  <a:lnTo>
                    <a:pt x="3974" y="204"/>
                  </a:lnTo>
                  <a:lnTo>
                    <a:pt x="3940" y="209"/>
                  </a:lnTo>
                  <a:lnTo>
                    <a:pt x="3906" y="214"/>
                  </a:lnTo>
                  <a:lnTo>
                    <a:pt x="3871" y="219"/>
                  </a:lnTo>
                  <a:lnTo>
                    <a:pt x="3870" y="219"/>
                  </a:lnTo>
                  <a:lnTo>
                    <a:pt x="3869" y="219"/>
                  </a:lnTo>
                  <a:lnTo>
                    <a:pt x="3851" y="221"/>
                  </a:lnTo>
                  <a:lnTo>
                    <a:pt x="3834" y="223"/>
                  </a:lnTo>
                  <a:lnTo>
                    <a:pt x="3816" y="226"/>
                  </a:lnTo>
                  <a:lnTo>
                    <a:pt x="3798" y="228"/>
                  </a:lnTo>
                  <a:lnTo>
                    <a:pt x="3796" y="228"/>
                  </a:lnTo>
                  <a:lnTo>
                    <a:pt x="3794" y="228"/>
                  </a:lnTo>
                  <a:lnTo>
                    <a:pt x="3776" y="230"/>
                  </a:lnTo>
                  <a:lnTo>
                    <a:pt x="3758" y="232"/>
                  </a:lnTo>
                  <a:lnTo>
                    <a:pt x="3739" y="235"/>
                  </a:lnTo>
                  <a:lnTo>
                    <a:pt x="3720" y="237"/>
                  </a:lnTo>
                  <a:lnTo>
                    <a:pt x="3719" y="237"/>
                  </a:lnTo>
                  <a:lnTo>
                    <a:pt x="3717" y="237"/>
                  </a:lnTo>
                  <a:lnTo>
                    <a:pt x="3698" y="239"/>
                  </a:lnTo>
                  <a:lnTo>
                    <a:pt x="3679" y="241"/>
                  </a:lnTo>
                  <a:lnTo>
                    <a:pt x="3659" y="243"/>
                  </a:lnTo>
                  <a:lnTo>
                    <a:pt x="3640" y="245"/>
                  </a:lnTo>
                  <a:lnTo>
                    <a:pt x="3638" y="245"/>
                  </a:lnTo>
                  <a:lnTo>
                    <a:pt x="3636" y="245"/>
                  </a:lnTo>
                  <a:lnTo>
                    <a:pt x="3616" y="247"/>
                  </a:lnTo>
                  <a:lnTo>
                    <a:pt x="3597" y="249"/>
                  </a:lnTo>
                  <a:lnTo>
                    <a:pt x="3577" y="251"/>
                  </a:lnTo>
                  <a:lnTo>
                    <a:pt x="3557" y="253"/>
                  </a:lnTo>
                  <a:lnTo>
                    <a:pt x="3554" y="253"/>
                  </a:lnTo>
                  <a:lnTo>
                    <a:pt x="3552" y="253"/>
                  </a:lnTo>
                  <a:lnTo>
                    <a:pt x="3532" y="255"/>
                  </a:lnTo>
                  <a:lnTo>
                    <a:pt x="3511" y="257"/>
                  </a:lnTo>
                  <a:lnTo>
                    <a:pt x="3491" y="258"/>
                  </a:lnTo>
                  <a:lnTo>
                    <a:pt x="3470" y="260"/>
                  </a:lnTo>
                  <a:lnTo>
                    <a:pt x="3467" y="260"/>
                  </a:lnTo>
                  <a:lnTo>
                    <a:pt x="3464" y="260"/>
                  </a:lnTo>
                  <a:lnTo>
                    <a:pt x="3443" y="262"/>
                  </a:lnTo>
                  <a:lnTo>
                    <a:pt x="3422" y="264"/>
                  </a:lnTo>
                  <a:lnTo>
                    <a:pt x="3401" y="265"/>
                  </a:lnTo>
                  <a:lnTo>
                    <a:pt x="3379" y="267"/>
                  </a:lnTo>
                  <a:lnTo>
                    <a:pt x="3376" y="267"/>
                  </a:lnTo>
                  <a:lnTo>
                    <a:pt x="3373" y="267"/>
                  </a:lnTo>
                  <a:lnTo>
                    <a:pt x="3352" y="269"/>
                  </a:lnTo>
                  <a:lnTo>
                    <a:pt x="3330" y="270"/>
                  </a:lnTo>
                  <a:lnTo>
                    <a:pt x="3309" y="271"/>
                  </a:lnTo>
                  <a:lnTo>
                    <a:pt x="3287" y="273"/>
                  </a:lnTo>
                  <a:lnTo>
                    <a:pt x="3285" y="273"/>
                  </a:lnTo>
                  <a:lnTo>
                    <a:pt x="3283" y="273"/>
                  </a:lnTo>
                  <a:lnTo>
                    <a:pt x="3260" y="275"/>
                  </a:lnTo>
                  <a:lnTo>
                    <a:pt x="3238" y="276"/>
                  </a:lnTo>
                  <a:lnTo>
                    <a:pt x="3215" y="277"/>
                  </a:lnTo>
                  <a:lnTo>
                    <a:pt x="3192" y="279"/>
                  </a:lnTo>
                  <a:lnTo>
                    <a:pt x="3189" y="279"/>
                  </a:lnTo>
                  <a:lnTo>
                    <a:pt x="3186" y="279"/>
                  </a:lnTo>
                  <a:lnTo>
                    <a:pt x="3164" y="280"/>
                  </a:lnTo>
                  <a:lnTo>
                    <a:pt x="3142" y="281"/>
                  </a:lnTo>
                  <a:lnTo>
                    <a:pt x="3120" y="282"/>
                  </a:lnTo>
                  <a:lnTo>
                    <a:pt x="3098" y="283"/>
                  </a:lnTo>
                  <a:lnTo>
                    <a:pt x="3091" y="284"/>
                  </a:lnTo>
                  <a:lnTo>
                    <a:pt x="3083" y="284"/>
                  </a:lnTo>
                  <a:lnTo>
                    <a:pt x="3062" y="285"/>
                  </a:lnTo>
                  <a:lnTo>
                    <a:pt x="3040" y="286"/>
                  </a:lnTo>
                  <a:lnTo>
                    <a:pt x="3018" y="287"/>
                  </a:lnTo>
                  <a:lnTo>
                    <a:pt x="2996" y="288"/>
                  </a:lnTo>
                  <a:lnTo>
                    <a:pt x="2990" y="288"/>
                  </a:lnTo>
                  <a:lnTo>
                    <a:pt x="2983" y="288"/>
                  </a:lnTo>
                  <a:lnTo>
                    <a:pt x="2960" y="289"/>
                  </a:lnTo>
                  <a:lnTo>
                    <a:pt x="2938" y="290"/>
                  </a:lnTo>
                  <a:lnTo>
                    <a:pt x="2915" y="291"/>
                  </a:lnTo>
                  <a:lnTo>
                    <a:pt x="2892" y="292"/>
                  </a:lnTo>
                  <a:lnTo>
                    <a:pt x="2878" y="292"/>
                  </a:lnTo>
                  <a:lnTo>
                    <a:pt x="2865" y="293"/>
                  </a:lnTo>
                  <a:lnTo>
                    <a:pt x="2852" y="293"/>
                  </a:lnTo>
                  <a:lnTo>
                    <a:pt x="2838" y="293"/>
                  </a:lnTo>
                  <a:lnTo>
                    <a:pt x="2826" y="294"/>
                  </a:lnTo>
                  <a:lnTo>
                    <a:pt x="2813" y="294"/>
                  </a:lnTo>
                  <a:lnTo>
                    <a:pt x="2801" y="295"/>
                  </a:lnTo>
                  <a:lnTo>
                    <a:pt x="2788" y="295"/>
                  </a:lnTo>
                  <a:lnTo>
                    <a:pt x="2774" y="295"/>
                  </a:lnTo>
                  <a:lnTo>
                    <a:pt x="2760" y="296"/>
                  </a:lnTo>
                  <a:lnTo>
                    <a:pt x="2747" y="296"/>
                  </a:lnTo>
                  <a:lnTo>
                    <a:pt x="2733" y="296"/>
                  </a:lnTo>
                  <a:lnTo>
                    <a:pt x="2720" y="296"/>
                  </a:lnTo>
                  <a:lnTo>
                    <a:pt x="2707" y="297"/>
                  </a:lnTo>
                  <a:lnTo>
                    <a:pt x="2694" y="297"/>
                  </a:lnTo>
                  <a:lnTo>
                    <a:pt x="2681" y="297"/>
                  </a:lnTo>
                  <a:lnTo>
                    <a:pt x="2668" y="298"/>
                  </a:lnTo>
                  <a:lnTo>
                    <a:pt x="2654" y="298"/>
                  </a:lnTo>
                  <a:lnTo>
                    <a:pt x="2641" y="298"/>
                  </a:lnTo>
                  <a:lnTo>
                    <a:pt x="2627" y="298"/>
                  </a:lnTo>
                  <a:lnTo>
                    <a:pt x="2614" y="298"/>
                  </a:lnTo>
                  <a:lnTo>
                    <a:pt x="2600" y="299"/>
                  </a:lnTo>
                  <a:lnTo>
                    <a:pt x="2587" y="299"/>
                  </a:lnTo>
                  <a:lnTo>
                    <a:pt x="2574" y="299"/>
                  </a:lnTo>
                  <a:lnTo>
                    <a:pt x="2560" y="299"/>
                  </a:lnTo>
                  <a:lnTo>
                    <a:pt x="2547" y="299"/>
                  </a:lnTo>
                  <a:lnTo>
                    <a:pt x="2534" y="299"/>
                  </a:lnTo>
                  <a:lnTo>
                    <a:pt x="2520" y="300"/>
                  </a:lnTo>
                  <a:lnTo>
                    <a:pt x="2506" y="300"/>
                  </a:lnTo>
                  <a:lnTo>
                    <a:pt x="2491" y="300"/>
                  </a:lnTo>
                  <a:lnTo>
                    <a:pt x="2476" y="300"/>
                  </a:lnTo>
                  <a:lnTo>
                    <a:pt x="2461" y="300"/>
                  </a:lnTo>
                  <a:lnTo>
                    <a:pt x="2459" y="300"/>
                  </a:lnTo>
                  <a:lnTo>
                    <a:pt x="2457" y="300"/>
                  </a:lnTo>
                  <a:lnTo>
                    <a:pt x="2430" y="300"/>
                  </a:lnTo>
                  <a:lnTo>
                    <a:pt x="2403" y="300"/>
                  </a:lnTo>
                  <a:lnTo>
                    <a:pt x="2375" y="300"/>
                  </a:lnTo>
                  <a:lnTo>
                    <a:pt x="2348" y="300"/>
                  </a:lnTo>
                  <a:lnTo>
                    <a:pt x="2321" y="300"/>
                  </a:lnTo>
                  <a:lnTo>
                    <a:pt x="2293" y="300"/>
                  </a:lnTo>
                  <a:lnTo>
                    <a:pt x="2266" y="300"/>
                  </a:lnTo>
                  <a:lnTo>
                    <a:pt x="2239" y="300"/>
                  </a:lnTo>
                  <a:lnTo>
                    <a:pt x="2227" y="300"/>
                  </a:lnTo>
                  <a:lnTo>
                    <a:pt x="2215" y="300"/>
                  </a:lnTo>
                  <a:lnTo>
                    <a:pt x="2203" y="300"/>
                  </a:lnTo>
                  <a:lnTo>
                    <a:pt x="2191" y="300"/>
                  </a:lnTo>
                  <a:lnTo>
                    <a:pt x="2175" y="299"/>
                  </a:lnTo>
                  <a:lnTo>
                    <a:pt x="2158" y="299"/>
                  </a:lnTo>
                  <a:lnTo>
                    <a:pt x="2141" y="299"/>
                  </a:lnTo>
                  <a:lnTo>
                    <a:pt x="2125" y="299"/>
                  </a:lnTo>
                  <a:lnTo>
                    <a:pt x="2113" y="299"/>
                  </a:lnTo>
                  <a:lnTo>
                    <a:pt x="2100" y="298"/>
                  </a:lnTo>
                  <a:lnTo>
                    <a:pt x="2088" y="298"/>
                  </a:lnTo>
                  <a:lnTo>
                    <a:pt x="2075" y="298"/>
                  </a:lnTo>
                  <a:lnTo>
                    <a:pt x="2060" y="298"/>
                  </a:lnTo>
                  <a:lnTo>
                    <a:pt x="2044" y="297"/>
                  </a:lnTo>
                  <a:lnTo>
                    <a:pt x="2029" y="297"/>
                  </a:lnTo>
                  <a:lnTo>
                    <a:pt x="2014" y="297"/>
                  </a:lnTo>
                  <a:lnTo>
                    <a:pt x="2001" y="297"/>
                  </a:lnTo>
                  <a:lnTo>
                    <a:pt x="1989" y="296"/>
                  </a:lnTo>
                  <a:lnTo>
                    <a:pt x="1976" y="296"/>
                  </a:lnTo>
                  <a:lnTo>
                    <a:pt x="1963" y="296"/>
                  </a:lnTo>
                  <a:lnTo>
                    <a:pt x="1948" y="295"/>
                  </a:lnTo>
                  <a:lnTo>
                    <a:pt x="1934" y="295"/>
                  </a:lnTo>
                  <a:lnTo>
                    <a:pt x="1919" y="295"/>
                  </a:lnTo>
                  <a:lnTo>
                    <a:pt x="1904" y="294"/>
                  </a:lnTo>
                  <a:lnTo>
                    <a:pt x="1891" y="294"/>
                  </a:lnTo>
                  <a:lnTo>
                    <a:pt x="1879" y="294"/>
                  </a:lnTo>
                  <a:lnTo>
                    <a:pt x="1866" y="293"/>
                  </a:lnTo>
                  <a:lnTo>
                    <a:pt x="1854" y="293"/>
                  </a:lnTo>
                  <a:lnTo>
                    <a:pt x="1836" y="292"/>
                  </a:lnTo>
                  <a:lnTo>
                    <a:pt x="1819" y="292"/>
                  </a:lnTo>
                  <a:lnTo>
                    <a:pt x="1801" y="291"/>
                  </a:lnTo>
                  <a:lnTo>
                    <a:pt x="1784" y="291"/>
                  </a:lnTo>
                  <a:lnTo>
                    <a:pt x="1777" y="290"/>
                  </a:lnTo>
                  <a:lnTo>
                    <a:pt x="1770" y="290"/>
                  </a:lnTo>
                  <a:lnTo>
                    <a:pt x="1746" y="289"/>
                  </a:lnTo>
                  <a:lnTo>
                    <a:pt x="1722" y="288"/>
                  </a:lnTo>
                  <a:lnTo>
                    <a:pt x="1698" y="287"/>
                  </a:lnTo>
                  <a:lnTo>
                    <a:pt x="1674" y="286"/>
                  </a:lnTo>
                  <a:lnTo>
                    <a:pt x="1667" y="286"/>
                  </a:lnTo>
                  <a:lnTo>
                    <a:pt x="1661" y="286"/>
                  </a:lnTo>
                  <a:lnTo>
                    <a:pt x="1636" y="285"/>
                  </a:lnTo>
                  <a:lnTo>
                    <a:pt x="1611" y="284"/>
                  </a:lnTo>
                  <a:lnTo>
                    <a:pt x="1587" y="282"/>
                  </a:lnTo>
                  <a:lnTo>
                    <a:pt x="1563" y="281"/>
                  </a:lnTo>
                  <a:lnTo>
                    <a:pt x="1560" y="281"/>
                  </a:lnTo>
                  <a:lnTo>
                    <a:pt x="1556" y="281"/>
                  </a:lnTo>
                  <a:lnTo>
                    <a:pt x="1530" y="280"/>
                  </a:lnTo>
                  <a:lnTo>
                    <a:pt x="1505" y="278"/>
                  </a:lnTo>
                  <a:lnTo>
                    <a:pt x="1480" y="277"/>
                  </a:lnTo>
                  <a:lnTo>
                    <a:pt x="1455" y="275"/>
                  </a:lnTo>
                  <a:lnTo>
                    <a:pt x="1452" y="275"/>
                  </a:lnTo>
                  <a:lnTo>
                    <a:pt x="1450" y="275"/>
                  </a:lnTo>
                  <a:lnTo>
                    <a:pt x="1426" y="274"/>
                  </a:lnTo>
                  <a:lnTo>
                    <a:pt x="1402" y="272"/>
                  </a:lnTo>
                  <a:lnTo>
                    <a:pt x="1378" y="271"/>
                  </a:lnTo>
                  <a:lnTo>
                    <a:pt x="1354" y="269"/>
                  </a:lnTo>
                  <a:lnTo>
                    <a:pt x="1352" y="269"/>
                  </a:lnTo>
                  <a:lnTo>
                    <a:pt x="1349" y="269"/>
                  </a:lnTo>
                  <a:lnTo>
                    <a:pt x="1326" y="267"/>
                  </a:lnTo>
                  <a:lnTo>
                    <a:pt x="1302" y="266"/>
                  </a:lnTo>
                  <a:lnTo>
                    <a:pt x="1279" y="264"/>
                  </a:lnTo>
                  <a:lnTo>
                    <a:pt x="1255" y="262"/>
                  </a:lnTo>
                  <a:lnTo>
                    <a:pt x="1252" y="262"/>
                  </a:lnTo>
                  <a:lnTo>
                    <a:pt x="1249" y="262"/>
                  </a:lnTo>
                  <a:lnTo>
                    <a:pt x="1227" y="260"/>
                  </a:lnTo>
                  <a:lnTo>
                    <a:pt x="1204" y="258"/>
                  </a:lnTo>
                  <a:lnTo>
                    <a:pt x="1181" y="257"/>
                  </a:lnTo>
                  <a:lnTo>
                    <a:pt x="1159" y="255"/>
                  </a:lnTo>
                  <a:lnTo>
                    <a:pt x="1156" y="255"/>
                  </a:lnTo>
                  <a:lnTo>
                    <a:pt x="1153" y="254"/>
                  </a:lnTo>
                  <a:lnTo>
                    <a:pt x="1131" y="253"/>
                  </a:lnTo>
                  <a:lnTo>
                    <a:pt x="1109" y="251"/>
                  </a:lnTo>
                  <a:lnTo>
                    <a:pt x="1087" y="249"/>
                  </a:lnTo>
                  <a:lnTo>
                    <a:pt x="1065" y="247"/>
                  </a:lnTo>
                  <a:lnTo>
                    <a:pt x="1063" y="247"/>
                  </a:lnTo>
                  <a:lnTo>
                    <a:pt x="1060" y="246"/>
                  </a:lnTo>
                  <a:lnTo>
                    <a:pt x="1038" y="244"/>
                  </a:lnTo>
                  <a:lnTo>
                    <a:pt x="1017" y="242"/>
                  </a:lnTo>
                  <a:lnTo>
                    <a:pt x="995" y="240"/>
                  </a:lnTo>
                  <a:lnTo>
                    <a:pt x="974" y="238"/>
                  </a:lnTo>
                  <a:lnTo>
                    <a:pt x="972" y="238"/>
                  </a:lnTo>
                  <a:lnTo>
                    <a:pt x="971" y="238"/>
                  </a:lnTo>
                  <a:lnTo>
                    <a:pt x="949" y="236"/>
                  </a:lnTo>
                  <a:lnTo>
                    <a:pt x="928" y="233"/>
                  </a:lnTo>
                  <a:lnTo>
                    <a:pt x="906" y="231"/>
                  </a:lnTo>
                  <a:lnTo>
                    <a:pt x="885" y="229"/>
                  </a:lnTo>
                  <a:lnTo>
                    <a:pt x="883" y="229"/>
                  </a:lnTo>
                  <a:lnTo>
                    <a:pt x="882" y="229"/>
                  </a:lnTo>
                  <a:lnTo>
                    <a:pt x="862" y="226"/>
                  </a:lnTo>
                  <a:lnTo>
                    <a:pt x="842" y="224"/>
                  </a:lnTo>
                  <a:lnTo>
                    <a:pt x="821" y="222"/>
                  </a:lnTo>
                  <a:lnTo>
                    <a:pt x="802" y="219"/>
                  </a:lnTo>
                  <a:lnTo>
                    <a:pt x="800" y="219"/>
                  </a:lnTo>
                  <a:lnTo>
                    <a:pt x="798" y="219"/>
                  </a:lnTo>
                  <a:lnTo>
                    <a:pt x="778" y="216"/>
                  </a:lnTo>
                  <a:lnTo>
                    <a:pt x="758" y="214"/>
                  </a:lnTo>
                  <a:lnTo>
                    <a:pt x="739" y="211"/>
                  </a:lnTo>
                  <a:lnTo>
                    <a:pt x="719" y="209"/>
                  </a:lnTo>
                  <a:lnTo>
                    <a:pt x="719" y="209"/>
                  </a:lnTo>
                  <a:lnTo>
                    <a:pt x="719" y="209"/>
                  </a:lnTo>
                  <a:lnTo>
                    <a:pt x="700" y="206"/>
                  </a:lnTo>
                  <a:lnTo>
                    <a:pt x="681" y="204"/>
                  </a:lnTo>
                  <a:lnTo>
                    <a:pt x="663" y="201"/>
                  </a:lnTo>
                  <a:lnTo>
                    <a:pt x="644" y="198"/>
                  </a:lnTo>
                  <a:lnTo>
                    <a:pt x="643" y="198"/>
                  </a:lnTo>
                  <a:lnTo>
                    <a:pt x="641" y="198"/>
                  </a:lnTo>
                  <a:lnTo>
                    <a:pt x="623" y="195"/>
                  </a:lnTo>
                  <a:lnTo>
                    <a:pt x="606" y="193"/>
                  </a:lnTo>
                  <a:lnTo>
                    <a:pt x="588" y="189"/>
                  </a:lnTo>
                  <a:lnTo>
                    <a:pt x="571" y="186"/>
                  </a:lnTo>
                  <a:lnTo>
                    <a:pt x="571" y="186"/>
                  </a:lnTo>
                  <a:lnTo>
                    <a:pt x="570" y="186"/>
                  </a:lnTo>
                  <a:lnTo>
                    <a:pt x="553" y="184"/>
                  </a:lnTo>
                  <a:lnTo>
                    <a:pt x="536" y="181"/>
                  </a:lnTo>
                  <a:lnTo>
                    <a:pt x="520" y="178"/>
                  </a:lnTo>
                  <a:lnTo>
                    <a:pt x="503" y="175"/>
                  </a:lnTo>
                  <a:lnTo>
                    <a:pt x="502" y="175"/>
                  </a:lnTo>
                  <a:lnTo>
                    <a:pt x="500" y="175"/>
                  </a:lnTo>
                  <a:lnTo>
                    <a:pt x="484" y="172"/>
                  </a:lnTo>
                  <a:lnTo>
                    <a:pt x="469" y="169"/>
                  </a:lnTo>
                  <a:lnTo>
                    <a:pt x="453" y="166"/>
                  </a:lnTo>
                  <a:lnTo>
                    <a:pt x="438" y="163"/>
                  </a:lnTo>
                  <a:lnTo>
                    <a:pt x="437" y="163"/>
                  </a:lnTo>
                  <a:lnTo>
                    <a:pt x="436" y="163"/>
                  </a:lnTo>
                  <a:lnTo>
                    <a:pt x="421" y="160"/>
                  </a:lnTo>
                  <a:lnTo>
                    <a:pt x="406" y="157"/>
                  </a:lnTo>
                  <a:lnTo>
                    <a:pt x="391" y="154"/>
                  </a:lnTo>
                  <a:lnTo>
                    <a:pt x="377" y="151"/>
                  </a:lnTo>
                  <a:lnTo>
                    <a:pt x="376" y="151"/>
                  </a:lnTo>
                  <a:lnTo>
                    <a:pt x="375" y="151"/>
                  </a:lnTo>
                  <a:lnTo>
                    <a:pt x="361" y="148"/>
                  </a:lnTo>
                  <a:lnTo>
                    <a:pt x="347" y="145"/>
                  </a:lnTo>
                  <a:lnTo>
                    <a:pt x="334" y="142"/>
                  </a:lnTo>
                  <a:lnTo>
                    <a:pt x="321" y="139"/>
                  </a:lnTo>
                  <a:lnTo>
                    <a:pt x="319" y="138"/>
                  </a:lnTo>
                  <a:lnTo>
                    <a:pt x="318" y="138"/>
                  </a:lnTo>
                  <a:lnTo>
                    <a:pt x="304" y="135"/>
                  </a:lnTo>
                  <a:lnTo>
                    <a:pt x="291" y="132"/>
                  </a:lnTo>
                  <a:lnTo>
                    <a:pt x="279" y="129"/>
                  </a:lnTo>
                  <a:lnTo>
                    <a:pt x="267" y="126"/>
                  </a:lnTo>
                  <a:lnTo>
                    <a:pt x="266" y="126"/>
                  </a:lnTo>
                  <a:lnTo>
                    <a:pt x="264" y="125"/>
                  </a:lnTo>
                  <a:lnTo>
                    <a:pt x="253" y="122"/>
                  </a:lnTo>
                  <a:lnTo>
                    <a:pt x="241" y="119"/>
                  </a:lnTo>
                  <a:lnTo>
                    <a:pt x="230" y="116"/>
                  </a:lnTo>
                  <a:lnTo>
                    <a:pt x="218" y="113"/>
                  </a:lnTo>
                  <a:lnTo>
                    <a:pt x="217" y="112"/>
                  </a:lnTo>
                  <a:lnTo>
                    <a:pt x="215" y="112"/>
                  </a:lnTo>
                  <a:lnTo>
                    <a:pt x="206" y="109"/>
                  </a:lnTo>
                  <a:lnTo>
                    <a:pt x="196" y="106"/>
                  </a:lnTo>
                  <a:lnTo>
                    <a:pt x="194" y="105"/>
                  </a:lnTo>
                  <a:lnTo>
                    <a:pt x="192" y="105"/>
                  </a:lnTo>
                  <a:lnTo>
                    <a:pt x="184" y="102"/>
                  </a:lnTo>
                  <a:lnTo>
                    <a:pt x="177" y="100"/>
                  </a:lnTo>
                  <a:lnTo>
                    <a:pt x="174" y="99"/>
                  </a:lnTo>
                  <a:lnTo>
                    <a:pt x="171" y="98"/>
                  </a:lnTo>
                  <a:lnTo>
                    <a:pt x="164" y="96"/>
                  </a:lnTo>
                  <a:lnTo>
                    <a:pt x="157" y="93"/>
                  </a:lnTo>
                  <a:lnTo>
                    <a:pt x="155" y="93"/>
                  </a:lnTo>
                  <a:lnTo>
                    <a:pt x="153" y="92"/>
                  </a:lnTo>
                  <a:lnTo>
                    <a:pt x="145" y="89"/>
                  </a:lnTo>
                  <a:lnTo>
                    <a:pt x="137" y="86"/>
                  </a:lnTo>
                  <a:lnTo>
                    <a:pt x="134" y="85"/>
                  </a:lnTo>
                  <a:lnTo>
                    <a:pt x="131" y="84"/>
                  </a:lnTo>
                  <a:lnTo>
                    <a:pt x="125" y="82"/>
                  </a:lnTo>
                  <a:lnTo>
                    <a:pt x="120" y="80"/>
                  </a:lnTo>
                  <a:lnTo>
                    <a:pt x="117" y="79"/>
                  </a:lnTo>
                  <a:lnTo>
                    <a:pt x="114" y="77"/>
                  </a:lnTo>
                  <a:lnTo>
                    <a:pt x="109" y="75"/>
                  </a:lnTo>
                  <a:lnTo>
                    <a:pt x="104" y="73"/>
                  </a:lnTo>
                  <a:lnTo>
                    <a:pt x="101" y="72"/>
                  </a:lnTo>
                  <a:lnTo>
                    <a:pt x="98" y="71"/>
                  </a:lnTo>
                  <a:lnTo>
                    <a:pt x="94" y="69"/>
                  </a:lnTo>
                  <a:lnTo>
                    <a:pt x="89" y="67"/>
                  </a:lnTo>
                  <a:lnTo>
                    <a:pt x="87" y="65"/>
                  </a:lnTo>
                  <a:lnTo>
                    <a:pt x="84" y="64"/>
                  </a:lnTo>
                  <a:lnTo>
                    <a:pt x="81" y="63"/>
                  </a:lnTo>
                  <a:lnTo>
                    <a:pt x="78" y="61"/>
                  </a:lnTo>
                  <a:lnTo>
                    <a:pt x="73" y="59"/>
                  </a:lnTo>
                  <a:lnTo>
                    <a:pt x="69" y="57"/>
                  </a:lnTo>
                  <a:lnTo>
                    <a:pt x="66" y="55"/>
                  </a:lnTo>
                  <a:lnTo>
                    <a:pt x="63" y="54"/>
                  </a:lnTo>
                  <a:lnTo>
                    <a:pt x="59" y="52"/>
                  </a:lnTo>
                  <a:lnTo>
                    <a:pt x="56" y="49"/>
                  </a:lnTo>
                  <a:lnTo>
                    <a:pt x="53" y="48"/>
                  </a:lnTo>
                  <a:lnTo>
                    <a:pt x="50" y="46"/>
                  </a:lnTo>
                  <a:lnTo>
                    <a:pt x="47" y="44"/>
                  </a:lnTo>
                  <a:lnTo>
                    <a:pt x="43" y="42"/>
                  </a:lnTo>
                  <a:lnTo>
                    <a:pt x="41" y="40"/>
                  </a:lnTo>
                  <a:lnTo>
                    <a:pt x="39" y="39"/>
                  </a:lnTo>
                  <a:lnTo>
                    <a:pt x="36" y="37"/>
                  </a:lnTo>
                  <a:lnTo>
                    <a:pt x="33" y="35"/>
                  </a:lnTo>
                  <a:lnTo>
                    <a:pt x="30" y="33"/>
                  </a:lnTo>
                  <a:lnTo>
                    <a:pt x="28" y="31"/>
                  </a:lnTo>
                  <a:lnTo>
                    <a:pt x="25" y="29"/>
                  </a:lnTo>
                  <a:lnTo>
                    <a:pt x="23" y="27"/>
                  </a:lnTo>
                  <a:lnTo>
                    <a:pt x="21" y="25"/>
                  </a:lnTo>
                  <a:lnTo>
                    <a:pt x="19" y="24"/>
                  </a:lnTo>
                  <a:lnTo>
                    <a:pt x="16" y="21"/>
                  </a:lnTo>
                  <a:lnTo>
                    <a:pt x="14" y="19"/>
                  </a:lnTo>
                  <a:lnTo>
                    <a:pt x="13" y="17"/>
                  </a:lnTo>
                  <a:lnTo>
                    <a:pt x="11" y="16"/>
                  </a:lnTo>
                  <a:lnTo>
                    <a:pt x="9" y="13"/>
                  </a:lnTo>
                  <a:lnTo>
                    <a:pt x="7" y="10"/>
                  </a:lnTo>
                  <a:lnTo>
                    <a:pt x="6" y="9"/>
                  </a:lnTo>
                  <a:lnTo>
                    <a:pt x="5" y="8"/>
                  </a:lnTo>
                  <a:lnTo>
                    <a:pt x="2" y="4"/>
                  </a:lnTo>
                  <a:lnTo>
                    <a:pt x="0" y="0"/>
                  </a:lnTo>
                  <a:lnTo>
                    <a:pt x="0" y="0"/>
                  </a:lnTo>
                  <a:lnTo>
                    <a:pt x="0" y="0"/>
                  </a:lnTo>
                  <a:lnTo>
                    <a:pt x="35" y="66"/>
                  </a:lnTo>
                  <a:lnTo>
                    <a:pt x="71" y="133"/>
                  </a:lnTo>
                  <a:lnTo>
                    <a:pt x="107" y="200"/>
                  </a:lnTo>
                  <a:lnTo>
                    <a:pt x="143" y="266"/>
                  </a:lnTo>
                  <a:lnTo>
                    <a:pt x="178" y="333"/>
                  </a:lnTo>
                  <a:lnTo>
                    <a:pt x="214" y="399"/>
                  </a:lnTo>
                  <a:lnTo>
                    <a:pt x="250" y="465"/>
                  </a:lnTo>
                  <a:lnTo>
                    <a:pt x="285" y="532"/>
                  </a:lnTo>
                  <a:lnTo>
                    <a:pt x="322" y="598"/>
                  </a:lnTo>
                  <a:lnTo>
                    <a:pt x="358" y="665"/>
                  </a:lnTo>
                  <a:lnTo>
                    <a:pt x="394" y="732"/>
                  </a:lnTo>
                  <a:lnTo>
                    <a:pt x="429" y="798"/>
                  </a:lnTo>
                  <a:lnTo>
                    <a:pt x="465" y="864"/>
                  </a:lnTo>
                  <a:lnTo>
                    <a:pt x="501" y="931"/>
                  </a:lnTo>
                  <a:lnTo>
                    <a:pt x="536" y="997"/>
                  </a:lnTo>
                  <a:lnTo>
                    <a:pt x="572" y="1063"/>
                  </a:lnTo>
                  <a:lnTo>
                    <a:pt x="574" y="1067"/>
                  </a:lnTo>
                  <a:lnTo>
                    <a:pt x="577" y="1071"/>
                  </a:lnTo>
                  <a:lnTo>
                    <a:pt x="579" y="1074"/>
                  </a:lnTo>
                  <a:lnTo>
                    <a:pt x="581" y="1076"/>
                  </a:lnTo>
                  <a:lnTo>
                    <a:pt x="581" y="1077"/>
                  </a:lnTo>
                  <a:lnTo>
                    <a:pt x="582" y="1078"/>
                  </a:lnTo>
                  <a:lnTo>
                    <a:pt x="582" y="1078"/>
                  </a:lnTo>
                  <a:lnTo>
                    <a:pt x="583" y="1079"/>
                  </a:lnTo>
                  <a:lnTo>
                    <a:pt x="586" y="1083"/>
                  </a:lnTo>
                  <a:lnTo>
                    <a:pt x="590" y="1087"/>
                  </a:lnTo>
                  <a:lnTo>
                    <a:pt x="592" y="1088"/>
                  </a:lnTo>
                  <a:lnTo>
                    <a:pt x="593" y="1090"/>
                  </a:lnTo>
                  <a:lnTo>
                    <a:pt x="594" y="1091"/>
                  </a:lnTo>
                  <a:lnTo>
                    <a:pt x="596" y="1092"/>
                  </a:lnTo>
                  <a:lnTo>
                    <a:pt x="597" y="1093"/>
                  </a:lnTo>
                  <a:lnTo>
                    <a:pt x="598" y="1094"/>
                  </a:lnTo>
                  <a:lnTo>
                    <a:pt x="603" y="1099"/>
                  </a:lnTo>
                  <a:lnTo>
                    <a:pt x="607" y="1103"/>
                  </a:lnTo>
                  <a:lnTo>
                    <a:pt x="609" y="1104"/>
                  </a:lnTo>
                  <a:lnTo>
                    <a:pt x="610" y="1105"/>
                  </a:lnTo>
                  <a:lnTo>
                    <a:pt x="611" y="1106"/>
                  </a:lnTo>
                  <a:lnTo>
                    <a:pt x="613" y="1106"/>
                  </a:lnTo>
                  <a:lnTo>
                    <a:pt x="615" y="1108"/>
                  </a:lnTo>
                  <a:lnTo>
                    <a:pt x="617" y="1110"/>
                  </a:lnTo>
                  <a:lnTo>
                    <a:pt x="623" y="1113"/>
                  </a:lnTo>
                  <a:lnTo>
                    <a:pt x="628" y="1117"/>
                  </a:lnTo>
                  <a:lnTo>
                    <a:pt x="629" y="1118"/>
                  </a:lnTo>
                  <a:lnTo>
                    <a:pt x="630" y="1118"/>
                  </a:lnTo>
                  <a:lnTo>
                    <a:pt x="631" y="1119"/>
                  </a:lnTo>
                  <a:lnTo>
                    <a:pt x="633" y="1120"/>
                  </a:lnTo>
                  <a:lnTo>
                    <a:pt x="636" y="1122"/>
                  </a:lnTo>
                  <a:lnTo>
                    <a:pt x="640" y="1124"/>
                  </a:lnTo>
                  <a:lnTo>
                    <a:pt x="645" y="1127"/>
                  </a:lnTo>
                  <a:lnTo>
                    <a:pt x="650" y="1130"/>
                  </a:lnTo>
                  <a:lnTo>
                    <a:pt x="652" y="1130"/>
                  </a:lnTo>
                  <a:lnTo>
                    <a:pt x="654" y="1131"/>
                  </a:lnTo>
                  <a:lnTo>
                    <a:pt x="655" y="1132"/>
                  </a:lnTo>
                  <a:lnTo>
                    <a:pt x="656" y="1132"/>
                  </a:lnTo>
                  <a:lnTo>
                    <a:pt x="658" y="1134"/>
                  </a:lnTo>
                  <a:lnTo>
                    <a:pt x="661" y="1135"/>
                  </a:lnTo>
                  <a:lnTo>
                    <a:pt x="666" y="1138"/>
                  </a:lnTo>
                  <a:lnTo>
                    <a:pt x="672" y="1140"/>
                  </a:lnTo>
                  <a:lnTo>
                    <a:pt x="676" y="1142"/>
                  </a:lnTo>
                  <a:lnTo>
                    <a:pt x="680" y="1144"/>
                  </a:lnTo>
                  <a:lnTo>
                    <a:pt x="681" y="1145"/>
                  </a:lnTo>
                  <a:lnTo>
                    <a:pt x="682" y="1145"/>
                  </a:lnTo>
                  <a:lnTo>
                    <a:pt x="683" y="1145"/>
                  </a:lnTo>
                  <a:lnTo>
                    <a:pt x="684" y="1146"/>
                  </a:lnTo>
                  <a:lnTo>
                    <a:pt x="689" y="1148"/>
                  </a:lnTo>
                  <a:lnTo>
                    <a:pt x="695" y="1150"/>
                  </a:lnTo>
                  <a:lnTo>
                    <a:pt x="700" y="1153"/>
                  </a:lnTo>
                  <a:lnTo>
                    <a:pt x="706" y="1155"/>
                  </a:lnTo>
                  <a:lnTo>
                    <a:pt x="708" y="1156"/>
                  </a:lnTo>
                  <a:lnTo>
                    <a:pt x="710" y="1157"/>
                  </a:lnTo>
                  <a:lnTo>
                    <a:pt x="711" y="1157"/>
                  </a:lnTo>
                  <a:lnTo>
                    <a:pt x="713" y="1158"/>
                  </a:lnTo>
                  <a:lnTo>
                    <a:pt x="715" y="1159"/>
                  </a:lnTo>
                  <a:lnTo>
                    <a:pt x="717" y="1160"/>
                  </a:lnTo>
                  <a:lnTo>
                    <a:pt x="723" y="1162"/>
                  </a:lnTo>
                  <a:lnTo>
                    <a:pt x="729" y="1164"/>
                  </a:lnTo>
                  <a:lnTo>
                    <a:pt x="735" y="1166"/>
                  </a:lnTo>
                  <a:lnTo>
                    <a:pt x="741" y="1168"/>
                  </a:lnTo>
                  <a:lnTo>
                    <a:pt x="742" y="1169"/>
                  </a:lnTo>
                  <a:lnTo>
                    <a:pt x="744" y="1169"/>
                  </a:lnTo>
                  <a:lnTo>
                    <a:pt x="744" y="1170"/>
                  </a:lnTo>
                  <a:lnTo>
                    <a:pt x="745" y="1170"/>
                  </a:lnTo>
                  <a:lnTo>
                    <a:pt x="745" y="1170"/>
                  </a:lnTo>
                  <a:lnTo>
                    <a:pt x="746" y="1170"/>
                  </a:lnTo>
                  <a:lnTo>
                    <a:pt x="749" y="1171"/>
                  </a:lnTo>
                  <a:lnTo>
                    <a:pt x="753" y="1173"/>
                  </a:lnTo>
                  <a:lnTo>
                    <a:pt x="759" y="1175"/>
                  </a:lnTo>
                  <a:lnTo>
                    <a:pt x="765" y="1177"/>
                  </a:lnTo>
                  <a:lnTo>
                    <a:pt x="771" y="1179"/>
                  </a:lnTo>
                  <a:lnTo>
                    <a:pt x="777" y="1181"/>
                  </a:lnTo>
                  <a:lnTo>
                    <a:pt x="779" y="1181"/>
                  </a:lnTo>
                  <a:lnTo>
                    <a:pt x="781" y="1182"/>
                  </a:lnTo>
                  <a:lnTo>
                    <a:pt x="782" y="1182"/>
                  </a:lnTo>
                  <a:lnTo>
                    <a:pt x="783" y="1182"/>
                  </a:lnTo>
                  <a:lnTo>
                    <a:pt x="786" y="1183"/>
                  </a:lnTo>
                  <a:lnTo>
                    <a:pt x="790" y="1185"/>
                  </a:lnTo>
                  <a:lnTo>
                    <a:pt x="796" y="1186"/>
                  </a:lnTo>
                  <a:lnTo>
                    <a:pt x="802" y="1188"/>
                  </a:lnTo>
                  <a:lnTo>
                    <a:pt x="808" y="1190"/>
                  </a:lnTo>
                  <a:lnTo>
                    <a:pt x="815" y="1192"/>
                  </a:lnTo>
                  <a:lnTo>
                    <a:pt x="818" y="1193"/>
                  </a:lnTo>
                  <a:lnTo>
                    <a:pt x="821" y="1194"/>
                  </a:lnTo>
                  <a:lnTo>
                    <a:pt x="822" y="1194"/>
                  </a:lnTo>
                  <a:lnTo>
                    <a:pt x="823" y="1194"/>
                  </a:lnTo>
                  <a:lnTo>
                    <a:pt x="825" y="1195"/>
                  </a:lnTo>
                  <a:lnTo>
                    <a:pt x="828" y="1196"/>
                  </a:lnTo>
                  <a:lnTo>
                    <a:pt x="834" y="1198"/>
                  </a:lnTo>
                  <a:lnTo>
                    <a:pt x="841" y="1199"/>
                  </a:lnTo>
                  <a:lnTo>
                    <a:pt x="848" y="1201"/>
                  </a:lnTo>
                  <a:lnTo>
                    <a:pt x="854" y="1203"/>
                  </a:lnTo>
                  <a:lnTo>
                    <a:pt x="859" y="1204"/>
                  </a:lnTo>
                  <a:lnTo>
                    <a:pt x="863" y="1205"/>
                  </a:lnTo>
                  <a:lnTo>
                    <a:pt x="864" y="1206"/>
                  </a:lnTo>
                  <a:lnTo>
                    <a:pt x="865" y="1206"/>
                  </a:lnTo>
                  <a:lnTo>
                    <a:pt x="866" y="1206"/>
                  </a:lnTo>
                  <a:lnTo>
                    <a:pt x="868" y="1206"/>
                  </a:lnTo>
                  <a:lnTo>
                    <a:pt x="874" y="1208"/>
                  </a:lnTo>
                  <a:lnTo>
                    <a:pt x="881" y="1210"/>
                  </a:lnTo>
                  <a:lnTo>
                    <a:pt x="888" y="1211"/>
                  </a:lnTo>
                  <a:lnTo>
                    <a:pt x="895" y="1213"/>
                  </a:lnTo>
                  <a:lnTo>
                    <a:pt x="902" y="1215"/>
                  </a:lnTo>
                  <a:lnTo>
                    <a:pt x="909" y="1216"/>
                  </a:lnTo>
                  <a:lnTo>
                    <a:pt x="909" y="1217"/>
                  </a:lnTo>
                  <a:lnTo>
                    <a:pt x="910" y="1217"/>
                  </a:lnTo>
                  <a:lnTo>
                    <a:pt x="911" y="1217"/>
                  </a:lnTo>
                  <a:lnTo>
                    <a:pt x="911" y="1217"/>
                  </a:lnTo>
                  <a:lnTo>
                    <a:pt x="917" y="1218"/>
                  </a:lnTo>
                  <a:lnTo>
                    <a:pt x="922" y="1220"/>
                  </a:lnTo>
                  <a:lnTo>
                    <a:pt x="931" y="1221"/>
                  </a:lnTo>
                  <a:lnTo>
                    <a:pt x="938" y="1223"/>
                  </a:lnTo>
                  <a:lnTo>
                    <a:pt x="945" y="1224"/>
                  </a:lnTo>
                  <a:lnTo>
                    <a:pt x="952" y="1226"/>
                  </a:lnTo>
                  <a:lnTo>
                    <a:pt x="955" y="1227"/>
                  </a:lnTo>
                  <a:lnTo>
                    <a:pt x="959" y="1227"/>
                  </a:lnTo>
                  <a:lnTo>
                    <a:pt x="960" y="1228"/>
                  </a:lnTo>
                  <a:lnTo>
                    <a:pt x="961" y="1228"/>
                  </a:lnTo>
                  <a:lnTo>
                    <a:pt x="964" y="1229"/>
                  </a:lnTo>
                  <a:lnTo>
                    <a:pt x="966" y="1229"/>
                  </a:lnTo>
                  <a:lnTo>
                    <a:pt x="974" y="1231"/>
                  </a:lnTo>
                  <a:lnTo>
                    <a:pt x="981" y="1232"/>
                  </a:lnTo>
                  <a:lnTo>
                    <a:pt x="989" y="1234"/>
                  </a:lnTo>
                  <a:lnTo>
                    <a:pt x="996" y="1235"/>
                  </a:lnTo>
                  <a:lnTo>
                    <a:pt x="1004" y="1237"/>
                  </a:lnTo>
                  <a:lnTo>
                    <a:pt x="1011" y="1238"/>
                  </a:lnTo>
                  <a:lnTo>
                    <a:pt x="1011" y="1238"/>
                  </a:lnTo>
                  <a:lnTo>
                    <a:pt x="1011" y="1238"/>
                  </a:lnTo>
                  <a:lnTo>
                    <a:pt x="1012" y="1238"/>
                  </a:lnTo>
                  <a:lnTo>
                    <a:pt x="1012" y="1238"/>
                  </a:lnTo>
                  <a:lnTo>
                    <a:pt x="1019" y="1240"/>
                  </a:lnTo>
                  <a:lnTo>
                    <a:pt x="1026" y="1241"/>
                  </a:lnTo>
                  <a:lnTo>
                    <a:pt x="1034" y="1243"/>
                  </a:lnTo>
                  <a:lnTo>
                    <a:pt x="1042" y="1244"/>
                  </a:lnTo>
                  <a:lnTo>
                    <a:pt x="1050" y="1246"/>
                  </a:lnTo>
                  <a:lnTo>
                    <a:pt x="1058" y="1247"/>
                  </a:lnTo>
                  <a:lnTo>
                    <a:pt x="1061" y="1248"/>
                  </a:lnTo>
                  <a:lnTo>
                    <a:pt x="1065" y="1248"/>
                  </a:lnTo>
                  <a:lnTo>
                    <a:pt x="1066" y="1248"/>
                  </a:lnTo>
                  <a:lnTo>
                    <a:pt x="1067" y="1249"/>
                  </a:lnTo>
                  <a:lnTo>
                    <a:pt x="1070" y="1249"/>
                  </a:lnTo>
                  <a:lnTo>
                    <a:pt x="1074" y="1250"/>
                  </a:lnTo>
                  <a:lnTo>
                    <a:pt x="1082" y="1251"/>
                  </a:lnTo>
                  <a:lnTo>
                    <a:pt x="1090" y="1253"/>
                  </a:lnTo>
                  <a:lnTo>
                    <a:pt x="1098" y="1254"/>
                  </a:lnTo>
                  <a:lnTo>
                    <a:pt x="1106" y="1255"/>
                  </a:lnTo>
                  <a:lnTo>
                    <a:pt x="1114" y="1257"/>
                  </a:lnTo>
                  <a:lnTo>
                    <a:pt x="1122" y="1258"/>
                  </a:lnTo>
                  <a:lnTo>
                    <a:pt x="1122" y="1258"/>
                  </a:lnTo>
                  <a:lnTo>
                    <a:pt x="1122" y="1258"/>
                  </a:lnTo>
                  <a:lnTo>
                    <a:pt x="1123" y="1258"/>
                  </a:lnTo>
                  <a:lnTo>
                    <a:pt x="1123" y="1258"/>
                  </a:lnTo>
                  <a:lnTo>
                    <a:pt x="1123" y="1258"/>
                  </a:lnTo>
                  <a:lnTo>
                    <a:pt x="1123" y="1258"/>
                  </a:lnTo>
                  <a:lnTo>
                    <a:pt x="1131" y="1260"/>
                  </a:lnTo>
                  <a:lnTo>
                    <a:pt x="1140" y="1261"/>
                  </a:lnTo>
                  <a:lnTo>
                    <a:pt x="1148" y="1262"/>
                  </a:lnTo>
                  <a:lnTo>
                    <a:pt x="1157" y="1264"/>
                  </a:lnTo>
                  <a:lnTo>
                    <a:pt x="1166" y="1265"/>
                  </a:lnTo>
                  <a:lnTo>
                    <a:pt x="1175" y="1266"/>
                  </a:lnTo>
                  <a:lnTo>
                    <a:pt x="1178" y="1267"/>
                  </a:lnTo>
                  <a:lnTo>
                    <a:pt x="1181" y="1267"/>
                  </a:lnTo>
                  <a:lnTo>
                    <a:pt x="1182" y="1268"/>
                  </a:lnTo>
                  <a:lnTo>
                    <a:pt x="1184" y="1268"/>
                  </a:lnTo>
                  <a:lnTo>
                    <a:pt x="1188" y="1268"/>
                  </a:lnTo>
                  <a:lnTo>
                    <a:pt x="1192" y="1269"/>
                  </a:lnTo>
                  <a:lnTo>
                    <a:pt x="1201" y="1270"/>
                  </a:lnTo>
                  <a:lnTo>
                    <a:pt x="1210" y="1272"/>
                  </a:lnTo>
                  <a:lnTo>
                    <a:pt x="1219" y="1273"/>
                  </a:lnTo>
                  <a:lnTo>
                    <a:pt x="1229" y="1274"/>
                  </a:lnTo>
                  <a:lnTo>
                    <a:pt x="1236" y="1275"/>
                  </a:lnTo>
                  <a:lnTo>
                    <a:pt x="1243" y="1276"/>
                  </a:lnTo>
                  <a:lnTo>
                    <a:pt x="1244" y="1276"/>
                  </a:lnTo>
                  <a:lnTo>
                    <a:pt x="1245" y="1277"/>
                  </a:lnTo>
                  <a:lnTo>
                    <a:pt x="1246" y="1277"/>
                  </a:lnTo>
                  <a:lnTo>
                    <a:pt x="1247" y="1277"/>
                  </a:lnTo>
                  <a:lnTo>
                    <a:pt x="1256" y="1278"/>
                  </a:lnTo>
                  <a:lnTo>
                    <a:pt x="1266" y="1279"/>
                  </a:lnTo>
                  <a:lnTo>
                    <a:pt x="1276" y="1281"/>
                  </a:lnTo>
                  <a:lnTo>
                    <a:pt x="1285" y="1282"/>
                  </a:lnTo>
                  <a:lnTo>
                    <a:pt x="1295" y="1283"/>
                  </a:lnTo>
                  <a:lnTo>
                    <a:pt x="1305" y="1284"/>
                  </a:lnTo>
                  <a:lnTo>
                    <a:pt x="1307" y="1285"/>
                  </a:lnTo>
                  <a:lnTo>
                    <a:pt x="1308" y="1285"/>
                  </a:lnTo>
                  <a:lnTo>
                    <a:pt x="1309" y="1285"/>
                  </a:lnTo>
                  <a:lnTo>
                    <a:pt x="1310" y="1285"/>
                  </a:lnTo>
                  <a:lnTo>
                    <a:pt x="1318" y="1286"/>
                  </a:lnTo>
                  <a:lnTo>
                    <a:pt x="1325" y="1287"/>
                  </a:lnTo>
                  <a:lnTo>
                    <a:pt x="1336" y="1288"/>
                  </a:lnTo>
                  <a:lnTo>
                    <a:pt x="1346" y="1289"/>
                  </a:lnTo>
                  <a:lnTo>
                    <a:pt x="1356" y="1291"/>
                  </a:lnTo>
                  <a:lnTo>
                    <a:pt x="1367" y="1292"/>
                  </a:lnTo>
                  <a:lnTo>
                    <a:pt x="1370" y="1292"/>
                  </a:lnTo>
                  <a:lnTo>
                    <a:pt x="1374" y="1293"/>
                  </a:lnTo>
                  <a:lnTo>
                    <a:pt x="1376" y="1293"/>
                  </a:lnTo>
                  <a:lnTo>
                    <a:pt x="1378" y="1293"/>
                  </a:lnTo>
                  <a:lnTo>
                    <a:pt x="1383" y="1294"/>
                  </a:lnTo>
                  <a:lnTo>
                    <a:pt x="1389" y="1294"/>
                  </a:lnTo>
                  <a:lnTo>
                    <a:pt x="1400" y="1295"/>
                  </a:lnTo>
                  <a:lnTo>
                    <a:pt x="1411" y="1297"/>
                  </a:lnTo>
                  <a:lnTo>
                    <a:pt x="1422" y="1298"/>
                  </a:lnTo>
                  <a:lnTo>
                    <a:pt x="1433" y="1299"/>
                  </a:lnTo>
                  <a:lnTo>
                    <a:pt x="1438" y="1299"/>
                  </a:lnTo>
                  <a:lnTo>
                    <a:pt x="1442" y="1300"/>
                  </a:lnTo>
                  <a:lnTo>
                    <a:pt x="1444" y="1300"/>
                  </a:lnTo>
                  <a:lnTo>
                    <a:pt x="1447" y="1300"/>
                  </a:lnTo>
                  <a:lnTo>
                    <a:pt x="1452" y="1301"/>
                  </a:lnTo>
                  <a:lnTo>
                    <a:pt x="1457" y="1301"/>
                  </a:lnTo>
                  <a:lnTo>
                    <a:pt x="1469" y="1303"/>
                  </a:lnTo>
                  <a:lnTo>
                    <a:pt x="1481" y="1304"/>
                  </a:lnTo>
                  <a:lnTo>
                    <a:pt x="1493" y="1305"/>
                  </a:lnTo>
                  <a:lnTo>
                    <a:pt x="1505" y="1306"/>
                  </a:lnTo>
                  <a:lnTo>
                    <a:pt x="1509" y="1306"/>
                  </a:lnTo>
                  <a:lnTo>
                    <a:pt x="1513" y="1307"/>
                  </a:lnTo>
                  <a:lnTo>
                    <a:pt x="1515" y="1307"/>
                  </a:lnTo>
                  <a:lnTo>
                    <a:pt x="1518" y="1307"/>
                  </a:lnTo>
                  <a:lnTo>
                    <a:pt x="1523" y="1308"/>
                  </a:lnTo>
                  <a:lnTo>
                    <a:pt x="1529" y="1308"/>
                  </a:lnTo>
                  <a:lnTo>
                    <a:pt x="1543" y="1309"/>
                  </a:lnTo>
                  <a:lnTo>
                    <a:pt x="1557" y="1311"/>
                  </a:lnTo>
                  <a:lnTo>
                    <a:pt x="1570" y="1312"/>
                  </a:lnTo>
                  <a:lnTo>
                    <a:pt x="1584" y="1313"/>
                  </a:lnTo>
                  <a:lnTo>
                    <a:pt x="1586" y="1313"/>
                  </a:lnTo>
                  <a:lnTo>
                    <a:pt x="1588" y="1313"/>
                  </a:lnTo>
                  <a:lnTo>
                    <a:pt x="1589" y="1313"/>
                  </a:lnTo>
                  <a:lnTo>
                    <a:pt x="1591" y="1314"/>
                  </a:lnTo>
                  <a:lnTo>
                    <a:pt x="1601" y="1314"/>
                  </a:lnTo>
                  <a:lnTo>
                    <a:pt x="1611" y="1315"/>
                  </a:lnTo>
                  <a:lnTo>
                    <a:pt x="1625" y="1316"/>
                  </a:lnTo>
                  <a:lnTo>
                    <a:pt x="1638" y="1317"/>
                  </a:lnTo>
                  <a:lnTo>
                    <a:pt x="1650" y="1318"/>
                  </a:lnTo>
                  <a:lnTo>
                    <a:pt x="1661" y="1319"/>
                  </a:lnTo>
                  <a:lnTo>
                    <a:pt x="1662" y="1319"/>
                  </a:lnTo>
                  <a:lnTo>
                    <a:pt x="1664" y="1319"/>
                  </a:lnTo>
                  <a:lnTo>
                    <a:pt x="1664" y="1319"/>
                  </a:lnTo>
                  <a:lnTo>
                    <a:pt x="1665" y="1319"/>
                  </a:lnTo>
                  <a:lnTo>
                    <a:pt x="1667" y="1319"/>
                  </a:lnTo>
                  <a:lnTo>
                    <a:pt x="1670" y="1320"/>
                  </a:lnTo>
                  <a:lnTo>
                    <a:pt x="1678" y="1320"/>
                  </a:lnTo>
                  <a:lnTo>
                    <a:pt x="1686" y="1321"/>
                  </a:lnTo>
                  <a:lnTo>
                    <a:pt x="1694" y="1321"/>
                  </a:lnTo>
                  <a:lnTo>
                    <a:pt x="1701" y="1322"/>
                  </a:lnTo>
                  <a:lnTo>
                    <a:pt x="1709" y="1322"/>
                  </a:lnTo>
                  <a:lnTo>
                    <a:pt x="1717" y="1323"/>
                  </a:lnTo>
                  <a:lnTo>
                    <a:pt x="1725" y="1323"/>
                  </a:lnTo>
                  <a:lnTo>
                    <a:pt x="1733" y="1324"/>
                  </a:lnTo>
                  <a:lnTo>
                    <a:pt x="1736" y="1324"/>
                  </a:lnTo>
                  <a:lnTo>
                    <a:pt x="1739" y="1324"/>
                  </a:lnTo>
                  <a:lnTo>
                    <a:pt x="1741" y="1324"/>
                  </a:lnTo>
                  <a:lnTo>
                    <a:pt x="1743" y="1324"/>
                  </a:lnTo>
                  <a:lnTo>
                    <a:pt x="1754" y="1325"/>
                  </a:lnTo>
                  <a:lnTo>
                    <a:pt x="1766" y="1326"/>
                  </a:lnTo>
                  <a:lnTo>
                    <a:pt x="1776" y="1326"/>
                  </a:lnTo>
                  <a:lnTo>
                    <a:pt x="1786" y="1327"/>
                  </a:lnTo>
                  <a:lnTo>
                    <a:pt x="1796" y="1328"/>
                  </a:lnTo>
                  <a:lnTo>
                    <a:pt x="1806" y="1328"/>
                  </a:lnTo>
                  <a:lnTo>
                    <a:pt x="1810" y="1328"/>
                  </a:lnTo>
                  <a:lnTo>
                    <a:pt x="1815" y="1329"/>
                  </a:lnTo>
                  <a:lnTo>
                    <a:pt x="1820" y="1329"/>
                  </a:lnTo>
                  <a:lnTo>
                    <a:pt x="1825" y="1329"/>
                  </a:lnTo>
                  <a:lnTo>
                    <a:pt x="1836" y="1330"/>
                  </a:lnTo>
                  <a:lnTo>
                    <a:pt x="1847" y="1330"/>
                  </a:lnTo>
                  <a:lnTo>
                    <a:pt x="1857" y="1331"/>
                  </a:lnTo>
                  <a:lnTo>
                    <a:pt x="1867" y="1331"/>
                  </a:lnTo>
                  <a:lnTo>
                    <a:pt x="1878" y="1332"/>
                  </a:lnTo>
                  <a:lnTo>
                    <a:pt x="1888" y="1332"/>
                  </a:lnTo>
                  <a:lnTo>
                    <a:pt x="1891" y="1332"/>
                  </a:lnTo>
                  <a:lnTo>
                    <a:pt x="1895" y="1333"/>
                  </a:lnTo>
                  <a:lnTo>
                    <a:pt x="1900" y="1333"/>
                  </a:lnTo>
                  <a:lnTo>
                    <a:pt x="1904" y="1333"/>
                  </a:lnTo>
                  <a:lnTo>
                    <a:pt x="1917" y="1333"/>
                  </a:lnTo>
                  <a:lnTo>
                    <a:pt x="1929" y="1334"/>
                  </a:lnTo>
                  <a:lnTo>
                    <a:pt x="1943" y="1335"/>
                  </a:lnTo>
                  <a:lnTo>
                    <a:pt x="1956" y="1335"/>
                  </a:lnTo>
                  <a:lnTo>
                    <a:pt x="1965" y="1335"/>
                  </a:lnTo>
                  <a:lnTo>
                    <a:pt x="1974" y="1336"/>
                  </a:lnTo>
                  <a:lnTo>
                    <a:pt x="1983" y="1336"/>
                  </a:lnTo>
                  <a:lnTo>
                    <a:pt x="1992" y="1336"/>
                  </a:lnTo>
                  <a:lnTo>
                    <a:pt x="1999" y="1337"/>
                  </a:lnTo>
                  <a:lnTo>
                    <a:pt x="2006" y="1337"/>
                  </a:lnTo>
                  <a:lnTo>
                    <a:pt x="2014" y="1337"/>
                  </a:lnTo>
                  <a:lnTo>
                    <a:pt x="2021" y="1337"/>
                  </a:lnTo>
                  <a:lnTo>
                    <a:pt x="2029" y="1337"/>
                  </a:lnTo>
                  <a:lnTo>
                    <a:pt x="2036" y="1338"/>
                  </a:lnTo>
                  <a:lnTo>
                    <a:pt x="2045" y="1338"/>
                  </a:lnTo>
                  <a:lnTo>
                    <a:pt x="2055" y="1338"/>
                  </a:lnTo>
                  <a:lnTo>
                    <a:pt x="2064" y="1338"/>
                  </a:lnTo>
                  <a:lnTo>
                    <a:pt x="2073" y="1339"/>
                  </a:lnTo>
                  <a:lnTo>
                    <a:pt x="2078" y="1339"/>
                  </a:lnTo>
                  <a:lnTo>
                    <a:pt x="2084" y="1339"/>
                  </a:lnTo>
                  <a:lnTo>
                    <a:pt x="2092" y="1339"/>
                  </a:lnTo>
                  <a:lnTo>
                    <a:pt x="2101" y="1339"/>
                  </a:lnTo>
                  <a:lnTo>
                    <a:pt x="2110" y="1340"/>
                  </a:lnTo>
                  <a:lnTo>
                    <a:pt x="2118" y="1340"/>
                  </a:lnTo>
                  <a:lnTo>
                    <a:pt x="2127" y="1340"/>
                  </a:lnTo>
                  <a:lnTo>
                    <a:pt x="2136" y="1340"/>
                  </a:lnTo>
                  <a:lnTo>
                    <a:pt x="2145" y="1340"/>
                  </a:lnTo>
                  <a:lnTo>
                    <a:pt x="2154" y="1340"/>
                  </a:lnTo>
                  <a:lnTo>
                    <a:pt x="2159" y="1341"/>
                  </a:lnTo>
                  <a:lnTo>
                    <a:pt x="2164" y="1341"/>
                  </a:lnTo>
                  <a:lnTo>
                    <a:pt x="2173" y="1341"/>
                  </a:lnTo>
                  <a:lnTo>
                    <a:pt x="2183" y="1341"/>
                  </a:lnTo>
                  <a:lnTo>
                    <a:pt x="2193" y="1341"/>
                  </a:lnTo>
                  <a:lnTo>
                    <a:pt x="2203" y="1341"/>
                  </a:lnTo>
                  <a:lnTo>
                    <a:pt x="2212" y="1341"/>
                  </a:lnTo>
                  <a:lnTo>
                    <a:pt x="2220" y="1341"/>
                  </a:lnTo>
                  <a:lnTo>
                    <a:pt x="2229" y="1341"/>
                  </a:lnTo>
                  <a:lnTo>
                    <a:pt x="2237" y="1342"/>
                  </a:lnTo>
                  <a:lnTo>
                    <a:pt x="2240" y="1342"/>
                  </a:lnTo>
                  <a:lnTo>
                    <a:pt x="2243" y="1342"/>
                  </a:lnTo>
                  <a:lnTo>
                    <a:pt x="2252" y="1342"/>
                  </a:lnTo>
                  <a:lnTo>
                    <a:pt x="2262" y="1342"/>
                  </a:lnTo>
                  <a:lnTo>
                    <a:pt x="2271" y="1342"/>
                  </a:lnTo>
                  <a:lnTo>
                    <a:pt x="2280" y="1342"/>
                  </a:lnTo>
                  <a:lnTo>
                    <a:pt x="2289" y="1342"/>
                  </a:lnTo>
                  <a:lnTo>
                    <a:pt x="2299" y="1342"/>
                  </a:lnTo>
                  <a:lnTo>
                    <a:pt x="2308" y="1342"/>
                  </a:lnTo>
                  <a:lnTo>
                    <a:pt x="2317" y="1342"/>
                  </a:lnTo>
                  <a:lnTo>
                    <a:pt x="2328" y="1342"/>
                  </a:lnTo>
                  <a:lnTo>
                    <a:pt x="2339" y="1342"/>
                  </a:lnTo>
                  <a:lnTo>
                    <a:pt x="2350" y="1342"/>
                  </a:lnTo>
                  <a:lnTo>
                    <a:pt x="2361" y="1342"/>
                  </a:lnTo>
                  <a:lnTo>
                    <a:pt x="2372" y="1342"/>
                  </a:lnTo>
                  <a:lnTo>
                    <a:pt x="2383" y="1342"/>
                  </a:lnTo>
                  <a:lnTo>
                    <a:pt x="2390" y="1342"/>
                  </a:lnTo>
                  <a:lnTo>
                    <a:pt x="2397" y="1342"/>
                  </a:lnTo>
                  <a:lnTo>
                    <a:pt x="2398" y="1342"/>
                  </a:lnTo>
                  <a:lnTo>
                    <a:pt x="2400" y="1342"/>
                  </a:lnTo>
                  <a:lnTo>
                    <a:pt x="2402" y="1342"/>
                  </a:lnTo>
                  <a:lnTo>
                    <a:pt x="2405" y="1342"/>
                  </a:lnTo>
                  <a:lnTo>
                    <a:pt x="2415" y="1342"/>
                  </a:lnTo>
                  <a:lnTo>
                    <a:pt x="2424" y="1341"/>
                  </a:lnTo>
                  <a:lnTo>
                    <a:pt x="2434" y="1341"/>
                  </a:lnTo>
                  <a:lnTo>
                    <a:pt x="2443" y="1341"/>
                  </a:lnTo>
                  <a:lnTo>
                    <a:pt x="2453" y="1341"/>
                  </a:lnTo>
                  <a:lnTo>
                    <a:pt x="2462" y="1341"/>
                  </a:lnTo>
                  <a:lnTo>
                    <a:pt x="2472" y="1341"/>
                  </a:lnTo>
                  <a:lnTo>
                    <a:pt x="2482" y="1341"/>
                  </a:lnTo>
                  <a:lnTo>
                    <a:pt x="2483" y="1341"/>
                  </a:lnTo>
                  <a:lnTo>
                    <a:pt x="2484" y="1341"/>
                  </a:lnTo>
                  <a:lnTo>
                    <a:pt x="2494" y="1340"/>
                  </a:lnTo>
                  <a:lnTo>
                    <a:pt x="2503" y="1340"/>
                  </a:lnTo>
                  <a:lnTo>
                    <a:pt x="2513" y="1340"/>
                  </a:lnTo>
                  <a:lnTo>
                    <a:pt x="2522" y="1340"/>
                  </a:lnTo>
                  <a:lnTo>
                    <a:pt x="2532" y="1340"/>
                  </a:lnTo>
                  <a:lnTo>
                    <a:pt x="2541" y="1340"/>
                  </a:lnTo>
                  <a:lnTo>
                    <a:pt x="2551" y="1339"/>
                  </a:lnTo>
                  <a:lnTo>
                    <a:pt x="2560" y="1339"/>
                  </a:lnTo>
                  <a:lnTo>
                    <a:pt x="2561" y="1339"/>
                  </a:lnTo>
                  <a:lnTo>
                    <a:pt x="2562" y="1339"/>
                  </a:lnTo>
                  <a:lnTo>
                    <a:pt x="2572" y="1339"/>
                  </a:lnTo>
                  <a:lnTo>
                    <a:pt x="2581" y="1339"/>
                  </a:lnTo>
                  <a:lnTo>
                    <a:pt x="2590" y="1338"/>
                  </a:lnTo>
                  <a:lnTo>
                    <a:pt x="2600" y="1338"/>
                  </a:lnTo>
                  <a:lnTo>
                    <a:pt x="2609" y="1338"/>
                  </a:lnTo>
                  <a:lnTo>
                    <a:pt x="2619" y="1337"/>
                  </a:lnTo>
                  <a:lnTo>
                    <a:pt x="2628" y="1337"/>
                  </a:lnTo>
                  <a:lnTo>
                    <a:pt x="2637" y="1337"/>
                  </a:lnTo>
                  <a:lnTo>
                    <a:pt x="2638" y="1337"/>
                  </a:lnTo>
                  <a:lnTo>
                    <a:pt x="2639" y="1337"/>
                  </a:lnTo>
                  <a:lnTo>
                    <a:pt x="2648" y="1337"/>
                  </a:lnTo>
                  <a:lnTo>
                    <a:pt x="2658" y="1336"/>
                  </a:lnTo>
                  <a:lnTo>
                    <a:pt x="2667" y="1336"/>
                  </a:lnTo>
                  <a:lnTo>
                    <a:pt x="2676" y="1335"/>
                  </a:lnTo>
                  <a:lnTo>
                    <a:pt x="2685" y="1335"/>
                  </a:lnTo>
                  <a:lnTo>
                    <a:pt x="2695" y="1335"/>
                  </a:lnTo>
                  <a:lnTo>
                    <a:pt x="2704" y="1334"/>
                  </a:lnTo>
                  <a:lnTo>
                    <a:pt x="2713" y="1334"/>
                  </a:lnTo>
                  <a:lnTo>
                    <a:pt x="2714" y="1334"/>
                  </a:lnTo>
                  <a:lnTo>
                    <a:pt x="2714" y="1334"/>
                  </a:lnTo>
                  <a:lnTo>
                    <a:pt x="2724" y="1334"/>
                  </a:lnTo>
                  <a:lnTo>
                    <a:pt x="2735" y="1333"/>
                  </a:lnTo>
                  <a:lnTo>
                    <a:pt x="2745" y="1333"/>
                  </a:lnTo>
                  <a:lnTo>
                    <a:pt x="2755" y="1332"/>
                  </a:lnTo>
                  <a:lnTo>
                    <a:pt x="2768" y="1332"/>
                  </a:lnTo>
                  <a:lnTo>
                    <a:pt x="2781" y="1331"/>
                  </a:lnTo>
                  <a:lnTo>
                    <a:pt x="2786" y="1331"/>
                  </a:lnTo>
                  <a:lnTo>
                    <a:pt x="2790" y="1331"/>
                  </a:lnTo>
                  <a:lnTo>
                    <a:pt x="2793" y="1330"/>
                  </a:lnTo>
                  <a:lnTo>
                    <a:pt x="2796" y="1330"/>
                  </a:lnTo>
                  <a:lnTo>
                    <a:pt x="2806" y="1330"/>
                  </a:lnTo>
                  <a:lnTo>
                    <a:pt x="2816" y="1329"/>
                  </a:lnTo>
                  <a:lnTo>
                    <a:pt x="2826" y="1329"/>
                  </a:lnTo>
                  <a:lnTo>
                    <a:pt x="2836" y="1328"/>
                  </a:lnTo>
                  <a:lnTo>
                    <a:pt x="2845" y="1328"/>
                  </a:lnTo>
                  <a:lnTo>
                    <a:pt x="2855" y="1327"/>
                  </a:lnTo>
                  <a:lnTo>
                    <a:pt x="2860" y="1327"/>
                  </a:lnTo>
                  <a:lnTo>
                    <a:pt x="2865" y="1326"/>
                  </a:lnTo>
                  <a:lnTo>
                    <a:pt x="2870" y="1326"/>
                  </a:lnTo>
                  <a:lnTo>
                    <a:pt x="2875" y="1326"/>
                  </a:lnTo>
                  <a:lnTo>
                    <a:pt x="2883" y="1325"/>
                  </a:lnTo>
                  <a:lnTo>
                    <a:pt x="2891" y="1325"/>
                  </a:lnTo>
                  <a:lnTo>
                    <a:pt x="2899" y="1324"/>
                  </a:lnTo>
                  <a:lnTo>
                    <a:pt x="2907" y="1324"/>
                  </a:lnTo>
                  <a:lnTo>
                    <a:pt x="2918" y="1323"/>
                  </a:lnTo>
                  <a:lnTo>
                    <a:pt x="2930" y="1322"/>
                  </a:lnTo>
                  <a:lnTo>
                    <a:pt x="2931" y="1322"/>
                  </a:lnTo>
                  <a:lnTo>
                    <a:pt x="2932" y="1322"/>
                  </a:lnTo>
                  <a:lnTo>
                    <a:pt x="2933" y="1322"/>
                  </a:lnTo>
                  <a:lnTo>
                    <a:pt x="2934" y="1322"/>
                  </a:lnTo>
                  <a:lnTo>
                    <a:pt x="2936" y="1322"/>
                  </a:lnTo>
                  <a:lnTo>
                    <a:pt x="2938" y="1322"/>
                  </a:lnTo>
                  <a:lnTo>
                    <a:pt x="2945" y="1321"/>
                  </a:lnTo>
                  <a:lnTo>
                    <a:pt x="2953" y="1321"/>
                  </a:lnTo>
                  <a:lnTo>
                    <a:pt x="2961" y="1320"/>
                  </a:lnTo>
                  <a:lnTo>
                    <a:pt x="2968" y="1320"/>
                  </a:lnTo>
                  <a:lnTo>
                    <a:pt x="2976" y="1319"/>
                  </a:lnTo>
                  <a:lnTo>
                    <a:pt x="2983" y="1318"/>
                  </a:lnTo>
                  <a:lnTo>
                    <a:pt x="2991" y="1318"/>
                  </a:lnTo>
                  <a:lnTo>
                    <a:pt x="2998" y="1317"/>
                  </a:lnTo>
                  <a:lnTo>
                    <a:pt x="3000" y="1317"/>
                  </a:lnTo>
                  <a:lnTo>
                    <a:pt x="3001" y="1317"/>
                  </a:lnTo>
                  <a:lnTo>
                    <a:pt x="3002" y="1317"/>
                  </a:lnTo>
                  <a:lnTo>
                    <a:pt x="3003" y="1317"/>
                  </a:lnTo>
                  <a:lnTo>
                    <a:pt x="3014" y="1316"/>
                  </a:lnTo>
                  <a:lnTo>
                    <a:pt x="3025" y="1315"/>
                  </a:lnTo>
                  <a:lnTo>
                    <a:pt x="3038" y="1314"/>
                  </a:lnTo>
                  <a:lnTo>
                    <a:pt x="3051" y="1313"/>
                  </a:lnTo>
                  <a:lnTo>
                    <a:pt x="3059" y="1312"/>
                  </a:lnTo>
                  <a:lnTo>
                    <a:pt x="3067" y="1312"/>
                  </a:lnTo>
                  <a:lnTo>
                    <a:pt x="3069" y="1311"/>
                  </a:lnTo>
                  <a:lnTo>
                    <a:pt x="3071" y="1311"/>
                  </a:lnTo>
                  <a:lnTo>
                    <a:pt x="3074" y="1311"/>
                  </a:lnTo>
                  <a:lnTo>
                    <a:pt x="3077" y="1311"/>
                  </a:lnTo>
                  <a:lnTo>
                    <a:pt x="3090" y="1310"/>
                  </a:lnTo>
                  <a:lnTo>
                    <a:pt x="3102" y="1308"/>
                  </a:lnTo>
                  <a:lnTo>
                    <a:pt x="3114" y="1307"/>
                  </a:lnTo>
                  <a:lnTo>
                    <a:pt x="3126" y="1306"/>
                  </a:lnTo>
                  <a:lnTo>
                    <a:pt x="3129" y="1306"/>
                  </a:lnTo>
                  <a:lnTo>
                    <a:pt x="3133" y="1305"/>
                  </a:lnTo>
                  <a:lnTo>
                    <a:pt x="3135" y="1305"/>
                  </a:lnTo>
                  <a:lnTo>
                    <a:pt x="3138" y="1305"/>
                  </a:lnTo>
                  <a:lnTo>
                    <a:pt x="3143" y="1304"/>
                  </a:lnTo>
                  <a:lnTo>
                    <a:pt x="3149" y="1304"/>
                  </a:lnTo>
                  <a:lnTo>
                    <a:pt x="3160" y="1303"/>
                  </a:lnTo>
                  <a:lnTo>
                    <a:pt x="3171" y="1302"/>
                  </a:lnTo>
                  <a:lnTo>
                    <a:pt x="3183" y="1300"/>
                  </a:lnTo>
                  <a:lnTo>
                    <a:pt x="3194" y="1299"/>
                  </a:lnTo>
                  <a:lnTo>
                    <a:pt x="3196" y="1299"/>
                  </a:lnTo>
                  <a:lnTo>
                    <a:pt x="3198" y="1299"/>
                  </a:lnTo>
                  <a:lnTo>
                    <a:pt x="3199" y="1299"/>
                  </a:lnTo>
                  <a:lnTo>
                    <a:pt x="3201" y="1298"/>
                  </a:lnTo>
                  <a:lnTo>
                    <a:pt x="3208" y="1298"/>
                  </a:lnTo>
                  <a:lnTo>
                    <a:pt x="3215" y="1297"/>
                  </a:lnTo>
                  <a:lnTo>
                    <a:pt x="3225" y="1296"/>
                  </a:lnTo>
                  <a:lnTo>
                    <a:pt x="3236" y="1294"/>
                  </a:lnTo>
                  <a:lnTo>
                    <a:pt x="3246" y="1293"/>
                  </a:lnTo>
                  <a:lnTo>
                    <a:pt x="3256" y="1292"/>
                  </a:lnTo>
                  <a:lnTo>
                    <a:pt x="3258" y="1292"/>
                  </a:lnTo>
                  <a:lnTo>
                    <a:pt x="3260" y="1292"/>
                  </a:lnTo>
                  <a:lnTo>
                    <a:pt x="3261" y="1291"/>
                  </a:lnTo>
                  <a:lnTo>
                    <a:pt x="3263" y="1291"/>
                  </a:lnTo>
                  <a:lnTo>
                    <a:pt x="3270" y="1290"/>
                  </a:lnTo>
                  <a:lnTo>
                    <a:pt x="3277" y="1289"/>
                  </a:lnTo>
                  <a:lnTo>
                    <a:pt x="3286" y="1288"/>
                  </a:lnTo>
                  <a:lnTo>
                    <a:pt x="3296" y="1287"/>
                  </a:lnTo>
                  <a:lnTo>
                    <a:pt x="3306" y="1286"/>
                  </a:lnTo>
                  <a:lnTo>
                    <a:pt x="3315" y="1285"/>
                  </a:lnTo>
                  <a:lnTo>
                    <a:pt x="3317" y="1284"/>
                  </a:lnTo>
                  <a:lnTo>
                    <a:pt x="3319" y="1284"/>
                  </a:lnTo>
                  <a:lnTo>
                    <a:pt x="3321" y="1284"/>
                  </a:lnTo>
                  <a:lnTo>
                    <a:pt x="3322" y="1284"/>
                  </a:lnTo>
                  <a:lnTo>
                    <a:pt x="3328" y="1283"/>
                  </a:lnTo>
                  <a:lnTo>
                    <a:pt x="3334" y="1282"/>
                  </a:lnTo>
                  <a:lnTo>
                    <a:pt x="3343" y="1281"/>
                  </a:lnTo>
                  <a:lnTo>
                    <a:pt x="3352" y="1279"/>
                  </a:lnTo>
                  <a:lnTo>
                    <a:pt x="3361" y="1278"/>
                  </a:lnTo>
                  <a:lnTo>
                    <a:pt x="3370" y="1277"/>
                  </a:lnTo>
                  <a:lnTo>
                    <a:pt x="3373" y="1276"/>
                  </a:lnTo>
                  <a:lnTo>
                    <a:pt x="3377" y="1276"/>
                  </a:lnTo>
                  <a:lnTo>
                    <a:pt x="3378" y="1276"/>
                  </a:lnTo>
                  <a:lnTo>
                    <a:pt x="3379" y="1276"/>
                  </a:lnTo>
                  <a:lnTo>
                    <a:pt x="3383" y="1275"/>
                  </a:lnTo>
                  <a:lnTo>
                    <a:pt x="3387" y="1274"/>
                  </a:lnTo>
                  <a:lnTo>
                    <a:pt x="3397" y="1273"/>
                  </a:lnTo>
                  <a:lnTo>
                    <a:pt x="3405" y="1272"/>
                  </a:lnTo>
                  <a:lnTo>
                    <a:pt x="3414" y="1270"/>
                  </a:lnTo>
                  <a:lnTo>
                    <a:pt x="3422" y="1269"/>
                  </a:lnTo>
                  <a:lnTo>
                    <a:pt x="3428" y="1268"/>
                  </a:lnTo>
                  <a:lnTo>
                    <a:pt x="3433" y="1267"/>
                  </a:lnTo>
                  <a:lnTo>
                    <a:pt x="3434" y="1267"/>
                  </a:lnTo>
                  <a:lnTo>
                    <a:pt x="3434" y="1267"/>
                  </a:lnTo>
                  <a:lnTo>
                    <a:pt x="3435" y="1267"/>
                  </a:lnTo>
                  <a:lnTo>
                    <a:pt x="3435" y="1267"/>
                  </a:lnTo>
                  <a:lnTo>
                    <a:pt x="3437" y="1267"/>
                  </a:lnTo>
                  <a:lnTo>
                    <a:pt x="3439" y="1267"/>
                  </a:lnTo>
                  <a:lnTo>
                    <a:pt x="3447" y="1265"/>
                  </a:lnTo>
                  <a:lnTo>
                    <a:pt x="3455" y="1264"/>
                  </a:lnTo>
                  <a:lnTo>
                    <a:pt x="3463" y="1262"/>
                  </a:lnTo>
                  <a:lnTo>
                    <a:pt x="3471" y="1261"/>
                  </a:lnTo>
                  <a:lnTo>
                    <a:pt x="3479" y="1260"/>
                  </a:lnTo>
                  <a:lnTo>
                    <a:pt x="3487" y="1258"/>
                  </a:lnTo>
                  <a:lnTo>
                    <a:pt x="3494" y="1257"/>
                  </a:lnTo>
                  <a:lnTo>
                    <a:pt x="3502" y="1256"/>
                  </a:lnTo>
                  <a:lnTo>
                    <a:pt x="3510" y="1254"/>
                  </a:lnTo>
                  <a:lnTo>
                    <a:pt x="3517" y="1253"/>
                  </a:lnTo>
                  <a:lnTo>
                    <a:pt x="3525" y="1251"/>
                  </a:lnTo>
                  <a:lnTo>
                    <a:pt x="3532" y="1250"/>
                  </a:lnTo>
                  <a:lnTo>
                    <a:pt x="3534" y="1250"/>
                  </a:lnTo>
                  <a:lnTo>
                    <a:pt x="3536" y="1249"/>
                  </a:lnTo>
                  <a:lnTo>
                    <a:pt x="3537" y="1249"/>
                  </a:lnTo>
                  <a:lnTo>
                    <a:pt x="3538" y="1249"/>
                  </a:lnTo>
                  <a:lnTo>
                    <a:pt x="3542" y="1248"/>
                  </a:lnTo>
                  <a:lnTo>
                    <a:pt x="3547" y="1247"/>
                  </a:lnTo>
                  <a:lnTo>
                    <a:pt x="3554" y="1246"/>
                  </a:lnTo>
                  <a:lnTo>
                    <a:pt x="3561" y="1244"/>
                  </a:lnTo>
                  <a:lnTo>
                    <a:pt x="3568" y="1243"/>
                  </a:lnTo>
                  <a:lnTo>
                    <a:pt x="3575" y="1241"/>
                  </a:lnTo>
                  <a:lnTo>
                    <a:pt x="3579" y="1241"/>
                  </a:lnTo>
                  <a:lnTo>
                    <a:pt x="3583" y="1240"/>
                  </a:lnTo>
                  <a:lnTo>
                    <a:pt x="3584" y="1240"/>
                  </a:lnTo>
                  <a:lnTo>
                    <a:pt x="3585" y="1239"/>
                  </a:lnTo>
                  <a:lnTo>
                    <a:pt x="3587" y="1239"/>
                  </a:lnTo>
                  <a:lnTo>
                    <a:pt x="3589" y="1238"/>
                  </a:lnTo>
                  <a:lnTo>
                    <a:pt x="3596" y="1237"/>
                  </a:lnTo>
                  <a:lnTo>
                    <a:pt x="3603" y="1235"/>
                  </a:lnTo>
                  <a:lnTo>
                    <a:pt x="3610" y="1234"/>
                  </a:lnTo>
                  <a:lnTo>
                    <a:pt x="3617" y="1232"/>
                  </a:lnTo>
                  <a:lnTo>
                    <a:pt x="3622" y="1231"/>
                  </a:lnTo>
                  <a:lnTo>
                    <a:pt x="3628" y="1230"/>
                  </a:lnTo>
                  <a:lnTo>
                    <a:pt x="3629" y="1230"/>
                  </a:lnTo>
                  <a:lnTo>
                    <a:pt x="3629" y="1229"/>
                  </a:lnTo>
                  <a:lnTo>
                    <a:pt x="3629" y="1229"/>
                  </a:lnTo>
                  <a:lnTo>
                    <a:pt x="3630" y="1229"/>
                  </a:lnTo>
                  <a:lnTo>
                    <a:pt x="3637" y="1228"/>
                  </a:lnTo>
                  <a:lnTo>
                    <a:pt x="3643" y="1226"/>
                  </a:lnTo>
                  <a:lnTo>
                    <a:pt x="3650" y="1225"/>
                  </a:lnTo>
                  <a:lnTo>
                    <a:pt x="3656" y="1223"/>
                  </a:lnTo>
                  <a:lnTo>
                    <a:pt x="3662" y="1221"/>
                  </a:lnTo>
                  <a:lnTo>
                    <a:pt x="3669" y="1220"/>
                  </a:lnTo>
                  <a:lnTo>
                    <a:pt x="3670" y="1220"/>
                  </a:lnTo>
                  <a:lnTo>
                    <a:pt x="3670" y="1219"/>
                  </a:lnTo>
                  <a:lnTo>
                    <a:pt x="3671" y="1219"/>
                  </a:lnTo>
                  <a:lnTo>
                    <a:pt x="3672" y="1219"/>
                  </a:lnTo>
                  <a:lnTo>
                    <a:pt x="3676" y="1218"/>
                  </a:lnTo>
                  <a:lnTo>
                    <a:pt x="3681" y="1217"/>
                  </a:lnTo>
                  <a:lnTo>
                    <a:pt x="3687" y="1215"/>
                  </a:lnTo>
                  <a:lnTo>
                    <a:pt x="3693" y="1213"/>
                  </a:lnTo>
                  <a:lnTo>
                    <a:pt x="3699" y="1212"/>
                  </a:lnTo>
                  <a:lnTo>
                    <a:pt x="3705" y="1210"/>
                  </a:lnTo>
                  <a:lnTo>
                    <a:pt x="3707" y="1209"/>
                  </a:lnTo>
                  <a:lnTo>
                    <a:pt x="3709" y="1209"/>
                  </a:lnTo>
                  <a:lnTo>
                    <a:pt x="3710" y="1209"/>
                  </a:lnTo>
                  <a:lnTo>
                    <a:pt x="3711" y="1208"/>
                  </a:lnTo>
                  <a:lnTo>
                    <a:pt x="3714" y="1207"/>
                  </a:lnTo>
                  <a:lnTo>
                    <a:pt x="3717" y="1207"/>
                  </a:lnTo>
                  <a:lnTo>
                    <a:pt x="3723" y="1205"/>
                  </a:lnTo>
                  <a:lnTo>
                    <a:pt x="3729" y="1203"/>
                  </a:lnTo>
                  <a:lnTo>
                    <a:pt x="3735" y="1201"/>
                  </a:lnTo>
                  <a:lnTo>
                    <a:pt x="3741" y="1200"/>
                  </a:lnTo>
                  <a:lnTo>
                    <a:pt x="3744" y="1199"/>
                  </a:lnTo>
                  <a:lnTo>
                    <a:pt x="3746" y="1198"/>
                  </a:lnTo>
                  <a:lnTo>
                    <a:pt x="3747" y="1198"/>
                  </a:lnTo>
                  <a:lnTo>
                    <a:pt x="3748" y="1197"/>
                  </a:lnTo>
                  <a:lnTo>
                    <a:pt x="3750" y="1197"/>
                  </a:lnTo>
                  <a:lnTo>
                    <a:pt x="3752" y="1196"/>
                  </a:lnTo>
                  <a:lnTo>
                    <a:pt x="3758" y="1194"/>
                  </a:lnTo>
                  <a:lnTo>
                    <a:pt x="3764" y="1192"/>
                  </a:lnTo>
                  <a:lnTo>
                    <a:pt x="3769" y="1190"/>
                  </a:lnTo>
                  <a:lnTo>
                    <a:pt x="3775" y="1189"/>
                  </a:lnTo>
                  <a:lnTo>
                    <a:pt x="3777" y="1188"/>
                  </a:lnTo>
                  <a:lnTo>
                    <a:pt x="3780" y="1187"/>
                  </a:lnTo>
                  <a:lnTo>
                    <a:pt x="3781" y="1186"/>
                  </a:lnTo>
                  <a:lnTo>
                    <a:pt x="3781" y="1186"/>
                  </a:lnTo>
                  <a:lnTo>
                    <a:pt x="3781" y="1186"/>
                  </a:lnTo>
                  <a:lnTo>
                    <a:pt x="3782" y="1186"/>
                  </a:lnTo>
                  <a:lnTo>
                    <a:pt x="3784" y="1185"/>
                  </a:lnTo>
                  <a:lnTo>
                    <a:pt x="3786" y="1185"/>
                  </a:lnTo>
                  <a:lnTo>
                    <a:pt x="3791" y="1183"/>
                  </a:lnTo>
                  <a:lnTo>
                    <a:pt x="3796" y="1181"/>
                  </a:lnTo>
                  <a:lnTo>
                    <a:pt x="3801" y="1179"/>
                  </a:lnTo>
                  <a:lnTo>
                    <a:pt x="3807" y="1177"/>
                  </a:lnTo>
                  <a:lnTo>
                    <a:pt x="3809" y="1176"/>
                  </a:lnTo>
                  <a:lnTo>
                    <a:pt x="3811" y="1175"/>
                  </a:lnTo>
                  <a:lnTo>
                    <a:pt x="3812" y="1175"/>
                  </a:lnTo>
                  <a:lnTo>
                    <a:pt x="3813" y="1174"/>
                  </a:lnTo>
                  <a:lnTo>
                    <a:pt x="3815" y="1174"/>
                  </a:lnTo>
                  <a:lnTo>
                    <a:pt x="3817" y="1173"/>
                  </a:lnTo>
                  <a:lnTo>
                    <a:pt x="3822" y="1171"/>
                  </a:lnTo>
                  <a:lnTo>
                    <a:pt x="3827" y="1169"/>
                  </a:lnTo>
                  <a:lnTo>
                    <a:pt x="3832" y="1166"/>
                  </a:lnTo>
                  <a:lnTo>
                    <a:pt x="3837" y="1164"/>
                  </a:lnTo>
                  <a:lnTo>
                    <a:pt x="3838" y="1164"/>
                  </a:lnTo>
                  <a:lnTo>
                    <a:pt x="3839" y="1163"/>
                  </a:lnTo>
                  <a:lnTo>
                    <a:pt x="3839" y="1163"/>
                  </a:lnTo>
                  <a:lnTo>
                    <a:pt x="3840" y="1163"/>
                  </a:lnTo>
                  <a:lnTo>
                    <a:pt x="3843" y="1161"/>
                  </a:lnTo>
                  <a:lnTo>
                    <a:pt x="3847" y="1160"/>
                  </a:lnTo>
                  <a:lnTo>
                    <a:pt x="3851" y="1158"/>
                  </a:lnTo>
                  <a:lnTo>
                    <a:pt x="3856" y="1155"/>
                  </a:lnTo>
                  <a:lnTo>
                    <a:pt x="3860" y="1153"/>
                  </a:lnTo>
                  <a:lnTo>
                    <a:pt x="3863" y="1152"/>
                  </a:lnTo>
                  <a:lnTo>
                    <a:pt x="3864" y="1151"/>
                  </a:lnTo>
                  <a:lnTo>
                    <a:pt x="3864" y="1151"/>
                  </a:lnTo>
                  <a:lnTo>
                    <a:pt x="3865" y="1151"/>
                  </a:lnTo>
                  <a:lnTo>
                    <a:pt x="3865" y="1151"/>
                  </a:lnTo>
                  <a:lnTo>
                    <a:pt x="3870" y="1148"/>
                  </a:lnTo>
                  <a:lnTo>
                    <a:pt x="3874" y="1146"/>
                  </a:lnTo>
                  <a:lnTo>
                    <a:pt x="3879" y="1143"/>
                  </a:lnTo>
                  <a:lnTo>
                    <a:pt x="3883" y="1141"/>
                  </a:lnTo>
                  <a:lnTo>
                    <a:pt x="3884" y="1140"/>
                  </a:lnTo>
                  <a:lnTo>
                    <a:pt x="3885" y="1139"/>
                  </a:lnTo>
                  <a:lnTo>
                    <a:pt x="3886" y="1139"/>
                  </a:lnTo>
                  <a:lnTo>
                    <a:pt x="3887" y="1138"/>
                  </a:lnTo>
                  <a:lnTo>
                    <a:pt x="3889" y="1137"/>
                  </a:lnTo>
                  <a:lnTo>
                    <a:pt x="3892" y="1135"/>
                  </a:lnTo>
                  <a:lnTo>
                    <a:pt x="3896" y="1132"/>
                  </a:lnTo>
                  <a:lnTo>
                    <a:pt x="3900" y="1130"/>
                  </a:lnTo>
                  <a:lnTo>
                    <a:pt x="3902" y="1129"/>
                  </a:lnTo>
                  <a:lnTo>
                    <a:pt x="3903" y="1127"/>
                  </a:lnTo>
                  <a:lnTo>
                    <a:pt x="3904" y="1127"/>
                  </a:lnTo>
                  <a:lnTo>
                    <a:pt x="3905" y="1126"/>
                  </a:lnTo>
                  <a:lnTo>
                    <a:pt x="3906" y="1125"/>
                  </a:lnTo>
                  <a:lnTo>
                    <a:pt x="3908" y="1124"/>
                  </a:lnTo>
                  <a:lnTo>
                    <a:pt x="3912" y="1121"/>
                  </a:lnTo>
                  <a:lnTo>
                    <a:pt x="3916" y="1117"/>
                  </a:lnTo>
                  <a:lnTo>
                    <a:pt x="3918" y="1116"/>
                  </a:lnTo>
                  <a:lnTo>
                    <a:pt x="3919" y="1115"/>
                  </a:lnTo>
                  <a:lnTo>
                    <a:pt x="3920" y="1114"/>
                  </a:lnTo>
                  <a:lnTo>
                    <a:pt x="3921" y="1113"/>
                  </a:lnTo>
                  <a:lnTo>
                    <a:pt x="3923" y="1111"/>
                  </a:lnTo>
                  <a:lnTo>
                    <a:pt x="3924" y="1110"/>
                  </a:lnTo>
                  <a:lnTo>
                    <a:pt x="3928" y="1106"/>
                  </a:lnTo>
                  <a:lnTo>
                    <a:pt x="3931" y="1103"/>
                  </a:lnTo>
                  <a:lnTo>
                    <a:pt x="3931" y="1102"/>
                  </a:lnTo>
                  <a:lnTo>
                    <a:pt x="3932" y="1102"/>
                  </a:lnTo>
                  <a:lnTo>
                    <a:pt x="3932" y="1101"/>
                  </a:lnTo>
                  <a:lnTo>
                    <a:pt x="3933" y="1100"/>
                  </a:lnTo>
                  <a:lnTo>
                    <a:pt x="3935" y="1098"/>
                  </a:lnTo>
                  <a:lnTo>
                    <a:pt x="3936" y="1094"/>
                  </a:lnTo>
                  <a:lnTo>
                    <a:pt x="3937" y="1094"/>
                  </a:lnTo>
                  <a:lnTo>
                    <a:pt x="3938" y="1093"/>
                  </a:lnTo>
                  <a:lnTo>
                    <a:pt x="3938" y="1092"/>
                  </a:lnTo>
                  <a:lnTo>
                    <a:pt x="3939" y="1091"/>
                  </a:lnTo>
                  <a:lnTo>
                    <a:pt x="3939" y="1090"/>
                  </a:lnTo>
                  <a:lnTo>
                    <a:pt x="3940" y="1089"/>
                  </a:lnTo>
                  <a:lnTo>
                    <a:pt x="3940" y="1088"/>
                  </a:lnTo>
                  <a:lnTo>
                    <a:pt x="3941" y="1087"/>
                  </a:lnTo>
                  <a:lnTo>
                    <a:pt x="3978" y="1021"/>
                  </a:lnTo>
                  <a:lnTo>
                    <a:pt x="4016" y="955"/>
                  </a:lnTo>
                  <a:lnTo>
                    <a:pt x="4053" y="889"/>
                  </a:lnTo>
                  <a:lnTo>
                    <a:pt x="4090" y="822"/>
                  </a:lnTo>
                  <a:lnTo>
                    <a:pt x="4127" y="756"/>
                  </a:lnTo>
                  <a:lnTo>
                    <a:pt x="4164" y="690"/>
                  </a:lnTo>
                  <a:lnTo>
                    <a:pt x="4201" y="623"/>
                  </a:lnTo>
                  <a:lnTo>
                    <a:pt x="4238" y="556"/>
                  </a:lnTo>
                  <a:lnTo>
                    <a:pt x="4275" y="490"/>
                  </a:lnTo>
                  <a:lnTo>
                    <a:pt x="4312" y="424"/>
                  </a:lnTo>
                  <a:lnTo>
                    <a:pt x="4349" y="358"/>
                  </a:lnTo>
                  <a:lnTo>
                    <a:pt x="4385" y="292"/>
                  </a:lnTo>
                  <a:lnTo>
                    <a:pt x="4422" y="225"/>
                  </a:lnTo>
                  <a:lnTo>
                    <a:pt x="4459" y="158"/>
                  </a:lnTo>
                  <a:lnTo>
                    <a:pt x="4496" y="92"/>
                  </a:lnTo>
                  <a:lnTo>
                    <a:pt x="4533" y="26"/>
                  </a:lnTo>
                  <a:lnTo>
                    <a:pt x="4531" y="29"/>
                  </a:lnTo>
                  <a:lnTo>
                    <a:pt x="4529" y="32"/>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126" name="Freeform 68"/>
            <p:cNvSpPr/>
            <p:nvPr/>
          </p:nvSpPr>
          <p:spPr bwMode="auto">
            <a:xfrm>
              <a:off x="12457329" y="5324536"/>
              <a:ext cx="3298204" cy="452822"/>
            </a:xfrm>
            <a:custGeom>
              <a:avLst/>
              <a:gdLst>
                <a:gd name="T0" fmla="*/ 16 w 4546"/>
                <a:gd name="T1" fmla="*/ 262 h 622"/>
                <a:gd name="T2" fmla="*/ 53 w 4546"/>
                <a:gd name="T3" fmla="*/ 232 h 622"/>
                <a:gd name="T4" fmla="*/ 112 w 4546"/>
                <a:gd name="T5" fmla="*/ 203 h 622"/>
                <a:gd name="T6" fmla="*/ 258 w 4546"/>
                <a:gd name="T7" fmla="*/ 156 h 622"/>
                <a:gd name="T8" fmla="*/ 487 w 4546"/>
                <a:gd name="T9" fmla="*/ 110 h 622"/>
                <a:gd name="T10" fmla="*/ 771 w 4546"/>
                <a:gd name="T11" fmla="*/ 70 h 622"/>
                <a:gd name="T12" fmla="*/ 1101 w 4546"/>
                <a:gd name="T13" fmla="*/ 38 h 622"/>
                <a:gd name="T14" fmla="*/ 1422 w 4546"/>
                <a:gd name="T15" fmla="*/ 18 h 622"/>
                <a:gd name="T16" fmla="*/ 1617 w 4546"/>
                <a:gd name="T17" fmla="*/ 10 h 622"/>
                <a:gd name="T18" fmla="*/ 1819 w 4546"/>
                <a:gd name="T19" fmla="*/ 4 h 622"/>
                <a:gd name="T20" fmla="*/ 2029 w 4546"/>
                <a:gd name="T21" fmla="*/ 1 h 622"/>
                <a:gd name="T22" fmla="*/ 2245 w 4546"/>
                <a:gd name="T23" fmla="*/ 0 h 622"/>
                <a:gd name="T24" fmla="*/ 2459 w 4546"/>
                <a:gd name="T25" fmla="*/ 2 h 622"/>
                <a:gd name="T26" fmla="*/ 2667 w 4546"/>
                <a:gd name="T27" fmla="*/ 7 h 622"/>
                <a:gd name="T28" fmla="*/ 2870 w 4546"/>
                <a:gd name="T29" fmla="*/ 15 h 622"/>
                <a:gd name="T30" fmla="*/ 3066 w 4546"/>
                <a:gd name="T31" fmla="*/ 24 h 622"/>
                <a:gd name="T32" fmla="*/ 3255 w 4546"/>
                <a:gd name="T33" fmla="*/ 36 h 622"/>
                <a:gd name="T34" fmla="*/ 3436 w 4546"/>
                <a:gd name="T35" fmla="*/ 50 h 622"/>
                <a:gd name="T36" fmla="*/ 3607 w 4546"/>
                <a:gd name="T37" fmla="*/ 68 h 622"/>
                <a:gd name="T38" fmla="*/ 3806 w 4546"/>
                <a:gd name="T39" fmla="*/ 91 h 622"/>
                <a:gd name="T40" fmla="*/ 4087 w 4546"/>
                <a:gd name="T41" fmla="*/ 134 h 622"/>
                <a:gd name="T42" fmla="*/ 4310 w 4546"/>
                <a:gd name="T43" fmla="*/ 185 h 622"/>
                <a:gd name="T44" fmla="*/ 4451 w 4546"/>
                <a:gd name="T45" fmla="*/ 234 h 622"/>
                <a:gd name="T46" fmla="*/ 4504 w 4546"/>
                <a:gd name="T47" fmla="*/ 265 h 622"/>
                <a:gd name="T48" fmla="*/ 4537 w 4546"/>
                <a:gd name="T49" fmla="*/ 296 h 622"/>
                <a:gd name="T50" fmla="*/ 4546 w 4546"/>
                <a:gd name="T51" fmla="*/ 328 h 622"/>
                <a:gd name="T52" fmla="*/ 4531 w 4546"/>
                <a:gd name="T53" fmla="*/ 359 h 622"/>
                <a:gd name="T54" fmla="*/ 4494 w 4546"/>
                <a:gd name="T55" fmla="*/ 390 h 622"/>
                <a:gd name="T56" fmla="*/ 4435 w 4546"/>
                <a:gd name="T57" fmla="*/ 419 h 622"/>
                <a:gd name="T58" fmla="*/ 4329 w 4546"/>
                <a:gd name="T59" fmla="*/ 455 h 622"/>
                <a:gd name="T60" fmla="*/ 4095 w 4546"/>
                <a:gd name="T61" fmla="*/ 507 h 622"/>
                <a:gd name="T62" fmla="*/ 3907 w 4546"/>
                <a:gd name="T63" fmla="*/ 537 h 622"/>
                <a:gd name="T64" fmla="*/ 3737 w 4546"/>
                <a:gd name="T65" fmla="*/ 557 h 622"/>
                <a:gd name="T66" fmla="*/ 3552 w 4546"/>
                <a:gd name="T67" fmla="*/ 576 h 622"/>
                <a:gd name="T68" fmla="*/ 3350 w 4546"/>
                <a:gd name="T69" fmla="*/ 591 h 622"/>
                <a:gd name="T70" fmla="*/ 3134 w 4546"/>
                <a:gd name="T71" fmla="*/ 604 h 622"/>
                <a:gd name="T72" fmla="*/ 2906 w 4546"/>
                <a:gd name="T73" fmla="*/ 614 h 622"/>
                <a:gd name="T74" fmla="*/ 2666 w 4546"/>
                <a:gd name="T75" fmla="*/ 620 h 622"/>
                <a:gd name="T76" fmla="*/ 2417 w 4546"/>
                <a:gd name="T77" fmla="*/ 622 h 622"/>
                <a:gd name="T78" fmla="*/ 2165 w 4546"/>
                <a:gd name="T79" fmla="*/ 621 h 622"/>
                <a:gd name="T80" fmla="*/ 1918 w 4546"/>
                <a:gd name="T81" fmla="*/ 617 h 622"/>
                <a:gd name="T82" fmla="*/ 1680 w 4546"/>
                <a:gd name="T83" fmla="*/ 608 h 622"/>
                <a:gd name="T84" fmla="*/ 1450 w 4546"/>
                <a:gd name="T85" fmla="*/ 597 h 622"/>
                <a:gd name="T86" fmla="*/ 1235 w 4546"/>
                <a:gd name="T87" fmla="*/ 582 h 622"/>
                <a:gd name="T88" fmla="*/ 1032 w 4546"/>
                <a:gd name="T89" fmla="*/ 565 h 622"/>
                <a:gd name="T90" fmla="*/ 843 w 4546"/>
                <a:gd name="T91" fmla="*/ 545 h 622"/>
                <a:gd name="T92" fmla="*/ 671 w 4546"/>
                <a:gd name="T93" fmla="*/ 523 h 622"/>
                <a:gd name="T94" fmla="*/ 413 w 4546"/>
                <a:gd name="T95" fmla="*/ 479 h 622"/>
                <a:gd name="T96" fmla="*/ 189 w 4546"/>
                <a:gd name="T97" fmla="*/ 424 h 622"/>
                <a:gd name="T98" fmla="*/ 91 w 4546"/>
                <a:gd name="T99" fmla="*/ 387 h 622"/>
                <a:gd name="T100" fmla="*/ 38 w 4546"/>
                <a:gd name="T101" fmla="*/ 357 h 622"/>
                <a:gd name="T102" fmla="*/ 8 w 4546"/>
                <a:gd name="T103" fmla="*/ 325 h 622"/>
                <a:gd name="T104" fmla="*/ 0 w 4546"/>
                <a:gd name="T105" fmla="*/ 293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546" h="622">
                  <a:moveTo>
                    <a:pt x="2" y="285"/>
                  </a:moveTo>
                  <a:lnTo>
                    <a:pt x="5" y="277"/>
                  </a:lnTo>
                  <a:lnTo>
                    <a:pt x="10" y="270"/>
                  </a:lnTo>
                  <a:lnTo>
                    <a:pt x="16" y="262"/>
                  </a:lnTo>
                  <a:lnTo>
                    <a:pt x="23" y="254"/>
                  </a:lnTo>
                  <a:lnTo>
                    <a:pt x="32" y="247"/>
                  </a:lnTo>
                  <a:lnTo>
                    <a:pt x="42" y="239"/>
                  </a:lnTo>
                  <a:lnTo>
                    <a:pt x="53" y="232"/>
                  </a:lnTo>
                  <a:lnTo>
                    <a:pt x="66" y="225"/>
                  </a:lnTo>
                  <a:lnTo>
                    <a:pt x="80" y="217"/>
                  </a:lnTo>
                  <a:lnTo>
                    <a:pt x="95" y="210"/>
                  </a:lnTo>
                  <a:lnTo>
                    <a:pt x="112" y="203"/>
                  </a:lnTo>
                  <a:lnTo>
                    <a:pt x="129" y="196"/>
                  </a:lnTo>
                  <a:lnTo>
                    <a:pt x="168" y="182"/>
                  </a:lnTo>
                  <a:lnTo>
                    <a:pt x="211" y="169"/>
                  </a:lnTo>
                  <a:lnTo>
                    <a:pt x="258" y="156"/>
                  </a:lnTo>
                  <a:lnTo>
                    <a:pt x="309" y="144"/>
                  </a:lnTo>
                  <a:lnTo>
                    <a:pt x="365" y="132"/>
                  </a:lnTo>
                  <a:lnTo>
                    <a:pt x="424" y="121"/>
                  </a:lnTo>
                  <a:lnTo>
                    <a:pt x="487" y="110"/>
                  </a:lnTo>
                  <a:lnTo>
                    <a:pt x="553" y="99"/>
                  </a:lnTo>
                  <a:lnTo>
                    <a:pt x="623" y="89"/>
                  </a:lnTo>
                  <a:lnTo>
                    <a:pt x="695" y="80"/>
                  </a:lnTo>
                  <a:lnTo>
                    <a:pt x="771" y="70"/>
                  </a:lnTo>
                  <a:lnTo>
                    <a:pt x="849" y="62"/>
                  </a:lnTo>
                  <a:lnTo>
                    <a:pt x="931" y="53"/>
                  </a:lnTo>
                  <a:lnTo>
                    <a:pt x="1014" y="45"/>
                  </a:lnTo>
                  <a:lnTo>
                    <a:pt x="1101" y="38"/>
                  </a:lnTo>
                  <a:lnTo>
                    <a:pt x="1190" y="32"/>
                  </a:lnTo>
                  <a:lnTo>
                    <a:pt x="1281" y="26"/>
                  </a:lnTo>
                  <a:lnTo>
                    <a:pt x="1375" y="21"/>
                  </a:lnTo>
                  <a:lnTo>
                    <a:pt x="1422" y="18"/>
                  </a:lnTo>
                  <a:lnTo>
                    <a:pt x="1470" y="16"/>
                  </a:lnTo>
                  <a:lnTo>
                    <a:pt x="1518" y="14"/>
                  </a:lnTo>
                  <a:lnTo>
                    <a:pt x="1568" y="12"/>
                  </a:lnTo>
                  <a:lnTo>
                    <a:pt x="1617" y="10"/>
                  </a:lnTo>
                  <a:lnTo>
                    <a:pt x="1667" y="8"/>
                  </a:lnTo>
                  <a:lnTo>
                    <a:pt x="1717" y="7"/>
                  </a:lnTo>
                  <a:lnTo>
                    <a:pt x="1768" y="5"/>
                  </a:lnTo>
                  <a:lnTo>
                    <a:pt x="1819" y="4"/>
                  </a:lnTo>
                  <a:lnTo>
                    <a:pt x="1871" y="3"/>
                  </a:lnTo>
                  <a:lnTo>
                    <a:pt x="1923" y="2"/>
                  </a:lnTo>
                  <a:lnTo>
                    <a:pt x="1976" y="1"/>
                  </a:lnTo>
                  <a:lnTo>
                    <a:pt x="2029" y="1"/>
                  </a:lnTo>
                  <a:lnTo>
                    <a:pt x="2082" y="0"/>
                  </a:lnTo>
                  <a:lnTo>
                    <a:pt x="2136" y="0"/>
                  </a:lnTo>
                  <a:lnTo>
                    <a:pt x="2191" y="0"/>
                  </a:lnTo>
                  <a:lnTo>
                    <a:pt x="2245" y="0"/>
                  </a:lnTo>
                  <a:lnTo>
                    <a:pt x="2299" y="1"/>
                  </a:lnTo>
                  <a:lnTo>
                    <a:pt x="2352" y="1"/>
                  </a:lnTo>
                  <a:lnTo>
                    <a:pt x="2406" y="2"/>
                  </a:lnTo>
                  <a:lnTo>
                    <a:pt x="2459" y="2"/>
                  </a:lnTo>
                  <a:lnTo>
                    <a:pt x="2511" y="3"/>
                  </a:lnTo>
                  <a:lnTo>
                    <a:pt x="2563" y="5"/>
                  </a:lnTo>
                  <a:lnTo>
                    <a:pt x="2615" y="6"/>
                  </a:lnTo>
                  <a:lnTo>
                    <a:pt x="2667" y="7"/>
                  </a:lnTo>
                  <a:lnTo>
                    <a:pt x="2718" y="9"/>
                  </a:lnTo>
                  <a:lnTo>
                    <a:pt x="2769" y="11"/>
                  </a:lnTo>
                  <a:lnTo>
                    <a:pt x="2820" y="12"/>
                  </a:lnTo>
                  <a:lnTo>
                    <a:pt x="2870" y="15"/>
                  </a:lnTo>
                  <a:lnTo>
                    <a:pt x="2920" y="17"/>
                  </a:lnTo>
                  <a:lnTo>
                    <a:pt x="2969" y="19"/>
                  </a:lnTo>
                  <a:lnTo>
                    <a:pt x="3017" y="22"/>
                  </a:lnTo>
                  <a:lnTo>
                    <a:pt x="3066" y="24"/>
                  </a:lnTo>
                  <a:lnTo>
                    <a:pt x="3114" y="27"/>
                  </a:lnTo>
                  <a:lnTo>
                    <a:pt x="3161" y="30"/>
                  </a:lnTo>
                  <a:lnTo>
                    <a:pt x="3208" y="33"/>
                  </a:lnTo>
                  <a:lnTo>
                    <a:pt x="3255" y="36"/>
                  </a:lnTo>
                  <a:lnTo>
                    <a:pt x="3301" y="40"/>
                  </a:lnTo>
                  <a:lnTo>
                    <a:pt x="3346" y="43"/>
                  </a:lnTo>
                  <a:lnTo>
                    <a:pt x="3391" y="47"/>
                  </a:lnTo>
                  <a:lnTo>
                    <a:pt x="3436" y="50"/>
                  </a:lnTo>
                  <a:lnTo>
                    <a:pt x="3480" y="54"/>
                  </a:lnTo>
                  <a:lnTo>
                    <a:pt x="3523" y="58"/>
                  </a:lnTo>
                  <a:lnTo>
                    <a:pt x="3565" y="63"/>
                  </a:lnTo>
                  <a:lnTo>
                    <a:pt x="3607" y="68"/>
                  </a:lnTo>
                  <a:lnTo>
                    <a:pt x="3648" y="72"/>
                  </a:lnTo>
                  <a:lnTo>
                    <a:pt x="3688" y="77"/>
                  </a:lnTo>
                  <a:lnTo>
                    <a:pt x="3728" y="81"/>
                  </a:lnTo>
                  <a:lnTo>
                    <a:pt x="3806" y="91"/>
                  </a:lnTo>
                  <a:lnTo>
                    <a:pt x="3881" y="101"/>
                  </a:lnTo>
                  <a:lnTo>
                    <a:pt x="3952" y="112"/>
                  </a:lnTo>
                  <a:lnTo>
                    <a:pt x="4022" y="123"/>
                  </a:lnTo>
                  <a:lnTo>
                    <a:pt x="4087" y="134"/>
                  </a:lnTo>
                  <a:lnTo>
                    <a:pt x="4148" y="146"/>
                  </a:lnTo>
                  <a:lnTo>
                    <a:pt x="4206" y="159"/>
                  </a:lnTo>
                  <a:lnTo>
                    <a:pt x="4260" y="171"/>
                  </a:lnTo>
                  <a:lnTo>
                    <a:pt x="4310" y="185"/>
                  </a:lnTo>
                  <a:lnTo>
                    <a:pt x="4356" y="199"/>
                  </a:lnTo>
                  <a:lnTo>
                    <a:pt x="4397" y="213"/>
                  </a:lnTo>
                  <a:lnTo>
                    <a:pt x="4434" y="227"/>
                  </a:lnTo>
                  <a:lnTo>
                    <a:pt x="4451" y="234"/>
                  </a:lnTo>
                  <a:lnTo>
                    <a:pt x="4466" y="242"/>
                  </a:lnTo>
                  <a:lnTo>
                    <a:pt x="4480" y="249"/>
                  </a:lnTo>
                  <a:lnTo>
                    <a:pt x="4493" y="257"/>
                  </a:lnTo>
                  <a:lnTo>
                    <a:pt x="4504" y="265"/>
                  </a:lnTo>
                  <a:lnTo>
                    <a:pt x="4514" y="272"/>
                  </a:lnTo>
                  <a:lnTo>
                    <a:pt x="4523" y="280"/>
                  </a:lnTo>
                  <a:lnTo>
                    <a:pt x="4530" y="288"/>
                  </a:lnTo>
                  <a:lnTo>
                    <a:pt x="4537" y="296"/>
                  </a:lnTo>
                  <a:lnTo>
                    <a:pt x="4541" y="304"/>
                  </a:lnTo>
                  <a:lnTo>
                    <a:pt x="4544" y="312"/>
                  </a:lnTo>
                  <a:lnTo>
                    <a:pt x="4546" y="320"/>
                  </a:lnTo>
                  <a:lnTo>
                    <a:pt x="4546" y="328"/>
                  </a:lnTo>
                  <a:lnTo>
                    <a:pt x="4544" y="336"/>
                  </a:lnTo>
                  <a:lnTo>
                    <a:pt x="4541" y="344"/>
                  </a:lnTo>
                  <a:lnTo>
                    <a:pt x="4537" y="351"/>
                  </a:lnTo>
                  <a:lnTo>
                    <a:pt x="4531" y="359"/>
                  </a:lnTo>
                  <a:lnTo>
                    <a:pt x="4524" y="367"/>
                  </a:lnTo>
                  <a:lnTo>
                    <a:pt x="4515" y="374"/>
                  </a:lnTo>
                  <a:lnTo>
                    <a:pt x="4505" y="382"/>
                  </a:lnTo>
                  <a:lnTo>
                    <a:pt x="4494" y="390"/>
                  </a:lnTo>
                  <a:lnTo>
                    <a:pt x="4481" y="397"/>
                  </a:lnTo>
                  <a:lnTo>
                    <a:pt x="4467" y="404"/>
                  </a:lnTo>
                  <a:lnTo>
                    <a:pt x="4452" y="412"/>
                  </a:lnTo>
                  <a:lnTo>
                    <a:pt x="4435" y="419"/>
                  </a:lnTo>
                  <a:lnTo>
                    <a:pt x="4416" y="426"/>
                  </a:lnTo>
                  <a:lnTo>
                    <a:pt x="4397" y="434"/>
                  </a:lnTo>
                  <a:lnTo>
                    <a:pt x="4375" y="441"/>
                  </a:lnTo>
                  <a:lnTo>
                    <a:pt x="4329" y="455"/>
                  </a:lnTo>
                  <a:lnTo>
                    <a:pt x="4278" y="468"/>
                  </a:lnTo>
                  <a:lnTo>
                    <a:pt x="4222" y="482"/>
                  </a:lnTo>
                  <a:lnTo>
                    <a:pt x="4160" y="494"/>
                  </a:lnTo>
                  <a:lnTo>
                    <a:pt x="4095" y="507"/>
                  </a:lnTo>
                  <a:lnTo>
                    <a:pt x="4024" y="520"/>
                  </a:lnTo>
                  <a:lnTo>
                    <a:pt x="3985" y="525"/>
                  </a:lnTo>
                  <a:lnTo>
                    <a:pt x="3947" y="531"/>
                  </a:lnTo>
                  <a:lnTo>
                    <a:pt x="3907" y="537"/>
                  </a:lnTo>
                  <a:lnTo>
                    <a:pt x="3866" y="542"/>
                  </a:lnTo>
                  <a:lnTo>
                    <a:pt x="3824" y="547"/>
                  </a:lnTo>
                  <a:lnTo>
                    <a:pt x="3781" y="552"/>
                  </a:lnTo>
                  <a:lnTo>
                    <a:pt x="3737" y="557"/>
                  </a:lnTo>
                  <a:lnTo>
                    <a:pt x="3692" y="562"/>
                  </a:lnTo>
                  <a:lnTo>
                    <a:pt x="3646" y="567"/>
                  </a:lnTo>
                  <a:lnTo>
                    <a:pt x="3599" y="571"/>
                  </a:lnTo>
                  <a:lnTo>
                    <a:pt x="3552" y="576"/>
                  </a:lnTo>
                  <a:lnTo>
                    <a:pt x="3503" y="580"/>
                  </a:lnTo>
                  <a:lnTo>
                    <a:pt x="3453" y="584"/>
                  </a:lnTo>
                  <a:lnTo>
                    <a:pt x="3402" y="588"/>
                  </a:lnTo>
                  <a:lnTo>
                    <a:pt x="3350" y="591"/>
                  </a:lnTo>
                  <a:lnTo>
                    <a:pt x="3297" y="595"/>
                  </a:lnTo>
                  <a:lnTo>
                    <a:pt x="3244" y="598"/>
                  </a:lnTo>
                  <a:lnTo>
                    <a:pt x="3189" y="601"/>
                  </a:lnTo>
                  <a:lnTo>
                    <a:pt x="3134" y="604"/>
                  </a:lnTo>
                  <a:lnTo>
                    <a:pt x="3078" y="607"/>
                  </a:lnTo>
                  <a:lnTo>
                    <a:pt x="3021" y="609"/>
                  </a:lnTo>
                  <a:lnTo>
                    <a:pt x="2964" y="611"/>
                  </a:lnTo>
                  <a:lnTo>
                    <a:pt x="2906" y="614"/>
                  </a:lnTo>
                  <a:lnTo>
                    <a:pt x="2847" y="615"/>
                  </a:lnTo>
                  <a:lnTo>
                    <a:pt x="2787" y="617"/>
                  </a:lnTo>
                  <a:lnTo>
                    <a:pt x="2726" y="618"/>
                  </a:lnTo>
                  <a:lnTo>
                    <a:pt x="2666" y="620"/>
                  </a:lnTo>
                  <a:lnTo>
                    <a:pt x="2604" y="621"/>
                  </a:lnTo>
                  <a:lnTo>
                    <a:pt x="2543" y="621"/>
                  </a:lnTo>
                  <a:lnTo>
                    <a:pt x="2480" y="622"/>
                  </a:lnTo>
                  <a:lnTo>
                    <a:pt x="2417" y="622"/>
                  </a:lnTo>
                  <a:lnTo>
                    <a:pt x="2354" y="622"/>
                  </a:lnTo>
                  <a:lnTo>
                    <a:pt x="2291" y="622"/>
                  </a:lnTo>
                  <a:lnTo>
                    <a:pt x="2228" y="622"/>
                  </a:lnTo>
                  <a:lnTo>
                    <a:pt x="2165" y="621"/>
                  </a:lnTo>
                  <a:lnTo>
                    <a:pt x="2102" y="620"/>
                  </a:lnTo>
                  <a:lnTo>
                    <a:pt x="2040" y="619"/>
                  </a:lnTo>
                  <a:lnTo>
                    <a:pt x="1979" y="618"/>
                  </a:lnTo>
                  <a:lnTo>
                    <a:pt x="1918" y="617"/>
                  </a:lnTo>
                  <a:lnTo>
                    <a:pt x="1857" y="615"/>
                  </a:lnTo>
                  <a:lnTo>
                    <a:pt x="1798" y="613"/>
                  </a:lnTo>
                  <a:lnTo>
                    <a:pt x="1738" y="611"/>
                  </a:lnTo>
                  <a:lnTo>
                    <a:pt x="1680" y="608"/>
                  </a:lnTo>
                  <a:lnTo>
                    <a:pt x="1622" y="606"/>
                  </a:lnTo>
                  <a:lnTo>
                    <a:pt x="1564" y="603"/>
                  </a:lnTo>
                  <a:lnTo>
                    <a:pt x="1507" y="600"/>
                  </a:lnTo>
                  <a:lnTo>
                    <a:pt x="1450" y="597"/>
                  </a:lnTo>
                  <a:lnTo>
                    <a:pt x="1395" y="593"/>
                  </a:lnTo>
                  <a:lnTo>
                    <a:pt x="1341" y="590"/>
                  </a:lnTo>
                  <a:lnTo>
                    <a:pt x="1287" y="586"/>
                  </a:lnTo>
                  <a:lnTo>
                    <a:pt x="1235" y="582"/>
                  </a:lnTo>
                  <a:lnTo>
                    <a:pt x="1183" y="578"/>
                  </a:lnTo>
                  <a:lnTo>
                    <a:pt x="1132" y="574"/>
                  </a:lnTo>
                  <a:lnTo>
                    <a:pt x="1082" y="570"/>
                  </a:lnTo>
                  <a:lnTo>
                    <a:pt x="1032" y="565"/>
                  </a:lnTo>
                  <a:lnTo>
                    <a:pt x="984" y="561"/>
                  </a:lnTo>
                  <a:lnTo>
                    <a:pt x="936" y="556"/>
                  </a:lnTo>
                  <a:lnTo>
                    <a:pt x="889" y="551"/>
                  </a:lnTo>
                  <a:lnTo>
                    <a:pt x="843" y="545"/>
                  </a:lnTo>
                  <a:lnTo>
                    <a:pt x="799" y="540"/>
                  </a:lnTo>
                  <a:lnTo>
                    <a:pt x="755" y="535"/>
                  </a:lnTo>
                  <a:lnTo>
                    <a:pt x="712" y="529"/>
                  </a:lnTo>
                  <a:lnTo>
                    <a:pt x="671" y="523"/>
                  </a:lnTo>
                  <a:lnTo>
                    <a:pt x="630" y="518"/>
                  </a:lnTo>
                  <a:lnTo>
                    <a:pt x="553" y="505"/>
                  </a:lnTo>
                  <a:lnTo>
                    <a:pt x="481" y="492"/>
                  </a:lnTo>
                  <a:lnTo>
                    <a:pt x="413" y="479"/>
                  </a:lnTo>
                  <a:lnTo>
                    <a:pt x="350" y="466"/>
                  </a:lnTo>
                  <a:lnTo>
                    <a:pt x="290" y="452"/>
                  </a:lnTo>
                  <a:lnTo>
                    <a:pt x="237" y="438"/>
                  </a:lnTo>
                  <a:lnTo>
                    <a:pt x="189" y="424"/>
                  </a:lnTo>
                  <a:lnTo>
                    <a:pt x="145" y="409"/>
                  </a:lnTo>
                  <a:lnTo>
                    <a:pt x="126" y="402"/>
                  </a:lnTo>
                  <a:lnTo>
                    <a:pt x="108" y="394"/>
                  </a:lnTo>
                  <a:lnTo>
                    <a:pt x="91" y="387"/>
                  </a:lnTo>
                  <a:lnTo>
                    <a:pt x="76" y="379"/>
                  </a:lnTo>
                  <a:lnTo>
                    <a:pt x="62" y="372"/>
                  </a:lnTo>
                  <a:lnTo>
                    <a:pt x="50" y="364"/>
                  </a:lnTo>
                  <a:lnTo>
                    <a:pt x="38" y="357"/>
                  </a:lnTo>
                  <a:lnTo>
                    <a:pt x="29" y="349"/>
                  </a:lnTo>
                  <a:lnTo>
                    <a:pt x="20" y="341"/>
                  </a:lnTo>
                  <a:lnTo>
                    <a:pt x="13" y="333"/>
                  </a:lnTo>
                  <a:lnTo>
                    <a:pt x="8" y="325"/>
                  </a:lnTo>
                  <a:lnTo>
                    <a:pt x="3" y="317"/>
                  </a:lnTo>
                  <a:lnTo>
                    <a:pt x="1" y="309"/>
                  </a:lnTo>
                  <a:lnTo>
                    <a:pt x="0" y="301"/>
                  </a:lnTo>
                  <a:lnTo>
                    <a:pt x="0" y="293"/>
                  </a:lnTo>
                  <a:lnTo>
                    <a:pt x="2" y="285"/>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127" name="Freeform 69"/>
            <p:cNvSpPr/>
            <p:nvPr/>
          </p:nvSpPr>
          <p:spPr bwMode="auto">
            <a:xfrm>
              <a:off x="12045869" y="4569105"/>
              <a:ext cx="4121121" cy="1047152"/>
            </a:xfrm>
            <a:custGeom>
              <a:avLst/>
              <a:gdLst>
                <a:gd name="T0" fmla="*/ 5627 w 5679"/>
                <a:gd name="T1" fmla="*/ 90 h 1442"/>
                <a:gd name="T2" fmla="*/ 5555 w 5679"/>
                <a:gd name="T3" fmla="*/ 127 h 1442"/>
                <a:gd name="T4" fmla="*/ 5445 w 5679"/>
                <a:gd name="T5" fmla="*/ 166 h 1442"/>
                <a:gd name="T6" fmla="*/ 5304 w 5679"/>
                <a:gd name="T7" fmla="*/ 203 h 1442"/>
                <a:gd name="T8" fmla="*/ 5148 w 5679"/>
                <a:gd name="T9" fmla="*/ 235 h 1442"/>
                <a:gd name="T10" fmla="*/ 5024 w 5679"/>
                <a:gd name="T11" fmla="*/ 256 h 1442"/>
                <a:gd name="T12" fmla="*/ 4878 w 5679"/>
                <a:gd name="T13" fmla="*/ 277 h 1442"/>
                <a:gd name="T14" fmla="*/ 4576 w 5679"/>
                <a:gd name="T15" fmla="*/ 312 h 1442"/>
                <a:gd name="T16" fmla="*/ 4224 w 5679"/>
                <a:gd name="T17" fmla="*/ 341 h 1442"/>
                <a:gd name="T18" fmla="*/ 3810 w 5679"/>
                <a:gd name="T19" fmla="*/ 364 h 1442"/>
                <a:gd name="T20" fmla="*/ 3441 w 5679"/>
                <a:gd name="T21" fmla="*/ 376 h 1442"/>
                <a:gd name="T22" fmla="*/ 3109 w 5679"/>
                <a:gd name="T23" fmla="*/ 380 h 1442"/>
                <a:gd name="T24" fmla="*/ 2638 w 5679"/>
                <a:gd name="T25" fmla="*/ 378 h 1442"/>
                <a:gd name="T26" fmla="*/ 2275 w 5679"/>
                <a:gd name="T27" fmla="*/ 369 h 1442"/>
                <a:gd name="T28" fmla="*/ 1829 w 5679"/>
                <a:gd name="T29" fmla="*/ 348 h 1442"/>
                <a:gd name="T30" fmla="*/ 1626 w 5679"/>
                <a:gd name="T31" fmla="*/ 335 h 1442"/>
                <a:gd name="T32" fmla="*/ 1415 w 5679"/>
                <a:gd name="T33" fmla="*/ 318 h 1442"/>
                <a:gd name="T34" fmla="*/ 1223 w 5679"/>
                <a:gd name="T35" fmla="*/ 300 h 1442"/>
                <a:gd name="T36" fmla="*/ 1042 w 5679"/>
                <a:gd name="T37" fmla="*/ 281 h 1442"/>
                <a:gd name="T38" fmla="*/ 868 w 5679"/>
                <a:gd name="T39" fmla="*/ 259 h 1442"/>
                <a:gd name="T40" fmla="*/ 715 w 5679"/>
                <a:gd name="T41" fmla="*/ 236 h 1442"/>
                <a:gd name="T42" fmla="*/ 575 w 5679"/>
                <a:gd name="T43" fmla="*/ 212 h 1442"/>
                <a:gd name="T44" fmla="*/ 433 w 5679"/>
                <a:gd name="T45" fmla="*/ 182 h 1442"/>
                <a:gd name="T46" fmla="*/ 286 w 5679"/>
                <a:gd name="T47" fmla="*/ 145 h 1442"/>
                <a:gd name="T48" fmla="*/ 159 w 5679"/>
                <a:gd name="T49" fmla="*/ 104 h 1442"/>
                <a:gd name="T50" fmla="*/ 62 w 5679"/>
                <a:gd name="T51" fmla="*/ 58 h 1442"/>
                <a:gd name="T52" fmla="*/ 6 w 5679"/>
                <a:gd name="T53" fmla="*/ 11 h 1442"/>
                <a:gd name="T54" fmla="*/ 578 w 5679"/>
                <a:gd name="T55" fmla="*/ 1071 h 1442"/>
                <a:gd name="T56" fmla="*/ 606 w 5679"/>
                <a:gd name="T57" fmla="*/ 1105 h 1442"/>
                <a:gd name="T58" fmla="*/ 647 w 5679"/>
                <a:gd name="T59" fmla="*/ 1135 h 1442"/>
                <a:gd name="T60" fmla="*/ 702 w 5679"/>
                <a:gd name="T61" fmla="*/ 1166 h 1442"/>
                <a:gd name="T62" fmla="*/ 760 w 5679"/>
                <a:gd name="T63" fmla="*/ 1191 h 1442"/>
                <a:gd name="T64" fmla="*/ 816 w 5679"/>
                <a:gd name="T65" fmla="*/ 1212 h 1442"/>
                <a:gd name="T66" fmla="*/ 935 w 5679"/>
                <a:gd name="T67" fmla="*/ 1248 h 1442"/>
                <a:gd name="T68" fmla="*/ 1045 w 5679"/>
                <a:gd name="T69" fmla="*/ 1276 h 1442"/>
                <a:gd name="T70" fmla="*/ 1169 w 5679"/>
                <a:gd name="T71" fmla="*/ 1302 h 1442"/>
                <a:gd name="T72" fmla="*/ 1311 w 5679"/>
                <a:gd name="T73" fmla="*/ 1328 h 1442"/>
                <a:gd name="T74" fmla="*/ 1459 w 5679"/>
                <a:gd name="T75" fmla="*/ 1350 h 1442"/>
                <a:gd name="T76" fmla="*/ 1621 w 5679"/>
                <a:gd name="T77" fmla="*/ 1371 h 1442"/>
                <a:gd name="T78" fmla="*/ 1765 w 5679"/>
                <a:gd name="T79" fmla="*/ 1387 h 1442"/>
                <a:gd name="T80" fmla="*/ 1919 w 5679"/>
                <a:gd name="T81" fmla="*/ 1401 h 1442"/>
                <a:gd name="T82" fmla="*/ 2044 w 5679"/>
                <a:gd name="T83" fmla="*/ 1411 h 1442"/>
                <a:gd name="T84" fmla="*/ 2240 w 5679"/>
                <a:gd name="T85" fmla="*/ 1423 h 1442"/>
                <a:gd name="T86" fmla="*/ 2451 w 5679"/>
                <a:gd name="T87" fmla="*/ 1433 h 1442"/>
                <a:gd name="T88" fmla="*/ 2670 w 5679"/>
                <a:gd name="T89" fmla="*/ 1439 h 1442"/>
                <a:gd name="T90" fmla="*/ 2889 w 5679"/>
                <a:gd name="T91" fmla="*/ 1442 h 1442"/>
                <a:gd name="T92" fmla="*/ 3048 w 5679"/>
                <a:gd name="T93" fmla="*/ 1442 h 1442"/>
                <a:gd name="T94" fmla="*/ 3262 w 5679"/>
                <a:gd name="T95" fmla="*/ 1438 h 1442"/>
                <a:gd name="T96" fmla="*/ 3467 w 5679"/>
                <a:gd name="T97" fmla="*/ 1431 h 1442"/>
                <a:gd name="T98" fmla="*/ 3673 w 5679"/>
                <a:gd name="T99" fmla="*/ 1421 h 1442"/>
                <a:gd name="T100" fmla="*/ 3838 w 5679"/>
                <a:gd name="T101" fmla="*/ 1409 h 1442"/>
                <a:gd name="T102" fmla="*/ 3985 w 5679"/>
                <a:gd name="T103" fmla="*/ 1396 h 1442"/>
                <a:gd name="T104" fmla="*/ 4111 w 5679"/>
                <a:gd name="T105" fmla="*/ 1383 h 1442"/>
                <a:gd name="T106" fmla="*/ 4272 w 5679"/>
                <a:gd name="T107" fmla="*/ 1364 h 1442"/>
                <a:gd name="T108" fmla="*/ 4412 w 5679"/>
                <a:gd name="T109" fmla="*/ 1343 h 1442"/>
                <a:gd name="T110" fmla="*/ 4545 w 5679"/>
                <a:gd name="T111" fmla="*/ 1319 h 1442"/>
                <a:gd name="T112" fmla="*/ 4667 w 5679"/>
                <a:gd name="T113" fmla="*/ 1293 h 1442"/>
                <a:gd name="T114" fmla="*/ 4774 w 5679"/>
                <a:gd name="T115" fmla="*/ 1265 h 1442"/>
                <a:gd name="T116" fmla="*/ 4867 w 5679"/>
                <a:gd name="T117" fmla="*/ 1236 h 1442"/>
                <a:gd name="T118" fmla="*/ 4938 w 5679"/>
                <a:gd name="T119" fmla="*/ 1208 h 1442"/>
                <a:gd name="T120" fmla="*/ 5003 w 5679"/>
                <a:gd name="T121" fmla="*/ 1174 h 1442"/>
                <a:gd name="T122" fmla="*/ 5052 w 5679"/>
                <a:gd name="T123" fmla="*/ 1137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79" h="1442">
                  <a:moveTo>
                    <a:pt x="5674" y="49"/>
                  </a:moveTo>
                  <a:lnTo>
                    <a:pt x="5672" y="51"/>
                  </a:lnTo>
                  <a:lnTo>
                    <a:pt x="5671" y="52"/>
                  </a:lnTo>
                  <a:lnTo>
                    <a:pt x="5669" y="55"/>
                  </a:lnTo>
                  <a:lnTo>
                    <a:pt x="5666" y="58"/>
                  </a:lnTo>
                  <a:lnTo>
                    <a:pt x="5665" y="60"/>
                  </a:lnTo>
                  <a:lnTo>
                    <a:pt x="5663" y="61"/>
                  </a:lnTo>
                  <a:lnTo>
                    <a:pt x="5660" y="64"/>
                  </a:lnTo>
                  <a:lnTo>
                    <a:pt x="5658" y="67"/>
                  </a:lnTo>
                  <a:lnTo>
                    <a:pt x="5656" y="69"/>
                  </a:lnTo>
                  <a:lnTo>
                    <a:pt x="5653" y="70"/>
                  </a:lnTo>
                  <a:lnTo>
                    <a:pt x="5650" y="73"/>
                  </a:lnTo>
                  <a:lnTo>
                    <a:pt x="5647" y="75"/>
                  </a:lnTo>
                  <a:lnTo>
                    <a:pt x="5644" y="78"/>
                  </a:lnTo>
                  <a:lnTo>
                    <a:pt x="5641" y="80"/>
                  </a:lnTo>
                  <a:lnTo>
                    <a:pt x="5639" y="82"/>
                  </a:lnTo>
                  <a:lnTo>
                    <a:pt x="5637" y="83"/>
                  </a:lnTo>
                  <a:lnTo>
                    <a:pt x="5633" y="86"/>
                  </a:lnTo>
                  <a:lnTo>
                    <a:pt x="5630" y="88"/>
                  </a:lnTo>
                  <a:lnTo>
                    <a:pt x="5627" y="90"/>
                  </a:lnTo>
                  <a:lnTo>
                    <a:pt x="5625" y="91"/>
                  </a:lnTo>
                  <a:lnTo>
                    <a:pt x="5619" y="95"/>
                  </a:lnTo>
                  <a:lnTo>
                    <a:pt x="5613" y="99"/>
                  </a:lnTo>
                  <a:lnTo>
                    <a:pt x="5613" y="99"/>
                  </a:lnTo>
                  <a:lnTo>
                    <a:pt x="5613" y="99"/>
                  </a:lnTo>
                  <a:lnTo>
                    <a:pt x="5611" y="100"/>
                  </a:lnTo>
                  <a:lnTo>
                    <a:pt x="5610" y="100"/>
                  </a:lnTo>
                  <a:lnTo>
                    <a:pt x="5604" y="103"/>
                  </a:lnTo>
                  <a:lnTo>
                    <a:pt x="5598" y="106"/>
                  </a:lnTo>
                  <a:lnTo>
                    <a:pt x="5596" y="107"/>
                  </a:lnTo>
                  <a:lnTo>
                    <a:pt x="5594" y="109"/>
                  </a:lnTo>
                  <a:lnTo>
                    <a:pt x="5589" y="111"/>
                  </a:lnTo>
                  <a:lnTo>
                    <a:pt x="5584" y="114"/>
                  </a:lnTo>
                  <a:lnTo>
                    <a:pt x="5581" y="115"/>
                  </a:lnTo>
                  <a:lnTo>
                    <a:pt x="5578" y="116"/>
                  </a:lnTo>
                  <a:lnTo>
                    <a:pt x="5573" y="119"/>
                  </a:lnTo>
                  <a:lnTo>
                    <a:pt x="5568" y="121"/>
                  </a:lnTo>
                  <a:lnTo>
                    <a:pt x="5565" y="123"/>
                  </a:lnTo>
                  <a:lnTo>
                    <a:pt x="5562" y="124"/>
                  </a:lnTo>
                  <a:lnTo>
                    <a:pt x="5555" y="127"/>
                  </a:lnTo>
                  <a:lnTo>
                    <a:pt x="5548" y="130"/>
                  </a:lnTo>
                  <a:lnTo>
                    <a:pt x="5546" y="130"/>
                  </a:lnTo>
                  <a:lnTo>
                    <a:pt x="5545" y="131"/>
                  </a:lnTo>
                  <a:lnTo>
                    <a:pt x="5536" y="134"/>
                  </a:lnTo>
                  <a:lnTo>
                    <a:pt x="5527" y="138"/>
                  </a:lnTo>
                  <a:lnTo>
                    <a:pt x="5525" y="139"/>
                  </a:lnTo>
                  <a:lnTo>
                    <a:pt x="5522" y="140"/>
                  </a:lnTo>
                  <a:lnTo>
                    <a:pt x="5515" y="143"/>
                  </a:lnTo>
                  <a:lnTo>
                    <a:pt x="5508" y="145"/>
                  </a:lnTo>
                  <a:lnTo>
                    <a:pt x="5505" y="146"/>
                  </a:lnTo>
                  <a:lnTo>
                    <a:pt x="5502" y="147"/>
                  </a:lnTo>
                  <a:lnTo>
                    <a:pt x="5492" y="151"/>
                  </a:lnTo>
                  <a:lnTo>
                    <a:pt x="5482" y="154"/>
                  </a:lnTo>
                  <a:lnTo>
                    <a:pt x="5481" y="154"/>
                  </a:lnTo>
                  <a:lnTo>
                    <a:pt x="5480" y="155"/>
                  </a:lnTo>
                  <a:lnTo>
                    <a:pt x="5470" y="158"/>
                  </a:lnTo>
                  <a:lnTo>
                    <a:pt x="5461" y="161"/>
                  </a:lnTo>
                  <a:lnTo>
                    <a:pt x="5458" y="162"/>
                  </a:lnTo>
                  <a:lnTo>
                    <a:pt x="5455" y="163"/>
                  </a:lnTo>
                  <a:lnTo>
                    <a:pt x="5445" y="166"/>
                  </a:lnTo>
                  <a:lnTo>
                    <a:pt x="5434" y="169"/>
                  </a:lnTo>
                  <a:lnTo>
                    <a:pt x="5433" y="169"/>
                  </a:lnTo>
                  <a:lnTo>
                    <a:pt x="5433" y="169"/>
                  </a:lnTo>
                  <a:lnTo>
                    <a:pt x="5421" y="173"/>
                  </a:lnTo>
                  <a:lnTo>
                    <a:pt x="5409" y="176"/>
                  </a:lnTo>
                  <a:lnTo>
                    <a:pt x="5406" y="177"/>
                  </a:lnTo>
                  <a:lnTo>
                    <a:pt x="5403" y="178"/>
                  </a:lnTo>
                  <a:lnTo>
                    <a:pt x="5391" y="181"/>
                  </a:lnTo>
                  <a:lnTo>
                    <a:pt x="5379" y="184"/>
                  </a:lnTo>
                  <a:lnTo>
                    <a:pt x="5378" y="184"/>
                  </a:lnTo>
                  <a:lnTo>
                    <a:pt x="5378" y="184"/>
                  </a:lnTo>
                  <a:lnTo>
                    <a:pt x="5366" y="188"/>
                  </a:lnTo>
                  <a:lnTo>
                    <a:pt x="5353" y="191"/>
                  </a:lnTo>
                  <a:lnTo>
                    <a:pt x="5350" y="192"/>
                  </a:lnTo>
                  <a:lnTo>
                    <a:pt x="5346" y="192"/>
                  </a:lnTo>
                  <a:lnTo>
                    <a:pt x="5333" y="197"/>
                  </a:lnTo>
                  <a:lnTo>
                    <a:pt x="5320" y="200"/>
                  </a:lnTo>
                  <a:lnTo>
                    <a:pt x="5318" y="200"/>
                  </a:lnTo>
                  <a:lnTo>
                    <a:pt x="5316" y="201"/>
                  </a:lnTo>
                  <a:lnTo>
                    <a:pt x="5304" y="203"/>
                  </a:lnTo>
                  <a:lnTo>
                    <a:pt x="5292" y="206"/>
                  </a:lnTo>
                  <a:lnTo>
                    <a:pt x="5289" y="207"/>
                  </a:lnTo>
                  <a:lnTo>
                    <a:pt x="5285" y="208"/>
                  </a:lnTo>
                  <a:lnTo>
                    <a:pt x="5272" y="211"/>
                  </a:lnTo>
                  <a:lnTo>
                    <a:pt x="5258" y="214"/>
                  </a:lnTo>
                  <a:lnTo>
                    <a:pt x="5254" y="214"/>
                  </a:lnTo>
                  <a:lnTo>
                    <a:pt x="5251" y="215"/>
                  </a:lnTo>
                  <a:lnTo>
                    <a:pt x="5237" y="218"/>
                  </a:lnTo>
                  <a:lnTo>
                    <a:pt x="5224" y="221"/>
                  </a:lnTo>
                  <a:lnTo>
                    <a:pt x="5222" y="221"/>
                  </a:lnTo>
                  <a:lnTo>
                    <a:pt x="5220" y="221"/>
                  </a:lnTo>
                  <a:lnTo>
                    <a:pt x="5205" y="224"/>
                  </a:lnTo>
                  <a:lnTo>
                    <a:pt x="5190" y="227"/>
                  </a:lnTo>
                  <a:lnTo>
                    <a:pt x="5185" y="228"/>
                  </a:lnTo>
                  <a:lnTo>
                    <a:pt x="5181" y="229"/>
                  </a:lnTo>
                  <a:lnTo>
                    <a:pt x="5173" y="230"/>
                  </a:lnTo>
                  <a:lnTo>
                    <a:pt x="5166" y="232"/>
                  </a:lnTo>
                  <a:lnTo>
                    <a:pt x="5158" y="233"/>
                  </a:lnTo>
                  <a:lnTo>
                    <a:pt x="5151" y="235"/>
                  </a:lnTo>
                  <a:lnTo>
                    <a:pt x="5148" y="235"/>
                  </a:lnTo>
                  <a:lnTo>
                    <a:pt x="5144" y="236"/>
                  </a:lnTo>
                  <a:lnTo>
                    <a:pt x="5130" y="238"/>
                  </a:lnTo>
                  <a:lnTo>
                    <a:pt x="5116" y="241"/>
                  </a:lnTo>
                  <a:lnTo>
                    <a:pt x="5113" y="241"/>
                  </a:lnTo>
                  <a:lnTo>
                    <a:pt x="5109" y="242"/>
                  </a:lnTo>
                  <a:lnTo>
                    <a:pt x="5101" y="243"/>
                  </a:lnTo>
                  <a:lnTo>
                    <a:pt x="5093" y="245"/>
                  </a:lnTo>
                  <a:lnTo>
                    <a:pt x="5085" y="246"/>
                  </a:lnTo>
                  <a:lnTo>
                    <a:pt x="5077" y="247"/>
                  </a:lnTo>
                  <a:lnTo>
                    <a:pt x="5073" y="248"/>
                  </a:lnTo>
                  <a:lnTo>
                    <a:pt x="5068" y="249"/>
                  </a:lnTo>
                  <a:lnTo>
                    <a:pt x="5060" y="250"/>
                  </a:lnTo>
                  <a:lnTo>
                    <a:pt x="5051" y="252"/>
                  </a:lnTo>
                  <a:lnTo>
                    <a:pt x="5043" y="253"/>
                  </a:lnTo>
                  <a:lnTo>
                    <a:pt x="5034" y="254"/>
                  </a:lnTo>
                  <a:lnTo>
                    <a:pt x="5034" y="254"/>
                  </a:lnTo>
                  <a:lnTo>
                    <a:pt x="5034" y="254"/>
                  </a:lnTo>
                  <a:lnTo>
                    <a:pt x="5033" y="255"/>
                  </a:lnTo>
                  <a:lnTo>
                    <a:pt x="5032" y="255"/>
                  </a:lnTo>
                  <a:lnTo>
                    <a:pt x="5024" y="256"/>
                  </a:lnTo>
                  <a:lnTo>
                    <a:pt x="5015" y="257"/>
                  </a:lnTo>
                  <a:lnTo>
                    <a:pt x="5007" y="259"/>
                  </a:lnTo>
                  <a:lnTo>
                    <a:pt x="4998" y="260"/>
                  </a:lnTo>
                  <a:lnTo>
                    <a:pt x="4994" y="261"/>
                  </a:lnTo>
                  <a:lnTo>
                    <a:pt x="4990" y="261"/>
                  </a:lnTo>
                  <a:lnTo>
                    <a:pt x="4981" y="263"/>
                  </a:lnTo>
                  <a:lnTo>
                    <a:pt x="4972" y="264"/>
                  </a:lnTo>
                  <a:lnTo>
                    <a:pt x="4963" y="265"/>
                  </a:lnTo>
                  <a:lnTo>
                    <a:pt x="4954" y="267"/>
                  </a:lnTo>
                  <a:lnTo>
                    <a:pt x="4950" y="267"/>
                  </a:lnTo>
                  <a:lnTo>
                    <a:pt x="4947" y="268"/>
                  </a:lnTo>
                  <a:lnTo>
                    <a:pt x="4938" y="269"/>
                  </a:lnTo>
                  <a:lnTo>
                    <a:pt x="4930" y="270"/>
                  </a:lnTo>
                  <a:lnTo>
                    <a:pt x="4922" y="271"/>
                  </a:lnTo>
                  <a:lnTo>
                    <a:pt x="4913" y="272"/>
                  </a:lnTo>
                  <a:lnTo>
                    <a:pt x="4910" y="273"/>
                  </a:lnTo>
                  <a:lnTo>
                    <a:pt x="4907" y="273"/>
                  </a:lnTo>
                  <a:lnTo>
                    <a:pt x="4897" y="274"/>
                  </a:lnTo>
                  <a:lnTo>
                    <a:pt x="4888" y="276"/>
                  </a:lnTo>
                  <a:lnTo>
                    <a:pt x="4878" y="277"/>
                  </a:lnTo>
                  <a:lnTo>
                    <a:pt x="4869" y="278"/>
                  </a:lnTo>
                  <a:lnTo>
                    <a:pt x="4866" y="279"/>
                  </a:lnTo>
                  <a:lnTo>
                    <a:pt x="4863" y="279"/>
                  </a:lnTo>
                  <a:lnTo>
                    <a:pt x="4841" y="282"/>
                  </a:lnTo>
                  <a:lnTo>
                    <a:pt x="4819" y="285"/>
                  </a:lnTo>
                  <a:lnTo>
                    <a:pt x="4797" y="287"/>
                  </a:lnTo>
                  <a:lnTo>
                    <a:pt x="4775" y="290"/>
                  </a:lnTo>
                  <a:lnTo>
                    <a:pt x="4773" y="290"/>
                  </a:lnTo>
                  <a:lnTo>
                    <a:pt x="4771" y="291"/>
                  </a:lnTo>
                  <a:lnTo>
                    <a:pt x="4748" y="293"/>
                  </a:lnTo>
                  <a:lnTo>
                    <a:pt x="4726" y="296"/>
                  </a:lnTo>
                  <a:lnTo>
                    <a:pt x="4703" y="298"/>
                  </a:lnTo>
                  <a:lnTo>
                    <a:pt x="4680" y="301"/>
                  </a:lnTo>
                  <a:lnTo>
                    <a:pt x="4677" y="301"/>
                  </a:lnTo>
                  <a:lnTo>
                    <a:pt x="4674" y="302"/>
                  </a:lnTo>
                  <a:lnTo>
                    <a:pt x="4651" y="304"/>
                  </a:lnTo>
                  <a:lnTo>
                    <a:pt x="4628" y="306"/>
                  </a:lnTo>
                  <a:lnTo>
                    <a:pt x="4604" y="309"/>
                  </a:lnTo>
                  <a:lnTo>
                    <a:pt x="4580" y="311"/>
                  </a:lnTo>
                  <a:lnTo>
                    <a:pt x="4576" y="312"/>
                  </a:lnTo>
                  <a:lnTo>
                    <a:pt x="4573" y="312"/>
                  </a:lnTo>
                  <a:lnTo>
                    <a:pt x="4549" y="314"/>
                  </a:lnTo>
                  <a:lnTo>
                    <a:pt x="4525" y="317"/>
                  </a:lnTo>
                  <a:lnTo>
                    <a:pt x="4500" y="319"/>
                  </a:lnTo>
                  <a:lnTo>
                    <a:pt x="4476" y="321"/>
                  </a:lnTo>
                  <a:lnTo>
                    <a:pt x="4472" y="321"/>
                  </a:lnTo>
                  <a:lnTo>
                    <a:pt x="4468" y="322"/>
                  </a:lnTo>
                  <a:lnTo>
                    <a:pt x="4443" y="324"/>
                  </a:lnTo>
                  <a:lnTo>
                    <a:pt x="4418" y="326"/>
                  </a:lnTo>
                  <a:lnTo>
                    <a:pt x="4393" y="328"/>
                  </a:lnTo>
                  <a:lnTo>
                    <a:pt x="4367" y="330"/>
                  </a:lnTo>
                  <a:lnTo>
                    <a:pt x="4364" y="330"/>
                  </a:lnTo>
                  <a:lnTo>
                    <a:pt x="4360" y="331"/>
                  </a:lnTo>
                  <a:lnTo>
                    <a:pt x="4334" y="333"/>
                  </a:lnTo>
                  <a:lnTo>
                    <a:pt x="4309" y="335"/>
                  </a:lnTo>
                  <a:lnTo>
                    <a:pt x="4283" y="337"/>
                  </a:lnTo>
                  <a:lnTo>
                    <a:pt x="4257" y="339"/>
                  </a:lnTo>
                  <a:lnTo>
                    <a:pt x="4254" y="339"/>
                  </a:lnTo>
                  <a:lnTo>
                    <a:pt x="4251" y="339"/>
                  </a:lnTo>
                  <a:lnTo>
                    <a:pt x="4224" y="341"/>
                  </a:lnTo>
                  <a:lnTo>
                    <a:pt x="4198" y="343"/>
                  </a:lnTo>
                  <a:lnTo>
                    <a:pt x="4171" y="344"/>
                  </a:lnTo>
                  <a:lnTo>
                    <a:pt x="4143" y="346"/>
                  </a:lnTo>
                  <a:lnTo>
                    <a:pt x="4138" y="347"/>
                  </a:lnTo>
                  <a:lnTo>
                    <a:pt x="4132" y="347"/>
                  </a:lnTo>
                  <a:lnTo>
                    <a:pt x="4106" y="349"/>
                  </a:lnTo>
                  <a:lnTo>
                    <a:pt x="4080" y="350"/>
                  </a:lnTo>
                  <a:lnTo>
                    <a:pt x="4054" y="352"/>
                  </a:lnTo>
                  <a:lnTo>
                    <a:pt x="4027" y="353"/>
                  </a:lnTo>
                  <a:lnTo>
                    <a:pt x="4021" y="353"/>
                  </a:lnTo>
                  <a:lnTo>
                    <a:pt x="4015" y="354"/>
                  </a:lnTo>
                  <a:lnTo>
                    <a:pt x="3989" y="355"/>
                  </a:lnTo>
                  <a:lnTo>
                    <a:pt x="3961" y="357"/>
                  </a:lnTo>
                  <a:lnTo>
                    <a:pt x="3935" y="358"/>
                  </a:lnTo>
                  <a:lnTo>
                    <a:pt x="3908" y="359"/>
                  </a:lnTo>
                  <a:lnTo>
                    <a:pt x="3899" y="360"/>
                  </a:lnTo>
                  <a:lnTo>
                    <a:pt x="3891" y="360"/>
                  </a:lnTo>
                  <a:lnTo>
                    <a:pt x="3864" y="361"/>
                  </a:lnTo>
                  <a:lnTo>
                    <a:pt x="3837" y="363"/>
                  </a:lnTo>
                  <a:lnTo>
                    <a:pt x="3810" y="364"/>
                  </a:lnTo>
                  <a:lnTo>
                    <a:pt x="3783" y="365"/>
                  </a:lnTo>
                  <a:lnTo>
                    <a:pt x="3773" y="365"/>
                  </a:lnTo>
                  <a:lnTo>
                    <a:pt x="3762" y="366"/>
                  </a:lnTo>
                  <a:lnTo>
                    <a:pt x="3736" y="367"/>
                  </a:lnTo>
                  <a:lnTo>
                    <a:pt x="3709" y="368"/>
                  </a:lnTo>
                  <a:lnTo>
                    <a:pt x="3683" y="369"/>
                  </a:lnTo>
                  <a:lnTo>
                    <a:pt x="3656" y="370"/>
                  </a:lnTo>
                  <a:lnTo>
                    <a:pt x="3639" y="370"/>
                  </a:lnTo>
                  <a:lnTo>
                    <a:pt x="3622" y="371"/>
                  </a:lnTo>
                  <a:lnTo>
                    <a:pt x="3605" y="371"/>
                  </a:lnTo>
                  <a:lnTo>
                    <a:pt x="3589" y="372"/>
                  </a:lnTo>
                  <a:lnTo>
                    <a:pt x="3573" y="372"/>
                  </a:lnTo>
                  <a:lnTo>
                    <a:pt x="3558" y="373"/>
                  </a:lnTo>
                  <a:lnTo>
                    <a:pt x="3542" y="373"/>
                  </a:lnTo>
                  <a:lnTo>
                    <a:pt x="3527" y="374"/>
                  </a:lnTo>
                  <a:lnTo>
                    <a:pt x="3509" y="374"/>
                  </a:lnTo>
                  <a:lnTo>
                    <a:pt x="3492" y="374"/>
                  </a:lnTo>
                  <a:lnTo>
                    <a:pt x="3474" y="375"/>
                  </a:lnTo>
                  <a:lnTo>
                    <a:pt x="3457" y="375"/>
                  </a:lnTo>
                  <a:lnTo>
                    <a:pt x="3441" y="376"/>
                  </a:lnTo>
                  <a:lnTo>
                    <a:pt x="3426" y="376"/>
                  </a:lnTo>
                  <a:lnTo>
                    <a:pt x="3410" y="376"/>
                  </a:lnTo>
                  <a:lnTo>
                    <a:pt x="3394" y="377"/>
                  </a:lnTo>
                  <a:lnTo>
                    <a:pt x="3377" y="377"/>
                  </a:lnTo>
                  <a:lnTo>
                    <a:pt x="3360" y="377"/>
                  </a:lnTo>
                  <a:lnTo>
                    <a:pt x="3341" y="378"/>
                  </a:lnTo>
                  <a:lnTo>
                    <a:pt x="3324" y="378"/>
                  </a:lnTo>
                  <a:lnTo>
                    <a:pt x="3307" y="378"/>
                  </a:lnTo>
                  <a:lnTo>
                    <a:pt x="3291" y="378"/>
                  </a:lnTo>
                  <a:lnTo>
                    <a:pt x="3275" y="379"/>
                  </a:lnTo>
                  <a:lnTo>
                    <a:pt x="3258" y="379"/>
                  </a:lnTo>
                  <a:lnTo>
                    <a:pt x="3241" y="379"/>
                  </a:lnTo>
                  <a:lnTo>
                    <a:pt x="3224" y="379"/>
                  </a:lnTo>
                  <a:lnTo>
                    <a:pt x="3207" y="379"/>
                  </a:lnTo>
                  <a:lnTo>
                    <a:pt x="3190" y="380"/>
                  </a:lnTo>
                  <a:lnTo>
                    <a:pt x="3170" y="380"/>
                  </a:lnTo>
                  <a:lnTo>
                    <a:pt x="3151" y="380"/>
                  </a:lnTo>
                  <a:lnTo>
                    <a:pt x="3132" y="380"/>
                  </a:lnTo>
                  <a:lnTo>
                    <a:pt x="3112" y="380"/>
                  </a:lnTo>
                  <a:lnTo>
                    <a:pt x="3109" y="380"/>
                  </a:lnTo>
                  <a:lnTo>
                    <a:pt x="3106" y="380"/>
                  </a:lnTo>
                  <a:lnTo>
                    <a:pt x="3072" y="381"/>
                  </a:lnTo>
                  <a:lnTo>
                    <a:pt x="3038" y="381"/>
                  </a:lnTo>
                  <a:lnTo>
                    <a:pt x="3004" y="381"/>
                  </a:lnTo>
                  <a:lnTo>
                    <a:pt x="2970" y="381"/>
                  </a:lnTo>
                  <a:lnTo>
                    <a:pt x="2934" y="381"/>
                  </a:lnTo>
                  <a:lnTo>
                    <a:pt x="2898" y="381"/>
                  </a:lnTo>
                  <a:lnTo>
                    <a:pt x="2862" y="380"/>
                  </a:lnTo>
                  <a:lnTo>
                    <a:pt x="2827" y="380"/>
                  </a:lnTo>
                  <a:lnTo>
                    <a:pt x="2813" y="380"/>
                  </a:lnTo>
                  <a:lnTo>
                    <a:pt x="2800" y="380"/>
                  </a:lnTo>
                  <a:lnTo>
                    <a:pt x="2787" y="380"/>
                  </a:lnTo>
                  <a:lnTo>
                    <a:pt x="2773" y="380"/>
                  </a:lnTo>
                  <a:lnTo>
                    <a:pt x="2751" y="379"/>
                  </a:lnTo>
                  <a:lnTo>
                    <a:pt x="2728" y="379"/>
                  </a:lnTo>
                  <a:lnTo>
                    <a:pt x="2705" y="379"/>
                  </a:lnTo>
                  <a:lnTo>
                    <a:pt x="2683" y="379"/>
                  </a:lnTo>
                  <a:lnTo>
                    <a:pt x="2668" y="378"/>
                  </a:lnTo>
                  <a:lnTo>
                    <a:pt x="2653" y="378"/>
                  </a:lnTo>
                  <a:lnTo>
                    <a:pt x="2638" y="378"/>
                  </a:lnTo>
                  <a:lnTo>
                    <a:pt x="2622" y="378"/>
                  </a:lnTo>
                  <a:lnTo>
                    <a:pt x="2602" y="377"/>
                  </a:lnTo>
                  <a:lnTo>
                    <a:pt x="2582" y="377"/>
                  </a:lnTo>
                  <a:lnTo>
                    <a:pt x="2562" y="376"/>
                  </a:lnTo>
                  <a:lnTo>
                    <a:pt x="2542" y="376"/>
                  </a:lnTo>
                  <a:lnTo>
                    <a:pt x="2526" y="376"/>
                  </a:lnTo>
                  <a:lnTo>
                    <a:pt x="2511" y="375"/>
                  </a:lnTo>
                  <a:lnTo>
                    <a:pt x="2495" y="375"/>
                  </a:lnTo>
                  <a:lnTo>
                    <a:pt x="2479" y="375"/>
                  </a:lnTo>
                  <a:lnTo>
                    <a:pt x="2460" y="374"/>
                  </a:lnTo>
                  <a:lnTo>
                    <a:pt x="2441" y="374"/>
                  </a:lnTo>
                  <a:lnTo>
                    <a:pt x="2422" y="373"/>
                  </a:lnTo>
                  <a:lnTo>
                    <a:pt x="2403" y="373"/>
                  </a:lnTo>
                  <a:lnTo>
                    <a:pt x="2387" y="372"/>
                  </a:lnTo>
                  <a:lnTo>
                    <a:pt x="2371" y="372"/>
                  </a:lnTo>
                  <a:lnTo>
                    <a:pt x="2355" y="371"/>
                  </a:lnTo>
                  <a:lnTo>
                    <a:pt x="2340" y="371"/>
                  </a:lnTo>
                  <a:lnTo>
                    <a:pt x="2318" y="370"/>
                  </a:lnTo>
                  <a:lnTo>
                    <a:pt x="2297" y="369"/>
                  </a:lnTo>
                  <a:lnTo>
                    <a:pt x="2275" y="369"/>
                  </a:lnTo>
                  <a:lnTo>
                    <a:pt x="2254" y="368"/>
                  </a:lnTo>
                  <a:lnTo>
                    <a:pt x="2244" y="368"/>
                  </a:lnTo>
                  <a:lnTo>
                    <a:pt x="2234" y="367"/>
                  </a:lnTo>
                  <a:lnTo>
                    <a:pt x="2204" y="366"/>
                  </a:lnTo>
                  <a:lnTo>
                    <a:pt x="2174" y="365"/>
                  </a:lnTo>
                  <a:lnTo>
                    <a:pt x="2144" y="364"/>
                  </a:lnTo>
                  <a:lnTo>
                    <a:pt x="2115" y="363"/>
                  </a:lnTo>
                  <a:lnTo>
                    <a:pt x="2104" y="362"/>
                  </a:lnTo>
                  <a:lnTo>
                    <a:pt x="2094" y="362"/>
                  </a:lnTo>
                  <a:lnTo>
                    <a:pt x="2064" y="360"/>
                  </a:lnTo>
                  <a:lnTo>
                    <a:pt x="2033" y="359"/>
                  </a:lnTo>
                  <a:lnTo>
                    <a:pt x="2003" y="357"/>
                  </a:lnTo>
                  <a:lnTo>
                    <a:pt x="1973" y="356"/>
                  </a:lnTo>
                  <a:lnTo>
                    <a:pt x="1967" y="356"/>
                  </a:lnTo>
                  <a:lnTo>
                    <a:pt x="1962" y="355"/>
                  </a:lnTo>
                  <a:lnTo>
                    <a:pt x="1930" y="354"/>
                  </a:lnTo>
                  <a:lnTo>
                    <a:pt x="1898" y="352"/>
                  </a:lnTo>
                  <a:lnTo>
                    <a:pt x="1866" y="350"/>
                  </a:lnTo>
                  <a:lnTo>
                    <a:pt x="1834" y="348"/>
                  </a:lnTo>
                  <a:lnTo>
                    <a:pt x="1829" y="348"/>
                  </a:lnTo>
                  <a:lnTo>
                    <a:pt x="1824" y="348"/>
                  </a:lnTo>
                  <a:lnTo>
                    <a:pt x="1812" y="347"/>
                  </a:lnTo>
                  <a:lnTo>
                    <a:pt x="1799" y="346"/>
                  </a:lnTo>
                  <a:lnTo>
                    <a:pt x="1786" y="346"/>
                  </a:lnTo>
                  <a:lnTo>
                    <a:pt x="1774" y="345"/>
                  </a:lnTo>
                  <a:lnTo>
                    <a:pt x="1766" y="344"/>
                  </a:lnTo>
                  <a:lnTo>
                    <a:pt x="1758" y="344"/>
                  </a:lnTo>
                  <a:lnTo>
                    <a:pt x="1747" y="343"/>
                  </a:lnTo>
                  <a:lnTo>
                    <a:pt x="1736" y="342"/>
                  </a:lnTo>
                  <a:lnTo>
                    <a:pt x="1725" y="342"/>
                  </a:lnTo>
                  <a:lnTo>
                    <a:pt x="1715" y="341"/>
                  </a:lnTo>
                  <a:lnTo>
                    <a:pt x="1706" y="340"/>
                  </a:lnTo>
                  <a:lnTo>
                    <a:pt x="1697" y="340"/>
                  </a:lnTo>
                  <a:lnTo>
                    <a:pt x="1684" y="339"/>
                  </a:lnTo>
                  <a:lnTo>
                    <a:pt x="1671" y="338"/>
                  </a:lnTo>
                  <a:lnTo>
                    <a:pt x="1658" y="337"/>
                  </a:lnTo>
                  <a:lnTo>
                    <a:pt x="1646" y="336"/>
                  </a:lnTo>
                  <a:lnTo>
                    <a:pt x="1643" y="336"/>
                  </a:lnTo>
                  <a:lnTo>
                    <a:pt x="1640" y="336"/>
                  </a:lnTo>
                  <a:lnTo>
                    <a:pt x="1626" y="335"/>
                  </a:lnTo>
                  <a:lnTo>
                    <a:pt x="1612" y="334"/>
                  </a:lnTo>
                  <a:lnTo>
                    <a:pt x="1599" y="333"/>
                  </a:lnTo>
                  <a:lnTo>
                    <a:pt x="1585" y="332"/>
                  </a:lnTo>
                  <a:lnTo>
                    <a:pt x="1577" y="331"/>
                  </a:lnTo>
                  <a:lnTo>
                    <a:pt x="1569" y="331"/>
                  </a:lnTo>
                  <a:lnTo>
                    <a:pt x="1559" y="330"/>
                  </a:lnTo>
                  <a:lnTo>
                    <a:pt x="1548" y="329"/>
                  </a:lnTo>
                  <a:lnTo>
                    <a:pt x="1537" y="328"/>
                  </a:lnTo>
                  <a:lnTo>
                    <a:pt x="1527" y="328"/>
                  </a:lnTo>
                  <a:lnTo>
                    <a:pt x="1520" y="327"/>
                  </a:lnTo>
                  <a:lnTo>
                    <a:pt x="1513" y="326"/>
                  </a:lnTo>
                  <a:lnTo>
                    <a:pt x="1500" y="325"/>
                  </a:lnTo>
                  <a:lnTo>
                    <a:pt x="1486" y="324"/>
                  </a:lnTo>
                  <a:lnTo>
                    <a:pt x="1474" y="323"/>
                  </a:lnTo>
                  <a:lnTo>
                    <a:pt x="1461" y="322"/>
                  </a:lnTo>
                  <a:lnTo>
                    <a:pt x="1453" y="322"/>
                  </a:lnTo>
                  <a:lnTo>
                    <a:pt x="1445" y="321"/>
                  </a:lnTo>
                  <a:lnTo>
                    <a:pt x="1435" y="320"/>
                  </a:lnTo>
                  <a:lnTo>
                    <a:pt x="1425" y="319"/>
                  </a:lnTo>
                  <a:lnTo>
                    <a:pt x="1415" y="318"/>
                  </a:lnTo>
                  <a:lnTo>
                    <a:pt x="1405" y="318"/>
                  </a:lnTo>
                  <a:lnTo>
                    <a:pt x="1398" y="317"/>
                  </a:lnTo>
                  <a:lnTo>
                    <a:pt x="1391" y="316"/>
                  </a:lnTo>
                  <a:lnTo>
                    <a:pt x="1379" y="315"/>
                  </a:lnTo>
                  <a:lnTo>
                    <a:pt x="1367" y="314"/>
                  </a:lnTo>
                  <a:lnTo>
                    <a:pt x="1355" y="313"/>
                  </a:lnTo>
                  <a:lnTo>
                    <a:pt x="1343" y="312"/>
                  </a:lnTo>
                  <a:lnTo>
                    <a:pt x="1336" y="311"/>
                  </a:lnTo>
                  <a:lnTo>
                    <a:pt x="1328" y="311"/>
                  </a:lnTo>
                  <a:lnTo>
                    <a:pt x="1318" y="310"/>
                  </a:lnTo>
                  <a:lnTo>
                    <a:pt x="1308" y="309"/>
                  </a:lnTo>
                  <a:lnTo>
                    <a:pt x="1298" y="308"/>
                  </a:lnTo>
                  <a:lnTo>
                    <a:pt x="1288" y="307"/>
                  </a:lnTo>
                  <a:lnTo>
                    <a:pt x="1282" y="306"/>
                  </a:lnTo>
                  <a:lnTo>
                    <a:pt x="1277" y="306"/>
                  </a:lnTo>
                  <a:lnTo>
                    <a:pt x="1265" y="305"/>
                  </a:lnTo>
                  <a:lnTo>
                    <a:pt x="1253" y="304"/>
                  </a:lnTo>
                  <a:lnTo>
                    <a:pt x="1241" y="302"/>
                  </a:lnTo>
                  <a:lnTo>
                    <a:pt x="1229" y="301"/>
                  </a:lnTo>
                  <a:lnTo>
                    <a:pt x="1223" y="300"/>
                  </a:lnTo>
                  <a:lnTo>
                    <a:pt x="1216" y="300"/>
                  </a:lnTo>
                  <a:lnTo>
                    <a:pt x="1204" y="299"/>
                  </a:lnTo>
                  <a:lnTo>
                    <a:pt x="1193" y="297"/>
                  </a:lnTo>
                  <a:lnTo>
                    <a:pt x="1181" y="296"/>
                  </a:lnTo>
                  <a:lnTo>
                    <a:pt x="1169" y="295"/>
                  </a:lnTo>
                  <a:lnTo>
                    <a:pt x="1165" y="294"/>
                  </a:lnTo>
                  <a:lnTo>
                    <a:pt x="1161" y="294"/>
                  </a:lnTo>
                  <a:lnTo>
                    <a:pt x="1150" y="293"/>
                  </a:lnTo>
                  <a:lnTo>
                    <a:pt x="1139" y="292"/>
                  </a:lnTo>
                  <a:lnTo>
                    <a:pt x="1129" y="291"/>
                  </a:lnTo>
                  <a:lnTo>
                    <a:pt x="1118" y="289"/>
                  </a:lnTo>
                  <a:lnTo>
                    <a:pt x="1114" y="289"/>
                  </a:lnTo>
                  <a:lnTo>
                    <a:pt x="1109" y="288"/>
                  </a:lnTo>
                  <a:lnTo>
                    <a:pt x="1097" y="287"/>
                  </a:lnTo>
                  <a:lnTo>
                    <a:pt x="1086" y="286"/>
                  </a:lnTo>
                  <a:lnTo>
                    <a:pt x="1075" y="284"/>
                  </a:lnTo>
                  <a:lnTo>
                    <a:pt x="1063" y="283"/>
                  </a:lnTo>
                  <a:lnTo>
                    <a:pt x="1058" y="283"/>
                  </a:lnTo>
                  <a:lnTo>
                    <a:pt x="1053" y="282"/>
                  </a:lnTo>
                  <a:lnTo>
                    <a:pt x="1042" y="281"/>
                  </a:lnTo>
                  <a:lnTo>
                    <a:pt x="1030" y="279"/>
                  </a:lnTo>
                  <a:lnTo>
                    <a:pt x="1019" y="278"/>
                  </a:lnTo>
                  <a:lnTo>
                    <a:pt x="1008" y="277"/>
                  </a:lnTo>
                  <a:lnTo>
                    <a:pt x="1004" y="276"/>
                  </a:lnTo>
                  <a:lnTo>
                    <a:pt x="1001" y="276"/>
                  </a:lnTo>
                  <a:lnTo>
                    <a:pt x="990" y="274"/>
                  </a:lnTo>
                  <a:lnTo>
                    <a:pt x="979" y="273"/>
                  </a:lnTo>
                  <a:lnTo>
                    <a:pt x="968" y="272"/>
                  </a:lnTo>
                  <a:lnTo>
                    <a:pt x="957" y="270"/>
                  </a:lnTo>
                  <a:lnTo>
                    <a:pt x="955" y="270"/>
                  </a:lnTo>
                  <a:lnTo>
                    <a:pt x="953" y="270"/>
                  </a:lnTo>
                  <a:lnTo>
                    <a:pt x="942" y="268"/>
                  </a:lnTo>
                  <a:lnTo>
                    <a:pt x="931" y="267"/>
                  </a:lnTo>
                  <a:lnTo>
                    <a:pt x="919" y="265"/>
                  </a:lnTo>
                  <a:lnTo>
                    <a:pt x="908" y="264"/>
                  </a:lnTo>
                  <a:lnTo>
                    <a:pt x="904" y="263"/>
                  </a:lnTo>
                  <a:lnTo>
                    <a:pt x="900" y="263"/>
                  </a:lnTo>
                  <a:lnTo>
                    <a:pt x="889" y="261"/>
                  </a:lnTo>
                  <a:lnTo>
                    <a:pt x="878" y="260"/>
                  </a:lnTo>
                  <a:lnTo>
                    <a:pt x="868" y="259"/>
                  </a:lnTo>
                  <a:lnTo>
                    <a:pt x="857" y="257"/>
                  </a:lnTo>
                  <a:lnTo>
                    <a:pt x="853" y="257"/>
                  </a:lnTo>
                  <a:lnTo>
                    <a:pt x="849" y="256"/>
                  </a:lnTo>
                  <a:lnTo>
                    <a:pt x="839" y="254"/>
                  </a:lnTo>
                  <a:lnTo>
                    <a:pt x="828" y="253"/>
                  </a:lnTo>
                  <a:lnTo>
                    <a:pt x="818" y="251"/>
                  </a:lnTo>
                  <a:lnTo>
                    <a:pt x="807" y="250"/>
                  </a:lnTo>
                  <a:lnTo>
                    <a:pt x="806" y="250"/>
                  </a:lnTo>
                  <a:lnTo>
                    <a:pt x="804" y="249"/>
                  </a:lnTo>
                  <a:lnTo>
                    <a:pt x="794" y="248"/>
                  </a:lnTo>
                  <a:lnTo>
                    <a:pt x="784" y="247"/>
                  </a:lnTo>
                  <a:lnTo>
                    <a:pt x="775" y="245"/>
                  </a:lnTo>
                  <a:lnTo>
                    <a:pt x="765" y="244"/>
                  </a:lnTo>
                  <a:lnTo>
                    <a:pt x="762" y="243"/>
                  </a:lnTo>
                  <a:lnTo>
                    <a:pt x="758" y="243"/>
                  </a:lnTo>
                  <a:lnTo>
                    <a:pt x="748" y="241"/>
                  </a:lnTo>
                  <a:lnTo>
                    <a:pt x="739" y="240"/>
                  </a:lnTo>
                  <a:lnTo>
                    <a:pt x="729" y="238"/>
                  </a:lnTo>
                  <a:lnTo>
                    <a:pt x="720" y="237"/>
                  </a:lnTo>
                  <a:lnTo>
                    <a:pt x="715" y="236"/>
                  </a:lnTo>
                  <a:lnTo>
                    <a:pt x="711" y="235"/>
                  </a:lnTo>
                  <a:lnTo>
                    <a:pt x="702" y="234"/>
                  </a:lnTo>
                  <a:lnTo>
                    <a:pt x="692" y="232"/>
                  </a:lnTo>
                  <a:lnTo>
                    <a:pt x="683" y="231"/>
                  </a:lnTo>
                  <a:lnTo>
                    <a:pt x="674" y="229"/>
                  </a:lnTo>
                  <a:lnTo>
                    <a:pt x="670" y="229"/>
                  </a:lnTo>
                  <a:lnTo>
                    <a:pt x="666" y="228"/>
                  </a:lnTo>
                  <a:lnTo>
                    <a:pt x="658" y="226"/>
                  </a:lnTo>
                  <a:lnTo>
                    <a:pt x="649" y="225"/>
                  </a:lnTo>
                  <a:lnTo>
                    <a:pt x="640" y="223"/>
                  </a:lnTo>
                  <a:lnTo>
                    <a:pt x="632" y="222"/>
                  </a:lnTo>
                  <a:lnTo>
                    <a:pt x="630" y="222"/>
                  </a:lnTo>
                  <a:lnTo>
                    <a:pt x="628" y="221"/>
                  </a:lnTo>
                  <a:lnTo>
                    <a:pt x="619" y="220"/>
                  </a:lnTo>
                  <a:lnTo>
                    <a:pt x="610" y="218"/>
                  </a:lnTo>
                  <a:lnTo>
                    <a:pt x="601" y="217"/>
                  </a:lnTo>
                  <a:lnTo>
                    <a:pt x="592" y="215"/>
                  </a:lnTo>
                  <a:lnTo>
                    <a:pt x="588" y="214"/>
                  </a:lnTo>
                  <a:lnTo>
                    <a:pt x="584" y="213"/>
                  </a:lnTo>
                  <a:lnTo>
                    <a:pt x="575" y="212"/>
                  </a:lnTo>
                  <a:lnTo>
                    <a:pt x="567" y="210"/>
                  </a:lnTo>
                  <a:lnTo>
                    <a:pt x="559" y="209"/>
                  </a:lnTo>
                  <a:lnTo>
                    <a:pt x="550" y="207"/>
                  </a:lnTo>
                  <a:lnTo>
                    <a:pt x="546" y="206"/>
                  </a:lnTo>
                  <a:lnTo>
                    <a:pt x="542" y="206"/>
                  </a:lnTo>
                  <a:lnTo>
                    <a:pt x="534" y="204"/>
                  </a:lnTo>
                  <a:lnTo>
                    <a:pt x="526" y="202"/>
                  </a:lnTo>
                  <a:lnTo>
                    <a:pt x="517" y="201"/>
                  </a:lnTo>
                  <a:lnTo>
                    <a:pt x="509" y="199"/>
                  </a:lnTo>
                  <a:lnTo>
                    <a:pt x="507" y="199"/>
                  </a:lnTo>
                  <a:lnTo>
                    <a:pt x="505" y="198"/>
                  </a:lnTo>
                  <a:lnTo>
                    <a:pt x="490" y="194"/>
                  </a:lnTo>
                  <a:lnTo>
                    <a:pt x="475" y="191"/>
                  </a:lnTo>
                  <a:lnTo>
                    <a:pt x="471" y="190"/>
                  </a:lnTo>
                  <a:lnTo>
                    <a:pt x="468" y="189"/>
                  </a:lnTo>
                  <a:lnTo>
                    <a:pt x="460" y="188"/>
                  </a:lnTo>
                  <a:lnTo>
                    <a:pt x="452" y="186"/>
                  </a:lnTo>
                  <a:lnTo>
                    <a:pt x="445" y="185"/>
                  </a:lnTo>
                  <a:lnTo>
                    <a:pt x="437" y="183"/>
                  </a:lnTo>
                  <a:lnTo>
                    <a:pt x="433" y="182"/>
                  </a:lnTo>
                  <a:lnTo>
                    <a:pt x="430" y="181"/>
                  </a:lnTo>
                  <a:lnTo>
                    <a:pt x="415" y="178"/>
                  </a:lnTo>
                  <a:lnTo>
                    <a:pt x="400" y="174"/>
                  </a:lnTo>
                  <a:lnTo>
                    <a:pt x="400" y="174"/>
                  </a:lnTo>
                  <a:lnTo>
                    <a:pt x="399" y="174"/>
                  </a:lnTo>
                  <a:lnTo>
                    <a:pt x="398" y="174"/>
                  </a:lnTo>
                  <a:lnTo>
                    <a:pt x="398" y="174"/>
                  </a:lnTo>
                  <a:lnTo>
                    <a:pt x="383" y="170"/>
                  </a:lnTo>
                  <a:lnTo>
                    <a:pt x="369" y="167"/>
                  </a:lnTo>
                  <a:lnTo>
                    <a:pt x="366" y="166"/>
                  </a:lnTo>
                  <a:lnTo>
                    <a:pt x="362" y="165"/>
                  </a:lnTo>
                  <a:lnTo>
                    <a:pt x="348" y="162"/>
                  </a:lnTo>
                  <a:lnTo>
                    <a:pt x="334" y="158"/>
                  </a:lnTo>
                  <a:lnTo>
                    <a:pt x="332" y="158"/>
                  </a:lnTo>
                  <a:lnTo>
                    <a:pt x="330" y="157"/>
                  </a:lnTo>
                  <a:lnTo>
                    <a:pt x="318" y="154"/>
                  </a:lnTo>
                  <a:lnTo>
                    <a:pt x="306" y="151"/>
                  </a:lnTo>
                  <a:lnTo>
                    <a:pt x="303" y="150"/>
                  </a:lnTo>
                  <a:lnTo>
                    <a:pt x="299" y="149"/>
                  </a:lnTo>
                  <a:lnTo>
                    <a:pt x="286" y="145"/>
                  </a:lnTo>
                  <a:lnTo>
                    <a:pt x="273" y="142"/>
                  </a:lnTo>
                  <a:lnTo>
                    <a:pt x="271" y="141"/>
                  </a:lnTo>
                  <a:lnTo>
                    <a:pt x="269" y="140"/>
                  </a:lnTo>
                  <a:lnTo>
                    <a:pt x="257" y="137"/>
                  </a:lnTo>
                  <a:lnTo>
                    <a:pt x="247" y="134"/>
                  </a:lnTo>
                  <a:lnTo>
                    <a:pt x="244" y="133"/>
                  </a:lnTo>
                  <a:lnTo>
                    <a:pt x="241" y="132"/>
                  </a:lnTo>
                  <a:lnTo>
                    <a:pt x="229" y="128"/>
                  </a:lnTo>
                  <a:lnTo>
                    <a:pt x="217" y="125"/>
                  </a:lnTo>
                  <a:lnTo>
                    <a:pt x="216" y="124"/>
                  </a:lnTo>
                  <a:lnTo>
                    <a:pt x="216" y="124"/>
                  </a:lnTo>
                  <a:lnTo>
                    <a:pt x="205" y="121"/>
                  </a:lnTo>
                  <a:lnTo>
                    <a:pt x="195" y="117"/>
                  </a:lnTo>
                  <a:lnTo>
                    <a:pt x="192" y="116"/>
                  </a:lnTo>
                  <a:lnTo>
                    <a:pt x="188" y="115"/>
                  </a:lnTo>
                  <a:lnTo>
                    <a:pt x="180" y="112"/>
                  </a:lnTo>
                  <a:lnTo>
                    <a:pt x="173" y="109"/>
                  </a:lnTo>
                  <a:lnTo>
                    <a:pt x="170" y="108"/>
                  </a:lnTo>
                  <a:lnTo>
                    <a:pt x="167" y="107"/>
                  </a:lnTo>
                  <a:lnTo>
                    <a:pt x="159" y="104"/>
                  </a:lnTo>
                  <a:lnTo>
                    <a:pt x="151" y="101"/>
                  </a:lnTo>
                  <a:lnTo>
                    <a:pt x="148" y="100"/>
                  </a:lnTo>
                  <a:lnTo>
                    <a:pt x="146" y="99"/>
                  </a:lnTo>
                  <a:lnTo>
                    <a:pt x="136" y="95"/>
                  </a:lnTo>
                  <a:lnTo>
                    <a:pt x="127" y="91"/>
                  </a:lnTo>
                  <a:lnTo>
                    <a:pt x="124" y="89"/>
                  </a:lnTo>
                  <a:lnTo>
                    <a:pt x="121" y="88"/>
                  </a:lnTo>
                  <a:lnTo>
                    <a:pt x="115" y="85"/>
                  </a:lnTo>
                  <a:lnTo>
                    <a:pt x="109" y="83"/>
                  </a:lnTo>
                  <a:lnTo>
                    <a:pt x="105" y="81"/>
                  </a:lnTo>
                  <a:lnTo>
                    <a:pt x="102" y="79"/>
                  </a:lnTo>
                  <a:lnTo>
                    <a:pt x="97" y="77"/>
                  </a:lnTo>
                  <a:lnTo>
                    <a:pt x="93" y="75"/>
                  </a:lnTo>
                  <a:lnTo>
                    <a:pt x="87" y="72"/>
                  </a:lnTo>
                  <a:lnTo>
                    <a:pt x="82" y="69"/>
                  </a:lnTo>
                  <a:lnTo>
                    <a:pt x="79" y="67"/>
                  </a:lnTo>
                  <a:lnTo>
                    <a:pt x="75" y="65"/>
                  </a:lnTo>
                  <a:lnTo>
                    <a:pt x="70" y="63"/>
                  </a:lnTo>
                  <a:lnTo>
                    <a:pt x="65" y="60"/>
                  </a:lnTo>
                  <a:lnTo>
                    <a:pt x="62" y="58"/>
                  </a:lnTo>
                  <a:lnTo>
                    <a:pt x="59" y="56"/>
                  </a:lnTo>
                  <a:lnTo>
                    <a:pt x="55" y="53"/>
                  </a:lnTo>
                  <a:lnTo>
                    <a:pt x="50" y="50"/>
                  </a:lnTo>
                  <a:lnTo>
                    <a:pt x="48" y="49"/>
                  </a:lnTo>
                  <a:lnTo>
                    <a:pt x="45" y="47"/>
                  </a:lnTo>
                  <a:lnTo>
                    <a:pt x="41" y="44"/>
                  </a:lnTo>
                  <a:lnTo>
                    <a:pt x="36" y="40"/>
                  </a:lnTo>
                  <a:lnTo>
                    <a:pt x="34" y="39"/>
                  </a:lnTo>
                  <a:lnTo>
                    <a:pt x="32" y="37"/>
                  </a:lnTo>
                  <a:lnTo>
                    <a:pt x="29" y="35"/>
                  </a:lnTo>
                  <a:lnTo>
                    <a:pt x="26" y="32"/>
                  </a:lnTo>
                  <a:lnTo>
                    <a:pt x="24" y="30"/>
                  </a:lnTo>
                  <a:lnTo>
                    <a:pt x="22" y="28"/>
                  </a:lnTo>
                  <a:lnTo>
                    <a:pt x="19" y="25"/>
                  </a:lnTo>
                  <a:lnTo>
                    <a:pt x="16" y="22"/>
                  </a:lnTo>
                  <a:lnTo>
                    <a:pt x="14" y="21"/>
                  </a:lnTo>
                  <a:lnTo>
                    <a:pt x="13" y="19"/>
                  </a:lnTo>
                  <a:lnTo>
                    <a:pt x="10" y="16"/>
                  </a:lnTo>
                  <a:lnTo>
                    <a:pt x="8" y="13"/>
                  </a:lnTo>
                  <a:lnTo>
                    <a:pt x="6" y="11"/>
                  </a:lnTo>
                  <a:lnTo>
                    <a:pt x="5" y="10"/>
                  </a:lnTo>
                  <a:lnTo>
                    <a:pt x="2" y="5"/>
                  </a:lnTo>
                  <a:lnTo>
                    <a:pt x="0" y="0"/>
                  </a:lnTo>
                  <a:lnTo>
                    <a:pt x="35" y="67"/>
                  </a:lnTo>
                  <a:lnTo>
                    <a:pt x="71" y="133"/>
                  </a:lnTo>
                  <a:lnTo>
                    <a:pt x="107" y="201"/>
                  </a:lnTo>
                  <a:lnTo>
                    <a:pt x="143" y="267"/>
                  </a:lnTo>
                  <a:lnTo>
                    <a:pt x="179" y="334"/>
                  </a:lnTo>
                  <a:lnTo>
                    <a:pt x="215" y="400"/>
                  </a:lnTo>
                  <a:lnTo>
                    <a:pt x="251" y="467"/>
                  </a:lnTo>
                  <a:lnTo>
                    <a:pt x="288" y="533"/>
                  </a:lnTo>
                  <a:lnTo>
                    <a:pt x="324" y="600"/>
                  </a:lnTo>
                  <a:lnTo>
                    <a:pt x="360" y="667"/>
                  </a:lnTo>
                  <a:lnTo>
                    <a:pt x="396" y="734"/>
                  </a:lnTo>
                  <a:lnTo>
                    <a:pt x="432" y="800"/>
                  </a:lnTo>
                  <a:lnTo>
                    <a:pt x="468" y="867"/>
                  </a:lnTo>
                  <a:lnTo>
                    <a:pt x="504" y="933"/>
                  </a:lnTo>
                  <a:lnTo>
                    <a:pt x="539" y="1000"/>
                  </a:lnTo>
                  <a:lnTo>
                    <a:pt x="575" y="1066"/>
                  </a:lnTo>
                  <a:lnTo>
                    <a:pt x="578" y="1071"/>
                  </a:lnTo>
                  <a:lnTo>
                    <a:pt x="581" y="1076"/>
                  </a:lnTo>
                  <a:lnTo>
                    <a:pt x="581" y="1076"/>
                  </a:lnTo>
                  <a:lnTo>
                    <a:pt x="581" y="1076"/>
                  </a:lnTo>
                  <a:lnTo>
                    <a:pt x="582" y="1077"/>
                  </a:lnTo>
                  <a:lnTo>
                    <a:pt x="583" y="1079"/>
                  </a:lnTo>
                  <a:lnTo>
                    <a:pt x="586" y="1082"/>
                  </a:lnTo>
                  <a:lnTo>
                    <a:pt x="588" y="1085"/>
                  </a:lnTo>
                  <a:lnTo>
                    <a:pt x="588" y="1085"/>
                  </a:lnTo>
                  <a:lnTo>
                    <a:pt x="588" y="1085"/>
                  </a:lnTo>
                  <a:lnTo>
                    <a:pt x="590" y="1087"/>
                  </a:lnTo>
                  <a:lnTo>
                    <a:pt x="591" y="1088"/>
                  </a:lnTo>
                  <a:lnTo>
                    <a:pt x="594" y="1091"/>
                  </a:lnTo>
                  <a:lnTo>
                    <a:pt x="596" y="1094"/>
                  </a:lnTo>
                  <a:lnTo>
                    <a:pt x="596" y="1094"/>
                  </a:lnTo>
                  <a:lnTo>
                    <a:pt x="597" y="1095"/>
                  </a:lnTo>
                  <a:lnTo>
                    <a:pt x="598" y="1096"/>
                  </a:lnTo>
                  <a:lnTo>
                    <a:pt x="600" y="1098"/>
                  </a:lnTo>
                  <a:lnTo>
                    <a:pt x="603" y="1101"/>
                  </a:lnTo>
                  <a:lnTo>
                    <a:pt x="606" y="1104"/>
                  </a:lnTo>
                  <a:lnTo>
                    <a:pt x="606" y="1105"/>
                  </a:lnTo>
                  <a:lnTo>
                    <a:pt x="606" y="1105"/>
                  </a:lnTo>
                  <a:lnTo>
                    <a:pt x="608" y="1106"/>
                  </a:lnTo>
                  <a:lnTo>
                    <a:pt x="609" y="1108"/>
                  </a:lnTo>
                  <a:lnTo>
                    <a:pt x="613" y="1111"/>
                  </a:lnTo>
                  <a:lnTo>
                    <a:pt x="617" y="1114"/>
                  </a:lnTo>
                  <a:lnTo>
                    <a:pt x="617" y="1114"/>
                  </a:lnTo>
                  <a:lnTo>
                    <a:pt x="618" y="1115"/>
                  </a:lnTo>
                  <a:lnTo>
                    <a:pt x="619" y="1116"/>
                  </a:lnTo>
                  <a:lnTo>
                    <a:pt x="621" y="1117"/>
                  </a:lnTo>
                  <a:lnTo>
                    <a:pt x="625" y="1120"/>
                  </a:lnTo>
                  <a:lnTo>
                    <a:pt x="629" y="1123"/>
                  </a:lnTo>
                  <a:lnTo>
                    <a:pt x="630" y="1124"/>
                  </a:lnTo>
                  <a:lnTo>
                    <a:pt x="630" y="1124"/>
                  </a:lnTo>
                  <a:lnTo>
                    <a:pt x="632" y="1126"/>
                  </a:lnTo>
                  <a:lnTo>
                    <a:pt x="634" y="1127"/>
                  </a:lnTo>
                  <a:lnTo>
                    <a:pt x="638" y="1130"/>
                  </a:lnTo>
                  <a:lnTo>
                    <a:pt x="643" y="1133"/>
                  </a:lnTo>
                  <a:lnTo>
                    <a:pt x="644" y="1133"/>
                  </a:lnTo>
                  <a:lnTo>
                    <a:pt x="645" y="1134"/>
                  </a:lnTo>
                  <a:lnTo>
                    <a:pt x="647" y="1135"/>
                  </a:lnTo>
                  <a:lnTo>
                    <a:pt x="649" y="1136"/>
                  </a:lnTo>
                  <a:lnTo>
                    <a:pt x="653" y="1139"/>
                  </a:lnTo>
                  <a:lnTo>
                    <a:pt x="658" y="1142"/>
                  </a:lnTo>
                  <a:lnTo>
                    <a:pt x="659" y="1143"/>
                  </a:lnTo>
                  <a:lnTo>
                    <a:pt x="660" y="1144"/>
                  </a:lnTo>
                  <a:lnTo>
                    <a:pt x="663" y="1145"/>
                  </a:lnTo>
                  <a:lnTo>
                    <a:pt x="665" y="1147"/>
                  </a:lnTo>
                  <a:lnTo>
                    <a:pt x="668" y="1148"/>
                  </a:lnTo>
                  <a:lnTo>
                    <a:pt x="671" y="1150"/>
                  </a:lnTo>
                  <a:lnTo>
                    <a:pt x="672" y="1150"/>
                  </a:lnTo>
                  <a:lnTo>
                    <a:pt x="673" y="1151"/>
                  </a:lnTo>
                  <a:lnTo>
                    <a:pt x="677" y="1153"/>
                  </a:lnTo>
                  <a:lnTo>
                    <a:pt x="681" y="1155"/>
                  </a:lnTo>
                  <a:lnTo>
                    <a:pt x="684" y="1157"/>
                  </a:lnTo>
                  <a:lnTo>
                    <a:pt x="686" y="1158"/>
                  </a:lnTo>
                  <a:lnTo>
                    <a:pt x="687" y="1158"/>
                  </a:lnTo>
                  <a:lnTo>
                    <a:pt x="687" y="1158"/>
                  </a:lnTo>
                  <a:lnTo>
                    <a:pt x="694" y="1162"/>
                  </a:lnTo>
                  <a:lnTo>
                    <a:pt x="702" y="1166"/>
                  </a:lnTo>
                  <a:lnTo>
                    <a:pt x="702" y="1166"/>
                  </a:lnTo>
                  <a:lnTo>
                    <a:pt x="702" y="1166"/>
                  </a:lnTo>
                  <a:lnTo>
                    <a:pt x="704" y="1167"/>
                  </a:lnTo>
                  <a:lnTo>
                    <a:pt x="706" y="1168"/>
                  </a:lnTo>
                  <a:lnTo>
                    <a:pt x="712" y="1170"/>
                  </a:lnTo>
                  <a:lnTo>
                    <a:pt x="717" y="1173"/>
                  </a:lnTo>
                  <a:lnTo>
                    <a:pt x="718" y="1173"/>
                  </a:lnTo>
                  <a:lnTo>
                    <a:pt x="719" y="1174"/>
                  </a:lnTo>
                  <a:lnTo>
                    <a:pt x="722" y="1175"/>
                  </a:lnTo>
                  <a:lnTo>
                    <a:pt x="724" y="1176"/>
                  </a:lnTo>
                  <a:lnTo>
                    <a:pt x="728" y="1178"/>
                  </a:lnTo>
                  <a:lnTo>
                    <a:pt x="731" y="1179"/>
                  </a:lnTo>
                  <a:lnTo>
                    <a:pt x="734" y="1181"/>
                  </a:lnTo>
                  <a:lnTo>
                    <a:pt x="737" y="1182"/>
                  </a:lnTo>
                  <a:lnTo>
                    <a:pt x="740" y="1183"/>
                  </a:lnTo>
                  <a:lnTo>
                    <a:pt x="743" y="1184"/>
                  </a:lnTo>
                  <a:lnTo>
                    <a:pt x="745" y="1185"/>
                  </a:lnTo>
                  <a:lnTo>
                    <a:pt x="746" y="1186"/>
                  </a:lnTo>
                  <a:lnTo>
                    <a:pt x="753" y="1188"/>
                  </a:lnTo>
                  <a:lnTo>
                    <a:pt x="760" y="1191"/>
                  </a:lnTo>
                  <a:lnTo>
                    <a:pt x="760" y="1191"/>
                  </a:lnTo>
                  <a:lnTo>
                    <a:pt x="761" y="1192"/>
                  </a:lnTo>
                  <a:lnTo>
                    <a:pt x="761" y="1192"/>
                  </a:lnTo>
                  <a:lnTo>
                    <a:pt x="761" y="1192"/>
                  </a:lnTo>
                  <a:lnTo>
                    <a:pt x="769" y="1195"/>
                  </a:lnTo>
                  <a:lnTo>
                    <a:pt x="777" y="1198"/>
                  </a:lnTo>
                  <a:lnTo>
                    <a:pt x="779" y="1199"/>
                  </a:lnTo>
                  <a:lnTo>
                    <a:pt x="781" y="1199"/>
                  </a:lnTo>
                  <a:lnTo>
                    <a:pt x="783" y="1200"/>
                  </a:lnTo>
                  <a:lnTo>
                    <a:pt x="786" y="1201"/>
                  </a:lnTo>
                  <a:lnTo>
                    <a:pt x="789" y="1202"/>
                  </a:lnTo>
                  <a:lnTo>
                    <a:pt x="793" y="1204"/>
                  </a:lnTo>
                  <a:lnTo>
                    <a:pt x="798" y="1205"/>
                  </a:lnTo>
                  <a:lnTo>
                    <a:pt x="803" y="1207"/>
                  </a:lnTo>
                  <a:lnTo>
                    <a:pt x="804" y="1208"/>
                  </a:lnTo>
                  <a:lnTo>
                    <a:pt x="805" y="1208"/>
                  </a:lnTo>
                  <a:lnTo>
                    <a:pt x="806" y="1208"/>
                  </a:lnTo>
                  <a:lnTo>
                    <a:pt x="806" y="1208"/>
                  </a:lnTo>
                  <a:lnTo>
                    <a:pt x="807" y="1209"/>
                  </a:lnTo>
                  <a:lnTo>
                    <a:pt x="808" y="1209"/>
                  </a:lnTo>
                  <a:lnTo>
                    <a:pt x="816" y="1212"/>
                  </a:lnTo>
                  <a:lnTo>
                    <a:pt x="824" y="1215"/>
                  </a:lnTo>
                  <a:lnTo>
                    <a:pt x="833" y="1217"/>
                  </a:lnTo>
                  <a:lnTo>
                    <a:pt x="841" y="1220"/>
                  </a:lnTo>
                  <a:lnTo>
                    <a:pt x="847" y="1222"/>
                  </a:lnTo>
                  <a:lnTo>
                    <a:pt x="854" y="1224"/>
                  </a:lnTo>
                  <a:lnTo>
                    <a:pt x="855" y="1225"/>
                  </a:lnTo>
                  <a:lnTo>
                    <a:pt x="855" y="1225"/>
                  </a:lnTo>
                  <a:lnTo>
                    <a:pt x="856" y="1225"/>
                  </a:lnTo>
                  <a:lnTo>
                    <a:pt x="857" y="1225"/>
                  </a:lnTo>
                  <a:lnTo>
                    <a:pt x="865" y="1228"/>
                  </a:lnTo>
                  <a:lnTo>
                    <a:pt x="874" y="1231"/>
                  </a:lnTo>
                  <a:lnTo>
                    <a:pt x="883" y="1233"/>
                  </a:lnTo>
                  <a:lnTo>
                    <a:pt x="892" y="1236"/>
                  </a:lnTo>
                  <a:lnTo>
                    <a:pt x="900" y="1238"/>
                  </a:lnTo>
                  <a:lnTo>
                    <a:pt x="909" y="1241"/>
                  </a:lnTo>
                  <a:lnTo>
                    <a:pt x="909" y="1241"/>
                  </a:lnTo>
                  <a:lnTo>
                    <a:pt x="910" y="1241"/>
                  </a:lnTo>
                  <a:lnTo>
                    <a:pt x="918" y="1243"/>
                  </a:lnTo>
                  <a:lnTo>
                    <a:pt x="927" y="1246"/>
                  </a:lnTo>
                  <a:lnTo>
                    <a:pt x="935" y="1248"/>
                  </a:lnTo>
                  <a:lnTo>
                    <a:pt x="944" y="1250"/>
                  </a:lnTo>
                  <a:lnTo>
                    <a:pt x="953" y="1253"/>
                  </a:lnTo>
                  <a:lnTo>
                    <a:pt x="962" y="1255"/>
                  </a:lnTo>
                  <a:lnTo>
                    <a:pt x="964" y="1256"/>
                  </a:lnTo>
                  <a:lnTo>
                    <a:pt x="966" y="1256"/>
                  </a:lnTo>
                  <a:lnTo>
                    <a:pt x="967" y="1257"/>
                  </a:lnTo>
                  <a:lnTo>
                    <a:pt x="969" y="1257"/>
                  </a:lnTo>
                  <a:lnTo>
                    <a:pt x="975" y="1258"/>
                  </a:lnTo>
                  <a:lnTo>
                    <a:pt x="981" y="1260"/>
                  </a:lnTo>
                  <a:lnTo>
                    <a:pt x="990" y="1262"/>
                  </a:lnTo>
                  <a:lnTo>
                    <a:pt x="999" y="1265"/>
                  </a:lnTo>
                  <a:lnTo>
                    <a:pt x="1008" y="1267"/>
                  </a:lnTo>
                  <a:lnTo>
                    <a:pt x="1017" y="1269"/>
                  </a:lnTo>
                  <a:lnTo>
                    <a:pt x="1022" y="1270"/>
                  </a:lnTo>
                  <a:lnTo>
                    <a:pt x="1027" y="1271"/>
                  </a:lnTo>
                  <a:lnTo>
                    <a:pt x="1028" y="1272"/>
                  </a:lnTo>
                  <a:lnTo>
                    <a:pt x="1030" y="1272"/>
                  </a:lnTo>
                  <a:lnTo>
                    <a:pt x="1033" y="1273"/>
                  </a:lnTo>
                  <a:lnTo>
                    <a:pt x="1036" y="1273"/>
                  </a:lnTo>
                  <a:lnTo>
                    <a:pt x="1045" y="1276"/>
                  </a:lnTo>
                  <a:lnTo>
                    <a:pt x="1055" y="1278"/>
                  </a:lnTo>
                  <a:lnTo>
                    <a:pt x="1064" y="1280"/>
                  </a:lnTo>
                  <a:lnTo>
                    <a:pt x="1074" y="1282"/>
                  </a:lnTo>
                  <a:lnTo>
                    <a:pt x="1083" y="1284"/>
                  </a:lnTo>
                  <a:lnTo>
                    <a:pt x="1093" y="1286"/>
                  </a:lnTo>
                  <a:lnTo>
                    <a:pt x="1093" y="1286"/>
                  </a:lnTo>
                  <a:lnTo>
                    <a:pt x="1094" y="1286"/>
                  </a:lnTo>
                  <a:lnTo>
                    <a:pt x="1094" y="1287"/>
                  </a:lnTo>
                  <a:lnTo>
                    <a:pt x="1094" y="1287"/>
                  </a:lnTo>
                  <a:lnTo>
                    <a:pt x="1104" y="1289"/>
                  </a:lnTo>
                  <a:lnTo>
                    <a:pt x="1113" y="1291"/>
                  </a:lnTo>
                  <a:lnTo>
                    <a:pt x="1123" y="1293"/>
                  </a:lnTo>
                  <a:lnTo>
                    <a:pt x="1133" y="1295"/>
                  </a:lnTo>
                  <a:lnTo>
                    <a:pt x="1143" y="1297"/>
                  </a:lnTo>
                  <a:lnTo>
                    <a:pt x="1153" y="1299"/>
                  </a:lnTo>
                  <a:lnTo>
                    <a:pt x="1157" y="1300"/>
                  </a:lnTo>
                  <a:lnTo>
                    <a:pt x="1162" y="1300"/>
                  </a:lnTo>
                  <a:lnTo>
                    <a:pt x="1163" y="1301"/>
                  </a:lnTo>
                  <a:lnTo>
                    <a:pt x="1165" y="1301"/>
                  </a:lnTo>
                  <a:lnTo>
                    <a:pt x="1169" y="1302"/>
                  </a:lnTo>
                  <a:lnTo>
                    <a:pt x="1174" y="1303"/>
                  </a:lnTo>
                  <a:lnTo>
                    <a:pt x="1184" y="1305"/>
                  </a:lnTo>
                  <a:lnTo>
                    <a:pt x="1195" y="1307"/>
                  </a:lnTo>
                  <a:lnTo>
                    <a:pt x="1205" y="1309"/>
                  </a:lnTo>
                  <a:lnTo>
                    <a:pt x="1216" y="1311"/>
                  </a:lnTo>
                  <a:lnTo>
                    <a:pt x="1226" y="1313"/>
                  </a:lnTo>
                  <a:lnTo>
                    <a:pt x="1235" y="1314"/>
                  </a:lnTo>
                  <a:lnTo>
                    <a:pt x="1236" y="1314"/>
                  </a:lnTo>
                  <a:lnTo>
                    <a:pt x="1236" y="1315"/>
                  </a:lnTo>
                  <a:lnTo>
                    <a:pt x="1237" y="1315"/>
                  </a:lnTo>
                  <a:lnTo>
                    <a:pt x="1238" y="1315"/>
                  </a:lnTo>
                  <a:lnTo>
                    <a:pt x="1248" y="1317"/>
                  </a:lnTo>
                  <a:lnTo>
                    <a:pt x="1259" y="1319"/>
                  </a:lnTo>
                  <a:lnTo>
                    <a:pt x="1270" y="1321"/>
                  </a:lnTo>
                  <a:lnTo>
                    <a:pt x="1281" y="1323"/>
                  </a:lnTo>
                  <a:lnTo>
                    <a:pt x="1293" y="1324"/>
                  </a:lnTo>
                  <a:lnTo>
                    <a:pt x="1304" y="1326"/>
                  </a:lnTo>
                  <a:lnTo>
                    <a:pt x="1307" y="1327"/>
                  </a:lnTo>
                  <a:lnTo>
                    <a:pt x="1311" y="1327"/>
                  </a:lnTo>
                  <a:lnTo>
                    <a:pt x="1311" y="1328"/>
                  </a:lnTo>
                  <a:lnTo>
                    <a:pt x="1312" y="1328"/>
                  </a:lnTo>
                  <a:lnTo>
                    <a:pt x="1313" y="1328"/>
                  </a:lnTo>
                  <a:lnTo>
                    <a:pt x="1314" y="1328"/>
                  </a:lnTo>
                  <a:lnTo>
                    <a:pt x="1320" y="1329"/>
                  </a:lnTo>
                  <a:lnTo>
                    <a:pt x="1327" y="1330"/>
                  </a:lnTo>
                  <a:lnTo>
                    <a:pt x="1338" y="1332"/>
                  </a:lnTo>
                  <a:lnTo>
                    <a:pt x="1350" y="1334"/>
                  </a:lnTo>
                  <a:lnTo>
                    <a:pt x="1362" y="1336"/>
                  </a:lnTo>
                  <a:lnTo>
                    <a:pt x="1374" y="1338"/>
                  </a:lnTo>
                  <a:lnTo>
                    <a:pt x="1382" y="1339"/>
                  </a:lnTo>
                  <a:lnTo>
                    <a:pt x="1391" y="1340"/>
                  </a:lnTo>
                  <a:lnTo>
                    <a:pt x="1393" y="1340"/>
                  </a:lnTo>
                  <a:lnTo>
                    <a:pt x="1394" y="1341"/>
                  </a:lnTo>
                  <a:lnTo>
                    <a:pt x="1396" y="1341"/>
                  </a:lnTo>
                  <a:lnTo>
                    <a:pt x="1397" y="1341"/>
                  </a:lnTo>
                  <a:lnTo>
                    <a:pt x="1410" y="1343"/>
                  </a:lnTo>
                  <a:lnTo>
                    <a:pt x="1422" y="1345"/>
                  </a:lnTo>
                  <a:lnTo>
                    <a:pt x="1434" y="1347"/>
                  </a:lnTo>
                  <a:lnTo>
                    <a:pt x="1447" y="1348"/>
                  </a:lnTo>
                  <a:lnTo>
                    <a:pt x="1459" y="1350"/>
                  </a:lnTo>
                  <a:lnTo>
                    <a:pt x="1472" y="1352"/>
                  </a:lnTo>
                  <a:lnTo>
                    <a:pt x="1474" y="1352"/>
                  </a:lnTo>
                  <a:lnTo>
                    <a:pt x="1476" y="1352"/>
                  </a:lnTo>
                  <a:lnTo>
                    <a:pt x="1477" y="1353"/>
                  </a:lnTo>
                  <a:lnTo>
                    <a:pt x="1479" y="1353"/>
                  </a:lnTo>
                  <a:lnTo>
                    <a:pt x="1488" y="1354"/>
                  </a:lnTo>
                  <a:lnTo>
                    <a:pt x="1498" y="1355"/>
                  </a:lnTo>
                  <a:lnTo>
                    <a:pt x="1511" y="1357"/>
                  </a:lnTo>
                  <a:lnTo>
                    <a:pt x="1525" y="1359"/>
                  </a:lnTo>
                  <a:lnTo>
                    <a:pt x="1538" y="1361"/>
                  </a:lnTo>
                  <a:lnTo>
                    <a:pt x="1552" y="1362"/>
                  </a:lnTo>
                  <a:lnTo>
                    <a:pt x="1557" y="1363"/>
                  </a:lnTo>
                  <a:lnTo>
                    <a:pt x="1563" y="1364"/>
                  </a:lnTo>
                  <a:lnTo>
                    <a:pt x="1565" y="1364"/>
                  </a:lnTo>
                  <a:lnTo>
                    <a:pt x="1567" y="1364"/>
                  </a:lnTo>
                  <a:lnTo>
                    <a:pt x="1573" y="1365"/>
                  </a:lnTo>
                  <a:lnTo>
                    <a:pt x="1579" y="1366"/>
                  </a:lnTo>
                  <a:lnTo>
                    <a:pt x="1593" y="1368"/>
                  </a:lnTo>
                  <a:lnTo>
                    <a:pt x="1606" y="1369"/>
                  </a:lnTo>
                  <a:lnTo>
                    <a:pt x="1621" y="1371"/>
                  </a:lnTo>
                  <a:lnTo>
                    <a:pt x="1636" y="1373"/>
                  </a:lnTo>
                  <a:lnTo>
                    <a:pt x="1644" y="1374"/>
                  </a:lnTo>
                  <a:lnTo>
                    <a:pt x="1652" y="1375"/>
                  </a:lnTo>
                  <a:lnTo>
                    <a:pt x="1655" y="1375"/>
                  </a:lnTo>
                  <a:lnTo>
                    <a:pt x="1657" y="1375"/>
                  </a:lnTo>
                  <a:lnTo>
                    <a:pt x="1661" y="1376"/>
                  </a:lnTo>
                  <a:lnTo>
                    <a:pt x="1665" y="1376"/>
                  </a:lnTo>
                  <a:lnTo>
                    <a:pt x="1680" y="1378"/>
                  </a:lnTo>
                  <a:lnTo>
                    <a:pt x="1695" y="1379"/>
                  </a:lnTo>
                  <a:lnTo>
                    <a:pt x="1702" y="1380"/>
                  </a:lnTo>
                  <a:lnTo>
                    <a:pt x="1710" y="1381"/>
                  </a:lnTo>
                  <a:lnTo>
                    <a:pt x="1717" y="1382"/>
                  </a:lnTo>
                  <a:lnTo>
                    <a:pt x="1725" y="1383"/>
                  </a:lnTo>
                  <a:lnTo>
                    <a:pt x="1735" y="1384"/>
                  </a:lnTo>
                  <a:lnTo>
                    <a:pt x="1745" y="1385"/>
                  </a:lnTo>
                  <a:lnTo>
                    <a:pt x="1748" y="1385"/>
                  </a:lnTo>
                  <a:lnTo>
                    <a:pt x="1750" y="1385"/>
                  </a:lnTo>
                  <a:lnTo>
                    <a:pt x="1754" y="1386"/>
                  </a:lnTo>
                  <a:lnTo>
                    <a:pt x="1757" y="1386"/>
                  </a:lnTo>
                  <a:lnTo>
                    <a:pt x="1765" y="1387"/>
                  </a:lnTo>
                  <a:lnTo>
                    <a:pt x="1773" y="1388"/>
                  </a:lnTo>
                  <a:lnTo>
                    <a:pt x="1781" y="1388"/>
                  </a:lnTo>
                  <a:lnTo>
                    <a:pt x="1789" y="1389"/>
                  </a:lnTo>
                  <a:lnTo>
                    <a:pt x="1798" y="1390"/>
                  </a:lnTo>
                  <a:lnTo>
                    <a:pt x="1806" y="1391"/>
                  </a:lnTo>
                  <a:lnTo>
                    <a:pt x="1814" y="1392"/>
                  </a:lnTo>
                  <a:lnTo>
                    <a:pt x="1822" y="1392"/>
                  </a:lnTo>
                  <a:lnTo>
                    <a:pt x="1831" y="1393"/>
                  </a:lnTo>
                  <a:lnTo>
                    <a:pt x="1841" y="1394"/>
                  </a:lnTo>
                  <a:lnTo>
                    <a:pt x="1844" y="1394"/>
                  </a:lnTo>
                  <a:lnTo>
                    <a:pt x="1846" y="1395"/>
                  </a:lnTo>
                  <a:lnTo>
                    <a:pt x="1851" y="1395"/>
                  </a:lnTo>
                  <a:lnTo>
                    <a:pt x="1855" y="1395"/>
                  </a:lnTo>
                  <a:lnTo>
                    <a:pt x="1864" y="1396"/>
                  </a:lnTo>
                  <a:lnTo>
                    <a:pt x="1873" y="1397"/>
                  </a:lnTo>
                  <a:lnTo>
                    <a:pt x="1883" y="1398"/>
                  </a:lnTo>
                  <a:lnTo>
                    <a:pt x="1892" y="1399"/>
                  </a:lnTo>
                  <a:lnTo>
                    <a:pt x="1901" y="1399"/>
                  </a:lnTo>
                  <a:lnTo>
                    <a:pt x="1910" y="1400"/>
                  </a:lnTo>
                  <a:lnTo>
                    <a:pt x="1919" y="1401"/>
                  </a:lnTo>
                  <a:lnTo>
                    <a:pt x="1928" y="1402"/>
                  </a:lnTo>
                  <a:lnTo>
                    <a:pt x="1934" y="1402"/>
                  </a:lnTo>
                  <a:lnTo>
                    <a:pt x="1939" y="1403"/>
                  </a:lnTo>
                  <a:lnTo>
                    <a:pt x="1943" y="1403"/>
                  </a:lnTo>
                  <a:lnTo>
                    <a:pt x="1946" y="1403"/>
                  </a:lnTo>
                  <a:lnTo>
                    <a:pt x="1956" y="1404"/>
                  </a:lnTo>
                  <a:lnTo>
                    <a:pt x="1965" y="1405"/>
                  </a:lnTo>
                  <a:lnTo>
                    <a:pt x="1974" y="1406"/>
                  </a:lnTo>
                  <a:lnTo>
                    <a:pt x="1984" y="1406"/>
                  </a:lnTo>
                  <a:lnTo>
                    <a:pt x="1993" y="1407"/>
                  </a:lnTo>
                  <a:lnTo>
                    <a:pt x="2003" y="1408"/>
                  </a:lnTo>
                  <a:lnTo>
                    <a:pt x="2012" y="1409"/>
                  </a:lnTo>
                  <a:lnTo>
                    <a:pt x="2022" y="1409"/>
                  </a:lnTo>
                  <a:lnTo>
                    <a:pt x="2032" y="1410"/>
                  </a:lnTo>
                  <a:lnTo>
                    <a:pt x="2042" y="1411"/>
                  </a:lnTo>
                  <a:lnTo>
                    <a:pt x="2043" y="1411"/>
                  </a:lnTo>
                  <a:lnTo>
                    <a:pt x="2043" y="1411"/>
                  </a:lnTo>
                  <a:lnTo>
                    <a:pt x="2043" y="1411"/>
                  </a:lnTo>
                  <a:lnTo>
                    <a:pt x="2044" y="1411"/>
                  </a:lnTo>
                  <a:lnTo>
                    <a:pt x="2044" y="1411"/>
                  </a:lnTo>
                  <a:lnTo>
                    <a:pt x="2045" y="1411"/>
                  </a:lnTo>
                  <a:lnTo>
                    <a:pt x="2056" y="1412"/>
                  </a:lnTo>
                  <a:lnTo>
                    <a:pt x="2067" y="1413"/>
                  </a:lnTo>
                  <a:lnTo>
                    <a:pt x="2077" y="1413"/>
                  </a:lnTo>
                  <a:lnTo>
                    <a:pt x="2088" y="1414"/>
                  </a:lnTo>
                  <a:lnTo>
                    <a:pt x="2099" y="1415"/>
                  </a:lnTo>
                  <a:lnTo>
                    <a:pt x="2110" y="1416"/>
                  </a:lnTo>
                  <a:lnTo>
                    <a:pt x="2122" y="1416"/>
                  </a:lnTo>
                  <a:lnTo>
                    <a:pt x="2133" y="1417"/>
                  </a:lnTo>
                  <a:lnTo>
                    <a:pt x="2139" y="1417"/>
                  </a:lnTo>
                  <a:lnTo>
                    <a:pt x="2144" y="1418"/>
                  </a:lnTo>
                  <a:lnTo>
                    <a:pt x="2149" y="1418"/>
                  </a:lnTo>
                  <a:lnTo>
                    <a:pt x="2153" y="1418"/>
                  </a:lnTo>
                  <a:lnTo>
                    <a:pt x="2165" y="1419"/>
                  </a:lnTo>
                  <a:lnTo>
                    <a:pt x="2177" y="1420"/>
                  </a:lnTo>
                  <a:lnTo>
                    <a:pt x="2190" y="1421"/>
                  </a:lnTo>
                  <a:lnTo>
                    <a:pt x="2204" y="1421"/>
                  </a:lnTo>
                  <a:lnTo>
                    <a:pt x="2218" y="1422"/>
                  </a:lnTo>
                  <a:lnTo>
                    <a:pt x="2232" y="1423"/>
                  </a:lnTo>
                  <a:lnTo>
                    <a:pt x="2240" y="1423"/>
                  </a:lnTo>
                  <a:lnTo>
                    <a:pt x="2248" y="1424"/>
                  </a:lnTo>
                  <a:lnTo>
                    <a:pt x="2255" y="1424"/>
                  </a:lnTo>
                  <a:lnTo>
                    <a:pt x="2263" y="1425"/>
                  </a:lnTo>
                  <a:lnTo>
                    <a:pt x="2275" y="1425"/>
                  </a:lnTo>
                  <a:lnTo>
                    <a:pt x="2287" y="1426"/>
                  </a:lnTo>
                  <a:lnTo>
                    <a:pt x="2301" y="1427"/>
                  </a:lnTo>
                  <a:lnTo>
                    <a:pt x="2315" y="1427"/>
                  </a:lnTo>
                  <a:lnTo>
                    <a:pt x="2329" y="1428"/>
                  </a:lnTo>
                  <a:lnTo>
                    <a:pt x="2343" y="1429"/>
                  </a:lnTo>
                  <a:lnTo>
                    <a:pt x="2350" y="1429"/>
                  </a:lnTo>
                  <a:lnTo>
                    <a:pt x="2356" y="1429"/>
                  </a:lnTo>
                  <a:lnTo>
                    <a:pt x="2364" y="1430"/>
                  </a:lnTo>
                  <a:lnTo>
                    <a:pt x="2371" y="1430"/>
                  </a:lnTo>
                  <a:lnTo>
                    <a:pt x="2385" y="1430"/>
                  </a:lnTo>
                  <a:lnTo>
                    <a:pt x="2399" y="1431"/>
                  </a:lnTo>
                  <a:lnTo>
                    <a:pt x="2409" y="1431"/>
                  </a:lnTo>
                  <a:lnTo>
                    <a:pt x="2419" y="1432"/>
                  </a:lnTo>
                  <a:lnTo>
                    <a:pt x="2429" y="1432"/>
                  </a:lnTo>
                  <a:lnTo>
                    <a:pt x="2438" y="1433"/>
                  </a:lnTo>
                  <a:lnTo>
                    <a:pt x="2451" y="1433"/>
                  </a:lnTo>
                  <a:lnTo>
                    <a:pt x="2463" y="1434"/>
                  </a:lnTo>
                  <a:lnTo>
                    <a:pt x="2475" y="1434"/>
                  </a:lnTo>
                  <a:lnTo>
                    <a:pt x="2488" y="1434"/>
                  </a:lnTo>
                  <a:lnTo>
                    <a:pt x="2495" y="1435"/>
                  </a:lnTo>
                  <a:lnTo>
                    <a:pt x="2503" y="1435"/>
                  </a:lnTo>
                  <a:lnTo>
                    <a:pt x="2514" y="1435"/>
                  </a:lnTo>
                  <a:lnTo>
                    <a:pt x="2525" y="1436"/>
                  </a:lnTo>
                  <a:lnTo>
                    <a:pt x="2536" y="1436"/>
                  </a:lnTo>
                  <a:lnTo>
                    <a:pt x="2547" y="1436"/>
                  </a:lnTo>
                  <a:lnTo>
                    <a:pt x="2559" y="1437"/>
                  </a:lnTo>
                  <a:lnTo>
                    <a:pt x="2571" y="1437"/>
                  </a:lnTo>
                  <a:lnTo>
                    <a:pt x="2584" y="1437"/>
                  </a:lnTo>
                  <a:lnTo>
                    <a:pt x="2596" y="1438"/>
                  </a:lnTo>
                  <a:lnTo>
                    <a:pt x="2602" y="1438"/>
                  </a:lnTo>
                  <a:lnTo>
                    <a:pt x="2608" y="1438"/>
                  </a:lnTo>
                  <a:lnTo>
                    <a:pt x="2620" y="1438"/>
                  </a:lnTo>
                  <a:lnTo>
                    <a:pt x="2633" y="1439"/>
                  </a:lnTo>
                  <a:lnTo>
                    <a:pt x="2646" y="1439"/>
                  </a:lnTo>
                  <a:lnTo>
                    <a:pt x="2659" y="1439"/>
                  </a:lnTo>
                  <a:lnTo>
                    <a:pt x="2670" y="1439"/>
                  </a:lnTo>
                  <a:lnTo>
                    <a:pt x="2682" y="1440"/>
                  </a:lnTo>
                  <a:lnTo>
                    <a:pt x="2694" y="1440"/>
                  </a:lnTo>
                  <a:lnTo>
                    <a:pt x="2705" y="1440"/>
                  </a:lnTo>
                  <a:lnTo>
                    <a:pt x="2710" y="1440"/>
                  </a:lnTo>
                  <a:lnTo>
                    <a:pt x="2714" y="1440"/>
                  </a:lnTo>
                  <a:lnTo>
                    <a:pt x="2730" y="1441"/>
                  </a:lnTo>
                  <a:lnTo>
                    <a:pt x="2745" y="1441"/>
                  </a:lnTo>
                  <a:lnTo>
                    <a:pt x="2761" y="1441"/>
                  </a:lnTo>
                  <a:lnTo>
                    <a:pt x="2776" y="1441"/>
                  </a:lnTo>
                  <a:lnTo>
                    <a:pt x="2786" y="1441"/>
                  </a:lnTo>
                  <a:lnTo>
                    <a:pt x="2797" y="1441"/>
                  </a:lnTo>
                  <a:lnTo>
                    <a:pt x="2807" y="1442"/>
                  </a:lnTo>
                  <a:lnTo>
                    <a:pt x="2817" y="1442"/>
                  </a:lnTo>
                  <a:lnTo>
                    <a:pt x="2820" y="1442"/>
                  </a:lnTo>
                  <a:lnTo>
                    <a:pt x="2822" y="1442"/>
                  </a:lnTo>
                  <a:lnTo>
                    <a:pt x="2835" y="1442"/>
                  </a:lnTo>
                  <a:lnTo>
                    <a:pt x="2849" y="1442"/>
                  </a:lnTo>
                  <a:lnTo>
                    <a:pt x="2862" y="1442"/>
                  </a:lnTo>
                  <a:lnTo>
                    <a:pt x="2875" y="1442"/>
                  </a:lnTo>
                  <a:lnTo>
                    <a:pt x="2889" y="1442"/>
                  </a:lnTo>
                  <a:lnTo>
                    <a:pt x="2902" y="1442"/>
                  </a:lnTo>
                  <a:lnTo>
                    <a:pt x="2915" y="1442"/>
                  </a:lnTo>
                  <a:lnTo>
                    <a:pt x="2929" y="1442"/>
                  </a:lnTo>
                  <a:lnTo>
                    <a:pt x="2937" y="1442"/>
                  </a:lnTo>
                  <a:lnTo>
                    <a:pt x="2945" y="1442"/>
                  </a:lnTo>
                  <a:lnTo>
                    <a:pt x="2953" y="1442"/>
                  </a:lnTo>
                  <a:lnTo>
                    <a:pt x="2961" y="1442"/>
                  </a:lnTo>
                  <a:lnTo>
                    <a:pt x="2969" y="1442"/>
                  </a:lnTo>
                  <a:lnTo>
                    <a:pt x="2977" y="1442"/>
                  </a:lnTo>
                  <a:lnTo>
                    <a:pt x="2985" y="1442"/>
                  </a:lnTo>
                  <a:lnTo>
                    <a:pt x="2993" y="1442"/>
                  </a:lnTo>
                  <a:lnTo>
                    <a:pt x="3000" y="1442"/>
                  </a:lnTo>
                  <a:lnTo>
                    <a:pt x="3008" y="1442"/>
                  </a:lnTo>
                  <a:lnTo>
                    <a:pt x="3016" y="1442"/>
                  </a:lnTo>
                  <a:lnTo>
                    <a:pt x="3024" y="1442"/>
                  </a:lnTo>
                  <a:lnTo>
                    <a:pt x="3029" y="1442"/>
                  </a:lnTo>
                  <a:lnTo>
                    <a:pt x="3034" y="1442"/>
                  </a:lnTo>
                  <a:lnTo>
                    <a:pt x="3037" y="1442"/>
                  </a:lnTo>
                  <a:lnTo>
                    <a:pt x="3040" y="1442"/>
                  </a:lnTo>
                  <a:lnTo>
                    <a:pt x="3048" y="1442"/>
                  </a:lnTo>
                  <a:lnTo>
                    <a:pt x="3056" y="1442"/>
                  </a:lnTo>
                  <a:lnTo>
                    <a:pt x="3067" y="1442"/>
                  </a:lnTo>
                  <a:lnTo>
                    <a:pt x="3078" y="1441"/>
                  </a:lnTo>
                  <a:lnTo>
                    <a:pt x="3088" y="1441"/>
                  </a:lnTo>
                  <a:lnTo>
                    <a:pt x="3099" y="1441"/>
                  </a:lnTo>
                  <a:lnTo>
                    <a:pt x="3113" y="1441"/>
                  </a:lnTo>
                  <a:lnTo>
                    <a:pt x="3126" y="1441"/>
                  </a:lnTo>
                  <a:lnTo>
                    <a:pt x="3140" y="1441"/>
                  </a:lnTo>
                  <a:lnTo>
                    <a:pt x="3153" y="1440"/>
                  </a:lnTo>
                  <a:lnTo>
                    <a:pt x="3158" y="1440"/>
                  </a:lnTo>
                  <a:lnTo>
                    <a:pt x="3162" y="1440"/>
                  </a:lnTo>
                  <a:lnTo>
                    <a:pt x="3173" y="1440"/>
                  </a:lnTo>
                  <a:lnTo>
                    <a:pt x="3183" y="1440"/>
                  </a:lnTo>
                  <a:lnTo>
                    <a:pt x="3194" y="1440"/>
                  </a:lnTo>
                  <a:lnTo>
                    <a:pt x="3204" y="1439"/>
                  </a:lnTo>
                  <a:lnTo>
                    <a:pt x="3218" y="1439"/>
                  </a:lnTo>
                  <a:lnTo>
                    <a:pt x="3231" y="1439"/>
                  </a:lnTo>
                  <a:lnTo>
                    <a:pt x="3245" y="1439"/>
                  </a:lnTo>
                  <a:lnTo>
                    <a:pt x="3258" y="1438"/>
                  </a:lnTo>
                  <a:lnTo>
                    <a:pt x="3262" y="1438"/>
                  </a:lnTo>
                  <a:lnTo>
                    <a:pt x="3266" y="1438"/>
                  </a:lnTo>
                  <a:lnTo>
                    <a:pt x="3277" y="1438"/>
                  </a:lnTo>
                  <a:lnTo>
                    <a:pt x="3287" y="1437"/>
                  </a:lnTo>
                  <a:lnTo>
                    <a:pt x="3298" y="1437"/>
                  </a:lnTo>
                  <a:lnTo>
                    <a:pt x="3308" y="1437"/>
                  </a:lnTo>
                  <a:lnTo>
                    <a:pt x="3321" y="1436"/>
                  </a:lnTo>
                  <a:lnTo>
                    <a:pt x="3334" y="1436"/>
                  </a:lnTo>
                  <a:lnTo>
                    <a:pt x="3349" y="1436"/>
                  </a:lnTo>
                  <a:lnTo>
                    <a:pt x="3362" y="1435"/>
                  </a:lnTo>
                  <a:lnTo>
                    <a:pt x="3366" y="1435"/>
                  </a:lnTo>
                  <a:lnTo>
                    <a:pt x="3370" y="1435"/>
                  </a:lnTo>
                  <a:lnTo>
                    <a:pt x="3381" y="1435"/>
                  </a:lnTo>
                  <a:lnTo>
                    <a:pt x="3391" y="1434"/>
                  </a:lnTo>
                  <a:lnTo>
                    <a:pt x="3401" y="1434"/>
                  </a:lnTo>
                  <a:lnTo>
                    <a:pt x="3412" y="1433"/>
                  </a:lnTo>
                  <a:lnTo>
                    <a:pt x="3424" y="1433"/>
                  </a:lnTo>
                  <a:lnTo>
                    <a:pt x="3437" y="1432"/>
                  </a:lnTo>
                  <a:lnTo>
                    <a:pt x="3450" y="1432"/>
                  </a:lnTo>
                  <a:lnTo>
                    <a:pt x="3463" y="1431"/>
                  </a:lnTo>
                  <a:lnTo>
                    <a:pt x="3467" y="1431"/>
                  </a:lnTo>
                  <a:lnTo>
                    <a:pt x="3471" y="1431"/>
                  </a:lnTo>
                  <a:lnTo>
                    <a:pt x="3485" y="1431"/>
                  </a:lnTo>
                  <a:lnTo>
                    <a:pt x="3498" y="1430"/>
                  </a:lnTo>
                  <a:lnTo>
                    <a:pt x="3512" y="1429"/>
                  </a:lnTo>
                  <a:lnTo>
                    <a:pt x="3526" y="1429"/>
                  </a:lnTo>
                  <a:lnTo>
                    <a:pt x="3536" y="1428"/>
                  </a:lnTo>
                  <a:lnTo>
                    <a:pt x="3546" y="1428"/>
                  </a:lnTo>
                  <a:lnTo>
                    <a:pt x="3554" y="1427"/>
                  </a:lnTo>
                  <a:lnTo>
                    <a:pt x="3562" y="1427"/>
                  </a:lnTo>
                  <a:lnTo>
                    <a:pt x="3571" y="1426"/>
                  </a:lnTo>
                  <a:lnTo>
                    <a:pt x="3580" y="1426"/>
                  </a:lnTo>
                  <a:lnTo>
                    <a:pt x="3594" y="1425"/>
                  </a:lnTo>
                  <a:lnTo>
                    <a:pt x="3607" y="1424"/>
                  </a:lnTo>
                  <a:lnTo>
                    <a:pt x="3621" y="1424"/>
                  </a:lnTo>
                  <a:lnTo>
                    <a:pt x="3634" y="1423"/>
                  </a:lnTo>
                  <a:lnTo>
                    <a:pt x="3640" y="1423"/>
                  </a:lnTo>
                  <a:lnTo>
                    <a:pt x="3646" y="1422"/>
                  </a:lnTo>
                  <a:lnTo>
                    <a:pt x="3653" y="1422"/>
                  </a:lnTo>
                  <a:lnTo>
                    <a:pt x="3659" y="1421"/>
                  </a:lnTo>
                  <a:lnTo>
                    <a:pt x="3673" y="1421"/>
                  </a:lnTo>
                  <a:lnTo>
                    <a:pt x="3687" y="1420"/>
                  </a:lnTo>
                  <a:lnTo>
                    <a:pt x="3698" y="1419"/>
                  </a:lnTo>
                  <a:lnTo>
                    <a:pt x="3709" y="1418"/>
                  </a:lnTo>
                  <a:lnTo>
                    <a:pt x="3719" y="1418"/>
                  </a:lnTo>
                  <a:lnTo>
                    <a:pt x="3730" y="1417"/>
                  </a:lnTo>
                  <a:lnTo>
                    <a:pt x="3736" y="1417"/>
                  </a:lnTo>
                  <a:lnTo>
                    <a:pt x="3743" y="1416"/>
                  </a:lnTo>
                  <a:lnTo>
                    <a:pt x="3745" y="1416"/>
                  </a:lnTo>
                  <a:lnTo>
                    <a:pt x="3747" y="1416"/>
                  </a:lnTo>
                  <a:lnTo>
                    <a:pt x="3749" y="1416"/>
                  </a:lnTo>
                  <a:lnTo>
                    <a:pt x="3751" y="1415"/>
                  </a:lnTo>
                  <a:lnTo>
                    <a:pt x="3761" y="1415"/>
                  </a:lnTo>
                  <a:lnTo>
                    <a:pt x="3771" y="1414"/>
                  </a:lnTo>
                  <a:lnTo>
                    <a:pt x="3782" y="1413"/>
                  </a:lnTo>
                  <a:lnTo>
                    <a:pt x="3792" y="1413"/>
                  </a:lnTo>
                  <a:lnTo>
                    <a:pt x="3802" y="1412"/>
                  </a:lnTo>
                  <a:lnTo>
                    <a:pt x="3813" y="1411"/>
                  </a:lnTo>
                  <a:lnTo>
                    <a:pt x="3823" y="1410"/>
                  </a:lnTo>
                  <a:lnTo>
                    <a:pt x="3834" y="1409"/>
                  </a:lnTo>
                  <a:lnTo>
                    <a:pt x="3838" y="1409"/>
                  </a:lnTo>
                  <a:lnTo>
                    <a:pt x="3843" y="1409"/>
                  </a:lnTo>
                  <a:lnTo>
                    <a:pt x="3848" y="1408"/>
                  </a:lnTo>
                  <a:lnTo>
                    <a:pt x="3853" y="1408"/>
                  </a:lnTo>
                  <a:lnTo>
                    <a:pt x="3862" y="1407"/>
                  </a:lnTo>
                  <a:lnTo>
                    <a:pt x="3871" y="1406"/>
                  </a:lnTo>
                  <a:lnTo>
                    <a:pt x="3880" y="1406"/>
                  </a:lnTo>
                  <a:lnTo>
                    <a:pt x="3889" y="1405"/>
                  </a:lnTo>
                  <a:lnTo>
                    <a:pt x="3898" y="1404"/>
                  </a:lnTo>
                  <a:lnTo>
                    <a:pt x="3906" y="1403"/>
                  </a:lnTo>
                  <a:lnTo>
                    <a:pt x="3915" y="1403"/>
                  </a:lnTo>
                  <a:lnTo>
                    <a:pt x="3924" y="1402"/>
                  </a:lnTo>
                  <a:lnTo>
                    <a:pt x="3926" y="1402"/>
                  </a:lnTo>
                  <a:lnTo>
                    <a:pt x="3927" y="1402"/>
                  </a:lnTo>
                  <a:lnTo>
                    <a:pt x="3929" y="1401"/>
                  </a:lnTo>
                  <a:lnTo>
                    <a:pt x="3931" y="1401"/>
                  </a:lnTo>
                  <a:lnTo>
                    <a:pt x="3945" y="1400"/>
                  </a:lnTo>
                  <a:lnTo>
                    <a:pt x="3959" y="1399"/>
                  </a:lnTo>
                  <a:lnTo>
                    <a:pt x="3968" y="1398"/>
                  </a:lnTo>
                  <a:lnTo>
                    <a:pt x="3977" y="1397"/>
                  </a:lnTo>
                  <a:lnTo>
                    <a:pt x="3985" y="1396"/>
                  </a:lnTo>
                  <a:lnTo>
                    <a:pt x="3994" y="1396"/>
                  </a:lnTo>
                  <a:lnTo>
                    <a:pt x="4004" y="1395"/>
                  </a:lnTo>
                  <a:lnTo>
                    <a:pt x="4014" y="1394"/>
                  </a:lnTo>
                  <a:lnTo>
                    <a:pt x="4016" y="1393"/>
                  </a:lnTo>
                  <a:lnTo>
                    <a:pt x="4019" y="1393"/>
                  </a:lnTo>
                  <a:lnTo>
                    <a:pt x="4022" y="1393"/>
                  </a:lnTo>
                  <a:lnTo>
                    <a:pt x="4025" y="1392"/>
                  </a:lnTo>
                  <a:lnTo>
                    <a:pt x="4033" y="1392"/>
                  </a:lnTo>
                  <a:lnTo>
                    <a:pt x="4041" y="1391"/>
                  </a:lnTo>
                  <a:lnTo>
                    <a:pt x="4048" y="1390"/>
                  </a:lnTo>
                  <a:lnTo>
                    <a:pt x="4056" y="1389"/>
                  </a:lnTo>
                  <a:lnTo>
                    <a:pt x="4064" y="1389"/>
                  </a:lnTo>
                  <a:lnTo>
                    <a:pt x="4071" y="1388"/>
                  </a:lnTo>
                  <a:lnTo>
                    <a:pt x="4079" y="1387"/>
                  </a:lnTo>
                  <a:lnTo>
                    <a:pt x="4087" y="1386"/>
                  </a:lnTo>
                  <a:lnTo>
                    <a:pt x="4092" y="1385"/>
                  </a:lnTo>
                  <a:lnTo>
                    <a:pt x="4098" y="1385"/>
                  </a:lnTo>
                  <a:lnTo>
                    <a:pt x="4101" y="1384"/>
                  </a:lnTo>
                  <a:lnTo>
                    <a:pt x="4105" y="1384"/>
                  </a:lnTo>
                  <a:lnTo>
                    <a:pt x="4111" y="1383"/>
                  </a:lnTo>
                  <a:lnTo>
                    <a:pt x="4117" y="1383"/>
                  </a:lnTo>
                  <a:lnTo>
                    <a:pt x="4131" y="1381"/>
                  </a:lnTo>
                  <a:lnTo>
                    <a:pt x="4145" y="1380"/>
                  </a:lnTo>
                  <a:lnTo>
                    <a:pt x="4159" y="1378"/>
                  </a:lnTo>
                  <a:lnTo>
                    <a:pt x="4173" y="1376"/>
                  </a:lnTo>
                  <a:lnTo>
                    <a:pt x="4177" y="1376"/>
                  </a:lnTo>
                  <a:lnTo>
                    <a:pt x="4181" y="1375"/>
                  </a:lnTo>
                  <a:lnTo>
                    <a:pt x="4183" y="1375"/>
                  </a:lnTo>
                  <a:lnTo>
                    <a:pt x="4186" y="1375"/>
                  </a:lnTo>
                  <a:lnTo>
                    <a:pt x="4193" y="1374"/>
                  </a:lnTo>
                  <a:lnTo>
                    <a:pt x="4200" y="1373"/>
                  </a:lnTo>
                  <a:lnTo>
                    <a:pt x="4214" y="1371"/>
                  </a:lnTo>
                  <a:lnTo>
                    <a:pt x="4228" y="1369"/>
                  </a:lnTo>
                  <a:lnTo>
                    <a:pt x="4240" y="1368"/>
                  </a:lnTo>
                  <a:lnTo>
                    <a:pt x="4253" y="1366"/>
                  </a:lnTo>
                  <a:lnTo>
                    <a:pt x="4257" y="1366"/>
                  </a:lnTo>
                  <a:lnTo>
                    <a:pt x="4260" y="1365"/>
                  </a:lnTo>
                  <a:lnTo>
                    <a:pt x="4262" y="1365"/>
                  </a:lnTo>
                  <a:lnTo>
                    <a:pt x="4264" y="1365"/>
                  </a:lnTo>
                  <a:lnTo>
                    <a:pt x="4272" y="1364"/>
                  </a:lnTo>
                  <a:lnTo>
                    <a:pt x="4279" y="1363"/>
                  </a:lnTo>
                  <a:lnTo>
                    <a:pt x="4291" y="1361"/>
                  </a:lnTo>
                  <a:lnTo>
                    <a:pt x="4304" y="1359"/>
                  </a:lnTo>
                  <a:lnTo>
                    <a:pt x="4316" y="1357"/>
                  </a:lnTo>
                  <a:lnTo>
                    <a:pt x="4328" y="1356"/>
                  </a:lnTo>
                  <a:lnTo>
                    <a:pt x="4332" y="1355"/>
                  </a:lnTo>
                  <a:lnTo>
                    <a:pt x="4336" y="1354"/>
                  </a:lnTo>
                  <a:lnTo>
                    <a:pt x="4338" y="1354"/>
                  </a:lnTo>
                  <a:lnTo>
                    <a:pt x="4340" y="1354"/>
                  </a:lnTo>
                  <a:lnTo>
                    <a:pt x="4346" y="1353"/>
                  </a:lnTo>
                  <a:lnTo>
                    <a:pt x="4352" y="1352"/>
                  </a:lnTo>
                  <a:lnTo>
                    <a:pt x="4363" y="1350"/>
                  </a:lnTo>
                  <a:lnTo>
                    <a:pt x="4375" y="1349"/>
                  </a:lnTo>
                  <a:lnTo>
                    <a:pt x="4386" y="1347"/>
                  </a:lnTo>
                  <a:lnTo>
                    <a:pt x="4398" y="1345"/>
                  </a:lnTo>
                  <a:lnTo>
                    <a:pt x="4403" y="1344"/>
                  </a:lnTo>
                  <a:lnTo>
                    <a:pt x="4409" y="1343"/>
                  </a:lnTo>
                  <a:lnTo>
                    <a:pt x="4410" y="1343"/>
                  </a:lnTo>
                  <a:lnTo>
                    <a:pt x="4411" y="1343"/>
                  </a:lnTo>
                  <a:lnTo>
                    <a:pt x="4412" y="1343"/>
                  </a:lnTo>
                  <a:lnTo>
                    <a:pt x="4412" y="1343"/>
                  </a:lnTo>
                  <a:lnTo>
                    <a:pt x="4416" y="1342"/>
                  </a:lnTo>
                  <a:lnTo>
                    <a:pt x="4420" y="1341"/>
                  </a:lnTo>
                  <a:lnTo>
                    <a:pt x="4431" y="1340"/>
                  </a:lnTo>
                  <a:lnTo>
                    <a:pt x="4442" y="1338"/>
                  </a:lnTo>
                  <a:lnTo>
                    <a:pt x="4452" y="1336"/>
                  </a:lnTo>
                  <a:lnTo>
                    <a:pt x="4463" y="1334"/>
                  </a:lnTo>
                  <a:lnTo>
                    <a:pt x="4471" y="1333"/>
                  </a:lnTo>
                  <a:lnTo>
                    <a:pt x="4478" y="1331"/>
                  </a:lnTo>
                  <a:lnTo>
                    <a:pt x="4479" y="1331"/>
                  </a:lnTo>
                  <a:lnTo>
                    <a:pt x="4481" y="1331"/>
                  </a:lnTo>
                  <a:lnTo>
                    <a:pt x="4482" y="1331"/>
                  </a:lnTo>
                  <a:lnTo>
                    <a:pt x="4484" y="1330"/>
                  </a:lnTo>
                  <a:lnTo>
                    <a:pt x="4495" y="1328"/>
                  </a:lnTo>
                  <a:lnTo>
                    <a:pt x="4505" y="1327"/>
                  </a:lnTo>
                  <a:lnTo>
                    <a:pt x="4515" y="1325"/>
                  </a:lnTo>
                  <a:lnTo>
                    <a:pt x="4525" y="1323"/>
                  </a:lnTo>
                  <a:lnTo>
                    <a:pt x="4535" y="1321"/>
                  </a:lnTo>
                  <a:lnTo>
                    <a:pt x="4545" y="1319"/>
                  </a:lnTo>
                  <a:lnTo>
                    <a:pt x="4545" y="1319"/>
                  </a:lnTo>
                  <a:lnTo>
                    <a:pt x="4545" y="1319"/>
                  </a:lnTo>
                  <a:lnTo>
                    <a:pt x="4555" y="1317"/>
                  </a:lnTo>
                  <a:lnTo>
                    <a:pt x="4565" y="1315"/>
                  </a:lnTo>
                  <a:lnTo>
                    <a:pt x="4575" y="1313"/>
                  </a:lnTo>
                  <a:lnTo>
                    <a:pt x="4585" y="1311"/>
                  </a:lnTo>
                  <a:lnTo>
                    <a:pt x="4595" y="1309"/>
                  </a:lnTo>
                  <a:lnTo>
                    <a:pt x="4604" y="1307"/>
                  </a:lnTo>
                  <a:lnTo>
                    <a:pt x="4606" y="1307"/>
                  </a:lnTo>
                  <a:lnTo>
                    <a:pt x="4607" y="1306"/>
                  </a:lnTo>
                  <a:lnTo>
                    <a:pt x="4609" y="1306"/>
                  </a:lnTo>
                  <a:lnTo>
                    <a:pt x="4610" y="1306"/>
                  </a:lnTo>
                  <a:lnTo>
                    <a:pt x="4616" y="1305"/>
                  </a:lnTo>
                  <a:lnTo>
                    <a:pt x="4623" y="1303"/>
                  </a:lnTo>
                  <a:lnTo>
                    <a:pt x="4632" y="1301"/>
                  </a:lnTo>
                  <a:lnTo>
                    <a:pt x="4641" y="1299"/>
                  </a:lnTo>
                  <a:lnTo>
                    <a:pt x="4650" y="1297"/>
                  </a:lnTo>
                  <a:lnTo>
                    <a:pt x="4659" y="1295"/>
                  </a:lnTo>
                  <a:lnTo>
                    <a:pt x="4662" y="1294"/>
                  </a:lnTo>
                  <a:lnTo>
                    <a:pt x="4666" y="1293"/>
                  </a:lnTo>
                  <a:lnTo>
                    <a:pt x="4667" y="1293"/>
                  </a:lnTo>
                  <a:lnTo>
                    <a:pt x="4669" y="1293"/>
                  </a:lnTo>
                  <a:lnTo>
                    <a:pt x="4673" y="1292"/>
                  </a:lnTo>
                  <a:lnTo>
                    <a:pt x="4677" y="1291"/>
                  </a:lnTo>
                  <a:lnTo>
                    <a:pt x="4685" y="1289"/>
                  </a:lnTo>
                  <a:lnTo>
                    <a:pt x="4694" y="1287"/>
                  </a:lnTo>
                  <a:lnTo>
                    <a:pt x="4703" y="1284"/>
                  </a:lnTo>
                  <a:lnTo>
                    <a:pt x="4711" y="1282"/>
                  </a:lnTo>
                  <a:lnTo>
                    <a:pt x="4716" y="1281"/>
                  </a:lnTo>
                  <a:lnTo>
                    <a:pt x="4721" y="1280"/>
                  </a:lnTo>
                  <a:lnTo>
                    <a:pt x="4722" y="1279"/>
                  </a:lnTo>
                  <a:lnTo>
                    <a:pt x="4724" y="1279"/>
                  </a:lnTo>
                  <a:lnTo>
                    <a:pt x="4726" y="1279"/>
                  </a:lnTo>
                  <a:lnTo>
                    <a:pt x="4728" y="1278"/>
                  </a:lnTo>
                  <a:lnTo>
                    <a:pt x="4736" y="1276"/>
                  </a:lnTo>
                  <a:lnTo>
                    <a:pt x="4744" y="1274"/>
                  </a:lnTo>
                  <a:lnTo>
                    <a:pt x="4752" y="1271"/>
                  </a:lnTo>
                  <a:lnTo>
                    <a:pt x="4760" y="1269"/>
                  </a:lnTo>
                  <a:lnTo>
                    <a:pt x="4767" y="1267"/>
                  </a:lnTo>
                  <a:lnTo>
                    <a:pt x="4773" y="1266"/>
                  </a:lnTo>
                  <a:lnTo>
                    <a:pt x="4774" y="1265"/>
                  </a:lnTo>
                  <a:lnTo>
                    <a:pt x="4775" y="1265"/>
                  </a:lnTo>
                  <a:lnTo>
                    <a:pt x="4776" y="1265"/>
                  </a:lnTo>
                  <a:lnTo>
                    <a:pt x="4776" y="1265"/>
                  </a:lnTo>
                  <a:lnTo>
                    <a:pt x="4784" y="1262"/>
                  </a:lnTo>
                  <a:lnTo>
                    <a:pt x="4792" y="1260"/>
                  </a:lnTo>
                  <a:lnTo>
                    <a:pt x="4800" y="1258"/>
                  </a:lnTo>
                  <a:lnTo>
                    <a:pt x="4807" y="1256"/>
                  </a:lnTo>
                  <a:lnTo>
                    <a:pt x="4815" y="1253"/>
                  </a:lnTo>
                  <a:lnTo>
                    <a:pt x="4822" y="1251"/>
                  </a:lnTo>
                  <a:lnTo>
                    <a:pt x="4822" y="1251"/>
                  </a:lnTo>
                  <a:lnTo>
                    <a:pt x="4823" y="1251"/>
                  </a:lnTo>
                  <a:lnTo>
                    <a:pt x="4823" y="1251"/>
                  </a:lnTo>
                  <a:lnTo>
                    <a:pt x="4823" y="1251"/>
                  </a:lnTo>
                  <a:lnTo>
                    <a:pt x="4830" y="1248"/>
                  </a:lnTo>
                  <a:lnTo>
                    <a:pt x="4837" y="1246"/>
                  </a:lnTo>
                  <a:lnTo>
                    <a:pt x="4845" y="1244"/>
                  </a:lnTo>
                  <a:lnTo>
                    <a:pt x="4852" y="1241"/>
                  </a:lnTo>
                  <a:lnTo>
                    <a:pt x="4859" y="1239"/>
                  </a:lnTo>
                  <a:lnTo>
                    <a:pt x="4866" y="1236"/>
                  </a:lnTo>
                  <a:lnTo>
                    <a:pt x="4867" y="1236"/>
                  </a:lnTo>
                  <a:lnTo>
                    <a:pt x="4867" y="1236"/>
                  </a:lnTo>
                  <a:lnTo>
                    <a:pt x="4867" y="1236"/>
                  </a:lnTo>
                  <a:lnTo>
                    <a:pt x="4867" y="1236"/>
                  </a:lnTo>
                  <a:lnTo>
                    <a:pt x="4867" y="1236"/>
                  </a:lnTo>
                  <a:lnTo>
                    <a:pt x="4867" y="1236"/>
                  </a:lnTo>
                  <a:lnTo>
                    <a:pt x="4874" y="1233"/>
                  </a:lnTo>
                  <a:lnTo>
                    <a:pt x="4881" y="1231"/>
                  </a:lnTo>
                  <a:lnTo>
                    <a:pt x="4888" y="1228"/>
                  </a:lnTo>
                  <a:lnTo>
                    <a:pt x="4894" y="1226"/>
                  </a:lnTo>
                  <a:lnTo>
                    <a:pt x="4900" y="1223"/>
                  </a:lnTo>
                  <a:lnTo>
                    <a:pt x="4906" y="1221"/>
                  </a:lnTo>
                  <a:lnTo>
                    <a:pt x="4907" y="1221"/>
                  </a:lnTo>
                  <a:lnTo>
                    <a:pt x="4907" y="1221"/>
                  </a:lnTo>
                  <a:lnTo>
                    <a:pt x="4907" y="1221"/>
                  </a:lnTo>
                  <a:lnTo>
                    <a:pt x="4908" y="1221"/>
                  </a:lnTo>
                  <a:lnTo>
                    <a:pt x="4915" y="1218"/>
                  </a:lnTo>
                  <a:lnTo>
                    <a:pt x="4921" y="1215"/>
                  </a:lnTo>
                  <a:lnTo>
                    <a:pt x="4928" y="1212"/>
                  </a:lnTo>
                  <a:lnTo>
                    <a:pt x="4934" y="1209"/>
                  </a:lnTo>
                  <a:lnTo>
                    <a:pt x="4938" y="1208"/>
                  </a:lnTo>
                  <a:lnTo>
                    <a:pt x="4942" y="1206"/>
                  </a:lnTo>
                  <a:lnTo>
                    <a:pt x="4943" y="1206"/>
                  </a:lnTo>
                  <a:lnTo>
                    <a:pt x="4944" y="1205"/>
                  </a:lnTo>
                  <a:lnTo>
                    <a:pt x="4945" y="1204"/>
                  </a:lnTo>
                  <a:lnTo>
                    <a:pt x="4947" y="1204"/>
                  </a:lnTo>
                  <a:lnTo>
                    <a:pt x="4953" y="1201"/>
                  </a:lnTo>
                  <a:lnTo>
                    <a:pt x="4959" y="1198"/>
                  </a:lnTo>
                  <a:lnTo>
                    <a:pt x="4965" y="1195"/>
                  </a:lnTo>
                  <a:lnTo>
                    <a:pt x="4971" y="1192"/>
                  </a:lnTo>
                  <a:lnTo>
                    <a:pt x="4973" y="1191"/>
                  </a:lnTo>
                  <a:lnTo>
                    <a:pt x="4974" y="1190"/>
                  </a:lnTo>
                  <a:lnTo>
                    <a:pt x="4975" y="1190"/>
                  </a:lnTo>
                  <a:lnTo>
                    <a:pt x="4976" y="1189"/>
                  </a:lnTo>
                  <a:lnTo>
                    <a:pt x="4980" y="1187"/>
                  </a:lnTo>
                  <a:lnTo>
                    <a:pt x="4983" y="1186"/>
                  </a:lnTo>
                  <a:lnTo>
                    <a:pt x="4989" y="1183"/>
                  </a:lnTo>
                  <a:lnTo>
                    <a:pt x="4994" y="1179"/>
                  </a:lnTo>
                  <a:lnTo>
                    <a:pt x="4999" y="1177"/>
                  </a:lnTo>
                  <a:lnTo>
                    <a:pt x="5003" y="1174"/>
                  </a:lnTo>
                  <a:lnTo>
                    <a:pt x="5003" y="1174"/>
                  </a:lnTo>
                  <a:lnTo>
                    <a:pt x="5004" y="1174"/>
                  </a:lnTo>
                  <a:lnTo>
                    <a:pt x="5004" y="1173"/>
                  </a:lnTo>
                  <a:lnTo>
                    <a:pt x="5005" y="1173"/>
                  </a:lnTo>
                  <a:lnTo>
                    <a:pt x="5011" y="1169"/>
                  </a:lnTo>
                  <a:lnTo>
                    <a:pt x="5016" y="1166"/>
                  </a:lnTo>
                  <a:lnTo>
                    <a:pt x="5022" y="1162"/>
                  </a:lnTo>
                  <a:lnTo>
                    <a:pt x="5027" y="1158"/>
                  </a:lnTo>
                  <a:lnTo>
                    <a:pt x="5027" y="1158"/>
                  </a:lnTo>
                  <a:lnTo>
                    <a:pt x="5027" y="1158"/>
                  </a:lnTo>
                  <a:lnTo>
                    <a:pt x="5028" y="1158"/>
                  </a:lnTo>
                  <a:lnTo>
                    <a:pt x="5028" y="1157"/>
                  </a:lnTo>
                  <a:lnTo>
                    <a:pt x="5033" y="1154"/>
                  </a:lnTo>
                  <a:lnTo>
                    <a:pt x="5036" y="1151"/>
                  </a:lnTo>
                  <a:lnTo>
                    <a:pt x="5041" y="1147"/>
                  </a:lnTo>
                  <a:lnTo>
                    <a:pt x="5045" y="1144"/>
                  </a:lnTo>
                  <a:lnTo>
                    <a:pt x="5046" y="1143"/>
                  </a:lnTo>
                  <a:lnTo>
                    <a:pt x="5047" y="1142"/>
                  </a:lnTo>
                  <a:lnTo>
                    <a:pt x="5048" y="1141"/>
                  </a:lnTo>
                  <a:lnTo>
                    <a:pt x="5049" y="1140"/>
                  </a:lnTo>
                  <a:lnTo>
                    <a:pt x="5052" y="1137"/>
                  </a:lnTo>
                  <a:lnTo>
                    <a:pt x="5055" y="1135"/>
                  </a:lnTo>
                  <a:lnTo>
                    <a:pt x="5059" y="1130"/>
                  </a:lnTo>
                  <a:lnTo>
                    <a:pt x="5063" y="1126"/>
                  </a:lnTo>
                  <a:lnTo>
                    <a:pt x="5063" y="1125"/>
                  </a:lnTo>
                  <a:lnTo>
                    <a:pt x="5064" y="1125"/>
                  </a:lnTo>
                  <a:lnTo>
                    <a:pt x="5064" y="1124"/>
                  </a:lnTo>
                  <a:lnTo>
                    <a:pt x="5065" y="1123"/>
                  </a:lnTo>
                  <a:lnTo>
                    <a:pt x="5067" y="1120"/>
                  </a:lnTo>
                  <a:lnTo>
                    <a:pt x="5070" y="1117"/>
                  </a:lnTo>
                  <a:lnTo>
                    <a:pt x="5073" y="1112"/>
                  </a:lnTo>
                  <a:lnTo>
                    <a:pt x="5076" y="1107"/>
                  </a:lnTo>
                  <a:lnTo>
                    <a:pt x="5679" y="40"/>
                  </a:lnTo>
                  <a:lnTo>
                    <a:pt x="5677" y="45"/>
                  </a:lnTo>
                  <a:lnTo>
                    <a:pt x="5674" y="49"/>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327" name="Freeform 70"/>
            <p:cNvSpPr/>
            <p:nvPr/>
          </p:nvSpPr>
          <p:spPr bwMode="auto">
            <a:xfrm>
              <a:off x="12039338" y="4279560"/>
              <a:ext cx="4134183" cy="566029"/>
            </a:xfrm>
            <a:custGeom>
              <a:avLst/>
              <a:gdLst>
                <a:gd name="T0" fmla="*/ 23 w 5696"/>
                <a:gd name="T1" fmla="*/ 320 h 780"/>
                <a:gd name="T2" fmla="*/ 73 w 5696"/>
                <a:gd name="T3" fmla="*/ 283 h 780"/>
                <a:gd name="T4" fmla="*/ 148 w 5696"/>
                <a:gd name="T5" fmla="*/ 247 h 780"/>
                <a:gd name="T6" fmla="*/ 246 w 5696"/>
                <a:gd name="T7" fmla="*/ 213 h 780"/>
                <a:gd name="T8" fmla="*/ 467 w 5696"/>
                <a:gd name="T9" fmla="*/ 160 h 780"/>
                <a:gd name="T10" fmla="*/ 787 w 5696"/>
                <a:gd name="T11" fmla="*/ 106 h 780"/>
                <a:gd name="T12" fmla="*/ 1019 w 5696"/>
                <a:gd name="T13" fmla="*/ 78 h 780"/>
                <a:gd name="T14" fmla="*/ 1219 w 5696"/>
                <a:gd name="T15" fmla="*/ 59 h 780"/>
                <a:gd name="T16" fmla="*/ 1432 w 5696"/>
                <a:gd name="T17" fmla="*/ 42 h 780"/>
                <a:gd name="T18" fmla="*/ 1657 w 5696"/>
                <a:gd name="T19" fmla="*/ 27 h 780"/>
                <a:gd name="T20" fmla="*/ 1891 w 5696"/>
                <a:gd name="T21" fmla="*/ 16 h 780"/>
                <a:gd name="T22" fmla="*/ 2136 w 5696"/>
                <a:gd name="T23" fmla="*/ 8 h 780"/>
                <a:gd name="T24" fmla="*/ 2388 w 5696"/>
                <a:gd name="T25" fmla="*/ 2 h 780"/>
                <a:gd name="T26" fmla="*/ 2649 w 5696"/>
                <a:gd name="T27" fmla="*/ 0 h 780"/>
                <a:gd name="T28" fmla="*/ 2915 w 5696"/>
                <a:gd name="T29" fmla="*/ 1 h 780"/>
                <a:gd name="T30" fmla="*/ 3174 w 5696"/>
                <a:gd name="T31" fmla="*/ 5 h 780"/>
                <a:gd name="T32" fmla="*/ 3428 w 5696"/>
                <a:gd name="T33" fmla="*/ 12 h 780"/>
                <a:gd name="T34" fmla="*/ 3674 w 5696"/>
                <a:gd name="T35" fmla="*/ 22 h 780"/>
                <a:gd name="T36" fmla="*/ 3912 w 5696"/>
                <a:gd name="T37" fmla="*/ 36 h 780"/>
                <a:gd name="T38" fmla="*/ 4143 w 5696"/>
                <a:gd name="T39" fmla="*/ 51 h 780"/>
                <a:gd name="T40" fmla="*/ 4361 w 5696"/>
                <a:gd name="T41" fmla="*/ 70 h 780"/>
                <a:gd name="T42" fmla="*/ 4568 w 5696"/>
                <a:gd name="T43" fmla="*/ 91 h 780"/>
                <a:gd name="T44" fmla="*/ 4904 w 5696"/>
                <a:gd name="T45" fmla="*/ 134 h 780"/>
                <a:gd name="T46" fmla="*/ 5228 w 5696"/>
                <a:gd name="T47" fmla="*/ 192 h 780"/>
                <a:gd name="T48" fmla="*/ 5452 w 5696"/>
                <a:gd name="T49" fmla="*/ 250 h 780"/>
                <a:gd name="T50" fmla="*/ 5551 w 5696"/>
                <a:gd name="T51" fmla="*/ 286 h 780"/>
                <a:gd name="T52" fmla="*/ 5626 w 5696"/>
                <a:gd name="T53" fmla="*/ 324 h 780"/>
                <a:gd name="T54" fmla="*/ 5675 w 5696"/>
                <a:gd name="T55" fmla="*/ 363 h 780"/>
                <a:gd name="T56" fmla="*/ 5695 w 5696"/>
                <a:gd name="T57" fmla="*/ 403 h 780"/>
                <a:gd name="T58" fmla="*/ 5686 w 5696"/>
                <a:gd name="T59" fmla="*/ 442 h 780"/>
                <a:gd name="T60" fmla="*/ 5647 w 5696"/>
                <a:gd name="T61" fmla="*/ 481 h 780"/>
                <a:gd name="T62" fmla="*/ 5581 w 5696"/>
                <a:gd name="T63" fmla="*/ 518 h 780"/>
                <a:gd name="T64" fmla="*/ 5485 w 5696"/>
                <a:gd name="T65" fmla="*/ 555 h 780"/>
                <a:gd name="T66" fmla="*/ 5328 w 5696"/>
                <a:gd name="T67" fmla="*/ 599 h 780"/>
                <a:gd name="T68" fmla="*/ 5039 w 5696"/>
                <a:gd name="T69" fmla="*/ 654 h 780"/>
                <a:gd name="T70" fmla="*/ 4839 w 5696"/>
                <a:gd name="T71" fmla="*/ 682 h 780"/>
                <a:gd name="T72" fmla="*/ 4617 w 5696"/>
                <a:gd name="T73" fmla="*/ 707 h 780"/>
                <a:gd name="T74" fmla="*/ 4373 w 5696"/>
                <a:gd name="T75" fmla="*/ 729 h 780"/>
                <a:gd name="T76" fmla="*/ 4110 w 5696"/>
                <a:gd name="T77" fmla="*/ 748 h 780"/>
                <a:gd name="T78" fmla="*/ 3827 w 5696"/>
                <a:gd name="T79" fmla="*/ 762 h 780"/>
                <a:gd name="T80" fmla="*/ 3530 w 5696"/>
                <a:gd name="T81" fmla="*/ 773 h 780"/>
                <a:gd name="T82" fmla="*/ 3218 w 5696"/>
                <a:gd name="T83" fmla="*/ 778 h 780"/>
                <a:gd name="T84" fmla="*/ 2897 w 5696"/>
                <a:gd name="T85" fmla="*/ 780 h 780"/>
                <a:gd name="T86" fmla="*/ 2577 w 5696"/>
                <a:gd name="T87" fmla="*/ 776 h 780"/>
                <a:gd name="T88" fmla="*/ 2267 w 5696"/>
                <a:gd name="T89" fmla="*/ 767 h 780"/>
                <a:gd name="T90" fmla="*/ 1968 w 5696"/>
                <a:gd name="T91" fmla="*/ 754 h 780"/>
                <a:gd name="T92" fmla="*/ 1683 w 5696"/>
                <a:gd name="T93" fmla="*/ 737 h 780"/>
                <a:gd name="T94" fmla="*/ 1416 w 5696"/>
                <a:gd name="T95" fmla="*/ 717 h 780"/>
                <a:gd name="T96" fmla="*/ 1168 w 5696"/>
                <a:gd name="T97" fmla="*/ 693 h 780"/>
                <a:gd name="T98" fmla="*/ 939 w 5696"/>
                <a:gd name="T99" fmla="*/ 666 h 780"/>
                <a:gd name="T100" fmla="*/ 683 w 5696"/>
                <a:gd name="T101" fmla="*/ 628 h 780"/>
                <a:gd name="T102" fmla="*/ 390 w 5696"/>
                <a:gd name="T103" fmla="*/ 569 h 780"/>
                <a:gd name="T104" fmla="*/ 256 w 5696"/>
                <a:gd name="T105" fmla="*/ 533 h 780"/>
                <a:gd name="T106" fmla="*/ 150 w 5696"/>
                <a:gd name="T107" fmla="*/ 496 h 780"/>
                <a:gd name="T108" fmla="*/ 72 w 5696"/>
                <a:gd name="T109" fmla="*/ 458 h 780"/>
                <a:gd name="T110" fmla="*/ 22 w 5696"/>
                <a:gd name="T111" fmla="*/ 419 h 780"/>
                <a:gd name="T112" fmla="*/ 0 w 5696"/>
                <a:gd name="T113" fmla="*/ 380 h 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696" h="780">
                  <a:moveTo>
                    <a:pt x="4" y="349"/>
                  </a:moveTo>
                  <a:lnTo>
                    <a:pt x="9" y="340"/>
                  </a:lnTo>
                  <a:lnTo>
                    <a:pt x="15" y="330"/>
                  </a:lnTo>
                  <a:lnTo>
                    <a:pt x="23" y="320"/>
                  </a:lnTo>
                  <a:lnTo>
                    <a:pt x="33" y="311"/>
                  </a:lnTo>
                  <a:lnTo>
                    <a:pt x="45" y="301"/>
                  </a:lnTo>
                  <a:lnTo>
                    <a:pt x="58" y="292"/>
                  </a:lnTo>
                  <a:lnTo>
                    <a:pt x="73" y="283"/>
                  </a:lnTo>
                  <a:lnTo>
                    <a:pt x="89" y="274"/>
                  </a:lnTo>
                  <a:lnTo>
                    <a:pt x="107" y="265"/>
                  </a:lnTo>
                  <a:lnTo>
                    <a:pt x="127" y="256"/>
                  </a:lnTo>
                  <a:lnTo>
                    <a:pt x="148" y="247"/>
                  </a:lnTo>
                  <a:lnTo>
                    <a:pt x="170" y="239"/>
                  </a:lnTo>
                  <a:lnTo>
                    <a:pt x="194" y="230"/>
                  </a:lnTo>
                  <a:lnTo>
                    <a:pt x="219" y="222"/>
                  </a:lnTo>
                  <a:lnTo>
                    <a:pt x="246" y="213"/>
                  </a:lnTo>
                  <a:lnTo>
                    <a:pt x="275" y="205"/>
                  </a:lnTo>
                  <a:lnTo>
                    <a:pt x="334" y="190"/>
                  </a:lnTo>
                  <a:lnTo>
                    <a:pt x="398" y="175"/>
                  </a:lnTo>
                  <a:lnTo>
                    <a:pt x="467" y="160"/>
                  </a:lnTo>
                  <a:lnTo>
                    <a:pt x="541" y="146"/>
                  </a:lnTo>
                  <a:lnTo>
                    <a:pt x="619" y="132"/>
                  </a:lnTo>
                  <a:lnTo>
                    <a:pt x="701" y="119"/>
                  </a:lnTo>
                  <a:lnTo>
                    <a:pt x="787" y="106"/>
                  </a:lnTo>
                  <a:lnTo>
                    <a:pt x="878" y="95"/>
                  </a:lnTo>
                  <a:lnTo>
                    <a:pt x="925" y="89"/>
                  </a:lnTo>
                  <a:lnTo>
                    <a:pt x="972" y="84"/>
                  </a:lnTo>
                  <a:lnTo>
                    <a:pt x="1019" y="78"/>
                  </a:lnTo>
                  <a:lnTo>
                    <a:pt x="1068" y="73"/>
                  </a:lnTo>
                  <a:lnTo>
                    <a:pt x="1117" y="68"/>
                  </a:lnTo>
                  <a:lnTo>
                    <a:pt x="1168" y="63"/>
                  </a:lnTo>
                  <a:lnTo>
                    <a:pt x="1219" y="59"/>
                  </a:lnTo>
                  <a:lnTo>
                    <a:pt x="1271" y="54"/>
                  </a:lnTo>
                  <a:lnTo>
                    <a:pt x="1324" y="50"/>
                  </a:lnTo>
                  <a:lnTo>
                    <a:pt x="1377" y="46"/>
                  </a:lnTo>
                  <a:lnTo>
                    <a:pt x="1432" y="42"/>
                  </a:lnTo>
                  <a:lnTo>
                    <a:pt x="1487" y="38"/>
                  </a:lnTo>
                  <a:lnTo>
                    <a:pt x="1544" y="34"/>
                  </a:lnTo>
                  <a:lnTo>
                    <a:pt x="1600" y="31"/>
                  </a:lnTo>
                  <a:lnTo>
                    <a:pt x="1657" y="27"/>
                  </a:lnTo>
                  <a:lnTo>
                    <a:pt x="1715" y="24"/>
                  </a:lnTo>
                  <a:lnTo>
                    <a:pt x="1773" y="21"/>
                  </a:lnTo>
                  <a:lnTo>
                    <a:pt x="1832" y="19"/>
                  </a:lnTo>
                  <a:lnTo>
                    <a:pt x="1891" y="16"/>
                  </a:lnTo>
                  <a:lnTo>
                    <a:pt x="1951" y="14"/>
                  </a:lnTo>
                  <a:lnTo>
                    <a:pt x="2012" y="11"/>
                  </a:lnTo>
                  <a:lnTo>
                    <a:pt x="2073" y="9"/>
                  </a:lnTo>
                  <a:lnTo>
                    <a:pt x="2136" y="8"/>
                  </a:lnTo>
                  <a:lnTo>
                    <a:pt x="2198" y="6"/>
                  </a:lnTo>
                  <a:lnTo>
                    <a:pt x="2261" y="4"/>
                  </a:lnTo>
                  <a:lnTo>
                    <a:pt x="2324" y="3"/>
                  </a:lnTo>
                  <a:lnTo>
                    <a:pt x="2388" y="2"/>
                  </a:lnTo>
                  <a:lnTo>
                    <a:pt x="2453" y="1"/>
                  </a:lnTo>
                  <a:lnTo>
                    <a:pt x="2518" y="0"/>
                  </a:lnTo>
                  <a:lnTo>
                    <a:pt x="2583" y="0"/>
                  </a:lnTo>
                  <a:lnTo>
                    <a:pt x="2649" y="0"/>
                  </a:lnTo>
                  <a:lnTo>
                    <a:pt x="2715" y="0"/>
                  </a:lnTo>
                  <a:lnTo>
                    <a:pt x="2783" y="0"/>
                  </a:lnTo>
                  <a:lnTo>
                    <a:pt x="2849" y="0"/>
                  </a:lnTo>
                  <a:lnTo>
                    <a:pt x="2915" y="1"/>
                  </a:lnTo>
                  <a:lnTo>
                    <a:pt x="2980" y="1"/>
                  </a:lnTo>
                  <a:lnTo>
                    <a:pt x="3045" y="2"/>
                  </a:lnTo>
                  <a:lnTo>
                    <a:pt x="3110" y="4"/>
                  </a:lnTo>
                  <a:lnTo>
                    <a:pt x="3174" y="5"/>
                  </a:lnTo>
                  <a:lnTo>
                    <a:pt x="3238" y="6"/>
                  </a:lnTo>
                  <a:lnTo>
                    <a:pt x="3302" y="8"/>
                  </a:lnTo>
                  <a:lnTo>
                    <a:pt x="3366" y="10"/>
                  </a:lnTo>
                  <a:lnTo>
                    <a:pt x="3428" y="12"/>
                  </a:lnTo>
                  <a:lnTo>
                    <a:pt x="3490" y="14"/>
                  </a:lnTo>
                  <a:lnTo>
                    <a:pt x="3552" y="17"/>
                  </a:lnTo>
                  <a:lnTo>
                    <a:pt x="3613" y="20"/>
                  </a:lnTo>
                  <a:lnTo>
                    <a:pt x="3674" y="22"/>
                  </a:lnTo>
                  <a:lnTo>
                    <a:pt x="3734" y="25"/>
                  </a:lnTo>
                  <a:lnTo>
                    <a:pt x="3794" y="29"/>
                  </a:lnTo>
                  <a:lnTo>
                    <a:pt x="3853" y="32"/>
                  </a:lnTo>
                  <a:lnTo>
                    <a:pt x="3912" y="36"/>
                  </a:lnTo>
                  <a:lnTo>
                    <a:pt x="3971" y="39"/>
                  </a:lnTo>
                  <a:lnTo>
                    <a:pt x="4029" y="43"/>
                  </a:lnTo>
                  <a:lnTo>
                    <a:pt x="4086" y="47"/>
                  </a:lnTo>
                  <a:lnTo>
                    <a:pt x="4143" y="51"/>
                  </a:lnTo>
                  <a:lnTo>
                    <a:pt x="4198" y="56"/>
                  </a:lnTo>
                  <a:lnTo>
                    <a:pt x="4253" y="60"/>
                  </a:lnTo>
                  <a:lnTo>
                    <a:pt x="4308" y="65"/>
                  </a:lnTo>
                  <a:lnTo>
                    <a:pt x="4361" y="70"/>
                  </a:lnTo>
                  <a:lnTo>
                    <a:pt x="4414" y="75"/>
                  </a:lnTo>
                  <a:lnTo>
                    <a:pt x="4467" y="80"/>
                  </a:lnTo>
                  <a:lnTo>
                    <a:pt x="4518" y="85"/>
                  </a:lnTo>
                  <a:lnTo>
                    <a:pt x="4568" y="91"/>
                  </a:lnTo>
                  <a:lnTo>
                    <a:pt x="4619" y="97"/>
                  </a:lnTo>
                  <a:lnTo>
                    <a:pt x="4718" y="108"/>
                  </a:lnTo>
                  <a:lnTo>
                    <a:pt x="4812" y="121"/>
                  </a:lnTo>
                  <a:lnTo>
                    <a:pt x="4904" y="134"/>
                  </a:lnTo>
                  <a:lnTo>
                    <a:pt x="4991" y="149"/>
                  </a:lnTo>
                  <a:lnTo>
                    <a:pt x="5074" y="163"/>
                  </a:lnTo>
                  <a:lnTo>
                    <a:pt x="5153" y="177"/>
                  </a:lnTo>
                  <a:lnTo>
                    <a:pt x="5228" y="192"/>
                  </a:lnTo>
                  <a:lnTo>
                    <a:pt x="5297" y="208"/>
                  </a:lnTo>
                  <a:lnTo>
                    <a:pt x="5363" y="225"/>
                  </a:lnTo>
                  <a:lnTo>
                    <a:pt x="5424" y="242"/>
                  </a:lnTo>
                  <a:lnTo>
                    <a:pt x="5452" y="250"/>
                  </a:lnTo>
                  <a:lnTo>
                    <a:pt x="5479" y="259"/>
                  </a:lnTo>
                  <a:lnTo>
                    <a:pt x="5505" y="268"/>
                  </a:lnTo>
                  <a:lnTo>
                    <a:pt x="5529" y="277"/>
                  </a:lnTo>
                  <a:lnTo>
                    <a:pt x="5551" y="286"/>
                  </a:lnTo>
                  <a:lnTo>
                    <a:pt x="5572" y="295"/>
                  </a:lnTo>
                  <a:lnTo>
                    <a:pt x="5592" y="305"/>
                  </a:lnTo>
                  <a:lnTo>
                    <a:pt x="5610" y="314"/>
                  </a:lnTo>
                  <a:lnTo>
                    <a:pt x="5626" y="324"/>
                  </a:lnTo>
                  <a:lnTo>
                    <a:pt x="5641" y="333"/>
                  </a:lnTo>
                  <a:lnTo>
                    <a:pt x="5654" y="343"/>
                  </a:lnTo>
                  <a:lnTo>
                    <a:pt x="5665" y="353"/>
                  </a:lnTo>
                  <a:lnTo>
                    <a:pt x="5675" y="363"/>
                  </a:lnTo>
                  <a:lnTo>
                    <a:pt x="5683" y="373"/>
                  </a:lnTo>
                  <a:lnTo>
                    <a:pt x="5689" y="383"/>
                  </a:lnTo>
                  <a:lnTo>
                    <a:pt x="5693" y="393"/>
                  </a:lnTo>
                  <a:lnTo>
                    <a:pt x="5695" y="403"/>
                  </a:lnTo>
                  <a:lnTo>
                    <a:pt x="5696" y="413"/>
                  </a:lnTo>
                  <a:lnTo>
                    <a:pt x="5694" y="423"/>
                  </a:lnTo>
                  <a:lnTo>
                    <a:pt x="5691" y="432"/>
                  </a:lnTo>
                  <a:lnTo>
                    <a:pt x="5686" y="442"/>
                  </a:lnTo>
                  <a:lnTo>
                    <a:pt x="5679" y="452"/>
                  </a:lnTo>
                  <a:lnTo>
                    <a:pt x="5670" y="461"/>
                  </a:lnTo>
                  <a:lnTo>
                    <a:pt x="5660" y="471"/>
                  </a:lnTo>
                  <a:lnTo>
                    <a:pt x="5647" y="481"/>
                  </a:lnTo>
                  <a:lnTo>
                    <a:pt x="5633" y="490"/>
                  </a:lnTo>
                  <a:lnTo>
                    <a:pt x="5618" y="499"/>
                  </a:lnTo>
                  <a:lnTo>
                    <a:pt x="5600" y="509"/>
                  </a:lnTo>
                  <a:lnTo>
                    <a:pt x="5581" y="518"/>
                  </a:lnTo>
                  <a:lnTo>
                    <a:pt x="5559" y="527"/>
                  </a:lnTo>
                  <a:lnTo>
                    <a:pt x="5536" y="537"/>
                  </a:lnTo>
                  <a:lnTo>
                    <a:pt x="5511" y="546"/>
                  </a:lnTo>
                  <a:lnTo>
                    <a:pt x="5485" y="555"/>
                  </a:lnTo>
                  <a:lnTo>
                    <a:pt x="5457" y="564"/>
                  </a:lnTo>
                  <a:lnTo>
                    <a:pt x="5427" y="572"/>
                  </a:lnTo>
                  <a:lnTo>
                    <a:pt x="5395" y="581"/>
                  </a:lnTo>
                  <a:lnTo>
                    <a:pt x="5328" y="599"/>
                  </a:lnTo>
                  <a:lnTo>
                    <a:pt x="5253" y="615"/>
                  </a:lnTo>
                  <a:lnTo>
                    <a:pt x="5172" y="631"/>
                  </a:lnTo>
                  <a:lnTo>
                    <a:pt x="5086" y="646"/>
                  </a:lnTo>
                  <a:lnTo>
                    <a:pt x="5039" y="654"/>
                  </a:lnTo>
                  <a:lnTo>
                    <a:pt x="4991" y="661"/>
                  </a:lnTo>
                  <a:lnTo>
                    <a:pt x="4942" y="668"/>
                  </a:lnTo>
                  <a:lnTo>
                    <a:pt x="4891" y="675"/>
                  </a:lnTo>
                  <a:lnTo>
                    <a:pt x="4839" y="682"/>
                  </a:lnTo>
                  <a:lnTo>
                    <a:pt x="4786" y="689"/>
                  </a:lnTo>
                  <a:lnTo>
                    <a:pt x="4731" y="695"/>
                  </a:lnTo>
                  <a:lnTo>
                    <a:pt x="4675" y="701"/>
                  </a:lnTo>
                  <a:lnTo>
                    <a:pt x="4617" y="707"/>
                  </a:lnTo>
                  <a:lnTo>
                    <a:pt x="4557" y="713"/>
                  </a:lnTo>
                  <a:lnTo>
                    <a:pt x="4497" y="719"/>
                  </a:lnTo>
                  <a:lnTo>
                    <a:pt x="4436" y="724"/>
                  </a:lnTo>
                  <a:lnTo>
                    <a:pt x="4373" y="729"/>
                  </a:lnTo>
                  <a:lnTo>
                    <a:pt x="4310" y="734"/>
                  </a:lnTo>
                  <a:lnTo>
                    <a:pt x="4245" y="739"/>
                  </a:lnTo>
                  <a:lnTo>
                    <a:pt x="4178" y="743"/>
                  </a:lnTo>
                  <a:lnTo>
                    <a:pt x="4110" y="748"/>
                  </a:lnTo>
                  <a:lnTo>
                    <a:pt x="4041" y="752"/>
                  </a:lnTo>
                  <a:lnTo>
                    <a:pt x="3971" y="756"/>
                  </a:lnTo>
                  <a:lnTo>
                    <a:pt x="3899" y="759"/>
                  </a:lnTo>
                  <a:lnTo>
                    <a:pt x="3827" y="762"/>
                  </a:lnTo>
                  <a:lnTo>
                    <a:pt x="3754" y="765"/>
                  </a:lnTo>
                  <a:lnTo>
                    <a:pt x="3680" y="768"/>
                  </a:lnTo>
                  <a:lnTo>
                    <a:pt x="3606" y="771"/>
                  </a:lnTo>
                  <a:lnTo>
                    <a:pt x="3530" y="773"/>
                  </a:lnTo>
                  <a:lnTo>
                    <a:pt x="3454" y="775"/>
                  </a:lnTo>
                  <a:lnTo>
                    <a:pt x="3376" y="776"/>
                  </a:lnTo>
                  <a:lnTo>
                    <a:pt x="3297" y="777"/>
                  </a:lnTo>
                  <a:lnTo>
                    <a:pt x="3218" y="778"/>
                  </a:lnTo>
                  <a:lnTo>
                    <a:pt x="3139" y="779"/>
                  </a:lnTo>
                  <a:lnTo>
                    <a:pt x="3059" y="780"/>
                  </a:lnTo>
                  <a:lnTo>
                    <a:pt x="2978" y="780"/>
                  </a:lnTo>
                  <a:lnTo>
                    <a:pt x="2897" y="780"/>
                  </a:lnTo>
                  <a:lnTo>
                    <a:pt x="2816" y="779"/>
                  </a:lnTo>
                  <a:lnTo>
                    <a:pt x="2735" y="778"/>
                  </a:lnTo>
                  <a:lnTo>
                    <a:pt x="2656" y="777"/>
                  </a:lnTo>
                  <a:lnTo>
                    <a:pt x="2577" y="776"/>
                  </a:lnTo>
                  <a:lnTo>
                    <a:pt x="2498" y="774"/>
                  </a:lnTo>
                  <a:lnTo>
                    <a:pt x="2420" y="772"/>
                  </a:lnTo>
                  <a:lnTo>
                    <a:pt x="2343" y="770"/>
                  </a:lnTo>
                  <a:lnTo>
                    <a:pt x="2267" y="767"/>
                  </a:lnTo>
                  <a:lnTo>
                    <a:pt x="2191" y="764"/>
                  </a:lnTo>
                  <a:lnTo>
                    <a:pt x="2115" y="761"/>
                  </a:lnTo>
                  <a:lnTo>
                    <a:pt x="2041" y="758"/>
                  </a:lnTo>
                  <a:lnTo>
                    <a:pt x="1968" y="754"/>
                  </a:lnTo>
                  <a:lnTo>
                    <a:pt x="1895" y="750"/>
                  </a:lnTo>
                  <a:lnTo>
                    <a:pt x="1823" y="746"/>
                  </a:lnTo>
                  <a:lnTo>
                    <a:pt x="1752" y="742"/>
                  </a:lnTo>
                  <a:lnTo>
                    <a:pt x="1683" y="737"/>
                  </a:lnTo>
                  <a:lnTo>
                    <a:pt x="1615" y="733"/>
                  </a:lnTo>
                  <a:lnTo>
                    <a:pt x="1548" y="728"/>
                  </a:lnTo>
                  <a:lnTo>
                    <a:pt x="1481" y="722"/>
                  </a:lnTo>
                  <a:lnTo>
                    <a:pt x="1416" y="717"/>
                  </a:lnTo>
                  <a:lnTo>
                    <a:pt x="1352" y="711"/>
                  </a:lnTo>
                  <a:lnTo>
                    <a:pt x="1290" y="705"/>
                  </a:lnTo>
                  <a:lnTo>
                    <a:pt x="1228" y="699"/>
                  </a:lnTo>
                  <a:lnTo>
                    <a:pt x="1168" y="693"/>
                  </a:lnTo>
                  <a:lnTo>
                    <a:pt x="1109" y="686"/>
                  </a:lnTo>
                  <a:lnTo>
                    <a:pt x="1051" y="680"/>
                  </a:lnTo>
                  <a:lnTo>
                    <a:pt x="994" y="673"/>
                  </a:lnTo>
                  <a:lnTo>
                    <a:pt x="939" y="666"/>
                  </a:lnTo>
                  <a:lnTo>
                    <a:pt x="884" y="659"/>
                  </a:lnTo>
                  <a:lnTo>
                    <a:pt x="831" y="651"/>
                  </a:lnTo>
                  <a:lnTo>
                    <a:pt x="779" y="644"/>
                  </a:lnTo>
                  <a:lnTo>
                    <a:pt x="683" y="628"/>
                  </a:lnTo>
                  <a:lnTo>
                    <a:pt x="592" y="612"/>
                  </a:lnTo>
                  <a:lnTo>
                    <a:pt x="507" y="596"/>
                  </a:lnTo>
                  <a:lnTo>
                    <a:pt x="428" y="578"/>
                  </a:lnTo>
                  <a:lnTo>
                    <a:pt x="390" y="569"/>
                  </a:lnTo>
                  <a:lnTo>
                    <a:pt x="355" y="560"/>
                  </a:lnTo>
                  <a:lnTo>
                    <a:pt x="321" y="552"/>
                  </a:lnTo>
                  <a:lnTo>
                    <a:pt x="288" y="543"/>
                  </a:lnTo>
                  <a:lnTo>
                    <a:pt x="256" y="533"/>
                  </a:lnTo>
                  <a:lnTo>
                    <a:pt x="227" y="524"/>
                  </a:lnTo>
                  <a:lnTo>
                    <a:pt x="199" y="515"/>
                  </a:lnTo>
                  <a:lnTo>
                    <a:pt x="173" y="505"/>
                  </a:lnTo>
                  <a:lnTo>
                    <a:pt x="150" y="496"/>
                  </a:lnTo>
                  <a:lnTo>
                    <a:pt x="128" y="487"/>
                  </a:lnTo>
                  <a:lnTo>
                    <a:pt x="108" y="477"/>
                  </a:lnTo>
                  <a:lnTo>
                    <a:pt x="89" y="468"/>
                  </a:lnTo>
                  <a:lnTo>
                    <a:pt x="72" y="458"/>
                  </a:lnTo>
                  <a:lnTo>
                    <a:pt x="57" y="449"/>
                  </a:lnTo>
                  <a:lnTo>
                    <a:pt x="44" y="439"/>
                  </a:lnTo>
                  <a:lnTo>
                    <a:pt x="32" y="429"/>
                  </a:lnTo>
                  <a:lnTo>
                    <a:pt x="22" y="419"/>
                  </a:lnTo>
                  <a:lnTo>
                    <a:pt x="14" y="409"/>
                  </a:lnTo>
                  <a:lnTo>
                    <a:pt x="8" y="399"/>
                  </a:lnTo>
                  <a:lnTo>
                    <a:pt x="3" y="390"/>
                  </a:lnTo>
                  <a:lnTo>
                    <a:pt x="0" y="380"/>
                  </a:lnTo>
                  <a:lnTo>
                    <a:pt x="0" y="370"/>
                  </a:lnTo>
                  <a:lnTo>
                    <a:pt x="1" y="359"/>
                  </a:lnTo>
                  <a:lnTo>
                    <a:pt x="4" y="349"/>
                  </a:lnTo>
                  <a:close/>
                </a:path>
              </a:pathLst>
            </a:custGeom>
            <a:gradFill>
              <a:gsLst>
                <a:gs pos="300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328" name="Freeform 71"/>
            <p:cNvSpPr/>
            <p:nvPr/>
          </p:nvSpPr>
          <p:spPr bwMode="auto">
            <a:xfrm>
              <a:off x="11625703" y="3578557"/>
              <a:ext cx="4959278" cy="1121172"/>
            </a:xfrm>
            <a:custGeom>
              <a:avLst/>
              <a:gdLst>
                <a:gd name="T0" fmla="*/ 6762 w 6834"/>
                <a:gd name="T1" fmla="*/ 123 h 1545"/>
                <a:gd name="T2" fmla="*/ 6641 w 6834"/>
                <a:gd name="T3" fmla="*/ 179 h 1545"/>
                <a:gd name="T4" fmla="*/ 6462 w 6834"/>
                <a:gd name="T5" fmla="*/ 234 h 1545"/>
                <a:gd name="T6" fmla="*/ 6280 w 6834"/>
                <a:gd name="T7" fmla="*/ 275 h 1545"/>
                <a:gd name="T8" fmla="*/ 6121 w 6834"/>
                <a:gd name="T9" fmla="*/ 304 h 1545"/>
                <a:gd name="T10" fmla="*/ 5925 w 6834"/>
                <a:gd name="T11" fmla="*/ 334 h 1545"/>
                <a:gd name="T12" fmla="*/ 5721 w 6834"/>
                <a:gd name="T13" fmla="*/ 359 h 1545"/>
                <a:gd name="T14" fmla="*/ 5489 w 6834"/>
                <a:gd name="T15" fmla="*/ 384 h 1545"/>
                <a:gd name="T16" fmla="*/ 5232 w 6834"/>
                <a:gd name="T17" fmla="*/ 406 h 1545"/>
                <a:gd name="T18" fmla="*/ 4968 w 6834"/>
                <a:gd name="T19" fmla="*/ 424 h 1545"/>
                <a:gd name="T20" fmla="*/ 4471 w 6834"/>
                <a:gd name="T21" fmla="*/ 448 h 1545"/>
                <a:gd name="T22" fmla="*/ 3977 w 6834"/>
                <a:gd name="T23" fmla="*/ 460 h 1545"/>
                <a:gd name="T24" fmla="*/ 3500 w 6834"/>
                <a:gd name="T25" fmla="*/ 462 h 1545"/>
                <a:gd name="T26" fmla="*/ 2984 w 6834"/>
                <a:gd name="T27" fmla="*/ 455 h 1545"/>
                <a:gd name="T28" fmla="*/ 2385 w 6834"/>
                <a:gd name="T29" fmla="*/ 432 h 1545"/>
                <a:gd name="T30" fmla="*/ 2039 w 6834"/>
                <a:gd name="T31" fmla="*/ 411 h 1545"/>
                <a:gd name="T32" fmla="*/ 1758 w 6834"/>
                <a:gd name="T33" fmla="*/ 390 h 1545"/>
                <a:gd name="T34" fmla="*/ 1476 w 6834"/>
                <a:gd name="T35" fmla="*/ 364 h 1545"/>
                <a:gd name="T36" fmla="*/ 1216 w 6834"/>
                <a:gd name="T37" fmla="*/ 334 h 1545"/>
                <a:gd name="T38" fmla="*/ 975 w 6834"/>
                <a:gd name="T39" fmla="*/ 302 h 1545"/>
                <a:gd name="T40" fmla="*/ 757 w 6834"/>
                <a:gd name="T41" fmla="*/ 267 h 1545"/>
                <a:gd name="T42" fmla="*/ 565 w 6834"/>
                <a:gd name="T43" fmla="*/ 230 h 1545"/>
                <a:gd name="T44" fmla="*/ 401 w 6834"/>
                <a:gd name="T45" fmla="*/ 190 h 1545"/>
                <a:gd name="T46" fmla="*/ 217 w 6834"/>
                <a:gd name="T47" fmla="*/ 134 h 1545"/>
                <a:gd name="T48" fmla="*/ 74 w 6834"/>
                <a:gd name="T49" fmla="*/ 69 h 1545"/>
                <a:gd name="T50" fmla="*/ 36 w 6834"/>
                <a:gd name="T51" fmla="*/ 67 h 1545"/>
                <a:gd name="T52" fmla="*/ 594 w 6834"/>
                <a:gd name="T53" fmla="*/ 1090 h 1545"/>
                <a:gd name="T54" fmla="*/ 643 w 6834"/>
                <a:gd name="T55" fmla="*/ 1137 h 1545"/>
                <a:gd name="T56" fmla="*/ 726 w 6834"/>
                <a:gd name="T57" fmla="*/ 1187 h 1545"/>
                <a:gd name="T58" fmla="*/ 812 w 6834"/>
                <a:gd name="T59" fmla="*/ 1225 h 1545"/>
                <a:gd name="T60" fmla="*/ 902 w 6834"/>
                <a:gd name="T61" fmla="*/ 1258 h 1545"/>
                <a:gd name="T62" fmla="*/ 1019 w 6834"/>
                <a:gd name="T63" fmla="*/ 1294 h 1545"/>
                <a:gd name="T64" fmla="*/ 1146 w 6834"/>
                <a:gd name="T65" fmla="*/ 1326 h 1545"/>
                <a:gd name="T66" fmla="*/ 1274 w 6834"/>
                <a:gd name="T67" fmla="*/ 1355 h 1545"/>
                <a:gd name="T68" fmla="*/ 1420 w 6834"/>
                <a:gd name="T69" fmla="*/ 1383 h 1545"/>
                <a:gd name="T70" fmla="*/ 1595 w 6834"/>
                <a:gd name="T71" fmla="*/ 1412 h 1545"/>
                <a:gd name="T72" fmla="*/ 1755 w 6834"/>
                <a:gd name="T73" fmla="*/ 1435 h 1545"/>
                <a:gd name="T74" fmla="*/ 1939 w 6834"/>
                <a:gd name="T75" fmla="*/ 1458 h 1545"/>
                <a:gd name="T76" fmla="*/ 2112 w 6834"/>
                <a:gd name="T77" fmla="*/ 1477 h 1545"/>
                <a:gd name="T78" fmla="*/ 2317 w 6834"/>
                <a:gd name="T79" fmla="*/ 1495 h 1545"/>
                <a:gd name="T80" fmla="*/ 2549 w 6834"/>
                <a:gd name="T81" fmla="*/ 1512 h 1545"/>
                <a:gd name="T82" fmla="*/ 2857 w 6834"/>
                <a:gd name="T83" fmla="*/ 1529 h 1545"/>
                <a:gd name="T84" fmla="*/ 3163 w 6834"/>
                <a:gd name="T85" fmla="*/ 1540 h 1545"/>
                <a:gd name="T86" fmla="*/ 3464 w 6834"/>
                <a:gd name="T87" fmla="*/ 1544 h 1545"/>
                <a:gd name="T88" fmla="*/ 3682 w 6834"/>
                <a:gd name="T89" fmla="*/ 1544 h 1545"/>
                <a:gd name="T90" fmla="*/ 3979 w 6834"/>
                <a:gd name="T91" fmla="*/ 1539 h 1545"/>
                <a:gd name="T92" fmla="*/ 4299 w 6834"/>
                <a:gd name="T93" fmla="*/ 1528 h 1545"/>
                <a:gd name="T94" fmla="*/ 4563 w 6834"/>
                <a:gd name="T95" fmla="*/ 1513 h 1545"/>
                <a:gd name="T96" fmla="*/ 4744 w 6834"/>
                <a:gd name="T97" fmla="*/ 1499 h 1545"/>
                <a:gd name="T98" fmla="*/ 4940 w 6834"/>
                <a:gd name="T99" fmla="*/ 1481 h 1545"/>
                <a:gd name="T100" fmla="*/ 5128 w 6834"/>
                <a:gd name="T101" fmla="*/ 1460 h 1545"/>
                <a:gd name="T102" fmla="*/ 5303 w 6834"/>
                <a:gd name="T103" fmla="*/ 1436 h 1545"/>
                <a:gd name="T104" fmla="*/ 5485 w 6834"/>
                <a:gd name="T105" fmla="*/ 1406 h 1545"/>
                <a:gd name="T106" fmla="*/ 5616 w 6834"/>
                <a:gd name="T107" fmla="*/ 1381 h 1545"/>
                <a:gd name="T108" fmla="*/ 5749 w 6834"/>
                <a:gd name="T109" fmla="*/ 1351 h 1545"/>
                <a:gd name="T110" fmla="*/ 5857 w 6834"/>
                <a:gd name="T111" fmla="*/ 1322 h 1545"/>
                <a:gd name="T112" fmla="*/ 5957 w 6834"/>
                <a:gd name="T113" fmla="*/ 1290 h 1545"/>
                <a:gd name="T114" fmla="*/ 6033 w 6834"/>
                <a:gd name="T115" fmla="*/ 1261 h 1545"/>
                <a:gd name="T116" fmla="*/ 6105 w 6834"/>
                <a:gd name="T117" fmla="*/ 1226 h 1545"/>
                <a:gd name="T118" fmla="*/ 6162 w 6834"/>
                <a:gd name="T119" fmla="*/ 1190 h 1545"/>
                <a:gd name="T120" fmla="*/ 6204 w 6834"/>
                <a:gd name="T121" fmla="*/ 1151 h 1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834" h="1545">
                  <a:moveTo>
                    <a:pt x="6829" y="67"/>
                  </a:moveTo>
                  <a:lnTo>
                    <a:pt x="6828" y="68"/>
                  </a:lnTo>
                  <a:lnTo>
                    <a:pt x="6827" y="70"/>
                  </a:lnTo>
                  <a:lnTo>
                    <a:pt x="6824" y="73"/>
                  </a:lnTo>
                  <a:lnTo>
                    <a:pt x="6821" y="76"/>
                  </a:lnTo>
                  <a:lnTo>
                    <a:pt x="6820" y="78"/>
                  </a:lnTo>
                  <a:lnTo>
                    <a:pt x="6819" y="79"/>
                  </a:lnTo>
                  <a:lnTo>
                    <a:pt x="6815" y="83"/>
                  </a:lnTo>
                  <a:lnTo>
                    <a:pt x="6810" y="88"/>
                  </a:lnTo>
                  <a:lnTo>
                    <a:pt x="6808" y="89"/>
                  </a:lnTo>
                  <a:lnTo>
                    <a:pt x="6807" y="91"/>
                  </a:lnTo>
                  <a:lnTo>
                    <a:pt x="6803" y="94"/>
                  </a:lnTo>
                  <a:lnTo>
                    <a:pt x="6799" y="97"/>
                  </a:lnTo>
                  <a:lnTo>
                    <a:pt x="6797" y="99"/>
                  </a:lnTo>
                  <a:lnTo>
                    <a:pt x="6794" y="101"/>
                  </a:lnTo>
                  <a:lnTo>
                    <a:pt x="6791" y="104"/>
                  </a:lnTo>
                  <a:lnTo>
                    <a:pt x="6787" y="107"/>
                  </a:lnTo>
                  <a:lnTo>
                    <a:pt x="6784" y="109"/>
                  </a:lnTo>
                  <a:lnTo>
                    <a:pt x="6781" y="111"/>
                  </a:lnTo>
                  <a:lnTo>
                    <a:pt x="6777" y="113"/>
                  </a:lnTo>
                  <a:lnTo>
                    <a:pt x="6774" y="116"/>
                  </a:lnTo>
                  <a:lnTo>
                    <a:pt x="6770" y="118"/>
                  </a:lnTo>
                  <a:lnTo>
                    <a:pt x="6767" y="120"/>
                  </a:lnTo>
                  <a:lnTo>
                    <a:pt x="6762" y="123"/>
                  </a:lnTo>
                  <a:lnTo>
                    <a:pt x="6758" y="125"/>
                  </a:lnTo>
                  <a:lnTo>
                    <a:pt x="6755" y="127"/>
                  </a:lnTo>
                  <a:lnTo>
                    <a:pt x="6752" y="129"/>
                  </a:lnTo>
                  <a:lnTo>
                    <a:pt x="6747" y="132"/>
                  </a:lnTo>
                  <a:lnTo>
                    <a:pt x="6742" y="134"/>
                  </a:lnTo>
                  <a:lnTo>
                    <a:pt x="6739" y="136"/>
                  </a:lnTo>
                  <a:lnTo>
                    <a:pt x="6736" y="138"/>
                  </a:lnTo>
                  <a:lnTo>
                    <a:pt x="6729" y="141"/>
                  </a:lnTo>
                  <a:lnTo>
                    <a:pt x="6721" y="145"/>
                  </a:lnTo>
                  <a:lnTo>
                    <a:pt x="6720" y="146"/>
                  </a:lnTo>
                  <a:lnTo>
                    <a:pt x="6719" y="146"/>
                  </a:lnTo>
                  <a:lnTo>
                    <a:pt x="6709" y="151"/>
                  </a:lnTo>
                  <a:lnTo>
                    <a:pt x="6700" y="155"/>
                  </a:lnTo>
                  <a:lnTo>
                    <a:pt x="6697" y="156"/>
                  </a:lnTo>
                  <a:lnTo>
                    <a:pt x="6694" y="157"/>
                  </a:lnTo>
                  <a:lnTo>
                    <a:pt x="6687" y="160"/>
                  </a:lnTo>
                  <a:lnTo>
                    <a:pt x="6680" y="163"/>
                  </a:lnTo>
                  <a:lnTo>
                    <a:pt x="6677" y="165"/>
                  </a:lnTo>
                  <a:lnTo>
                    <a:pt x="6673" y="166"/>
                  </a:lnTo>
                  <a:lnTo>
                    <a:pt x="6665" y="170"/>
                  </a:lnTo>
                  <a:lnTo>
                    <a:pt x="6656" y="173"/>
                  </a:lnTo>
                  <a:lnTo>
                    <a:pt x="6654" y="174"/>
                  </a:lnTo>
                  <a:lnTo>
                    <a:pt x="6652" y="174"/>
                  </a:lnTo>
                  <a:lnTo>
                    <a:pt x="6641" y="179"/>
                  </a:lnTo>
                  <a:lnTo>
                    <a:pt x="6630" y="183"/>
                  </a:lnTo>
                  <a:lnTo>
                    <a:pt x="6627" y="184"/>
                  </a:lnTo>
                  <a:lnTo>
                    <a:pt x="6624" y="185"/>
                  </a:lnTo>
                  <a:lnTo>
                    <a:pt x="6615" y="188"/>
                  </a:lnTo>
                  <a:lnTo>
                    <a:pt x="6606" y="191"/>
                  </a:lnTo>
                  <a:lnTo>
                    <a:pt x="6602" y="192"/>
                  </a:lnTo>
                  <a:lnTo>
                    <a:pt x="6599" y="193"/>
                  </a:lnTo>
                  <a:lnTo>
                    <a:pt x="6587" y="197"/>
                  </a:lnTo>
                  <a:lnTo>
                    <a:pt x="6575" y="201"/>
                  </a:lnTo>
                  <a:lnTo>
                    <a:pt x="6573" y="203"/>
                  </a:lnTo>
                  <a:lnTo>
                    <a:pt x="6570" y="204"/>
                  </a:lnTo>
                  <a:lnTo>
                    <a:pt x="6559" y="207"/>
                  </a:lnTo>
                  <a:lnTo>
                    <a:pt x="6548" y="210"/>
                  </a:lnTo>
                  <a:lnTo>
                    <a:pt x="6545" y="211"/>
                  </a:lnTo>
                  <a:lnTo>
                    <a:pt x="6541" y="212"/>
                  </a:lnTo>
                  <a:lnTo>
                    <a:pt x="6528" y="216"/>
                  </a:lnTo>
                  <a:lnTo>
                    <a:pt x="6514" y="220"/>
                  </a:lnTo>
                  <a:lnTo>
                    <a:pt x="6512" y="221"/>
                  </a:lnTo>
                  <a:lnTo>
                    <a:pt x="6511" y="221"/>
                  </a:lnTo>
                  <a:lnTo>
                    <a:pt x="6498" y="225"/>
                  </a:lnTo>
                  <a:lnTo>
                    <a:pt x="6484" y="228"/>
                  </a:lnTo>
                  <a:lnTo>
                    <a:pt x="6481" y="229"/>
                  </a:lnTo>
                  <a:lnTo>
                    <a:pt x="6477" y="230"/>
                  </a:lnTo>
                  <a:lnTo>
                    <a:pt x="6462" y="234"/>
                  </a:lnTo>
                  <a:lnTo>
                    <a:pt x="6447" y="238"/>
                  </a:lnTo>
                  <a:lnTo>
                    <a:pt x="6445" y="238"/>
                  </a:lnTo>
                  <a:lnTo>
                    <a:pt x="6442" y="239"/>
                  </a:lnTo>
                  <a:lnTo>
                    <a:pt x="6429" y="242"/>
                  </a:lnTo>
                  <a:lnTo>
                    <a:pt x="6415" y="246"/>
                  </a:lnTo>
                  <a:lnTo>
                    <a:pt x="6411" y="247"/>
                  </a:lnTo>
                  <a:lnTo>
                    <a:pt x="6407" y="247"/>
                  </a:lnTo>
                  <a:lnTo>
                    <a:pt x="6399" y="249"/>
                  </a:lnTo>
                  <a:lnTo>
                    <a:pt x="6392" y="251"/>
                  </a:lnTo>
                  <a:lnTo>
                    <a:pt x="6383" y="253"/>
                  </a:lnTo>
                  <a:lnTo>
                    <a:pt x="6375" y="255"/>
                  </a:lnTo>
                  <a:lnTo>
                    <a:pt x="6371" y="256"/>
                  </a:lnTo>
                  <a:lnTo>
                    <a:pt x="6367" y="257"/>
                  </a:lnTo>
                  <a:lnTo>
                    <a:pt x="6353" y="260"/>
                  </a:lnTo>
                  <a:lnTo>
                    <a:pt x="6339" y="263"/>
                  </a:lnTo>
                  <a:lnTo>
                    <a:pt x="6335" y="263"/>
                  </a:lnTo>
                  <a:lnTo>
                    <a:pt x="6331" y="264"/>
                  </a:lnTo>
                  <a:lnTo>
                    <a:pt x="6323" y="266"/>
                  </a:lnTo>
                  <a:lnTo>
                    <a:pt x="6315" y="268"/>
                  </a:lnTo>
                  <a:lnTo>
                    <a:pt x="6306" y="270"/>
                  </a:lnTo>
                  <a:lnTo>
                    <a:pt x="6298" y="271"/>
                  </a:lnTo>
                  <a:lnTo>
                    <a:pt x="6293" y="272"/>
                  </a:lnTo>
                  <a:lnTo>
                    <a:pt x="6288" y="273"/>
                  </a:lnTo>
                  <a:lnTo>
                    <a:pt x="6280" y="275"/>
                  </a:lnTo>
                  <a:lnTo>
                    <a:pt x="6272" y="276"/>
                  </a:lnTo>
                  <a:lnTo>
                    <a:pt x="6264" y="278"/>
                  </a:lnTo>
                  <a:lnTo>
                    <a:pt x="6256" y="280"/>
                  </a:lnTo>
                  <a:lnTo>
                    <a:pt x="6254" y="280"/>
                  </a:lnTo>
                  <a:lnTo>
                    <a:pt x="6252" y="280"/>
                  </a:lnTo>
                  <a:lnTo>
                    <a:pt x="6250" y="281"/>
                  </a:lnTo>
                  <a:lnTo>
                    <a:pt x="6249" y="281"/>
                  </a:lnTo>
                  <a:lnTo>
                    <a:pt x="6241" y="282"/>
                  </a:lnTo>
                  <a:lnTo>
                    <a:pt x="6232" y="284"/>
                  </a:lnTo>
                  <a:lnTo>
                    <a:pt x="6224" y="286"/>
                  </a:lnTo>
                  <a:lnTo>
                    <a:pt x="6215" y="287"/>
                  </a:lnTo>
                  <a:lnTo>
                    <a:pt x="6210" y="288"/>
                  </a:lnTo>
                  <a:lnTo>
                    <a:pt x="6204" y="289"/>
                  </a:lnTo>
                  <a:lnTo>
                    <a:pt x="6195" y="291"/>
                  </a:lnTo>
                  <a:lnTo>
                    <a:pt x="6186" y="293"/>
                  </a:lnTo>
                  <a:lnTo>
                    <a:pt x="6177" y="294"/>
                  </a:lnTo>
                  <a:lnTo>
                    <a:pt x="6168" y="296"/>
                  </a:lnTo>
                  <a:lnTo>
                    <a:pt x="6163" y="297"/>
                  </a:lnTo>
                  <a:lnTo>
                    <a:pt x="6159" y="297"/>
                  </a:lnTo>
                  <a:lnTo>
                    <a:pt x="6151" y="299"/>
                  </a:lnTo>
                  <a:lnTo>
                    <a:pt x="6143" y="300"/>
                  </a:lnTo>
                  <a:lnTo>
                    <a:pt x="6134" y="302"/>
                  </a:lnTo>
                  <a:lnTo>
                    <a:pt x="6126" y="303"/>
                  </a:lnTo>
                  <a:lnTo>
                    <a:pt x="6121" y="304"/>
                  </a:lnTo>
                  <a:lnTo>
                    <a:pt x="6116" y="305"/>
                  </a:lnTo>
                  <a:lnTo>
                    <a:pt x="6107" y="306"/>
                  </a:lnTo>
                  <a:lnTo>
                    <a:pt x="6097" y="308"/>
                  </a:lnTo>
                  <a:lnTo>
                    <a:pt x="6087" y="309"/>
                  </a:lnTo>
                  <a:lnTo>
                    <a:pt x="6077" y="311"/>
                  </a:lnTo>
                  <a:lnTo>
                    <a:pt x="6072" y="312"/>
                  </a:lnTo>
                  <a:lnTo>
                    <a:pt x="6067" y="313"/>
                  </a:lnTo>
                  <a:lnTo>
                    <a:pt x="6058" y="314"/>
                  </a:lnTo>
                  <a:lnTo>
                    <a:pt x="6048" y="316"/>
                  </a:lnTo>
                  <a:lnTo>
                    <a:pt x="6039" y="317"/>
                  </a:lnTo>
                  <a:lnTo>
                    <a:pt x="6030" y="318"/>
                  </a:lnTo>
                  <a:lnTo>
                    <a:pt x="6027" y="319"/>
                  </a:lnTo>
                  <a:lnTo>
                    <a:pt x="6023" y="319"/>
                  </a:lnTo>
                  <a:lnTo>
                    <a:pt x="6013" y="321"/>
                  </a:lnTo>
                  <a:lnTo>
                    <a:pt x="6002" y="323"/>
                  </a:lnTo>
                  <a:lnTo>
                    <a:pt x="5991" y="324"/>
                  </a:lnTo>
                  <a:lnTo>
                    <a:pt x="5981" y="326"/>
                  </a:lnTo>
                  <a:lnTo>
                    <a:pt x="5975" y="327"/>
                  </a:lnTo>
                  <a:lnTo>
                    <a:pt x="5970" y="327"/>
                  </a:lnTo>
                  <a:lnTo>
                    <a:pt x="5959" y="329"/>
                  </a:lnTo>
                  <a:lnTo>
                    <a:pt x="5948" y="330"/>
                  </a:lnTo>
                  <a:lnTo>
                    <a:pt x="5937" y="332"/>
                  </a:lnTo>
                  <a:lnTo>
                    <a:pt x="5926" y="334"/>
                  </a:lnTo>
                  <a:lnTo>
                    <a:pt x="5925" y="334"/>
                  </a:lnTo>
                  <a:lnTo>
                    <a:pt x="5925" y="334"/>
                  </a:lnTo>
                  <a:lnTo>
                    <a:pt x="5925" y="334"/>
                  </a:lnTo>
                  <a:lnTo>
                    <a:pt x="5925" y="334"/>
                  </a:lnTo>
                  <a:lnTo>
                    <a:pt x="5913" y="335"/>
                  </a:lnTo>
                  <a:lnTo>
                    <a:pt x="5902" y="337"/>
                  </a:lnTo>
                  <a:lnTo>
                    <a:pt x="5890" y="338"/>
                  </a:lnTo>
                  <a:lnTo>
                    <a:pt x="5879" y="340"/>
                  </a:lnTo>
                  <a:lnTo>
                    <a:pt x="5873" y="341"/>
                  </a:lnTo>
                  <a:lnTo>
                    <a:pt x="5868" y="341"/>
                  </a:lnTo>
                  <a:lnTo>
                    <a:pt x="5856" y="343"/>
                  </a:lnTo>
                  <a:lnTo>
                    <a:pt x="5844" y="344"/>
                  </a:lnTo>
                  <a:lnTo>
                    <a:pt x="5833" y="346"/>
                  </a:lnTo>
                  <a:lnTo>
                    <a:pt x="5821" y="348"/>
                  </a:lnTo>
                  <a:lnTo>
                    <a:pt x="5817" y="348"/>
                  </a:lnTo>
                  <a:lnTo>
                    <a:pt x="5814" y="348"/>
                  </a:lnTo>
                  <a:lnTo>
                    <a:pt x="5804" y="350"/>
                  </a:lnTo>
                  <a:lnTo>
                    <a:pt x="5793" y="351"/>
                  </a:lnTo>
                  <a:lnTo>
                    <a:pt x="5782" y="352"/>
                  </a:lnTo>
                  <a:lnTo>
                    <a:pt x="5770" y="354"/>
                  </a:lnTo>
                  <a:lnTo>
                    <a:pt x="5764" y="354"/>
                  </a:lnTo>
                  <a:lnTo>
                    <a:pt x="5757" y="355"/>
                  </a:lnTo>
                  <a:lnTo>
                    <a:pt x="5745" y="357"/>
                  </a:lnTo>
                  <a:lnTo>
                    <a:pt x="5733" y="358"/>
                  </a:lnTo>
                  <a:lnTo>
                    <a:pt x="5721" y="359"/>
                  </a:lnTo>
                  <a:lnTo>
                    <a:pt x="5709" y="361"/>
                  </a:lnTo>
                  <a:lnTo>
                    <a:pt x="5704" y="361"/>
                  </a:lnTo>
                  <a:lnTo>
                    <a:pt x="5699" y="362"/>
                  </a:lnTo>
                  <a:lnTo>
                    <a:pt x="5688" y="363"/>
                  </a:lnTo>
                  <a:lnTo>
                    <a:pt x="5678" y="364"/>
                  </a:lnTo>
                  <a:lnTo>
                    <a:pt x="5667" y="366"/>
                  </a:lnTo>
                  <a:lnTo>
                    <a:pt x="5657" y="367"/>
                  </a:lnTo>
                  <a:lnTo>
                    <a:pt x="5649" y="368"/>
                  </a:lnTo>
                  <a:lnTo>
                    <a:pt x="5642" y="368"/>
                  </a:lnTo>
                  <a:lnTo>
                    <a:pt x="5629" y="370"/>
                  </a:lnTo>
                  <a:lnTo>
                    <a:pt x="5617" y="371"/>
                  </a:lnTo>
                  <a:lnTo>
                    <a:pt x="5604" y="372"/>
                  </a:lnTo>
                  <a:lnTo>
                    <a:pt x="5591" y="374"/>
                  </a:lnTo>
                  <a:lnTo>
                    <a:pt x="5587" y="374"/>
                  </a:lnTo>
                  <a:lnTo>
                    <a:pt x="5582" y="375"/>
                  </a:lnTo>
                  <a:lnTo>
                    <a:pt x="5571" y="376"/>
                  </a:lnTo>
                  <a:lnTo>
                    <a:pt x="5560" y="377"/>
                  </a:lnTo>
                  <a:lnTo>
                    <a:pt x="5549" y="378"/>
                  </a:lnTo>
                  <a:lnTo>
                    <a:pt x="5538" y="379"/>
                  </a:lnTo>
                  <a:lnTo>
                    <a:pt x="5529" y="380"/>
                  </a:lnTo>
                  <a:lnTo>
                    <a:pt x="5520" y="381"/>
                  </a:lnTo>
                  <a:lnTo>
                    <a:pt x="5510" y="382"/>
                  </a:lnTo>
                  <a:lnTo>
                    <a:pt x="5499" y="383"/>
                  </a:lnTo>
                  <a:lnTo>
                    <a:pt x="5489" y="384"/>
                  </a:lnTo>
                  <a:lnTo>
                    <a:pt x="5478" y="385"/>
                  </a:lnTo>
                  <a:lnTo>
                    <a:pt x="5472" y="386"/>
                  </a:lnTo>
                  <a:lnTo>
                    <a:pt x="5465" y="386"/>
                  </a:lnTo>
                  <a:lnTo>
                    <a:pt x="5452" y="387"/>
                  </a:lnTo>
                  <a:lnTo>
                    <a:pt x="5439" y="389"/>
                  </a:lnTo>
                  <a:lnTo>
                    <a:pt x="5425" y="390"/>
                  </a:lnTo>
                  <a:lnTo>
                    <a:pt x="5412" y="391"/>
                  </a:lnTo>
                  <a:lnTo>
                    <a:pt x="5402" y="392"/>
                  </a:lnTo>
                  <a:lnTo>
                    <a:pt x="5393" y="393"/>
                  </a:lnTo>
                  <a:lnTo>
                    <a:pt x="5383" y="394"/>
                  </a:lnTo>
                  <a:lnTo>
                    <a:pt x="5373" y="395"/>
                  </a:lnTo>
                  <a:lnTo>
                    <a:pt x="5364" y="395"/>
                  </a:lnTo>
                  <a:lnTo>
                    <a:pt x="5354" y="396"/>
                  </a:lnTo>
                  <a:lnTo>
                    <a:pt x="5344" y="397"/>
                  </a:lnTo>
                  <a:lnTo>
                    <a:pt x="5333" y="398"/>
                  </a:lnTo>
                  <a:lnTo>
                    <a:pt x="5322" y="399"/>
                  </a:lnTo>
                  <a:lnTo>
                    <a:pt x="5311" y="400"/>
                  </a:lnTo>
                  <a:lnTo>
                    <a:pt x="5300" y="401"/>
                  </a:lnTo>
                  <a:lnTo>
                    <a:pt x="5288" y="402"/>
                  </a:lnTo>
                  <a:lnTo>
                    <a:pt x="5282" y="402"/>
                  </a:lnTo>
                  <a:lnTo>
                    <a:pt x="5275" y="403"/>
                  </a:lnTo>
                  <a:lnTo>
                    <a:pt x="5261" y="404"/>
                  </a:lnTo>
                  <a:lnTo>
                    <a:pt x="5246" y="405"/>
                  </a:lnTo>
                  <a:lnTo>
                    <a:pt x="5232" y="406"/>
                  </a:lnTo>
                  <a:lnTo>
                    <a:pt x="5217" y="407"/>
                  </a:lnTo>
                  <a:lnTo>
                    <a:pt x="5206" y="408"/>
                  </a:lnTo>
                  <a:lnTo>
                    <a:pt x="5196" y="409"/>
                  </a:lnTo>
                  <a:lnTo>
                    <a:pt x="5186" y="410"/>
                  </a:lnTo>
                  <a:lnTo>
                    <a:pt x="5176" y="410"/>
                  </a:lnTo>
                  <a:lnTo>
                    <a:pt x="5166" y="411"/>
                  </a:lnTo>
                  <a:lnTo>
                    <a:pt x="5155" y="412"/>
                  </a:lnTo>
                  <a:lnTo>
                    <a:pt x="5143" y="413"/>
                  </a:lnTo>
                  <a:lnTo>
                    <a:pt x="5131" y="414"/>
                  </a:lnTo>
                  <a:lnTo>
                    <a:pt x="5121" y="414"/>
                  </a:lnTo>
                  <a:lnTo>
                    <a:pt x="5111" y="415"/>
                  </a:lnTo>
                  <a:lnTo>
                    <a:pt x="5101" y="416"/>
                  </a:lnTo>
                  <a:lnTo>
                    <a:pt x="5091" y="416"/>
                  </a:lnTo>
                  <a:lnTo>
                    <a:pt x="5079" y="417"/>
                  </a:lnTo>
                  <a:lnTo>
                    <a:pt x="5068" y="418"/>
                  </a:lnTo>
                  <a:lnTo>
                    <a:pt x="5058" y="418"/>
                  </a:lnTo>
                  <a:lnTo>
                    <a:pt x="5048" y="419"/>
                  </a:lnTo>
                  <a:lnTo>
                    <a:pt x="5038" y="420"/>
                  </a:lnTo>
                  <a:lnTo>
                    <a:pt x="5028" y="420"/>
                  </a:lnTo>
                  <a:lnTo>
                    <a:pt x="5015" y="421"/>
                  </a:lnTo>
                  <a:lnTo>
                    <a:pt x="5001" y="422"/>
                  </a:lnTo>
                  <a:lnTo>
                    <a:pt x="4990" y="423"/>
                  </a:lnTo>
                  <a:lnTo>
                    <a:pt x="4979" y="424"/>
                  </a:lnTo>
                  <a:lnTo>
                    <a:pt x="4968" y="424"/>
                  </a:lnTo>
                  <a:lnTo>
                    <a:pt x="4957" y="425"/>
                  </a:lnTo>
                  <a:lnTo>
                    <a:pt x="4946" y="426"/>
                  </a:lnTo>
                  <a:lnTo>
                    <a:pt x="4935" y="426"/>
                  </a:lnTo>
                  <a:lnTo>
                    <a:pt x="4919" y="427"/>
                  </a:lnTo>
                  <a:lnTo>
                    <a:pt x="4904" y="428"/>
                  </a:lnTo>
                  <a:lnTo>
                    <a:pt x="4888" y="429"/>
                  </a:lnTo>
                  <a:lnTo>
                    <a:pt x="4872" y="430"/>
                  </a:lnTo>
                  <a:lnTo>
                    <a:pt x="4869" y="430"/>
                  </a:lnTo>
                  <a:lnTo>
                    <a:pt x="4866" y="430"/>
                  </a:lnTo>
                  <a:lnTo>
                    <a:pt x="4832" y="432"/>
                  </a:lnTo>
                  <a:lnTo>
                    <a:pt x="4796" y="434"/>
                  </a:lnTo>
                  <a:lnTo>
                    <a:pt x="4761" y="436"/>
                  </a:lnTo>
                  <a:lnTo>
                    <a:pt x="4725" y="437"/>
                  </a:lnTo>
                  <a:lnTo>
                    <a:pt x="4722" y="438"/>
                  </a:lnTo>
                  <a:lnTo>
                    <a:pt x="4719" y="438"/>
                  </a:lnTo>
                  <a:lnTo>
                    <a:pt x="4686" y="439"/>
                  </a:lnTo>
                  <a:lnTo>
                    <a:pt x="4652" y="441"/>
                  </a:lnTo>
                  <a:lnTo>
                    <a:pt x="4619" y="442"/>
                  </a:lnTo>
                  <a:lnTo>
                    <a:pt x="4585" y="444"/>
                  </a:lnTo>
                  <a:lnTo>
                    <a:pt x="4574" y="444"/>
                  </a:lnTo>
                  <a:lnTo>
                    <a:pt x="4563" y="445"/>
                  </a:lnTo>
                  <a:lnTo>
                    <a:pt x="4532" y="446"/>
                  </a:lnTo>
                  <a:lnTo>
                    <a:pt x="4501" y="447"/>
                  </a:lnTo>
                  <a:lnTo>
                    <a:pt x="4471" y="448"/>
                  </a:lnTo>
                  <a:lnTo>
                    <a:pt x="4440" y="449"/>
                  </a:lnTo>
                  <a:lnTo>
                    <a:pt x="4419" y="450"/>
                  </a:lnTo>
                  <a:lnTo>
                    <a:pt x="4397" y="451"/>
                  </a:lnTo>
                  <a:lnTo>
                    <a:pt x="4376" y="451"/>
                  </a:lnTo>
                  <a:lnTo>
                    <a:pt x="4355" y="452"/>
                  </a:lnTo>
                  <a:lnTo>
                    <a:pt x="4337" y="452"/>
                  </a:lnTo>
                  <a:lnTo>
                    <a:pt x="4319" y="453"/>
                  </a:lnTo>
                  <a:lnTo>
                    <a:pt x="4301" y="453"/>
                  </a:lnTo>
                  <a:lnTo>
                    <a:pt x="4283" y="454"/>
                  </a:lnTo>
                  <a:lnTo>
                    <a:pt x="4261" y="455"/>
                  </a:lnTo>
                  <a:lnTo>
                    <a:pt x="4239" y="455"/>
                  </a:lnTo>
                  <a:lnTo>
                    <a:pt x="4217" y="456"/>
                  </a:lnTo>
                  <a:lnTo>
                    <a:pt x="4195" y="456"/>
                  </a:lnTo>
                  <a:lnTo>
                    <a:pt x="4176" y="457"/>
                  </a:lnTo>
                  <a:lnTo>
                    <a:pt x="4158" y="457"/>
                  </a:lnTo>
                  <a:lnTo>
                    <a:pt x="4140" y="457"/>
                  </a:lnTo>
                  <a:lnTo>
                    <a:pt x="4122" y="458"/>
                  </a:lnTo>
                  <a:lnTo>
                    <a:pt x="4100" y="458"/>
                  </a:lnTo>
                  <a:lnTo>
                    <a:pt x="4077" y="459"/>
                  </a:lnTo>
                  <a:lnTo>
                    <a:pt x="4055" y="459"/>
                  </a:lnTo>
                  <a:lnTo>
                    <a:pt x="4032" y="459"/>
                  </a:lnTo>
                  <a:lnTo>
                    <a:pt x="4014" y="460"/>
                  </a:lnTo>
                  <a:lnTo>
                    <a:pt x="3995" y="460"/>
                  </a:lnTo>
                  <a:lnTo>
                    <a:pt x="3977" y="460"/>
                  </a:lnTo>
                  <a:lnTo>
                    <a:pt x="3958" y="461"/>
                  </a:lnTo>
                  <a:lnTo>
                    <a:pt x="3936" y="461"/>
                  </a:lnTo>
                  <a:lnTo>
                    <a:pt x="3912" y="461"/>
                  </a:lnTo>
                  <a:lnTo>
                    <a:pt x="3889" y="461"/>
                  </a:lnTo>
                  <a:lnTo>
                    <a:pt x="3867" y="462"/>
                  </a:lnTo>
                  <a:lnTo>
                    <a:pt x="3845" y="462"/>
                  </a:lnTo>
                  <a:lnTo>
                    <a:pt x="3823" y="462"/>
                  </a:lnTo>
                  <a:lnTo>
                    <a:pt x="3801" y="462"/>
                  </a:lnTo>
                  <a:lnTo>
                    <a:pt x="3779" y="462"/>
                  </a:lnTo>
                  <a:lnTo>
                    <a:pt x="3775" y="462"/>
                  </a:lnTo>
                  <a:lnTo>
                    <a:pt x="3772" y="462"/>
                  </a:lnTo>
                  <a:lnTo>
                    <a:pt x="3751" y="462"/>
                  </a:lnTo>
                  <a:lnTo>
                    <a:pt x="3731" y="463"/>
                  </a:lnTo>
                  <a:lnTo>
                    <a:pt x="3711" y="463"/>
                  </a:lnTo>
                  <a:lnTo>
                    <a:pt x="3690" y="463"/>
                  </a:lnTo>
                  <a:lnTo>
                    <a:pt x="3670" y="463"/>
                  </a:lnTo>
                  <a:lnTo>
                    <a:pt x="3649" y="463"/>
                  </a:lnTo>
                  <a:lnTo>
                    <a:pt x="3629" y="463"/>
                  </a:lnTo>
                  <a:lnTo>
                    <a:pt x="3608" y="463"/>
                  </a:lnTo>
                  <a:lnTo>
                    <a:pt x="3586" y="463"/>
                  </a:lnTo>
                  <a:lnTo>
                    <a:pt x="3565" y="463"/>
                  </a:lnTo>
                  <a:lnTo>
                    <a:pt x="3543" y="463"/>
                  </a:lnTo>
                  <a:lnTo>
                    <a:pt x="3521" y="463"/>
                  </a:lnTo>
                  <a:lnTo>
                    <a:pt x="3500" y="462"/>
                  </a:lnTo>
                  <a:lnTo>
                    <a:pt x="3478" y="462"/>
                  </a:lnTo>
                  <a:lnTo>
                    <a:pt x="3457" y="462"/>
                  </a:lnTo>
                  <a:lnTo>
                    <a:pt x="3435" y="462"/>
                  </a:lnTo>
                  <a:lnTo>
                    <a:pt x="3417" y="462"/>
                  </a:lnTo>
                  <a:lnTo>
                    <a:pt x="3399" y="462"/>
                  </a:lnTo>
                  <a:lnTo>
                    <a:pt x="3382" y="462"/>
                  </a:lnTo>
                  <a:lnTo>
                    <a:pt x="3364" y="461"/>
                  </a:lnTo>
                  <a:lnTo>
                    <a:pt x="3338" y="461"/>
                  </a:lnTo>
                  <a:lnTo>
                    <a:pt x="3312" y="461"/>
                  </a:lnTo>
                  <a:lnTo>
                    <a:pt x="3285" y="461"/>
                  </a:lnTo>
                  <a:lnTo>
                    <a:pt x="3260" y="460"/>
                  </a:lnTo>
                  <a:lnTo>
                    <a:pt x="3240" y="460"/>
                  </a:lnTo>
                  <a:lnTo>
                    <a:pt x="3221" y="460"/>
                  </a:lnTo>
                  <a:lnTo>
                    <a:pt x="3201" y="459"/>
                  </a:lnTo>
                  <a:lnTo>
                    <a:pt x="3182" y="459"/>
                  </a:lnTo>
                  <a:lnTo>
                    <a:pt x="3158" y="458"/>
                  </a:lnTo>
                  <a:lnTo>
                    <a:pt x="3134" y="458"/>
                  </a:lnTo>
                  <a:lnTo>
                    <a:pt x="3110" y="458"/>
                  </a:lnTo>
                  <a:lnTo>
                    <a:pt x="3087" y="457"/>
                  </a:lnTo>
                  <a:lnTo>
                    <a:pt x="3067" y="457"/>
                  </a:lnTo>
                  <a:lnTo>
                    <a:pt x="3047" y="456"/>
                  </a:lnTo>
                  <a:lnTo>
                    <a:pt x="3027" y="456"/>
                  </a:lnTo>
                  <a:lnTo>
                    <a:pt x="3007" y="455"/>
                  </a:lnTo>
                  <a:lnTo>
                    <a:pt x="2984" y="455"/>
                  </a:lnTo>
                  <a:lnTo>
                    <a:pt x="2962" y="454"/>
                  </a:lnTo>
                  <a:lnTo>
                    <a:pt x="2939" y="453"/>
                  </a:lnTo>
                  <a:lnTo>
                    <a:pt x="2916" y="453"/>
                  </a:lnTo>
                  <a:lnTo>
                    <a:pt x="2896" y="452"/>
                  </a:lnTo>
                  <a:lnTo>
                    <a:pt x="2876" y="452"/>
                  </a:lnTo>
                  <a:lnTo>
                    <a:pt x="2856" y="451"/>
                  </a:lnTo>
                  <a:lnTo>
                    <a:pt x="2836" y="450"/>
                  </a:lnTo>
                  <a:lnTo>
                    <a:pt x="2811" y="450"/>
                  </a:lnTo>
                  <a:lnTo>
                    <a:pt x="2786" y="449"/>
                  </a:lnTo>
                  <a:lnTo>
                    <a:pt x="2761" y="448"/>
                  </a:lnTo>
                  <a:lnTo>
                    <a:pt x="2736" y="447"/>
                  </a:lnTo>
                  <a:lnTo>
                    <a:pt x="2723" y="447"/>
                  </a:lnTo>
                  <a:lnTo>
                    <a:pt x="2710" y="446"/>
                  </a:lnTo>
                  <a:lnTo>
                    <a:pt x="2672" y="445"/>
                  </a:lnTo>
                  <a:lnTo>
                    <a:pt x="2636" y="443"/>
                  </a:lnTo>
                  <a:lnTo>
                    <a:pt x="2600" y="442"/>
                  </a:lnTo>
                  <a:lnTo>
                    <a:pt x="2564" y="440"/>
                  </a:lnTo>
                  <a:lnTo>
                    <a:pt x="2552" y="440"/>
                  </a:lnTo>
                  <a:lnTo>
                    <a:pt x="2539" y="439"/>
                  </a:lnTo>
                  <a:lnTo>
                    <a:pt x="2502" y="438"/>
                  </a:lnTo>
                  <a:lnTo>
                    <a:pt x="2466" y="436"/>
                  </a:lnTo>
                  <a:lnTo>
                    <a:pt x="2429" y="434"/>
                  </a:lnTo>
                  <a:lnTo>
                    <a:pt x="2393" y="432"/>
                  </a:lnTo>
                  <a:lnTo>
                    <a:pt x="2385" y="432"/>
                  </a:lnTo>
                  <a:lnTo>
                    <a:pt x="2378" y="431"/>
                  </a:lnTo>
                  <a:lnTo>
                    <a:pt x="2359" y="430"/>
                  </a:lnTo>
                  <a:lnTo>
                    <a:pt x="2340" y="429"/>
                  </a:lnTo>
                  <a:lnTo>
                    <a:pt x="2320" y="428"/>
                  </a:lnTo>
                  <a:lnTo>
                    <a:pt x="2301" y="427"/>
                  </a:lnTo>
                  <a:lnTo>
                    <a:pt x="2283" y="426"/>
                  </a:lnTo>
                  <a:lnTo>
                    <a:pt x="2264" y="425"/>
                  </a:lnTo>
                  <a:lnTo>
                    <a:pt x="2245" y="424"/>
                  </a:lnTo>
                  <a:lnTo>
                    <a:pt x="2226" y="423"/>
                  </a:lnTo>
                  <a:lnTo>
                    <a:pt x="2223" y="423"/>
                  </a:lnTo>
                  <a:lnTo>
                    <a:pt x="2220" y="423"/>
                  </a:lnTo>
                  <a:lnTo>
                    <a:pt x="2201" y="422"/>
                  </a:lnTo>
                  <a:lnTo>
                    <a:pt x="2183" y="420"/>
                  </a:lnTo>
                  <a:lnTo>
                    <a:pt x="2164" y="419"/>
                  </a:lnTo>
                  <a:lnTo>
                    <a:pt x="2146" y="418"/>
                  </a:lnTo>
                  <a:lnTo>
                    <a:pt x="2140" y="418"/>
                  </a:lnTo>
                  <a:lnTo>
                    <a:pt x="2133" y="417"/>
                  </a:lnTo>
                  <a:lnTo>
                    <a:pt x="2119" y="416"/>
                  </a:lnTo>
                  <a:lnTo>
                    <a:pt x="2104" y="416"/>
                  </a:lnTo>
                  <a:lnTo>
                    <a:pt x="2090" y="415"/>
                  </a:lnTo>
                  <a:lnTo>
                    <a:pt x="2076" y="414"/>
                  </a:lnTo>
                  <a:lnTo>
                    <a:pt x="2063" y="413"/>
                  </a:lnTo>
                  <a:lnTo>
                    <a:pt x="2052" y="412"/>
                  </a:lnTo>
                  <a:lnTo>
                    <a:pt x="2039" y="411"/>
                  </a:lnTo>
                  <a:lnTo>
                    <a:pt x="2027" y="410"/>
                  </a:lnTo>
                  <a:lnTo>
                    <a:pt x="2014" y="409"/>
                  </a:lnTo>
                  <a:lnTo>
                    <a:pt x="2002" y="409"/>
                  </a:lnTo>
                  <a:lnTo>
                    <a:pt x="1991" y="408"/>
                  </a:lnTo>
                  <a:lnTo>
                    <a:pt x="1981" y="407"/>
                  </a:lnTo>
                  <a:lnTo>
                    <a:pt x="1965" y="406"/>
                  </a:lnTo>
                  <a:lnTo>
                    <a:pt x="1948" y="405"/>
                  </a:lnTo>
                  <a:lnTo>
                    <a:pt x="1931" y="404"/>
                  </a:lnTo>
                  <a:lnTo>
                    <a:pt x="1915" y="402"/>
                  </a:lnTo>
                  <a:lnTo>
                    <a:pt x="1907" y="402"/>
                  </a:lnTo>
                  <a:lnTo>
                    <a:pt x="1900" y="401"/>
                  </a:lnTo>
                  <a:lnTo>
                    <a:pt x="1887" y="400"/>
                  </a:lnTo>
                  <a:lnTo>
                    <a:pt x="1874" y="399"/>
                  </a:lnTo>
                  <a:lnTo>
                    <a:pt x="1861" y="398"/>
                  </a:lnTo>
                  <a:lnTo>
                    <a:pt x="1848" y="397"/>
                  </a:lnTo>
                  <a:lnTo>
                    <a:pt x="1838" y="396"/>
                  </a:lnTo>
                  <a:lnTo>
                    <a:pt x="1827" y="395"/>
                  </a:lnTo>
                  <a:lnTo>
                    <a:pt x="1812" y="394"/>
                  </a:lnTo>
                  <a:lnTo>
                    <a:pt x="1797" y="393"/>
                  </a:lnTo>
                  <a:lnTo>
                    <a:pt x="1782" y="392"/>
                  </a:lnTo>
                  <a:lnTo>
                    <a:pt x="1766" y="391"/>
                  </a:lnTo>
                  <a:lnTo>
                    <a:pt x="1765" y="390"/>
                  </a:lnTo>
                  <a:lnTo>
                    <a:pt x="1765" y="390"/>
                  </a:lnTo>
                  <a:lnTo>
                    <a:pt x="1758" y="390"/>
                  </a:lnTo>
                  <a:lnTo>
                    <a:pt x="1752" y="389"/>
                  </a:lnTo>
                  <a:lnTo>
                    <a:pt x="1739" y="388"/>
                  </a:lnTo>
                  <a:lnTo>
                    <a:pt x="1726" y="387"/>
                  </a:lnTo>
                  <a:lnTo>
                    <a:pt x="1713" y="386"/>
                  </a:lnTo>
                  <a:lnTo>
                    <a:pt x="1700" y="385"/>
                  </a:lnTo>
                  <a:lnTo>
                    <a:pt x="1690" y="384"/>
                  </a:lnTo>
                  <a:lnTo>
                    <a:pt x="1680" y="383"/>
                  </a:lnTo>
                  <a:lnTo>
                    <a:pt x="1665" y="382"/>
                  </a:lnTo>
                  <a:lnTo>
                    <a:pt x="1650" y="380"/>
                  </a:lnTo>
                  <a:lnTo>
                    <a:pt x="1636" y="379"/>
                  </a:lnTo>
                  <a:lnTo>
                    <a:pt x="1621" y="378"/>
                  </a:lnTo>
                  <a:lnTo>
                    <a:pt x="1615" y="377"/>
                  </a:lnTo>
                  <a:lnTo>
                    <a:pt x="1609" y="377"/>
                  </a:lnTo>
                  <a:lnTo>
                    <a:pt x="1596" y="375"/>
                  </a:lnTo>
                  <a:lnTo>
                    <a:pt x="1584" y="374"/>
                  </a:lnTo>
                  <a:lnTo>
                    <a:pt x="1571" y="373"/>
                  </a:lnTo>
                  <a:lnTo>
                    <a:pt x="1559" y="372"/>
                  </a:lnTo>
                  <a:lnTo>
                    <a:pt x="1549" y="371"/>
                  </a:lnTo>
                  <a:lnTo>
                    <a:pt x="1540" y="370"/>
                  </a:lnTo>
                  <a:lnTo>
                    <a:pt x="1526" y="369"/>
                  </a:lnTo>
                  <a:lnTo>
                    <a:pt x="1512" y="367"/>
                  </a:lnTo>
                  <a:lnTo>
                    <a:pt x="1497" y="366"/>
                  </a:lnTo>
                  <a:lnTo>
                    <a:pt x="1484" y="364"/>
                  </a:lnTo>
                  <a:lnTo>
                    <a:pt x="1476" y="364"/>
                  </a:lnTo>
                  <a:lnTo>
                    <a:pt x="1469" y="363"/>
                  </a:lnTo>
                  <a:lnTo>
                    <a:pt x="1456" y="362"/>
                  </a:lnTo>
                  <a:lnTo>
                    <a:pt x="1444" y="360"/>
                  </a:lnTo>
                  <a:lnTo>
                    <a:pt x="1431" y="359"/>
                  </a:lnTo>
                  <a:lnTo>
                    <a:pt x="1419" y="358"/>
                  </a:lnTo>
                  <a:lnTo>
                    <a:pt x="1413" y="357"/>
                  </a:lnTo>
                  <a:lnTo>
                    <a:pt x="1406" y="356"/>
                  </a:lnTo>
                  <a:lnTo>
                    <a:pt x="1392" y="355"/>
                  </a:lnTo>
                  <a:lnTo>
                    <a:pt x="1378" y="353"/>
                  </a:lnTo>
                  <a:lnTo>
                    <a:pt x="1364" y="352"/>
                  </a:lnTo>
                  <a:lnTo>
                    <a:pt x="1350" y="350"/>
                  </a:lnTo>
                  <a:lnTo>
                    <a:pt x="1343" y="349"/>
                  </a:lnTo>
                  <a:lnTo>
                    <a:pt x="1336" y="349"/>
                  </a:lnTo>
                  <a:lnTo>
                    <a:pt x="1322" y="347"/>
                  </a:lnTo>
                  <a:lnTo>
                    <a:pt x="1308" y="345"/>
                  </a:lnTo>
                  <a:lnTo>
                    <a:pt x="1294" y="344"/>
                  </a:lnTo>
                  <a:lnTo>
                    <a:pt x="1280" y="342"/>
                  </a:lnTo>
                  <a:lnTo>
                    <a:pt x="1276" y="342"/>
                  </a:lnTo>
                  <a:lnTo>
                    <a:pt x="1272" y="341"/>
                  </a:lnTo>
                  <a:lnTo>
                    <a:pt x="1259" y="340"/>
                  </a:lnTo>
                  <a:lnTo>
                    <a:pt x="1246" y="338"/>
                  </a:lnTo>
                  <a:lnTo>
                    <a:pt x="1233" y="337"/>
                  </a:lnTo>
                  <a:lnTo>
                    <a:pt x="1220" y="335"/>
                  </a:lnTo>
                  <a:lnTo>
                    <a:pt x="1216" y="334"/>
                  </a:lnTo>
                  <a:lnTo>
                    <a:pt x="1211" y="334"/>
                  </a:lnTo>
                  <a:lnTo>
                    <a:pt x="1198" y="332"/>
                  </a:lnTo>
                  <a:lnTo>
                    <a:pt x="1184" y="330"/>
                  </a:lnTo>
                  <a:lnTo>
                    <a:pt x="1171" y="329"/>
                  </a:lnTo>
                  <a:lnTo>
                    <a:pt x="1157" y="327"/>
                  </a:lnTo>
                  <a:lnTo>
                    <a:pt x="1151" y="326"/>
                  </a:lnTo>
                  <a:lnTo>
                    <a:pt x="1146" y="326"/>
                  </a:lnTo>
                  <a:lnTo>
                    <a:pt x="1133" y="324"/>
                  </a:lnTo>
                  <a:lnTo>
                    <a:pt x="1119" y="322"/>
                  </a:lnTo>
                  <a:lnTo>
                    <a:pt x="1106" y="320"/>
                  </a:lnTo>
                  <a:lnTo>
                    <a:pt x="1093" y="319"/>
                  </a:lnTo>
                  <a:lnTo>
                    <a:pt x="1088" y="318"/>
                  </a:lnTo>
                  <a:lnTo>
                    <a:pt x="1084" y="317"/>
                  </a:lnTo>
                  <a:lnTo>
                    <a:pt x="1071" y="316"/>
                  </a:lnTo>
                  <a:lnTo>
                    <a:pt x="1059" y="314"/>
                  </a:lnTo>
                  <a:lnTo>
                    <a:pt x="1046" y="312"/>
                  </a:lnTo>
                  <a:lnTo>
                    <a:pt x="1033" y="310"/>
                  </a:lnTo>
                  <a:lnTo>
                    <a:pt x="1032" y="310"/>
                  </a:lnTo>
                  <a:lnTo>
                    <a:pt x="1030" y="310"/>
                  </a:lnTo>
                  <a:lnTo>
                    <a:pt x="1017" y="308"/>
                  </a:lnTo>
                  <a:lnTo>
                    <a:pt x="1005" y="306"/>
                  </a:lnTo>
                  <a:lnTo>
                    <a:pt x="992" y="304"/>
                  </a:lnTo>
                  <a:lnTo>
                    <a:pt x="979" y="303"/>
                  </a:lnTo>
                  <a:lnTo>
                    <a:pt x="975" y="302"/>
                  </a:lnTo>
                  <a:lnTo>
                    <a:pt x="970" y="301"/>
                  </a:lnTo>
                  <a:lnTo>
                    <a:pt x="958" y="299"/>
                  </a:lnTo>
                  <a:lnTo>
                    <a:pt x="946" y="298"/>
                  </a:lnTo>
                  <a:lnTo>
                    <a:pt x="934" y="296"/>
                  </a:lnTo>
                  <a:lnTo>
                    <a:pt x="922" y="294"/>
                  </a:lnTo>
                  <a:lnTo>
                    <a:pt x="917" y="293"/>
                  </a:lnTo>
                  <a:lnTo>
                    <a:pt x="912" y="292"/>
                  </a:lnTo>
                  <a:lnTo>
                    <a:pt x="900" y="291"/>
                  </a:lnTo>
                  <a:lnTo>
                    <a:pt x="888" y="289"/>
                  </a:lnTo>
                  <a:lnTo>
                    <a:pt x="876" y="287"/>
                  </a:lnTo>
                  <a:lnTo>
                    <a:pt x="864" y="285"/>
                  </a:lnTo>
                  <a:lnTo>
                    <a:pt x="862" y="285"/>
                  </a:lnTo>
                  <a:lnTo>
                    <a:pt x="859" y="284"/>
                  </a:lnTo>
                  <a:lnTo>
                    <a:pt x="848" y="282"/>
                  </a:lnTo>
                  <a:lnTo>
                    <a:pt x="837" y="281"/>
                  </a:lnTo>
                  <a:lnTo>
                    <a:pt x="826" y="279"/>
                  </a:lnTo>
                  <a:lnTo>
                    <a:pt x="815" y="277"/>
                  </a:lnTo>
                  <a:lnTo>
                    <a:pt x="811" y="276"/>
                  </a:lnTo>
                  <a:lnTo>
                    <a:pt x="806" y="275"/>
                  </a:lnTo>
                  <a:lnTo>
                    <a:pt x="795" y="274"/>
                  </a:lnTo>
                  <a:lnTo>
                    <a:pt x="784" y="272"/>
                  </a:lnTo>
                  <a:lnTo>
                    <a:pt x="774" y="270"/>
                  </a:lnTo>
                  <a:lnTo>
                    <a:pt x="763" y="268"/>
                  </a:lnTo>
                  <a:lnTo>
                    <a:pt x="757" y="267"/>
                  </a:lnTo>
                  <a:lnTo>
                    <a:pt x="752" y="266"/>
                  </a:lnTo>
                  <a:lnTo>
                    <a:pt x="741" y="264"/>
                  </a:lnTo>
                  <a:lnTo>
                    <a:pt x="731" y="262"/>
                  </a:lnTo>
                  <a:lnTo>
                    <a:pt x="720" y="260"/>
                  </a:lnTo>
                  <a:lnTo>
                    <a:pt x="710" y="259"/>
                  </a:lnTo>
                  <a:lnTo>
                    <a:pt x="706" y="258"/>
                  </a:lnTo>
                  <a:lnTo>
                    <a:pt x="701" y="257"/>
                  </a:lnTo>
                  <a:lnTo>
                    <a:pt x="692" y="255"/>
                  </a:lnTo>
                  <a:lnTo>
                    <a:pt x="683" y="253"/>
                  </a:lnTo>
                  <a:lnTo>
                    <a:pt x="673" y="252"/>
                  </a:lnTo>
                  <a:lnTo>
                    <a:pt x="664" y="250"/>
                  </a:lnTo>
                  <a:lnTo>
                    <a:pt x="660" y="249"/>
                  </a:lnTo>
                  <a:lnTo>
                    <a:pt x="657" y="248"/>
                  </a:lnTo>
                  <a:lnTo>
                    <a:pt x="647" y="246"/>
                  </a:lnTo>
                  <a:lnTo>
                    <a:pt x="637" y="245"/>
                  </a:lnTo>
                  <a:lnTo>
                    <a:pt x="627" y="243"/>
                  </a:lnTo>
                  <a:lnTo>
                    <a:pt x="617" y="241"/>
                  </a:lnTo>
                  <a:lnTo>
                    <a:pt x="612" y="240"/>
                  </a:lnTo>
                  <a:lnTo>
                    <a:pt x="607" y="239"/>
                  </a:lnTo>
                  <a:lnTo>
                    <a:pt x="597" y="237"/>
                  </a:lnTo>
                  <a:lnTo>
                    <a:pt x="588" y="235"/>
                  </a:lnTo>
                  <a:lnTo>
                    <a:pt x="578" y="233"/>
                  </a:lnTo>
                  <a:lnTo>
                    <a:pt x="569" y="231"/>
                  </a:lnTo>
                  <a:lnTo>
                    <a:pt x="565" y="230"/>
                  </a:lnTo>
                  <a:lnTo>
                    <a:pt x="560" y="229"/>
                  </a:lnTo>
                  <a:lnTo>
                    <a:pt x="552" y="227"/>
                  </a:lnTo>
                  <a:lnTo>
                    <a:pt x="544" y="225"/>
                  </a:lnTo>
                  <a:lnTo>
                    <a:pt x="535" y="223"/>
                  </a:lnTo>
                  <a:lnTo>
                    <a:pt x="527" y="221"/>
                  </a:lnTo>
                  <a:lnTo>
                    <a:pt x="524" y="221"/>
                  </a:lnTo>
                  <a:lnTo>
                    <a:pt x="520" y="220"/>
                  </a:lnTo>
                  <a:lnTo>
                    <a:pt x="511" y="218"/>
                  </a:lnTo>
                  <a:lnTo>
                    <a:pt x="502" y="216"/>
                  </a:lnTo>
                  <a:lnTo>
                    <a:pt x="493" y="214"/>
                  </a:lnTo>
                  <a:lnTo>
                    <a:pt x="484" y="212"/>
                  </a:lnTo>
                  <a:lnTo>
                    <a:pt x="480" y="211"/>
                  </a:lnTo>
                  <a:lnTo>
                    <a:pt x="475" y="210"/>
                  </a:lnTo>
                  <a:lnTo>
                    <a:pt x="466" y="208"/>
                  </a:lnTo>
                  <a:lnTo>
                    <a:pt x="457" y="205"/>
                  </a:lnTo>
                  <a:lnTo>
                    <a:pt x="449" y="203"/>
                  </a:lnTo>
                  <a:lnTo>
                    <a:pt x="440" y="200"/>
                  </a:lnTo>
                  <a:lnTo>
                    <a:pt x="438" y="200"/>
                  </a:lnTo>
                  <a:lnTo>
                    <a:pt x="436" y="199"/>
                  </a:lnTo>
                  <a:lnTo>
                    <a:pt x="428" y="197"/>
                  </a:lnTo>
                  <a:lnTo>
                    <a:pt x="420" y="195"/>
                  </a:lnTo>
                  <a:lnTo>
                    <a:pt x="413" y="193"/>
                  </a:lnTo>
                  <a:lnTo>
                    <a:pt x="405" y="191"/>
                  </a:lnTo>
                  <a:lnTo>
                    <a:pt x="401" y="190"/>
                  </a:lnTo>
                  <a:lnTo>
                    <a:pt x="397" y="189"/>
                  </a:lnTo>
                  <a:lnTo>
                    <a:pt x="389" y="187"/>
                  </a:lnTo>
                  <a:lnTo>
                    <a:pt x="380" y="185"/>
                  </a:lnTo>
                  <a:lnTo>
                    <a:pt x="372" y="183"/>
                  </a:lnTo>
                  <a:lnTo>
                    <a:pt x="364" y="180"/>
                  </a:lnTo>
                  <a:lnTo>
                    <a:pt x="361" y="179"/>
                  </a:lnTo>
                  <a:lnTo>
                    <a:pt x="358" y="179"/>
                  </a:lnTo>
                  <a:lnTo>
                    <a:pt x="345" y="175"/>
                  </a:lnTo>
                  <a:lnTo>
                    <a:pt x="331" y="171"/>
                  </a:lnTo>
                  <a:lnTo>
                    <a:pt x="328" y="170"/>
                  </a:lnTo>
                  <a:lnTo>
                    <a:pt x="324" y="169"/>
                  </a:lnTo>
                  <a:lnTo>
                    <a:pt x="309" y="164"/>
                  </a:lnTo>
                  <a:lnTo>
                    <a:pt x="295" y="160"/>
                  </a:lnTo>
                  <a:lnTo>
                    <a:pt x="292" y="159"/>
                  </a:lnTo>
                  <a:lnTo>
                    <a:pt x="290" y="158"/>
                  </a:lnTo>
                  <a:lnTo>
                    <a:pt x="278" y="155"/>
                  </a:lnTo>
                  <a:lnTo>
                    <a:pt x="267" y="151"/>
                  </a:lnTo>
                  <a:lnTo>
                    <a:pt x="262" y="150"/>
                  </a:lnTo>
                  <a:lnTo>
                    <a:pt x="258" y="148"/>
                  </a:lnTo>
                  <a:lnTo>
                    <a:pt x="247" y="144"/>
                  </a:lnTo>
                  <a:lnTo>
                    <a:pt x="236" y="141"/>
                  </a:lnTo>
                  <a:lnTo>
                    <a:pt x="234" y="140"/>
                  </a:lnTo>
                  <a:lnTo>
                    <a:pt x="231" y="139"/>
                  </a:lnTo>
                  <a:lnTo>
                    <a:pt x="217" y="134"/>
                  </a:lnTo>
                  <a:lnTo>
                    <a:pt x="205" y="130"/>
                  </a:lnTo>
                  <a:lnTo>
                    <a:pt x="201" y="128"/>
                  </a:lnTo>
                  <a:lnTo>
                    <a:pt x="198" y="127"/>
                  </a:lnTo>
                  <a:lnTo>
                    <a:pt x="190" y="124"/>
                  </a:lnTo>
                  <a:lnTo>
                    <a:pt x="181" y="121"/>
                  </a:lnTo>
                  <a:lnTo>
                    <a:pt x="176" y="119"/>
                  </a:lnTo>
                  <a:lnTo>
                    <a:pt x="171" y="117"/>
                  </a:lnTo>
                  <a:lnTo>
                    <a:pt x="164" y="114"/>
                  </a:lnTo>
                  <a:lnTo>
                    <a:pt x="157" y="111"/>
                  </a:lnTo>
                  <a:lnTo>
                    <a:pt x="153" y="109"/>
                  </a:lnTo>
                  <a:lnTo>
                    <a:pt x="148" y="107"/>
                  </a:lnTo>
                  <a:lnTo>
                    <a:pt x="141" y="104"/>
                  </a:lnTo>
                  <a:lnTo>
                    <a:pt x="134" y="100"/>
                  </a:lnTo>
                  <a:lnTo>
                    <a:pt x="131" y="99"/>
                  </a:lnTo>
                  <a:lnTo>
                    <a:pt x="127" y="97"/>
                  </a:lnTo>
                  <a:lnTo>
                    <a:pt x="117" y="92"/>
                  </a:lnTo>
                  <a:lnTo>
                    <a:pt x="108" y="88"/>
                  </a:lnTo>
                  <a:lnTo>
                    <a:pt x="108" y="87"/>
                  </a:lnTo>
                  <a:lnTo>
                    <a:pt x="107" y="87"/>
                  </a:lnTo>
                  <a:lnTo>
                    <a:pt x="96" y="82"/>
                  </a:lnTo>
                  <a:lnTo>
                    <a:pt x="86" y="76"/>
                  </a:lnTo>
                  <a:lnTo>
                    <a:pt x="84" y="74"/>
                  </a:lnTo>
                  <a:lnTo>
                    <a:pt x="81" y="73"/>
                  </a:lnTo>
                  <a:lnTo>
                    <a:pt x="74" y="69"/>
                  </a:lnTo>
                  <a:lnTo>
                    <a:pt x="68" y="65"/>
                  </a:lnTo>
                  <a:lnTo>
                    <a:pt x="65" y="63"/>
                  </a:lnTo>
                  <a:lnTo>
                    <a:pt x="62" y="61"/>
                  </a:lnTo>
                  <a:lnTo>
                    <a:pt x="56" y="57"/>
                  </a:lnTo>
                  <a:lnTo>
                    <a:pt x="51" y="53"/>
                  </a:lnTo>
                  <a:lnTo>
                    <a:pt x="48" y="51"/>
                  </a:lnTo>
                  <a:lnTo>
                    <a:pt x="45" y="49"/>
                  </a:lnTo>
                  <a:lnTo>
                    <a:pt x="41" y="45"/>
                  </a:lnTo>
                  <a:lnTo>
                    <a:pt x="37" y="42"/>
                  </a:lnTo>
                  <a:lnTo>
                    <a:pt x="33" y="39"/>
                  </a:lnTo>
                  <a:lnTo>
                    <a:pt x="30" y="36"/>
                  </a:lnTo>
                  <a:lnTo>
                    <a:pt x="28" y="34"/>
                  </a:lnTo>
                  <a:lnTo>
                    <a:pt x="25" y="32"/>
                  </a:lnTo>
                  <a:lnTo>
                    <a:pt x="22" y="29"/>
                  </a:lnTo>
                  <a:lnTo>
                    <a:pt x="19" y="26"/>
                  </a:lnTo>
                  <a:lnTo>
                    <a:pt x="17" y="23"/>
                  </a:lnTo>
                  <a:lnTo>
                    <a:pt x="15" y="21"/>
                  </a:lnTo>
                  <a:lnTo>
                    <a:pt x="12" y="18"/>
                  </a:lnTo>
                  <a:lnTo>
                    <a:pt x="9" y="14"/>
                  </a:lnTo>
                  <a:lnTo>
                    <a:pt x="8" y="12"/>
                  </a:lnTo>
                  <a:lnTo>
                    <a:pt x="7" y="11"/>
                  </a:lnTo>
                  <a:lnTo>
                    <a:pt x="3" y="5"/>
                  </a:lnTo>
                  <a:lnTo>
                    <a:pt x="0" y="0"/>
                  </a:lnTo>
                  <a:lnTo>
                    <a:pt x="36" y="67"/>
                  </a:lnTo>
                  <a:lnTo>
                    <a:pt x="72" y="133"/>
                  </a:lnTo>
                  <a:lnTo>
                    <a:pt x="109" y="200"/>
                  </a:lnTo>
                  <a:lnTo>
                    <a:pt x="145" y="268"/>
                  </a:lnTo>
                  <a:lnTo>
                    <a:pt x="181" y="334"/>
                  </a:lnTo>
                  <a:lnTo>
                    <a:pt x="217" y="401"/>
                  </a:lnTo>
                  <a:lnTo>
                    <a:pt x="254" y="468"/>
                  </a:lnTo>
                  <a:lnTo>
                    <a:pt x="291" y="534"/>
                  </a:lnTo>
                  <a:lnTo>
                    <a:pt x="327" y="601"/>
                  </a:lnTo>
                  <a:lnTo>
                    <a:pt x="363" y="669"/>
                  </a:lnTo>
                  <a:lnTo>
                    <a:pt x="399" y="735"/>
                  </a:lnTo>
                  <a:lnTo>
                    <a:pt x="435" y="802"/>
                  </a:lnTo>
                  <a:lnTo>
                    <a:pt x="471" y="869"/>
                  </a:lnTo>
                  <a:lnTo>
                    <a:pt x="508" y="935"/>
                  </a:lnTo>
                  <a:lnTo>
                    <a:pt x="544" y="1002"/>
                  </a:lnTo>
                  <a:lnTo>
                    <a:pt x="580" y="1069"/>
                  </a:lnTo>
                  <a:lnTo>
                    <a:pt x="583" y="1074"/>
                  </a:lnTo>
                  <a:lnTo>
                    <a:pt x="586" y="1079"/>
                  </a:lnTo>
                  <a:lnTo>
                    <a:pt x="587" y="1079"/>
                  </a:lnTo>
                  <a:lnTo>
                    <a:pt x="587" y="1080"/>
                  </a:lnTo>
                  <a:lnTo>
                    <a:pt x="588" y="1082"/>
                  </a:lnTo>
                  <a:lnTo>
                    <a:pt x="589" y="1083"/>
                  </a:lnTo>
                  <a:lnTo>
                    <a:pt x="592" y="1087"/>
                  </a:lnTo>
                  <a:lnTo>
                    <a:pt x="594" y="1090"/>
                  </a:lnTo>
                  <a:lnTo>
                    <a:pt x="594" y="1090"/>
                  </a:lnTo>
                  <a:lnTo>
                    <a:pt x="595" y="1091"/>
                  </a:lnTo>
                  <a:lnTo>
                    <a:pt x="597" y="1093"/>
                  </a:lnTo>
                  <a:lnTo>
                    <a:pt x="599" y="1095"/>
                  </a:lnTo>
                  <a:lnTo>
                    <a:pt x="601" y="1098"/>
                  </a:lnTo>
                  <a:lnTo>
                    <a:pt x="603" y="1100"/>
                  </a:lnTo>
                  <a:lnTo>
                    <a:pt x="604" y="1101"/>
                  </a:lnTo>
                  <a:lnTo>
                    <a:pt x="604" y="1102"/>
                  </a:lnTo>
                  <a:lnTo>
                    <a:pt x="607" y="1104"/>
                  </a:lnTo>
                  <a:lnTo>
                    <a:pt x="609" y="1106"/>
                  </a:lnTo>
                  <a:lnTo>
                    <a:pt x="611" y="1110"/>
                  </a:lnTo>
                  <a:lnTo>
                    <a:pt x="613" y="1112"/>
                  </a:lnTo>
                  <a:lnTo>
                    <a:pt x="614" y="1113"/>
                  </a:lnTo>
                  <a:lnTo>
                    <a:pt x="615" y="1113"/>
                  </a:lnTo>
                  <a:lnTo>
                    <a:pt x="619" y="1117"/>
                  </a:lnTo>
                  <a:lnTo>
                    <a:pt x="623" y="1121"/>
                  </a:lnTo>
                  <a:lnTo>
                    <a:pt x="625" y="1122"/>
                  </a:lnTo>
                  <a:lnTo>
                    <a:pt x="627" y="1124"/>
                  </a:lnTo>
                  <a:lnTo>
                    <a:pt x="628" y="1125"/>
                  </a:lnTo>
                  <a:lnTo>
                    <a:pt x="629" y="1125"/>
                  </a:lnTo>
                  <a:lnTo>
                    <a:pt x="633" y="1129"/>
                  </a:lnTo>
                  <a:lnTo>
                    <a:pt x="638" y="1133"/>
                  </a:lnTo>
                  <a:lnTo>
                    <a:pt x="640" y="1135"/>
                  </a:lnTo>
                  <a:lnTo>
                    <a:pt x="642" y="1136"/>
                  </a:lnTo>
                  <a:lnTo>
                    <a:pt x="643" y="1137"/>
                  </a:lnTo>
                  <a:lnTo>
                    <a:pt x="644" y="1137"/>
                  </a:lnTo>
                  <a:lnTo>
                    <a:pt x="650" y="1141"/>
                  </a:lnTo>
                  <a:lnTo>
                    <a:pt x="656" y="1146"/>
                  </a:lnTo>
                  <a:lnTo>
                    <a:pt x="658" y="1147"/>
                  </a:lnTo>
                  <a:lnTo>
                    <a:pt x="660" y="1149"/>
                  </a:lnTo>
                  <a:lnTo>
                    <a:pt x="660" y="1149"/>
                  </a:lnTo>
                  <a:lnTo>
                    <a:pt x="660" y="1149"/>
                  </a:lnTo>
                  <a:lnTo>
                    <a:pt x="669" y="1155"/>
                  </a:lnTo>
                  <a:lnTo>
                    <a:pt x="679" y="1161"/>
                  </a:lnTo>
                  <a:lnTo>
                    <a:pt x="679" y="1161"/>
                  </a:lnTo>
                  <a:lnTo>
                    <a:pt x="679" y="1161"/>
                  </a:lnTo>
                  <a:lnTo>
                    <a:pt x="686" y="1165"/>
                  </a:lnTo>
                  <a:lnTo>
                    <a:pt x="695" y="1170"/>
                  </a:lnTo>
                  <a:lnTo>
                    <a:pt x="695" y="1170"/>
                  </a:lnTo>
                  <a:lnTo>
                    <a:pt x="696" y="1171"/>
                  </a:lnTo>
                  <a:lnTo>
                    <a:pt x="699" y="1173"/>
                  </a:lnTo>
                  <a:lnTo>
                    <a:pt x="702" y="1174"/>
                  </a:lnTo>
                  <a:lnTo>
                    <a:pt x="707" y="1177"/>
                  </a:lnTo>
                  <a:lnTo>
                    <a:pt x="712" y="1179"/>
                  </a:lnTo>
                  <a:lnTo>
                    <a:pt x="713" y="1180"/>
                  </a:lnTo>
                  <a:lnTo>
                    <a:pt x="715" y="1181"/>
                  </a:lnTo>
                  <a:lnTo>
                    <a:pt x="719" y="1183"/>
                  </a:lnTo>
                  <a:lnTo>
                    <a:pt x="723" y="1185"/>
                  </a:lnTo>
                  <a:lnTo>
                    <a:pt x="726" y="1187"/>
                  </a:lnTo>
                  <a:lnTo>
                    <a:pt x="730" y="1189"/>
                  </a:lnTo>
                  <a:lnTo>
                    <a:pt x="732" y="1190"/>
                  </a:lnTo>
                  <a:lnTo>
                    <a:pt x="735" y="1191"/>
                  </a:lnTo>
                  <a:lnTo>
                    <a:pt x="739" y="1193"/>
                  </a:lnTo>
                  <a:lnTo>
                    <a:pt x="743" y="1195"/>
                  </a:lnTo>
                  <a:lnTo>
                    <a:pt x="746" y="1197"/>
                  </a:lnTo>
                  <a:lnTo>
                    <a:pt x="749" y="1198"/>
                  </a:lnTo>
                  <a:lnTo>
                    <a:pt x="753" y="1200"/>
                  </a:lnTo>
                  <a:lnTo>
                    <a:pt x="758" y="1202"/>
                  </a:lnTo>
                  <a:lnTo>
                    <a:pt x="761" y="1204"/>
                  </a:lnTo>
                  <a:lnTo>
                    <a:pt x="764" y="1205"/>
                  </a:lnTo>
                  <a:lnTo>
                    <a:pt x="765" y="1205"/>
                  </a:lnTo>
                  <a:lnTo>
                    <a:pt x="766" y="1206"/>
                  </a:lnTo>
                  <a:lnTo>
                    <a:pt x="775" y="1210"/>
                  </a:lnTo>
                  <a:lnTo>
                    <a:pt x="784" y="1214"/>
                  </a:lnTo>
                  <a:lnTo>
                    <a:pt x="785" y="1214"/>
                  </a:lnTo>
                  <a:lnTo>
                    <a:pt x="785" y="1214"/>
                  </a:lnTo>
                  <a:lnTo>
                    <a:pt x="788" y="1215"/>
                  </a:lnTo>
                  <a:lnTo>
                    <a:pt x="790" y="1216"/>
                  </a:lnTo>
                  <a:lnTo>
                    <a:pt x="797" y="1219"/>
                  </a:lnTo>
                  <a:lnTo>
                    <a:pt x="803" y="1222"/>
                  </a:lnTo>
                  <a:lnTo>
                    <a:pt x="806" y="1223"/>
                  </a:lnTo>
                  <a:lnTo>
                    <a:pt x="809" y="1224"/>
                  </a:lnTo>
                  <a:lnTo>
                    <a:pt x="812" y="1225"/>
                  </a:lnTo>
                  <a:lnTo>
                    <a:pt x="816" y="1227"/>
                  </a:lnTo>
                  <a:lnTo>
                    <a:pt x="819" y="1228"/>
                  </a:lnTo>
                  <a:lnTo>
                    <a:pt x="823" y="1230"/>
                  </a:lnTo>
                  <a:lnTo>
                    <a:pt x="829" y="1232"/>
                  </a:lnTo>
                  <a:lnTo>
                    <a:pt x="836" y="1235"/>
                  </a:lnTo>
                  <a:lnTo>
                    <a:pt x="838" y="1235"/>
                  </a:lnTo>
                  <a:lnTo>
                    <a:pt x="840" y="1236"/>
                  </a:lnTo>
                  <a:lnTo>
                    <a:pt x="841" y="1237"/>
                  </a:lnTo>
                  <a:lnTo>
                    <a:pt x="843" y="1237"/>
                  </a:lnTo>
                  <a:lnTo>
                    <a:pt x="852" y="1240"/>
                  </a:lnTo>
                  <a:lnTo>
                    <a:pt x="862" y="1244"/>
                  </a:lnTo>
                  <a:lnTo>
                    <a:pt x="864" y="1245"/>
                  </a:lnTo>
                  <a:lnTo>
                    <a:pt x="866" y="1245"/>
                  </a:lnTo>
                  <a:lnTo>
                    <a:pt x="867" y="1246"/>
                  </a:lnTo>
                  <a:lnTo>
                    <a:pt x="868" y="1246"/>
                  </a:lnTo>
                  <a:lnTo>
                    <a:pt x="870" y="1247"/>
                  </a:lnTo>
                  <a:lnTo>
                    <a:pt x="872" y="1248"/>
                  </a:lnTo>
                  <a:lnTo>
                    <a:pt x="877" y="1249"/>
                  </a:lnTo>
                  <a:lnTo>
                    <a:pt x="882" y="1251"/>
                  </a:lnTo>
                  <a:lnTo>
                    <a:pt x="889" y="1253"/>
                  </a:lnTo>
                  <a:lnTo>
                    <a:pt x="895" y="1255"/>
                  </a:lnTo>
                  <a:lnTo>
                    <a:pt x="898" y="1256"/>
                  </a:lnTo>
                  <a:lnTo>
                    <a:pt x="900" y="1257"/>
                  </a:lnTo>
                  <a:lnTo>
                    <a:pt x="902" y="1258"/>
                  </a:lnTo>
                  <a:lnTo>
                    <a:pt x="903" y="1258"/>
                  </a:lnTo>
                  <a:lnTo>
                    <a:pt x="913" y="1261"/>
                  </a:lnTo>
                  <a:lnTo>
                    <a:pt x="923" y="1265"/>
                  </a:lnTo>
                  <a:lnTo>
                    <a:pt x="925" y="1266"/>
                  </a:lnTo>
                  <a:lnTo>
                    <a:pt x="928" y="1266"/>
                  </a:lnTo>
                  <a:lnTo>
                    <a:pt x="931" y="1267"/>
                  </a:lnTo>
                  <a:lnTo>
                    <a:pt x="934" y="1268"/>
                  </a:lnTo>
                  <a:lnTo>
                    <a:pt x="939" y="1270"/>
                  </a:lnTo>
                  <a:lnTo>
                    <a:pt x="944" y="1271"/>
                  </a:lnTo>
                  <a:lnTo>
                    <a:pt x="952" y="1274"/>
                  </a:lnTo>
                  <a:lnTo>
                    <a:pt x="961" y="1277"/>
                  </a:lnTo>
                  <a:lnTo>
                    <a:pt x="963" y="1277"/>
                  </a:lnTo>
                  <a:lnTo>
                    <a:pt x="964" y="1278"/>
                  </a:lnTo>
                  <a:lnTo>
                    <a:pt x="965" y="1278"/>
                  </a:lnTo>
                  <a:lnTo>
                    <a:pt x="965" y="1278"/>
                  </a:lnTo>
                  <a:lnTo>
                    <a:pt x="976" y="1281"/>
                  </a:lnTo>
                  <a:lnTo>
                    <a:pt x="987" y="1284"/>
                  </a:lnTo>
                  <a:lnTo>
                    <a:pt x="991" y="1285"/>
                  </a:lnTo>
                  <a:lnTo>
                    <a:pt x="994" y="1286"/>
                  </a:lnTo>
                  <a:lnTo>
                    <a:pt x="998" y="1288"/>
                  </a:lnTo>
                  <a:lnTo>
                    <a:pt x="1002" y="1289"/>
                  </a:lnTo>
                  <a:lnTo>
                    <a:pt x="1005" y="1290"/>
                  </a:lnTo>
                  <a:lnTo>
                    <a:pt x="1008" y="1291"/>
                  </a:lnTo>
                  <a:lnTo>
                    <a:pt x="1019" y="1294"/>
                  </a:lnTo>
                  <a:lnTo>
                    <a:pt x="1031" y="1297"/>
                  </a:lnTo>
                  <a:lnTo>
                    <a:pt x="1031" y="1297"/>
                  </a:lnTo>
                  <a:lnTo>
                    <a:pt x="1032" y="1297"/>
                  </a:lnTo>
                  <a:lnTo>
                    <a:pt x="1035" y="1298"/>
                  </a:lnTo>
                  <a:lnTo>
                    <a:pt x="1037" y="1299"/>
                  </a:lnTo>
                  <a:lnTo>
                    <a:pt x="1045" y="1301"/>
                  </a:lnTo>
                  <a:lnTo>
                    <a:pt x="1053" y="1303"/>
                  </a:lnTo>
                  <a:lnTo>
                    <a:pt x="1059" y="1305"/>
                  </a:lnTo>
                  <a:lnTo>
                    <a:pt x="1065" y="1306"/>
                  </a:lnTo>
                  <a:lnTo>
                    <a:pt x="1069" y="1307"/>
                  </a:lnTo>
                  <a:lnTo>
                    <a:pt x="1073" y="1308"/>
                  </a:lnTo>
                  <a:lnTo>
                    <a:pt x="1075" y="1309"/>
                  </a:lnTo>
                  <a:lnTo>
                    <a:pt x="1076" y="1309"/>
                  </a:lnTo>
                  <a:lnTo>
                    <a:pt x="1087" y="1312"/>
                  </a:lnTo>
                  <a:lnTo>
                    <a:pt x="1099" y="1315"/>
                  </a:lnTo>
                  <a:lnTo>
                    <a:pt x="1102" y="1315"/>
                  </a:lnTo>
                  <a:lnTo>
                    <a:pt x="1105" y="1316"/>
                  </a:lnTo>
                  <a:lnTo>
                    <a:pt x="1109" y="1317"/>
                  </a:lnTo>
                  <a:lnTo>
                    <a:pt x="1113" y="1318"/>
                  </a:lnTo>
                  <a:lnTo>
                    <a:pt x="1117" y="1319"/>
                  </a:lnTo>
                  <a:lnTo>
                    <a:pt x="1122" y="1320"/>
                  </a:lnTo>
                  <a:lnTo>
                    <a:pt x="1133" y="1323"/>
                  </a:lnTo>
                  <a:lnTo>
                    <a:pt x="1145" y="1326"/>
                  </a:lnTo>
                  <a:lnTo>
                    <a:pt x="1146" y="1326"/>
                  </a:lnTo>
                  <a:lnTo>
                    <a:pt x="1146" y="1326"/>
                  </a:lnTo>
                  <a:lnTo>
                    <a:pt x="1149" y="1327"/>
                  </a:lnTo>
                  <a:lnTo>
                    <a:pt x="1152" y="1328"/>
                  </a:lnTo>
                  <a:lnTo>
                    <a:pt x="1161" y="1330"/>
                  </a:lnTo>
                  <a:lnTo>
                    <a:pt x="1169" y="1332"/>
                  </a:lnTo>
                  <a:lnTo>
                    <a:pt x="1176" y="1333"/>
                  </a:lnTo>
                  <a:lnTo>
                    <a:pt x="1184" y="1335"/>
                  </a:lnTo>
                  <a:lnTo>
                    <a:pt x="1187" y="1336"/>
                  </a:lnTo>
                  <a:lnTo>
                    <a:pt x="1191" y="1337"/>
                  </a:lnTo>
                  <a:lnTo>
                    <a:pt x="1192" y="1337"/>
                  </a:lnTo>
                  <a:lnTo>
                    <a:pt x="1193" y="1337"/>
                  </a:lnTo>
                  <a:lnTo>
                    <a:pt x="1205" y="1340"/>
                  </a:lnTo>
                  <a:lnTo>
                    <a:pt x="1218" y="1343"/>
                  </a:lnTo>
                  <a:lnTo>
                    <a:pt x="1222" y="1344"/>
                  </a:lnTo>
                  <a:lnTo>
                    <a:pt x="1226" y="1345"/>
                  </a:lnTo>
                  <a:lnTo>
                    <a:pt x="1230" y="1345"/>
                  </a:lnTo>
                  <a:lnTo>
                    <a:pt x="1235" y="1346"/>
                  </a:lnTo>
                  <a:lnTo>
                    <a:pt x="1239" y="1347"/>
                  </a:lnTo>
                  <a:lnTo>
                    <a:pt x="1243" y="1348"/>
                  </a:lnTo>
                  <a:lnTo>
                    <a:pt x="1255" y="1351"/>
                  </a:lnTo>
                  <a:lnTo>
                    <a:pt x="1268" y="1354"/>
                  </a:lnTo>
                  <a:lnTo>
                    <a:pt x="1269" y="1354"/>
                  </a:lnTo>
                  <a:lnTo>
                    <a:pt x="1271" y="1354"/>
                  </a:lnTo>
                  <a:lnTo>
                    <a:pt x="1274" y="1355"/>
                  </a:lnTo>
                  <a:lnTo>
                    <a:pt x="1278" y="1356"/>
                  </a:lnTo>
                  <a:lnTo>
                    <a:pt x="1286" y="1357"/>
                  </a:lnTo>
                  <a:lnTo>
                    <a:pt x="1293" y="1359"/>
                  </a:lnTo>
                  <a:lnTo>
                    <a:pt x="1303" y="1361"/>
                  </a:lnTo>
                  <a:lnTo>
                    <a:pt x="1313" y="1363"/>
                  </a:lnTo>
                  <a:lnTo>
                    <a:pt x="1316" y="1363"/>
                  </a:lnTo>
                  <a:lnTo>
                    <a:pt x="1318" y="1364"/>
                  </a:lnTo>
                  <a:lnTo>
                    <a:pt x="1319" y="1364"/>
                  </a:lnTo>
                  <a:lnTo>
                    <a:pt x="1319" y="1364"/>
                  </a:lnTo>
                  <a:lnTo>
                    <a:pt x="1332" y="1367"/>
                  </a:lnTo>
                  <a:lnTo>
                    <a:pt x="1346" y="1369"/>
                  </a:lnTo>
                  <a:lnTo>
                    <a:pt x="1352" y="1370"/>
                  </a:lnTo>
                  <a:lnTo>
                    <a:pt x="1358" y="1372"/>
                  </a:lnTo>
                  <a:lnTo>
                    <a:pt x="1362" y="1372"/>
                  </a:lnTo>
                  <a:lnTo>
                    <a:pt x="1366" y="1373"/>
                  </a:lnTo>
                  <a:lnTo>
                    <a:pt x="1369" y="1374"/>
                  </a:lnTo>
                  <a:lnTo>
                    <a:pt x="1372" y="1374"/>
                  </a:lnTo>
                  <a:lnTo>
                    <a:pt x="1386" y="1377"/>
                  </a:lnTo>
                  <a:lnTo>
                    <a:pt x="1400" y="1379"/>
                  </a:lnTo>
                  <a:lnTo>
                    <a:pt x="1403" y="1380"/>
                  </a:lnTo>
                  <a:lnTo>
                    <a:pt x="1406" y="1380"/>
                  </a:lnTo>
                  <a:lnTo>
                    <a:pt x="1410" y="1381"/>
                  </a:lnTo>
                  <a:lnTo>
                    <a:pt x="1414" y="1382"/>
                  </a:lnTo>
                  <a:lnTo>
                    <a:pt x="1420" y="1383"/>
                  </a:lnTo>
                  <a:lnTo>
                    <a:pt x="1427" y="1384"/>
                  </a:lnTo>
                  <a:lnTo>
                    <a:pt x="1441" y="1387"/>
                  </a:lnTo>
                  <a:lnTo>
                    <a:pt x="1455" y="1389"/>
                  </a:lnTo>
                  <a:lnTo>
                    <a:pt x="1456" y="1389"/>
                  </a:lnTo>
                  <a:lnTo>
                    <a:pt x="1456" y="1389"/>
                  </a:lnTo>
                  <a:lnTo>
                    <a:pt x="1457" y="1390"/>
                  </a:lnTo>
                  <a:lnTo>
                    <a:pt x="1459" y="1390"/>
                  </a:lnTo>
                  <a:lnTo>
                    <a:pt x="1472" y="1392"/>
                  </a:lnTo>
                  <a:lnTo>
                    <a:pt x="1484" y="1394"/>
                  </a:lnTo>
                  <a:lnTo>
                    <a:pt x="1493" y="1396"/>
                  </a:lnTo>
                  <a:lnTo>
                    <a:pt x="1502" y="1397"/>
                  </a:lnTo>
                  <a:lnTo>
                    <a:pt x="1504" y="1397"/>
                  </a:lnTo>
                  <a:lnTo>
                    <a:pt x="1506" y="1398"/>
                  </a:lnTo>
                  <a:lnTo>
                    <a:pt x="1507" y="1398"/>
                  </a:lnTo>
                  <a:lnTo>
                    <a:pt x="1507" y="1398"/>
                  </a:lnTo>
                  <a:lnTo>
                    <a:pt x="1510" y="1399"/>
                  </a:lnTo>
                  <a:lnTo>
                    <a:pt x="1514" y="1399"/>
                  </a:lnTo>
                  <a:lnTo>
                    <a:pt x="1528" y="1402"/>
                  </a:lnTo>
                  <a:lnTo>
                    <a:pt x="1543" y="1404"/>
                  </a:lnTo>
                  <a:lnTo>
                    <a:pt x="1558" y="1406"/>
                  </a:lnTo>
                  <a:lnTo>
                    <a:pt x="1573" y="1409"/>
                  </a:lnTo>
                  <a:lnTo>
                    <a:pt x="1580" y="1410"/>
                  </a:lnTo>
                  <a:lnTo>
                    <a:pt x="1588" y="1411"/>
                  </a:lnTo>
                  <a:lnTo>
                    <a:pt x="1595" y="1412"/>
                  </a:lnTo>
                  <a:lnTo>
                    <a:pt x="1603" y="1413"/>
                  </a:lnTo>
                  <a:lnTo>
                    <a:pt x="1605" y="1414"/>
                  </a:lnTo>
                  <a:lnTo>
                    <a:pt x="1607" y="1414"/>
                  </a:lnTo>
                  <a:lnTo>
                    <a:pt x="1609" y="1414"/>
                  </a:lnTo>
                  <a:lnTo>
                    <a:pt x="1610" y="1414"/>
                  </a:lnTo>
                  <a:lnTo>
                    <a:pt x="1622" y="1416"/>
                  </a:lnTo>
                  <a:lnTo>
                    <a:pt x="1634" y="1418"/>
                  </a:lnTo>
                  <a:lnTo>
                    <a:pt x="1642" y="1419"/>
                  </a:lnTo>
                  <a:lnTo>
                    <a:pt x="1650" y="1420"/>
                  </a:lnTo>
                  <a:lnTo>
                    <a:pt x="1658" y="1422"/>
                  </a:lnTo>
                  <a:lnTo>
                    <a:pt x="1666" y="1423"/>
                  </a:lnTo>
                  <a:lnTo>
                    <a:pt x="1673" y="1424"/>
                  </a:lnTo>
                  <a:lnTo>
                    <a:pt x="1681" y="1425"/>
                  </a:lnTo>
                  <a:lnTo>
                    <a:pt x="1689" y="1426"/>
                  </a:lnTo>
                  <a:lnTo>
                    <a:pt x="1697" y="1427"/>
                  </a:lnTo>
                  <a:lnTo>
                    <a:pt x="1705" y="1428"/>
                  </a:lnTo>
                  <a:lnTo>
                    <a:pt x="1712" y="1429"/>
                  </a:lnTo>
                  <a:lnTo>
                    <a:pt x="1715" y="1430"/>
                  </a:lnTo>
                  <a:lnTo>
                    <a:pt x="1717" y="1430"/>
                  </a:lnTo>
                  <a:lnTo>
                    <a:pt x="1723" y="1431"/>
                  </a:lnTo>
                  <a:lnTo>
                    <a:pt x="1730" y="1432"/>
                  </a:lnTo>
                  <a:lnTo>
                    <a:pt x="1738" y="1433"/>
                  </a:lnTo>
                  <a:lnTo>
                    <a:pt x="1746" y="1434"/>
                  </a:lnTo>
                  <a:lnTo>
                    <a:pt x="1755" y="1435"/>
                  </a:lnTo>
                  <a:lnTo>
                    <a:pt x="1763" y="1436"/>
                  </a:lnTo>
                  <a:lnTo>
                    <a:pt x="1772" y="1437"/>
                  </a:lnTo>
                  <a:lnTo>
                    <a:pt x="1780" y="1439"/>
                  </a:lnTo>
                  <a:lnTo>
                    <a:pt x="1789" y="1440"/>
                  </a:lnTo>
                  <a:lnTo>
                    <a:pt x="1798" y="1441"/>
                  </a:lnTo>
                  <a:lnTo>
                    <a:pt x="1810" y="1442"/>
                  </a:lnTo>
                  <a:lnTo>
                    <a:pt x="1822" y="1444"/>
                  </a:lnTo>
                  <a:lnTo>
                    <a:pt x="1824" y="1444"/>
                  </a:lnTo>
                  <a:lnTo>
                    <a:pt x="1827" y="1445"/>
                  </a:lnTo>
                  <a:lnTo>
                    <a:pt x="1830" y="1445"/>
                  </a:lnTo>
                  <a:lnTo>
                    <a:pt x="1832" y="1445"/>
                  </a:lnTo>
                  <a:lnTo>
                    <a:pt x="1841" y="1446"/>
                  </a:lnTo>
                  <a:lnTo>
                    <a:pt x="1850" y="1447"/>
                  </a:lnTo>
                  <a:lnTo>
                    <a:pt x="1858" y="1449"/>
                  </a:lnTo>
                  <a:lnTo>
                    <a:pt x="1867" y="1450"/>
                  </a:lnTo>
                  <a:lnTo>
                    <a:pt x="1876" y="1451"/>
                  </a:lnTo>
                  <a:lnTo>
                    <a:pt x="1886" y="1452"/>
                  </a:lnTo>
                  <a:lnTo>
                    <a:pt x="1895" y="1453"/>
                  </a:lnTo>
                  <a:lnTo>
                    <a:pt x="1904" y="1454"/>
                  </a:lnTo>
                  <a:lnTo>
                    <a:pt x="1912" y="1455"/>
                  </a:lnTo>
                  <a:lnTo>
                    <a:pt x="1920" y="1456"/>
                  </a:lnTo>
                  <a:lnTo>
                    <a:pt x="1929" y="1457"/>
                  </a:lnTo>
                  <a:lnTo>
                    <a:pt x="1937" y="1458"/>
                  </a:lnTo>
                  <a:lnTo>
                    <a:pt x="1939" y="1458"/>
                  </a:lnTo>
                  <a:lnTo>
                    <a:pt x="1940" y="1458"/>
                  </a:lnTo>
                  <a:lnTo>
                    <a:pt x="1941" y="1458"/>
                  </a:lnTo>
                  <a:lnTo>
                    <a:pt x="1942" y="1459"/>
                  </a:lnTo>
                  <a:lnTo>
                    <a:pt x="1951" y="1460"/>
                  </a:lnTo>
                  <a:lnTo>
                    <a:pt x="1961" y="1461"/>
                  </a:lnTo>
                  <a:lnTo>
                    <a:pt x="1970" y="1462"/>
                  </a:lnTo>
                  <a:lnTo>
                    <a:pt x="1980" y="1463"/>
                  </a:lnTo>
                  <a:lnTo>
                    <a:pt x="1989" y="1464"/>
                  </a:lnTo>
                  <a:lnTo>
                    <a:pt x="1999" y="1465"/>
                  </a:lnTo>
                  <a:lnTo>
                    <a:pt x="2008" y="1466"/>
                  </a:lnTo>
                  <a:lnTo>
                    <a:pt x="2018" y="1467"/>
                  </a:lnTo>
                  <a:lnTo>
                    <a:pt x="2027" y="1468"/>
                  </a:lnTo>
                  <a:lnTo>
                    <a:pt x="2036" y="1469"/>
                  </a:lnTo>
                  <a:lnTo>
                    <a:pt x="2046" y="1470"/>
                  </a:lnTo>
                  <a:lnTo>
                    <a:pt x="2055" y="1471"/>
                  </a:lnTo>
                  <a:lnTo>
                    <a:pt x="2057" y="1471"/>
                  </a:lnTo>
                  <a:lnTo>
                    <a:pt x="2058" y="1471"/>
                  </a:lnTo>
                  <a:lnTo>
                    <a:pt x="2059" y="1471"/>
                  </a:lnTo>
                  <a:lnTo>
                    <a:pt x="2059" y="1471"/>
                  </a:lnTo>
                  <a:lnTo>
                    <a:pt x="2069" y="1472"/>
                  </a:lnTo>
                  <a:lnTo>
                    <a:pt x="2081" y="1473"/>
                  </a:lnTo>
                  <a:lnTo>
                    <a:pt x="2091" y="1475"/>
                  </a:lnTo>
                  <a:lnTo>
                    <a:pt x="2101" y="1476"/>
                  </a:lnTo>
                  <a:lnTo>
                    <a:pt x="2112" y="1477"/>
                  </a:lnTo>
                  <a:lnTo>
                    <a:pt x="2122" y="1478"/>
                  </a:lnTo>
                  <a:lnTo>
                    <a:pt x="2133" y="1479"/>
                  </a:lnTo>
                  <a:lnTo>
                    <a:pt x="2143" y="1480"/>
                  </a:lnTo>
                  <a:lnTo>
                    <a:pt x="2151" y="1480"/>
                  </a:lnTo>
                  <a:lnTo>
                    <a:pt x="2160" y="1481"/>
                  </a:lnTo>
                  <a:lnTo>
                    <a:pt x="2168" y="1482"/>
                  </a:lnTo>
                  <a:lnTo>
                    <a:pt x="2177" y="1483"/>
                  </a:lnTo>
                  <a:lnTo>
                    <a:pt x="2179" y="1483"/>
                  </a:lnTo>
                  <a:lnTo>
                    <a:pt x="2181" y="1483"/>
                  </a:lnTo>
                  <a:lnTo>
                    <a:pt x="2183" y="1483"/>
                  </a:lnTo>
                  <a:lnTo>
                    <a:pt x="2185" y="1484"/>
                  </a:lnTo>
                  <a:lnTo>
                    <a:pt x="2197" y="1485"/>
                  </a:lnTo>
                  <a:lnTo>
                    <a:pt x="2208" y="1486"/>
                  </a:lnTo>
                  <a:lnTo>
                    <a:pt x="2220" y="1487"/>
                  </a:lnTo>
                  <a:lnTo>
                    <a:pt x="2232" y="1488"/>
                  </a:lnTo>
                  <a:lnTo>
                    <a:pt x="2243" y="1489"/>
                  </a:lnTo>
                  <a:lnTo>
                    <a:pt x="2255" y="1490"/>
                  </a:lnTo>
                  <a:lnTo>
                    <a:pt x="2267" y="1491"/>
                  </a:lnTo>
                  <a:lnTo>
                    <a:pt x="2278" y="1492"/>
                  </a:lnTo>
                  <a:lnTo>
                    <a:pt x="2289" y="1493"/>
                  </a:lnTo>
                  <a:lnTo>
                    <a:pt x="2300" y="1494"/>
                  </a:lnTo>
                  <a:lnTo>
                    <a:pt x="2304" y="1494"/>
                  </a:lnTo>
                  <a:lnTo>
                    <a:pt x="2309" y="1495"/>
                  </a:lnTo>
                  <a:lnTo>
                    <a:pt x="2317" y="1495"/>
                  </a:lnTo>
                  <a:lnTo>
                    <a:pt x="2326" y="1496"/>
                  </a:lnTo>
                  <a:lnTo>
                    <a:pt x="2337" y="1497"/>
                  </a:lnTo>
                  <a:lnTo>
                    <a:pt x="2349" y="1498"/>
                  </a:lnTo>
                  <a:lnTo>
                    <a:pt x="2361" y="1499"/>
                  </a:lnTo>
                  <a:lnTo>
                    <a:pt x="2373" y="1500"/>
                  </a:lnTo>
                  <a:lnTo>
                    <a:pt x="2387" y="1501"/>
                  </a:lnTo>
                  <a:lnTo>
                    <a:pt x="2400" y="1502"/>
                  </a:lnTo>
                  <a:lnTo>
                    <a:pt x="2414" y="1503"/>
                  </a:lnTo>
                  <a:lnTo>
                    <a:pt x="2428" y="1504"/>
                  </a:lnTo>
                  <a:lnTo>
                    <a:pt x="2429" y="1504"/>
                  </a:lnTo>
                  <a:lnTo>
                    <a:pt x="2431" y="1504"/>
                  </a:lnTo>
                  <a:lnTo>
                    <a:pt x="2432" y="1504"/>
                  </a:lnTo>
                  <a:lnTo>
                    <a:pt x="2432" y="1504"/>
                  </a:lnTo>
                  <a:lnTo>
                    <a:pt x="2434" y="1504"/>
                  </a:lnTo>
                  <a:lnTo>
                    <a:pt x="2435" y="1504"/>
                  </a:lnTo>
                  <a:lnTo>
                    <a:pt x="2447" y="1505"/>
                  </a:lnTo>
                  <a:lnTo>
                    <a:pt x="2459" y="1506"/>
                  </a:lnTo>
                  <a:lnTo>
                    <a:pt x="2471" y="1507"/>
                  </a:lnTo>
                  <a:lnTo>
                    <a:pt x="2483" y="1508"/>
                  </a:lnTo>
                  <a:lnTo>
                    <a:pt x="2497" y="1509"/>
                  </a:lnTo>
                  <a:lnTo>
                    <a:pt x="2511" y="1510"/>
                  </a:lnTo>
                  <a:lnTo>
                    <a:pt x="2524" y="1511"/>
                  </a:lnTo>
                  <a:lnTo>
                    <a:pt x="2538" y="1512"/>
                  </a:lnTo>
                  <a:lnTo>
                    <a:pt x="2549" y="1512"/>
                  </a:lnTo>
                  <a:lnTo>
                    <a:pt x="2559" y="1513"/>
                  </a:lnTo>
                  <a:lnTo>
                    <a:pt x="2565" y="1513"/>
                  </a:lnTo>
                  <a:lnTo>
                    <a:pt x="2571" y="1514"/>
                  </a:lnTo>
                  <a:lnTo>
                    <a:pt x="2583" y="1514"/>
                  </a:lnTo>
                  <a:lnTo>
                    <a:pt x="2594" y="1515"/>
                  </a:lnTo>
                  <a:lnTo>
                    <a:pt x="2612" y="1516"/>
                  </a:lnTo>
                  <a:lnTo>
                    <a:pt x="2629" y="1517"/>
                  </a:lnTo>
                  <a:lnTo>
                    <a:pt x="2647" y="1518"/>
                  </a:lnTo>
                  <a:lnTo>
                    <a:pt x="2665" y="1519"/>
                  </a:lnTo>
                  <a:lnTo>
                    <a:pt x="2677" y="1520"/>
                  </a:lnTo>
                  <a:lnTo>
                    <a:pt x="2690" y="1521"/>
                  </a:lnTo>
                  <a:lnTo>
                    <a:pt x="2701" y="1521"/>
                  </a:lnTo>
                  <a:lnTo>
                    <a:pt x="2710" y="1522"/>
                  </a:lnTo>
                  <a:lnTo>
                    <a:pt x="2723" y="1523"/>
                  </a:lnTo>
                  <a:lnTo>
                    <a:pt x="2737" y="1523"/>
                  </a:lnTo>
                  <a:lnTo>
                    <a:pt x="2754" y="1524"/>
                  </a:lnTo>
                  <a:lnTo>
                    <a:pt x="2772" y="1525"/>
                  </a:lnTo>
                  <a:lnTo>
                    <a:pt x="2790" y="1526"/>
                  </a:lnTo>
                  <a:lnTo>
                    <a:pt x="2808" y="1527"/>
                  </a:lnTo>
                  <a:lnTo>
                    <a:pt x="2818" y="1527"/>
                  </a:lnTo>
                  <a:lnTo>
                    <a:pt x="2829" y="1528"/>
                  </a:lnTo>
                  <a:lnTo>
                    <a:pt x="2839" y="1528"/>
                  </a:lnTo>
                  <a:lnTo>
                    <a:pt x="2849" y="1529"/>
                  </a:lnTo>
                  <a:lnTo>
                    <a:pt x="2857" y="1529"/>
                  </a:lnTo>
                  <a:lnTo>
                    <a:pt x="2865" y="1529"/>
                  </a:lnTo>
                  <a:lnTo>
                    <a:pt x="2873" y="1530"/>
                  </a:lnTo>
                  <a:lnTo>
                    <a:pt x="2880" y="1530"/>
                  </a:lnTo>
                  <a:lnTo>
                    <a:pt x="2893" y="1531"/>
                  </a:lnTo>
                  <a:lnTo>
                    <a:pt x="2906" y="1531"/>
                  </a:lnTo>
                  <a:lnTo>
                    <a:pt x="2919" y="1532"/>
                  </a:lnTo>
                  <a:lnTo>
                    <a:pt x="2931" y="1532"/>
                  </a:lnTo>
                  <a:lnTo>
                    <a:pt x="2947" y="1533"/>
                  </a:lnTo>
                  <a:lnTo>
                    <a:pt x="2963" y="1533"/>
                  </a:lnTo>
                  <a:lnTo>
                    <a:pt x="2979" y="1534"/>
                  </a:lnTo>
                  <a:lnTo>
                    <a:pt x="2995" y="1535"/>
                  </a:lnTo>
                  <a:lnTo>
                    <a:pt x="3004" y="1535"/>
                  </a:lnTo>
                  <a:lnTo>
                    <a:pt x="3013" y="1535"/>
                  </a:lnTo>
                  <a:lnTo>
                    <a:pt x="3027" y="1536"/>
                  </a:lnTo>
                  <a:lnTo>
                    <a:pt x="3041" y="1536"/>
                  </a:lnTo>
                  <a:lnTo>
                    <a:pt x="3055" y="1536"/>
                  </a:lnTo>
                  <a:lnTo>
                    <a:pt x="3069" y="1537"/>
                  </a:lnTo>
                  <a:lnTo>
                    <a:pt x="3085" y="1537"/>
                  </a:lnTo>
                  <a:lnTo>
                    <a:pt x="3101" y="1538"/>
                  </a:lnTo>
                  <a:lnTo>
                    <a:pt x="3118" y="1538"/>
                  </a:lnTo>
                  <a:lnTo>
                    <a:pt x="3134" y="1539"/>
                  </a:lnTo>
                  <a:lnTo>
                    <a:pt x="3141" y="1539"/>
                  </a:lnTo>
                  <a:lnTo>
                    <a:pt x="3148" y="1539"/>
                  </a:lnTo>
                  <a:lnTo>
                    <a:pt x="3163" y="1540"/>
                  </a:lnTo>
                  <a:lnTo>
                    <a:pt x="3179" y="1540"/>
                  </a:lnTo>
                  <a:lnTo>
                    <a:pt x="3195" y="1540"/>
                  </a:lnTo>
                  <a:lnTo>
                    <a:pt x="3211" y="1541"/>
                  </a:lnTo>
                  <a:lnTo>
                    <a:pt x="3227" y="1541"/>
                  </a:lnTo>
                  <a:lnTo>
                    <a:pt x="3242" y="1541"/>
                  </a:lnTo>
                  <a:lnTo>
                    <a:pt x="3258" y="1542"/>
                  </a:lnTo>
                  <a:lnTo>
                    <a:pt x="3274" y="1542"/>
                  </a:lnTo>
                  <a:lnTo>
                    <a:pt x="3279" y="1542"/>
                  </a:lnTo>
                  <a:lnTo>
                    <a:pt x="3284" y="1542"/>
                  </a:lnTo>
                  <a:lnTo>
                    <a:pt x="3302" y="1542"/>
                  </a:lnTo>
                  <a:lnTo>
                    <a:pt x="3322" y="1543"/>
                  </a:lnTo>
                  <a:lnTo>
                    <a:pt x="3340" y="1543"/>
                  </a:lnTo>
                  <a:lnTo>
                    <a:pt x="3359" y="1543"/>
                  </a:lnTo>
                  <a:lnTo>
                    <a:pt x="3373" y="1543"/>
                  </a:lnTo>
                  <a:lnTo>
                    <a:pt x="3387" y="1543"/>
                  </a:lnTo>
                  <a:lnTo>
                    <a:pt x="3402" y="1544"/>
                  </a:lnTo>
                  <a:lnTo>
                    <a:pt x="3416" y="1544"/>
                  </a:lnTo>
                  <a:lnTo>
                    <a:pt x="3419" y="1544"/>
                  </a:lnTo>
                  <a:lnTo>
                    <a:pt x="3423" y="1544"/>
                  </a:lnTo>
                  <a:lnTo>
                    <a:pt x="3431" y="1544"/>
                  </a:lnTo>
                  <a:lnTo>
                    <a:pt x="3439" y="1544"/>
                  </a:lnTo>
                  <a:lnTo>
                    <a:pt x="3448" y="1544"/>
                  </a:lnTo>
                  <a:lnTo>
                    <a:pt x="3456" y="1544"/>
                  </a:lnTo>
                  <a:lnTo>
                    <a:pt x="3464" y="1544"/>
                  </a:lnTo>
                  <a:lnTo>
                    <a:pt x="3473" y="1544"/>
                  </a:lnTo>
                  <a:lnTo>
                    <a:pt x="3481" y="1544"/>
                  </a:lnTo>
                  <a:lnTo>
                    <a:pt x="3489" y="1544"/>
                  </a:lnTo>
                  <a:lnTo>
                    <a:pt x="3498" y="1544"/>
                  </a:lnTo>
                  <a:lnTo>
                    <a:pt x="3506" y="1544"/>
                  </a:lnTo>
                  <a:lnTo>
                    <a:pt x="3514" y="1544"/>
                  </a:lnTo>
                  <a:lnTo>
                    <a:pt x="3523" y="1545"/>
                  </a:lnTo>
                  <a:lnTo>
                    <a:pt x="3531" y="1545"/>
                  </a:lnTo>
                  <a:lnTo>
                    <a:pt x="3539" y="1545"/>
                  </a:lnTo>
                  <a:lnTo>
                    <a:pt x="3548" y="1545"/>
                  </a:lnTo>
                  <a:lnTo>
                    <a:pt x="3556" y="1545"/>
                  </a:lnTo>
                  <a:lnTo>
                    <a:pt x="3566" y="1545"/>
                  </a:lnTo>
                  <a:lnTo>
                    <a:pt x="3576" y="1545"/>
                  </a:lnTo>
                  <a:lnTo>
                    <a:pt x="3586" y="1545"/>
                  </a:lnTo>
                  <a:lnTo>
                    <a:pt x="3596" y="1545"/>
                  </a:lnTo>
                  <a:lnTo>
                    <a:pt x="3606" y="1545"/>
                  </a:lnTo>
                  <a:lnTo>
                    <a:pt x="3616" y="1545"/>
                  </a:lnTo>
                  <a:lnTo>
                    <a:pt x="3626" y="1544"/>
                  </a:lnTo>
                  <a:lnTo>
                    <a:pt x="3636" y="1544"/>
                  </a:lnTo>
                  <a:lnTo>
                    <a:pt x="3646" y="1544"/>
                  </a:lnTo>
                  <a:lnTo>
                    <a:pt x="3656" y="1544"/>
                  </a:lnTo>
                  <a:lnTo>
                    <a:pt x="3666" y="1544"/>
                  </a:lnTo>
                  <a:lnTo>
                    <a:pt x="3676" y="1544"/>
                  </a:lnTo>
                  <a:lnTo>
                    <a:pt x="3682" y="1544"/>
                  </a:lnTo>
                  <a:lnTo>
                    <a:pt x="3689" y="1544"/>
                  </a:lnTo>
                  <a:lnTo>
                    <a:pt x="3692" y="1544"/>
                  </a:lnTo>
                  <a:lnTo>
                    <a:pt x="3694" y="1544"/>
                  </a:lnTo>
                  <a:lnTo>
                    <a:pt x="3705" y="1544"/>
                  </a:lnTo>
                  <a:lnTo>
                    <a:pt x="3716" y="1544"/>
                  </a:lnTo>
                  <a:lnTo>
                    <a:pt x="3728" y="1544"/>
                  </a:lnTo>
                  <a:lnTo>
                    <a:pt x="3741" y="1544"/>
                  </a:lnTo>
                  <a:lnTo>
                    <a:pt x="3753" y="1543"/>
                  </a:lnTo>
                  <a:lnTo>
                    <a:pt x="3766" y="1543"/>
                  </a:lnTo>
                  <a:lnTo>
                    <a:pt x="3784" y="1543"/>
                  </a:lnTo>
                  <a:lnTo>
                    <a:pt x="3802" y="1543"/>
                  </a:lnTo>
                  <a:lnTo>
                    <a:pt x="3821" y="1543"/>
                  </a:lnTo>
                  <a:lnTo>
                    <a:pt x="3839" y="1542"/>
                  </a:lnTo>
                  <a:lnTo>
                    <a:pt x="3845" y="1542"/>
                  </a:lnTo>
                  <a:lnTo>
                    <a:pt x="3852" y="1542"/>
                  </a:lnTo>
                  <a:lnTo>
                    <a:pt x="3864" y="1542"/>
                  </a:lnTo>
                  <a:lnTo>
                    <a:pt x="3875" y="1542"/>
                  </a:lnTo>
                  <a:lnTo>
                    <a:pt x="3887" y="1541"/>
                  </a:lnTo>
                  <a:lnTo>
                    <a:pt x="3899" y="1541"/>
                  </a:lnTo>
                  <a:lnTo>
                    <a:pt x="3917" y="1541"/>
                  </a:lnTo>
                  <a:lnTo>
                    <a:pt x="3936" y="1540"/>
                  </a:lnTo>
                  <a:lnTo>
                    <a:pt x="3954" y="1540"/>
                  </a:lnTo>
                  <a:lnTo>
                    <a:pt x="3972" y="1540"/>
                  </a:lnTo>
                  <a:lnTo>
                    <a:pt x="3979" y="1539"/>
                  </a:lnTo>
                  <a:lnTo>
                    <a:pt x="3986" y="1539"/>
                  </a:lnTo>
                  <a:lnTo>
                    <a:pt x="3998" y="1539"/>
                  </a:lnTo>
                  <a:lnTo>
                    <a:pt x="4009" y="1539"/>
                  </a:lnTo>
                  <a:lnTo>
                    <a:pt x="4020" y="1538"/>
                  </a:lnTo>
                  <a:lnTo>
                    <a:pt x="4032" y="1538"/>
                  </a:lnTo>
                  <a:lnTo>
                    <a:pt x="4049" y="1537"/>
                  </a:lnTo>
                  <a:lnTo>
                    <a:pt x="4067" y="1537"/>
                  </a:lnTo>
                  <a:lnTo>
                    <a:pt x="4085" y="1536"/>
                  </a:lnTo>
                  <a:lnTo>
                    <a:pt x="4103" y="1536"/>
                  </a:lnTo>
                  <a:lnTo>
                    <a:pt x="4110" y="1535"/>
                  </a:lnTo>
                  <a:lnTo>
                    <a:pt x="4118" y="1535"/>
                  </a:lnTo>
                  <a:lnTo>
                    <a:pt x="4129" y="1535"/>
                  </a:lnTo>
                  <a:lnTo>
                    <a:pt x="4140" y="1534"/>
                  </a:lnTo>
                  <a:lnTo>
                    <a:pt x="4151" y="1534"/>
                  </a:lnTo>
                  <a:lnTo>
                    <a:pt x="4162" y="1533"/>
                  </a:lnTo>
                  <a:lnTo>
                    <a:pt x="4179" y="1533"/>
                  </a:lnTo>
                  <a:lnTo>
                    <a:pt x="4196" y="1532"/>
                  </a:lnTo>
                  <a:lnTo>
                    <a:pt x="4213" y="1531"/>
                  </a:lnTo>
                  <a:lnTo>
                    <a:pt x="4230" y="1531"/>
                  </a:lnTo>
                  <a:lnTo>
                    <a:pt x="4238" y="1530"/>
                  </a:lnTo>
                  <a:lnTo>
                    <a:pt x="4247" y="1530"/>
                  </a:lnTo>
                  <a:lnTo>
                    <a:pt x="4264" y="1529"/>
                  </a:lnTo>
                  <a:lnTo>
                    <a:pt x="4282" y="1529"/>
                  </a:lnTo>
                  <a:lnTo>
                    <a:pt x="4299" y="1528"/>
                  </a:lnTo>
                  <a:lnTo>
                    <a:pt x="4317" y="1527"/>
                  </a:lnTo>
                  <a:lnTo>
                    <a:pt x="4323" y="1527"/>
                  </a:lnTo>
                  <a:lnTo>
                    <a:pt x="4329" y="1526"/>
                  </a:lnTo>
                  <a:lnTo>
                    <a:pt x="4338" y="1526"/>
                  </a:lnTo>
                  <a:lnTo>
                    <a:pt x="4347" y="1525"/>
                  </a:lnTo>
                  <a:lnTo>
                    <a:pt x="4357" y="1525"/>
                  </a:lnTo>
                  <a:lnTo>
                    <a:pt x="4367" y="1524"/>
                  </a:lnTo>
                  <a:lnTo>
                    <a:pt x="4376" y="1524"/>
                  </a:lnTo>
                  <a:lnTo>
                    <a:pt x="4386" y="1523"/>
                  </a:lnTo>
                  <a:lnTo>
                    <a:pt x="4403" y="1522"/>
                  </a:lnTo>
                  <a:lnTo>
                    <a:pt x="4420" y="1521"/>
                  </a:lnTo>
                  <a:lnTo>
                    <a:pt x="4437" y="1520"/>
                  </a:lnTo>
                  <a:lnTo>
                    <a:pt x="4454" y="1519"/>
                  </a:lnTo>
                  <a:lnTo>
                    <a:pt x="4455" y="1519"/>
                  </a:lnTo>
                  <a:lnTo>
                    <a:pt x="4456" y="1519"/>
                  </a:lnTo>
                  <a:lnTo>
                    <a:pt x="4459" y="1519"/>
                  </a:lnTo>
                  <a:lnTo>
                    <a:pt x="4462" y="1519"/>
                  </a:lnTo>
                  <a:lnTo>
                    <a:pt x="4477" y="1518"/>
                  </a:lnTo>
                  <a:lnTo>
                    <a:pt x="4492" y="1517"/>
                  </a:lnTo>
                  <a:lnTo>
                    <a:pt x="4507" y="1516"/>
                  </a:lnTo>
                  <a:lnTo>
                    <a:pt x="4522" y="1515"/>
                  </a:lnTo>
                  <a:lnTo>
                    <a:pt x="4535" y="1514"/>
                  </a:lnTo>
                  <a:lnTo>
                    <a:pt x="4550" y="1513"/>
                  </a:lnTo>
                  <a:lnTo>
                    <a:pt x="4563" y="1513"/>
                  </a:lnTo>
                  <a:lnTo>
                    <a:pt x="4576" y="1512"/>
                  </a:lnTo>
                  <a:lnTo>
                    <a:pt x="4577" y="1512"/>
                  </a:lnTo>
                  <a:lnTo>
                    <a:pt x="4577" y="1512"/>
                  </a:lnTo>
                  <a:lnTo>
                    <a:pt x="4577" y="1512"/>
                  </a:lnTo>
                  <a:lnTo>
                    <a:pt x="4577" y="1512"/>
                  </a:lnTo>
                  <a:lnTo>
                    <a:pt x="4578" y="1512"/>
                  </a:lnTo>
                  <a:lnTo>
                    <a:pt x="4578" y="1512"/>
                  </a:lnTo>
                  <a:lnTo>
                    <a:pt x="4591" y="1511"/>
                  </a:lnTo>
                  <a:lnTo>
                    <a:pt x="4604" y="1510"/>
                  </a:lnTo>
                  <a:lnTo>
                    <a:pt x="4616" y="1509"/>
                  </a:lnTo>
                  <a:lnTo>
                    <a:pt x="4629" y="1508"/>
                  </a:lnTo>
                  <a:lnTo>
                    <a:pt x="4642" y="1507"/>
                  </a:lnTo>
                  <a:lnTo>
                    <a:pt x="4655" y="1506"/>
                  </a:lnTo>
                  <a:lnTo>
                    <a:pt x="4668" y="1505"/>
                  </a:lnTo>
                  <a:lnTo>
                    <a:pt x="4681" y="1504"/>
                  </a:lnTo>
                  <a:lnTo>
                    <a:pt x="4685" y="1504"/>
                  </a:lnTo>
                  <a:lnTo>
                    <a:pt x="4689" y="1503"/>
                  </a:lnTo>
                  <a:lnTo>
                    <a:pt x="4693" y="1503"/>
                  </a:lnTo>
                  <a:lnTo>
                    <a:pt x="4697" y="1503"/>
                  </a:lnTo>
                  <a:lnTo>
                    <a:pt x="4706" y="1502"/>
                  </a:lnTo>
                  <a:lnTo>
                    <a:pt x="4715" y="1501"/>
                  </a:lnTo>
                  <a:lnTo>
                    <a:pt x="4724" y="1501"/>
                  </a:lnTo>
                  <a:lnTo>
                    <a:pt x="4733" y="1500"/>
                  </a:lnTo>
                  <a:lnTo>
                    <a:pt x="4744" y="1499"/>
                  </a:lnTo>
                  <a:lnTo>
                    <a:pt x="4755" y="1498"/>
                  </a:lnTo>
                  <a:lnTo>
                    <a:pt x="4767" y="1497"/>
                  </a:lnTo>
                  <a:lnTo>
                    <a:pt x="4778" y="1496"/>
                  </a:lnTo>
                  <a:lnTo>
                    <a:pt x="4788" y="1495"/>
                  </a:lnTo>
                  <a:lnTo>
                    <a:pt x="4798" y="1494"/>
                  </a:lnTo>
                  <a:lnTo>
                    <a:pt x="4803" y="1494"/>
                  </a:lnTo>
                  <a:lnTo>
                    <a:pt x="4808" y="1493"/>
                  </a:lnTo>
                  <a:lnTo>
                    <a:pt x="4815" y="1493"/>
                  </a:lnTo>
                  <a:lnTo>
                    <a:pt x="4822" y="1492"/>
                  </a:lnTo>
                  <a:lnTo>
                    <a:pt x="4833" y="1491"/>
                  </a:lnTo>
                  <a:lnTo>
                    <a:pt x="4844" y="1490"/>
                  </a:lnTo>
                  <a:lnTo>
                    <a:pt x="4855" y="1489"/>
                  </a:lnTo>
                  <a:lnTo>
                    <a:pt x="4866" y="1488"/>
                  </a:lnTo>
                  <a:lnTo>
                    <a:pt x="4877" y="1487"/>
                  </a:lnTo>
                  <a:lnTo>
                    <a:pt x="4888" y="1486"/>
                  </a:lnTo>
                  <a:lnTo>
                    <a:pt x="4898" y="1485"/>
                  </a:lnTo>
                  <a:lnTo>
                    <a:pt x="4909" y="1484"/>
                  </a:lnTo>
                  <a:lnTo>
                    <a:pt x="4910" y="1484"/>
                  </a:lnTo>
                  <a:lnTo>
                    <a:pt x="4910" y="1484"/>
                  </a:lnTo>
                  <a:lnTo>
                    <a:pt x="4912" y="1484"/>
                  </a:lnTo>
                  <a:lnTo>
                    <a:pt x="4914" y="1483"/>
                  </a:lnTo>
                  <a:lnTo>
                    <a:pt x="4922" y="1483"/>
                  </a:lnTo>
                  <a:lnTo>
                    <a:pt x="4931" y="1482"/>
                  </a:lnTo>
                  <a:lnTo>
                    <a:pt x="4940" y="1481"/>
                  </a:lnTo>
                  <a:lnTo>
                    <a:pt x="4949" y="1480"/>
                  </a:lnTo>
                  <a:lnTo>
                    <a:pt x="4958" y="1479"/>
                  </a:lnTo>
                  <a:lnTo>
                    <a:pt x="4968" y="1478"/>
                  </a:lnTo>
                  <a:lnTo>
                    <a:pt x="4978" y="1477"/>
                  </a:lnTo>
                  <a:lnTo>
                    <a:pt x="4987" y="1476"/>
                  </a:lnTo>
                  <a:lnTo>
                    <a:pt x="5000" y="1474"/>
                  </a:lnTo>
                  <a:lnTo>
                    <a:pt x="5012" y="1473"/>
                  </a:lnTo>
                  <a:lnTo>
                    <a:pt x="5016" y="1473"/>
                  </a:lnTo>
                  <a:lnTo>
                    <a:pt x="5019" y="1472"/>
                  </a:lnTo>
                  <a:lnTo>
                    <a:pt x="5022" y="1472"/>
                  </a:lnTo>
                  <a:lnTo>
                    <a:pt x="5026" y="1472"/>
                  </a:lnTo>
                  <a:lnTo>
                    <a:pt x="5035" y="1470"/>
                  </a:lnTo>
                  <a:lnTo>
                    <a:pt x="5045" y="1469"/>
                  </a:lnTo>
                  <a:lnTo>
                    <a:pt x="5054" y="1468"/>
                  </a:lnTo>
                  <a:lnTo>
                    <a:pt x="5064" y="1467"/>
                  </a:lnTo>
                  <a:lnTo>
                    <a:pt x="5073" y="1466"/>
                  </a:lnTo>
                  <a:lnTo>
                    <a:pt x="5081" y="1465"/>
                  </a:lnTo>
                  <a:lnTo>
                    <a:pt x="5090" y="1464"/>
                  </a:lnTo>
                  <a:lnTo>
                    <a:pt x="5099" y="1463"/>
                  </a:lnTo>
                  <a:lnTo>
                    <a:pt x="5107" y="1462"/>
                  </a:lnTo>
                  <a:lnTo>
                    <a:pt x="5114" y="1461"/>
                  </a:lnTo>
                  <a:lnTo>
                    <a:pt x="5118" y="1461"/>
                  </a:lnTo>
                  <a:lnTo>
                    <a:pt x="5121" y="1460"/>
                  </a:lnTo>
                  <a:lnTo>
                    <a:pt x="5128" y="1460"/>
                  </a:lnTo>
                  <a:lnTo>
                    <a:pt x="5134" y="1459"/>
                  </a:lnTo>
                  <a:lnTo>
                    <a:pt x="5143" y="1458"/>
                  </a:lnTo>
                  <a:lnTo>
                    <a:pt x="5151" y="1457"/>
                  </a:lnTo>
                  <a:lnTo>
                    <a:pt x="5161" y="1455"/>
                  </a:lnTo>
                  <a:lnTo>
                    <a:pt x="5170" y="1454"/>
                  </a:lnTo>
                  <a:lnTo>
                    <a:pt x="5178" y="1453"/>
                  </a:lnTo>
                  <a:lnTo>
                    <a:pt x="5187" y="1452"/>
                  </a:lnTo>
                  <a:lnTo>
                    <a:pt x="5195" y="1451"/>
                  </a:lnTo>
                  <a:lnTo>
                    <a:pt x="5204" y="1450"/>
                  </a:lnTo>
                  <a:lnTo>
                    <a:pt x="5209" y="1449"/>
                  </a:lnTo>
                  <a:lnTo>
                    <a:pt x="5214" y="1449"/>
                  </a:lnTo>
                  <a:lnTo>
                    <a:pt x="5217" y="1448"/>
                  </a:lnTo>
                  <a:lnTo>
                    <a:pt x="5220" y="1448"/>
                  </a:lnTo>
                  <a:lnTo>
                    <a:pt x="5228" y="1447"/>
                  </a:lnTo>
                  <a:lnTo>
                    <a:pt x="5236" y="1446"/>
                  </a:lnTo>
                  <a:lnTo>
                    <a:pt x="5244" y="1444"/>
                  </a:lnTo>
                  <a:lnTo>
                    <a:pt x="5252" y="1443"/>
                  </a:lnTo>
                  <a:lnTo>
                    <a:pt x="5260" y="1442"/>
                  </a:lnTo>
                  <a:lnTo>
                    <a:pt x="5267" y="1441"/>
                  </a:lnTo>
                  <a:lnTo>
                    <a:pt x="5275" y="1440"/>
                  </a:lnTo>
                  <a:lnTo>
                    <a:pt x="5283" y="1439"/>
                  </a:lnTo>
                  <a:lnTo>
                    <a:pt x="5291" y="1438"/>
                  </a:lnTo>
                  <a:lnTo>
                    <a:pt x="5299" y="1437"/>
                  </a:lnTo>
                  <a:lnTo>
                    <a:pt x="5303" y="1436"/>
                  </a:lnTo>
                  <a:lnTo>
                    <a:pt x="5308" y="1435"/>
                  </a:lnTo>
                  <a:lnTo>
                    <a:pt x="5311" y="1435"/>
                  </a:lnTo>
                  <a:lnTo>
                    <a:pt x="5313" y="1434"/>
                  </a:lnTo>
                  <a:lnTo>
                    <a:pt x="5321" y="1433"/>
                  </a:lnTo>
                  <a:lnTo>
                    <a:pt x="5330" y="1432"/>
                  </a:lnTo>
                  <a:lnTo>
                    <a:pt x="5344" y="1430"/>
                  </a:lnTo>
                  <a:lnTo>
                    <a:pt x="5359" y="1427"/>
                  </a:lnTo>
                  <a:lnTo>
                    <a:pt x="5373" y="1425"/>
                  </a:lnTo>
                  <a:lnTo>
                    <a:pt x="5387" y="1423"/>
                  </a:lnTo>
                  <a:lnTo>
                    <a:pt x="5393" y="1422"/>
                  </a:lnTo>
                  <a:lnTo>
                    <a:pt x="5398" y="1421"/>
                  </a:lnTo>
                  <a:lnTo>
                    <a:pt x="5399" y="1421"/>
                  </a:lnTo>
                  <a:lnTo>
                    <a:pt x="5400" y="1421"/>
                  </a:lnTo>
                  <a:lnTo>
                    <a:pt x="5403" y="1420"/>
                  </a:lnTo>
                  <a:lnTo>
                    <a:pt x="5405" y="1420"/>
                  </a:lnTo>
                  <a:lnTo>
                    <a:pt x="5410" y="1419"/>
                  </a:lnTo>
                  <a:lnTo>
                    <a:pt x="5416" y="1418"/>
                  </a:lnTo>
                  <a:lnTo>
                    <a:pt x="5430" y="1416"/>
                  </a:lnTo>
                  <a:lnTo>
                    <a:pt x="5443" y="1414"/>
                  </a:lnTo>
                  <a:lnTo>
                    <a:pt x="5457" y="1411"/>
                  </a:lnTo>
                  <a:lnTo>
                    <a:pt x="5470" y="1409"/>
                  </a:lnTo>
                  <a:lnTo>
                    <a:pt x="5476" y="1408"/>
                  </a:lnTo>
                  <a:lnTo>
                    <a:pt x="5481" y="1407"/>
                  </a:lnTo>
                  <a:lnTo>
                    <a:pt x="5485" y="1406"/>
                  </a:lnTo>
                  <a:lnTo>
                    <a:pt x="5489" y="1406"/>
                  </a:lnTo>
                  <a:lnTo>
                    <a:pt x="5493" y="1405"/>
                  </a:lnTo>
                  <a:lnTo>
                    <a:pt x="5497" y="1404"/>
                  </a:lnTo>
                  <a:lnTo>
                    <a:pt x="5510" y="1402"/>
                  </a:lnTo>
                  <a:lnTo>
                    <a:pt x="5523" y="1399"/>
                  </a:lnTo>
                  <a:lnTo>
                    <a:pt x="5524" y="1399"/>
                  </a:lnTo>
                  <a:lnTo>
                    <a:pt x="5525" y="1399"/>
                  </a:lnTo>
                  <a:lnTo>
                    <a:pt x="5528" y="1398"/>
                  </a:lnTo>
                  <a:lnTo>
                    <a:pt x="5530" y="1398"/>
                  </a:lnTo>
                  <a:lnTo>
                    <a:pt x="5540" y="1396"/>
                  </a:lnTo>
                  <a:lnTo>
                    <a:pt x="5549" y="1394"/>
                  </a:lnTo>
                  <a:lnTo>
                    <a:pt x="5555" y="1393"/>
                  </a:lnTo>
                  <a:lnTo>
                    <a:pt x="5561" y="1392"/>
                  </a:lnTo>
                  <a:lnTo>
                    <a:pt x="5565" y="1391"/>
                  </a:lnTo>
                  <a:lnTo>
                    <a:pt x="5569" y="1390"/>
                  </a:lnTo>
                  <a:lnTo>
                    <a:pt x="5572" y="1390"/>
                  </a:lnTo>
                  <a:lnTo>
                    <a:pt x="5574" y="1390"/>
                  </a:lnTo>
                  <a:lnTo>
                    <a:pt x="5586" y="1387"/>
                  </a:lnTo>
                  <a:lnTo>
                    <a:pt x="5598" y="1385"/>
                  </a:lnTo>
                  <a:lnTo>
                    <a:pt x="5600" y="1384"/>
                  </a:lnTo>
                  <a:lnTo>
                    <a:pt x="5602" y="1384"/>
                  </a:lnTo>
                  <a:lnTo>
                    <a:pt x="5606" y="1383"/>
                  </a:lnTo>
                  <a:lnTo>
                    <a:pt x="5610" y="1382"/>
                  </a:lnTo>
                  <a:lnTo>
                    <a:pt x="5616" y="1381"/>
                  </a:lnTo>
                  <a:lnTo>
                    <a:pt x="5623" y="1380"/>
                  </a:lnTo>
                  <a:lnTo>
                    <a:pt x="5631" y="1378"/>
                  </a:lnTo>
                  <a:lnTo>
                    <a:pt x="5638" y="1376"/>
                  </a:lnTo>
                  <a:lnTo>
                    <a:pt x="5642" y="1376"/>
                  </a:lnTo>
                  <a:lnTo>
                    <a:pt x="5645" y="1375"/>
                  </a:lnTo>
                  <a:lnTo>
                    <a:pt x="5645" y="1375"/>
                  </a:lnTo>
                  <a:lnTo>
                    <a:pt x="5646" y="1375"/>
                  </a:lnTo>
                  <a:lnTo>
                    <a:pt x="5658" y="1372"/>
                  </a:lnTo>
                  <a:lnTo>
                    <a:pt x="5670" y="1369"/>
                  </a:lnTo>
                  <a:lnTo>
                    <a:pt x="5673" y="1369"/>
                  </a:lnTo>
                  <a:lnTo>
                    <a:pt x="5676" y="1368"/>
                  </a:lnTo>
                  <a:lnTo>
                    <a:pt x="5680" y="1367"/>
                  </a:lnTo>
                  <a:lnTo>
                    <a:pt x="5684" y="1366"/>
                  </a:lnTo>
                  <a:lnTo>
                    <a:pt x="5688" y="1365"/>
                  </a:lnTo>
                  <a:lnTo>
                    <a:pt x="5692" y="1364"/>
                  </a:lnTo>
                  <a:lnTo>
                    <a:pt x="5704" y="1362"/>
                  </a:lnTo>
                  <a:lnTo>
                    <a:pt x="5715" y="1359"/>
                  </a:lnTo>
                  <a:lnTo>
                    <a:pt x="5716" y="1359"/>
                  </a:lnTo>
                  <a:lnTo>
                    <a:pt x="5717" y="1358"/>
                  </a:lnTo>
                  <a:lnTo>
                    <a:pt x="5727" y="1356"/>
                  </a:lnTo>
                  <a:lnTo>
                    <a:pt x="5737" y="1354"/>
                  </a:lnTo>
                  <a:lnTo>
                    <a:pt x="5741" y="1353"/>
                  </a:lnTo>
                  <a:lnTo>
                    <a:pt x="5745" y="1352"/>
                  </a:lnTo>
                  <a:lnTo>
                    <a:pt x="5749" y="1351"/>
                  </a:lnTo>
                  <a:lnTo>
                    <a:pt x="5753" y="1350"/>
                  </a:lnTo>
                  <a:lnTo>
                    <a:pt x="5756" y="1349"/>
                  </a:lnTo>
                  <a:lnTo>
                    <a:pt x="5758" y="1348"/>
                  </a:lnTo>
                  <a:lnTo>
                    <a:pt x="5769" y="1346"/>
                  </a:lnTo>
                  <a:lnTo>
                    <a:pt x="5781" y="1343"/>
                  </a:lnTo>
                  <a:lnTo>
                    <a:pt x="5782" y="1343"/>
                  </a:lnTo>
                  <a:lnTo>
                    <a:pt x="5783" y="1343"/>
                  </a:lnTo>
                  <a:lnTo>
                    <a:pt x="5786" y="1342"/>
                  </a:lnTo>
                  <a:lnTo>
                    <a:pt x="5788" y="1341"/>
                  </a:lnTo>
                  <a:lnTo>
                    <a:pt x="5795" y="1339"/>
                  </a:lnTo>
                  <a:lnTo>
                    <a:pt x="5802" y="1338"/>
                  </a:lnTo>
                  <a:lnTo>
                    <a:pt x="5807" y="1336"/>
                  </a:lnTo>
                  <a:lnTo>
                    <a:pt x="5813" y="1335"/>
                  </a:lnTo>
                  <a:lnTo>
                    <a:pt x="5816" y="1334"/>
                  </a:lnTo>
                  <a:lnTo>
                    <a:pt x="5819" y="1333"/>
                  </a:lnTo>
                  <a:lnTo>
                    <a:pt x="5820" y="1332"/>
                  </a:lnTo>
                  <a:lnTo>
                    <a:pt x="5822" y="1332"/>
                  </a:lnTo>
                  <a:lnTo>
                    <a:pt x="5832" y="1329"/>
                  </a:lnTo>
                  <a:lnTo>
                    <a:pt x="5842" y="1326"/>
                  </a:lnTo>
                  <a:lnTo>
                    <a:pt x="5844" y="1326"/>
                  </a:lnTo>
                  <a:lnTo>
                    <a:pt x="5846" y="1325"/>
                  </a:lnTo>
                  <a:lnTo>
                    <a:pt x="5849" y="1324"/>
                  </a:lnTo>
                  <a:lnTo>
                    <a:pt x="5852" y="1324"/>
                  </a:lnTo>
                  <a:lnTo>
                    <a:pt x="5857" y="1322"/>
                  </a:lnTo>
                  <a:lnTo>
                    <a:pt x="5862" y="1321"/>
                  </a:lnTo>
                  <a:lnTo>
                    <a:pt x="5869" y="1319"/>
                  </a:lnTo>
                  <a:lnTo>
                    <a:pt x="5876" y="1317"/>
                  </a:lnTo>
                  <a:lnTo>
                    <a:pt x="5877" y="1316"/>
                  </a:lnTo>
                  <a:lnTo>
                    <a:pt x="5879" y="1315"/>
                  </a:lnTo>
                  <a:lnTo>
                    <a:pt x="5880" y="1315"/>
                  </a:lnTo>
                  <a:lnTo>
                    <a:pt x="5881" y="1315"/>
                  </a:lnTo>
                  <a:lnTo>
                    <a:pt x="5890" y="1312"/>
                  </a:lnTo>
                  <a:lnTo>
                    <a:pt x="5899" y="1309"/>
                  </a:lnTo>
                  <a:lnTo>
                    <a:pt x="5902" y="1308"/>
                  </a:lnTo>
                  <a:lnTo>
                    <a:pt x="5904" y="1308"/>
                  </a:lnTo>
                  <a:lnTo>
                    <a:pt x="5908" y="1307"/>
                  </a:lnTo>
                  <a:lnTo>
                    <a:pt x="5911" y="1306"/>
                  </a:lnTo>
                  <a:lnTo>
                    <a:pt x="5914" y="1304"/>
                  </a:lnTo>
                  <a:lnTo>
                    <a:pt x="5918" y="1303"/>
                  </a:lnTo>
                  <a:lnTo>
                    <a:pt x="5926" y="1301"/>
                  </a:lnTo>
                  <a:lnTo>
                    <a:pt x="5933" y="1298"/>
                  </a:lnTo>
                  <a:lnTo>
                    <a:pt x="5934" y="1298"/>
                  </a:lnTo>
                  <a:lnTo>
                    <a:pt x="5936" y="1297"/>
                  </a:lnTo>
                  <a:lnTo>
                    <a:pt x="5936" y="1297"/>
                  </a:lnTo>
                  <a:lnTo>
                    <a:pt x="5936" y="1297"/>
                  </a:lnTo>
                  <a:lnTo>
                    <a:pt x="5945" y="1294"/>
                  </a:lnTo>
                  <a:lnTo>
                    <a:pt x="5954" y="1291"/>
                  </a:lnTo>
                  <a:lnTo>
                    <a:pt x="5957" y="1290"/>
                  </a:lnTo>
                  <a:lnTo>
                    <a:pt x="5959" y="1289"/>
                  </a:lnTo>
                  <a:lnTo>
                    <a:pt x="5961" y="1289"/>
                  </a:lnTo>
                  <a:lnTo>
                    <a:pt x="5962" y="1288"/>
                  </a:lnTo>
                  <a:lnTo>
                    <a:pt x="5963" y="1288"/>
                  </a:lnTo>
                  <a:lnTo>
                    <a:pt x="5965" y="1287"/>
                  </a:lnTo>
                  <a:lnTo>
                    <a:pt x="5968" y="1286"/>
                  </a:lnTo>
                  <a:lnTo>
                    <a:pt x="5971" y="1285"/>
                  </a:lnTo>
                  <a:lnTo>
                    <a:pt x="5978" y="1282"/>
                  </a:lnTo>
                  <a:lnTo>
                    <a:pt x="5984" y="1280"/>
                  </a:lnTo>
                  <a:lnTo>
                    <a:pt x="5986" y="1279"/>
                  </a:lnTo>
                  <a:lnTo>
                    <a:pt x="5988" y="1279"/>
                  </a:lnTo>
                  <a:lnTo>
                    <a:pt x="5988" y="1278"/>
                  </a:lnTo>
                  <a:lnTo>
                    <a:pt x="5989" y="1278"/>
                  </a:lnTo>
                  <a:lnTo>
                    <a:pt x="5997" y="1275"/>
                  </a:lnTo>
                  <a:lnTo>
                    <a:pt x="6006" y="1272"/>
                  </a:lnTo>
                  <a:lnTo>
                    <a:pt x="6007" y="1271"/>
                  </a:lnTo>
                  <a:lnTo>
                    <a:pt x="6009" y="1271"/>
                  </a:lnTo>
                  <a:lnTo>
                    <a:pt x="6011" y="1269"/>
                  </a:lnTo>
                  <a:lnTo>
                    <a:pt x="6014" y="1268"/>
                  </a:lnTo>
                  <a:lnTo>
                    <a:pt x="6018" y="1267"/>
                  </a:lnTo>
                  <a:lnTo>
                    <a:pt x="6022" y="1265"/>
                  </a:lnTo>
                  <a:lnTo>
                    <a:pt x="6026" y="1263"/>
                  </a:lnTo>
                  <a:lnTo>
                    <a:pt x="6030" y="1262"/>
                  </a:lnTo>
                  <a:lnTo>
                    <a:pt x="6033" y="1261"/>
                  </a:lnTo>
                  <a:lnTo>
                    <a:pt x="6035" y="1260"/>
                  </a:lnTo>
                  <a:lnTo>
                    <a:pt x="6037" y="1259"/>
                  </a:lnTo>
                  <a:lnTo>
                    <a:pt x="6038" y="1258"/>
                  </a:lnTo>
                  <a:lnTo>
                    <a:pt x="6046" y="1255"/>
                  </a:lnTo>
                  <a:lnTo>
                    <a:pt x="6054" y="1251"/>
                  </a:lnTo>
                  <a:lnTo>
                    <a:pt x="6054" y="1251"/>
                  </a:lnTo>
                  <a:lnTo>
                    <a:pt x="6054" y="1251"/>
                  </a:lnTo>
                  <a:lnTo>
                    <a:pt x="6056" y="1250"/>
                  </a:lnTo>
                  <a:lnTo>
                    <a:pt x="6058" y="1250"/>
                  </a:lnTo>
                  <a:lnTo>
                    <a:pt x="6063" y="1247"/>
                  </a:lnTo>
                  <a:lnTo>
                    <a:pt x="6069" y="1244"/>
                  </a:lnTo>
                  <a:lnTo>
                    <a:pt x="6071" y="1243"/>
                  </a:lnTo>
                  <a:lnTo>
                    <a:pt x="6073" y="1242"/>
                  </a:lnTo>
                  <a:lnTo>
                    <a:pt x="6076" y="1241"/>
                  </a:lnTo>
                  <a:lnTo>
                    <a:pt x="6078" y="1240"/>
                  </a:lnTo>
                  <a:lnTo>
                    <a:pt x="6081" y="1238"/>
                  </a:lnTo>
                  <a:lnTo>
                    <a:pt x="6084" y="1237"/>
                  </a:lnTo>
                  <a:lnTo>
                    <a:pt x="6087" y="1235"/>
                  </a:lnTo>
                  <a:lnTo>
                    <a:pt x="6091" y="1233"/>
                  </a:lnTo>
                  <a:lnTo>
                    <a:pt x="6094" y="1232"/>
                  </a:lnTo>
                  <a:lnTo>
                    <a:pt x="6096" y="1231"/>
                  </a:lnTo>
                  <a:lnTo>
                    <a:pt x="6097" y="1230"/>
                  </a:lnTo>
                  <a:lnTo>
                    <a:pt x="6098" y="1230"/>
                  </a:lnTo>
                  <a:lnTo>
                    <a:pt x="6105" y="1226"/>
                  </a:lnTo>
                  <a:lnTo>
                    <a:pt x="6112" y="1222"/>
                  </a:lnTo>
                  <a:lnTo>
                    <a:pt x="6112" y="1222"/>
                  </a:lnTo>
                  <a:lnTo>
                    <a:pt x="6112" y="1222"/>
                  </a:lnTo>
                  <a:lnTo>
                    <a:pt x="6113" y="1221"/>
                  </a:lnTo>
                  <a:lnTo>
                    <a:pt x="6115" y="1220"/>
                  </a:lnTo>
                  <a:lnTo>
                    <a:pt x="6120" y="1217"/>
                  </a:lnTo>
                  <a:lnTo>
                    <a:pt x="6126" y="1214"/>
                  </a:lnTo>
                  <a:lnTo>
                    <a:pt x="6127" y="1213"/>
                  </a:lnTo>
                  <a:lnTo>
                    <a:pt x="6127" y="1213"/>
                  </a:lnTo>
                  <a:lnTo>
                    <a:pt x="6130" y="1211"/>
                  </a:lnTo>
                  <a:lnTo>
                    <a:pt x="6133" y="1210"/>
                  </a:lnTo>
                  <a:lnTo>
                    <a:pt x="6136" y="1208"/>
                  </a:lnTo>
                  <a:lnTo>
                    <a:pt x="6138" y="1206"/>
                  </a:lnTo>
                  <a:lnTo>
                    <a:pt x="6140" y="1205"/>
                  </a:lnTo>
                  <a:lnTo>
                    <a:pt x="6142" y="1204"/>
                  </a:lnTo>
                  <a:lnTo>
                    <a:pt x="6145" y="1202"/>
                  </a:lnTo>
                  <a:lnTo>
                    <a:pt x="6147" y="1200"/>
                  </a:lnTo>
                  <a:lnTo>
                    <a:pt x="6149" y="1199"/>
                  </a:lnTo>
                  <a:lnTo>
                    <a:pt x="6150" y="1198"/>
                  </a:lnTo>
                  <a:lnTo>
                    <a:pt x="6153" y="1196"/>
                  </a:lnTo>
                  <a:lnTo>
                    <a:pt x="6155" y="1195"/>
                  </a:lnTo>
                  <a:lnTo>
                    <a:pt x="6158" y="1193"/>
                  </a:lnTo>
                  <a:lnTo>
                    <a:pt x="6161" y="1190"/>
                  </a:lnTo>
                  <a:lnTo>
                    <a:pt x="6162" y="1190"/>
                  </a:lnTo>
                  <a:lnTo>
                    <a:pt x="6163" y="1189"/>
                  </a:lnTo>
                  <a:lnTo>
                    <a:pt x="6166" y="1187"/>
                  </a:lnTo>
                  <a:lnTo>
                    <a:pt x="6168" y="1185"/>
                  </a:lnTo>
                  <a:lnTo>
                    <a:pt x="6171" y="1183"/>
                  </a:lnTo>
                  <a:lnTo>
                    <a:pt x="6173" y="1181"/>
                  </a:lnTo>
                  <a:lnTo>
                    <a:pt x="6174" y="1180"/>
                  </a:lnTo>
                  <a:lnTo>
                    <a:pt x="6175" y="1180"/>
                  </a:lnTo>
                  <a:lnTo>
                    <a:pt x="6177" y="1177"/>
                  </a:lnTo>
                  <a:lnTo>
                    <a:pt x="6180" y="1175"/>
                  </a:lnTo>
                  <a:lnTo>
                    <a:pt x="6182" y="1173"/>
                  </a:lnTo>
                  <a:lnTo>
                    <a:pt x="6185" y="1171"/>
                  </a:lnTo>
                  <a:lnTo>
                    <a:pt x="6185" y="1171"/>
                  </a:lnTo>
                  <a:lnTo>
                    <a:pt x="6185" y="1170"/>
                  </a:lnTo>
                  <a:lnTo>
                    <a:pt x="6189" y="1167"/>
                  </a:lnTo>
                  <a:lnTo>
                    <a:pt x="6192" y="1164"/>
                  </a:lnTo>
                  <a:lnTo>
                    <a:pt x="6193" y="1163"/>
                  </a:lnTo>
                  <a:lnTo>
                    <a:pt x="6195" y="1161"/>
                  </a:lnTo>
                  <a:lnTo>
                    <a:pt x="6195" y="1161"/>
                  </a:lnTo>
                  <a:lnTo>
                    <a:pt x="6195" y="1161"/>
                  </a:lnTo>
                  <a:lnTo>
                    <a:pt x="6198" y="1157"/>
                  </a:lnTo>
                  <a:lnTo>
                    <a:pt x="6202" y="1153"/>
                  </a:lnTo>
                  <a:lnTo>
                    <a:pt x="6202" y="1153"/>
                  </a:lnTo>
                  <a:lnTo>
                    <a:pt x="6203" y="1152"/>
                  </a:lnTo>
                  <a:lnTo>
                    <a:pt x="6204" y="1151"/>
                  </a:lnTo>
                  <a:lnTo>
                    <a:pt x="6205" y="1149"/>
                  </a:lnTo>
                  <a:lnTo>
                    <a:pt x="6207" y="1147"/>
                  </a:lnTo>
                  <a:lnTo>
                    <a:pt x="6208" y="1145"/>
                  </a:lnTo>
                  <a:lnTo>
                    <a:pt x="6209" y="1144"/>
                  </a:lnTo>
                  <a:lnTo>
                    <a:pt x="6210" y="1142"/>
                  </a:lnTo>
                  <a:lnTo>
                    <a:pt x="6211" y="1141"/>
                  </a:lnTo>
                  <a:lnTo>
                    <a:pt x="6212" y="1140"/>
                  </a:lnTo>
                  <a:lnTo>
                    <a:pt x="6213" y="1139"/>
                  </a:lnTo>
                  <a:lnTo>
                    <a:pt x="6214" y="1138"/>
                  </a:lnTo>
                  <a:lnTo>
                    <a:pt x="6216" y="1134"/>
                  </a:lnTo>
                  <a:lnTo>
                    <a:pt x="6218" y="1130"/>
                  </a:lnTo>
                  <a:lnTo>
                    <a:pt x="6834" y="58"/>
                  </a:lnTo>
                  <a:lnTo>
                    <a:pt x="6832" y="63"/>
                  </a:lnTo>
                  <a:lnTo>
                    <a:pt x="6829" y="67"/>
                  </a:lnTo>
                  <a:close/>
                </a:path>
              </a:pathLst>
            </a:custGeom>
            <a:gradFill flip="none" rotWithShape="1">
              <a:gsLst>
                <a:gs pos="0">
                  <a:schemeClr val="accent1">
                    <a:lumMod val="40000"/>
                    <a:lumOff val="60000"/>
                  </a:schemeClr>
                </a:gs>
                <a:gs pos="52000">
                  <a:schemeClr val="accent1"/>
                </a:gs>
                <a:gs pos="100000">
                  <a:schemeClr val="accent2"/>
                </a:gs>
              </a:gsLst>
              <a:path path="circle">
                <a:fillToRect r="100000" b="100000"/>
              </a:path>
              <a:tileRect l="-100000" t="-100000"/>
            </a:gradFill>
            <a:ln w="38100">
              <a:noFill/>
            </a:ln>
            <a:effectLst>
              <a:innerShdw blurRad="88900">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spcBef>
                  <a:spcPts val="1000"/>
                </a:spcBef>
              </a:pPr>
              <a:endParaRPr lang="en-US" sz="2400">
                <a:solidFill>
                  <a:schemeClr val="bg1"/>
                </a:solidFill>
                <a:latin typeface="思源宋体 CN Heavy" panose="02020900000000000000" pitchFamily="18" charset="-122"/>
                <a:cs typeface="思源宋体 CN Heavy" panose="02020900000000000000" pitchFamily="18" charset="-122"/>
              </a:endParaRPr>
            </a:p>
          </p:txBody>
        </p:sp>
        <p:sp>
          <p:nvSpPr>
            <p:cNvPr id="329" name="Freeform 72"/>
            <p:cNvSpPr/>
            <p:nvPr/>
          </p:nvSpPr>
          <p:spPr bwMode="auto">
            <a:xfrm>
              <a:off x="11619171" y="3232408"/>
              <a:ext cx="4974518" cy="681412"/>
            </a:xfrm>
            <a:custGeom>
              <a:avLst/>
              <a:gdLst>
                <a:gd name="T0" fmla="*/ 45 w 6854"/>
                <a:gd name="T1" fmla="*/ 366 h 940"/>
                <a:gd name="T2" fmla="*/ 137 w 6854"/>
                <a:gd name="T3" fmla="*/ 311 h 940"/>
                <a:gd name="T4" fmla="*/ 275 w 6854"/>
                <a:gd name="T5" fmla="*/ 260 h 940"/>
                <a:gd name="T6" fmla="*/ 451 w 6854"/>
                <a:gd name="T7" fmla="*/ 212 h 940"/>
                <a:gd name="T8" fmla="*/ 661 w 6854"/>
                <a:gd name="T9" fmla="*/ 170 h 940"/>
                <a:gd name="T10" fmla="*/ 905 w 6854"/>
                <a:gd name="T11" fmla="*/ 131 h 940"/>
                <a:gd name="T12" fmla="*/ 1174 w 6854"/>
                <a:gd name="T13" fmla="*/ 98 h 940"/>
                <a:gd name="T14" fmla="*/ 1468 w 6854"/>
                <a:gd name="T15" fmla="*/ 69 h 940"/>
                <a:gd name="T16" fmla="*/ 1785 w 6854"/>
                <a:gd name="T17" fmla="*/ 44 h 940"/>
                <a:gd name="T18" fmla="*/ 2123 w 6854"/>
                <a:gd name="T19" fmla="*/ 25 h 940"/>
                <a:gd name="T20" fmla="*/ 2476 w 6854"/>
                <a:gd name="T21" fmla="*/ 11 h 940"/>
                <a:gd name="T22" fmla="*/ 2847 w 6854"/>
                <a:gd name="T23" fmla="*/ 3 h 940"/>
                <a:gd name="T24" fmla="*/ 3233 w 6854"/>
                <a:gd name="T25" fmla="*/ 0 h 940"/>
                <a:gd name="T26" fmla="*/ 3622 w 6854"/>
                <a:gd name="T27" fmla="*/ 3 h 940"/>
                <a:gd name="T28" fmla="*/ 4000 w 6854"/>
                <a:gd name="T29" fmla="*/ 12 h 940"/>
                <a:gd name="T30" fmla="*/ 4365 w 6854"/>
                <a:gd name="T31" fmla="*/ 26 h 940"/>
                <a:gd name="T32" fmla="*/ 4719 w 6854"/>
                <a:gd name="T33" fmla="*/ 46 h 940"/>
                <a:gd name="T34" fmla="*/ 5056 w 6854"/>
                <a:gd name="T35" fmla="*/ 71 h 940"/>
                <a:gd name="T36" fmla="*/ 5374 w 6854"/>
                <a:gd name="T37" fmla="*/ 100 h 940"/>
                <a:gd name="T38" fmla="*/ 5672 w 6854"/>
                <a:gd name="T39" fmla="*/ 134 h 940"/>
                <a:gd name="T40" fmla="*/ 5947 w 6854"/>
                <a:gd name="T41" fmla="*/ 173 h 940"/>
                <a:gd name="T42" fmla="*/ 6192 w 6854"/>
                <a:gd name="T43" fmla="*/ 215 h 940"/>
                <a:gd name="T44" fmla="*/ 6407 w 6854"/>
                <a:gd name="T45" fmla="*/ 263 h 940"/>
                <a:gd name="T46" fmla="*/ 6587 w 6854"/>
                <a:gd name="T47" fmla="*/ 315 h 940"/>
                <a:gd name="T48" fmla="*/ 6724 w 6854"/>
                <a:gd name="T49" fmla="*/ 370 h 940"/>
                <a:gd name="T50" fmla="*/ 6815 w 6854"/>
                <a:gd name="T51" fmla="*/ 428 h 940"/>
                <a:gd name="T52" fmla="*/ 6850 w 6854"/>
                <a:gd name="T53" fmla="*/ 476 h 940"/>
                <a:gd name="T54" fmla="*/ 6853 w 6854"/>
                <a:gd name="T55" fmla="*/ 506 h 940"/>
                <a:gd name="T56" fmla="*/ 6843 w 6854"/>
                <a:gd name="T57" fmla="*/ 536 h 940"/>
                <a:gd name="T58" fmla="*/ 6782 w 6854"/>
                <a:gd name="T59" fmla="*/ 593 h 940"/>
                <a:gd name="T60" fmla="*/ 6665 w 6854"/>
                <a:gd name="T61" fmla="*/ 650 h 940"/>
                <a:gd name="T62" fmla="*/ 6495 w 6854"/>
                <a:gd name="T63" fmla="*/ 705 h 940"/>
                <a:gd name="T64" fmla="*/ 6274 w 6854"/>
                <a:gd name="T65" fmla="*/ 755 h 940"/>
                <a:gd name="T66" fmla="*/ 6002 w 6854"/>
                <a:gd name="T67" fmla="*/ 801 h 940"/>
                <a:gd name="T68" fmla="*/ 5682 w 6854"/>
                <a:gd name="T69" fmla="*/ 842 h 940"/>
                <a:gd name="T70" fmla="*/ 5320 w 6854"/>
                <a:gd name="T71" fmla="*/ 877 h 940"/>
                <a:gd name="T72" fmla="*/ 4917 w 6854"/>
                <a:gd name="T73" fmla="*/ 905 h 940"/>
                <a:gd name="T74" fmla="*/ 4477 w 6854"/>
                <a:gd name="T75" fmla="*/ 925 h 940"/>
                <a:gd name="T76" fmla="*/ 4010 w 6854"/>
                <a:gd name="T77" fmla="*/ 937 h 940"/>
                <a:gd name="T78" fmla="*/ 3518 w 6854"/>
                <a:gd name="T79" fmla="*/ 940 h 940"/>
                <a:gd name="T80" fmla="*/ 3029 w 6854"/>
                <a:gd name="T81" fmla="*/ 933 h 940"/>
                <a:gd name="T82" fmla="*/ 2559 w 6854"/>
                <a:gd name="T83" fmla="*/ 917 h 940"/>
                <a:gd name="T84" fmla="*/ 2113 w 6854"/>
                <a:gd name="T85" fmla="*/ 893 h 940"/>
                <a:gd name="T86" fmla="*/ 1702 w 6854"/>
                <a:gd name="T87" fmla="*/ 861 h 940"/>
                <a:gd name="T88" fmla="*/ 1326 w 6854"/>
                <a:gd name="T89" fmla="*/ 823 h 940"/>
                <a:gd name="T90" fmla="*/ 989 w 6854"/>
                <a:gd name="T91" fmla="*/ 780 h 940"/>
                <a:gd name="T92" fmla="*/ 699 w 6854"/>
                <a:gd name="T93" fmla="*/ 732 h 940"/>
                <a:gd name="T94" fmla="*/ 456 w 6854"/>
                <a:gd name="T95" fmla="*/ 680 h 940"/>
                <a:gd name="T96" fmla="*/ 262 w 6854"/>
                <a:gd name="T97" fmla="*/ 624 h 940"/>
                <a:gd name="T98" fmla="*/ 121 w 6854"/>
                <a:gd name="T99" fmla="*/ 567 h 940"/>
                <a:gd name="T100" fmla="*/ 33 w 6854"/>
                <a:gd name="T101" fmla="*/ 508 h 940"/>
                <a:gd name="T102" fmla="*/ 4 w 6854"/>
                <a:gd name="T103" fmla="*/ 466 h 940"/>
                <a:gd name="T104" fmla="*/ 0 w 6854"/>
                <a:gd name="T105" fmla="*/ 436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854" h="940">
                  <a:moveTo>
                    <a:pt x="7" y="412"/>
                  </a:moveTo>
                  <a:lnTo>
                    <a:pt x="13" y="400"/>
                  </a:lnTo>
                  <a:lnTo>
                    <a:pt x="22" y="389"/>
                  </a:lnTo>
                  <a:lnTo>
                    <a:pt x="32" y="377"/>
                  </a:lnTo>
                  <a:lnTo>
                    <a:pt x="45" y="366"/>
                  </a:lnTo>
                  <a:lnTo>
                    <a:pt x="60" y="355"/>
                  </a:lnTo>
                  <a:lnTo>
                    <a:pt x="76" y="344"/>
                  </a:lnTo>
                  <a:lnTo>
                    <a:pt x="95" y="333"/>
                  </a:lnTo>
                  <a:lnTo>
                    <a:pt x="115" y="322"/>
                  </a:lnTo>
                  <a:lnTo>
                    <a:pt x="137" y="311"/>
                  </a:lnTo>
                  <a:lnTo>
                    <a:pt x="161" y="301"/>
                  </a:lnTo>
                  <a:lnTo>
                    <a:pt x="187" y="290"/>
                  </a:lnTo>
                  <a:lnTo>
                    <a:pt x="214" y="280"/>
                  </a:lnTo>
                  <a:lnTo>
                    <a:pt x="245" y="270"/>
                  </a:lnTo>
                  <a:lnTo>
                    <a:pt x="275" y="260"/>
                  </a:lnTo>
                  <a:lnTo>
                    <a:pt x="308" y="250"/>
                  </a:lnTo>
                  <a:lnTo>
                    <a:pt x="342" y="240"/>
                  </a:lnTo>
                  <a:lnTo>
                    <a:pt x="377" y="231"/>
                  </a:lnTo>
                  <a:lnTo>
                    <a:pt x="413" y="221"/>
                  </a:lnTo>
                  <a:lnTo>
                    <a:pt x="451" y="212"/>
                  </a:lnTo>
                  <a:lnTo>
                    <a:pt x="490" y="203"/>
                  </a:lnTo>
                  <a:lnTo>
                    <a:pt x="531" y="195"/>
                  </a:lnTo>
                  <a:lnTo>
                    <a:pt x="573" y="186"/>
                  </a:lnTo>
                  <a:lnTo>
                    <a:pt x="616" y="178"/>
                  </a:lnTo>
                  <a:lnTo>
                    <a:pt x="661" y="170"/>
                  </a:lnTo>
                  <a:lnTo>
                    <a:pt x="707" y="162"/>
                  </a:lnTo>
                  <a:lnTo>
                    <a:pt x="754" y="154"/>
                  </a:lnTo>
                  <a:lnTo>
                    <a:pt x="803" y="146"/>
                  </a:lnTo>
                  <a:lnTo>
                    <a:pt x="854" y="139"/>
                  </a:lnTo>
                  <a:lnTo>
                    <a:pt x="905" y="131"/>
                  </a:lnTo>
                  <a:lnTo>
                    <a:pt x="957" y="124"/>
                  </a:lnTo>
                  <a:lnTo>
                    <a:pt x="1010" y="117"/>
                  </a:lnTo>
                  <a:lnTo>
                    <a:pt x="1064" y="110"/>
                  </a:lnTo>
                  <a:lnTo>
                    <a:pt x="1119" y="104"/>
                  </a:lnTo>
                  <a:lnTo>
                    <a:pt x="1174" y="98"/>
                  </a:lnTo>
                  <a:lnTo>
                    <a:pt x="1231" y="91"/>
                  </a:lnTo>
                  <a:lnTo>
                    <a:pt x="1289" y="85"/>
                  </a:lnTo>
                  <a:lnTo>
                    <a:pt x="1347" y="80"/>
                  </a:lnTo>
                  <a:lnTo>
                    <a:pt x="1407" y="74"/>
                  </a:lnTo>
                  <a:lnTo>
                    <a:pt x="1468" y="69"/>
                  </a:lnTo>
                  <a:lnTo>
                    <a:pt x="1530" y="63"/>
                  </a:lnTo>
                  <a:lnTo>
                    <a:pt x="1592" y="58"/>
                  </a:lnTo>
                  <a:lnTo>
                    <a:pt x="1656" y="54"/>
                  </a:lnTo>
                  <a:lnTo>
                    <a:pt x="1720" y="49"/>
                  </a:lnTo>
                  <a:lnTo>
                    <a:pt x="1785" y="44"/>
                  </a:lnTo>
                  <a:lnTo>
                    <a:pt x="1851" y="40"/>
                  </a:lnTo>
                  <a:lnTo>
                    <a:pt x="1918" y="36"/>
                  </a:lnTo>
                  <a:lnTo>
                    <a:pt x="1985" y="32"/>
                  </a:lnTo>
                  <a:lnTo>
                    <a:pt x="2054" y="29"/>
                  </a:lnTo>
                  <a:lnTo>
                    <a:pt x="2123" y="25"/>
                  </a:lnTo>
                  <a:lnTo>
                    <a:pt x="2192" y="22"/>
                  </a:lnTo>
                  <a:lnTo>
                    <a:pt x="2262" y="19"/>
                  </a:lnTo>
                  <a:lnTo>
                    <a:pt x="2332" y="16"/>
                  </a:lnTo>
                  <a:lnTo>
                    <a:pt x="2404" y="14"/>
                  </a:lnTo>
                  <a:lnTo>
                    <a:pt x="2476" y="11"/>
                  </a:lnTo>
                  <a:lnTo>
                    <a:pt x="2549" y="9"/>
                  </a:lnTo>
                  <a:lnTo>
                    <a:pt x="2622" y="7"/>
                  </a:lnTo>
                  <a:lnTo>
                    <a:pt x="2696" y="6"/>
                  </a:lnTo>
                  <a:lnTo>
                    <a:pt x="2772" y="4"/>
                  </a:lnTo>
                  <a:lnTo>
                    <a:pt x="2847" y="3"/>
                  </a:lnTo>
                  <a:lnTo>
                    <a:pt x="2923" y="2"/>
                  </a:lnTo>
                  <a:lnTo>
                    <a:pt x="3000" y="1"/>
                  </a:lnTo>
                  <a:lnTo>
                    <a:pt x="3077" y="0"/>
                  </a:lnTo>
                  <a:lnTo>
                    <a:pt x="3155" y="0"/>
                  </a:lnTo>
                  <a:lnTo>
                    <a:pt x="3233" y="0"/>
                  </a:lnTo>
                  <a:lnTo>
                    <a:pt x="3311" y="0"/>
                  </a:lnTo>
                  <a:lnTo>
                    <a:pt x="3390" y="1"/>
                  </a:lnTo>
                  <a:lnTo>
                    <a:pt x="3468" y="1"/>
                  </a:lnTo>
                  <a:lnTo>
                    <a:pt x="3545" y="2"/>
                  </a:lnTo>
                  <a:lnTo>
                    <a:pt x="3622" y="3"/>
                  </a:lnTo>
                  <a:lnTo>
                    <a:pt x="3698" y="5"/>
                  </a:lnTo>
                  <a:lnTo>
                    <a:pt x="3774" y="6"/>
                  </a:lnTo>
                  <a:lnTo>
                    <a:pt x="3850" y="8"/>
                  </a:lnTo>
                  <a:lnTo>
                    <a:pt x="3925" y="10"/>
                  </a:lnTo>
                  <a:lnTo>
                    <a:pt x="4000" y="12"/>
                  </a:lnTo>
                  <a:lnTo>
                    <a:pt x="4074" y="15"/>
                  </a:lnTo>
                  <a:lnTo>
                    <a:pt x="4148" y="17"/>
                  </a:lnTo>
                  <a:lnTo>
                    <a:pt x="4221" y="20"/>
                  </a:lnTo>
                  <a:lnTo>
                    <a:pt x="4293" y="23"/>
                  </a:lnTo>
                  <a:lnTo>
                    <a:pt x="4365" y="26"/>
                  </a:lnTo>
                  <a:lnTo>
                    <a:pt x="4436" y="30"/>
                  </a:lnTo>
                  <a:lnTo>
                    <a:pt x="4508" y="34"/>
                  </a:lnTo>
                  <a:lnTo>
                    <a:pt x="4579" y="38"/>
                  </a:lnTo>
                  <a:lnTo>
                    <a:pt x="4649" y="42"/>
                  </a:lnTo>
                  <a:lnTo>
                    <a:pt x="4719" y="46"/>
                  </a:lnTo>
                  <a:lnTo>
                    <a:pt x="4788" y="51"/>
                  </a:lnTo>
                  <a:lnTo>
                    <a:pt x="4856" y="55"/>
                  </a:lnTo>
                  <a:lnTo>
                    <a:pt x="4923" y="60"/>
                  </a:lnTo>
                  <a:lnTo>
                    <a:pt x="4990" y="65"/>
                  </a:lnTo>
                  <a:lnTo>
                    <a:pt x="5056" y="71"/>
                  </a:lnTo>
                  <a:lnTo>
                    <a:pt x="5121" y="76"/>
                  </a:lnTo>
                  <a:lnTo>
                    <a:pt x="5186" y="82"/>
                  </a:lnTo>
                  <a:lnTo>
                    <a:pt x="5250" y="88"/>
                  </a:lnTo>
                  <a:lnTo>
                    <a:pt x="5312" y="94"/>
                  </a:lnTo>
                  <a:lnTo>
                    <a:pt x="5374" y="100"/>
                  </a:lnTo>
                  <a:lnTo>
                    <a:pt x="5435" y="106"/>
                  </a:lnTo>
                  <a:lnTo>
                    <a:pt x="5494" y="113"/>
                  </a:lnTo>
                  <a:lnTo>
                    <a:pt x="5555" y="120"/>
                  </a:lnTo>
                  <a:lnTo>
                    <a:pt x="5614" y="127"/>
                  </a:lnTo>
                  <a:lnTo>
                    <a:pt x="5672" y="134"/>
                  </a:lnTo>
                  <a:lnTo>
                    <a:pt x="5729" y="141"/>
                  </a:lnTo>
                  <a:lnTo>
                    <a:pt x="5786" y="149"/>
                  </a:lnTo>
                  <a:lnTo>
                    <a:pt x="5841" y="157"/>
                  </a:lnTo>
                  <a:lnTo>
                    <a:pt x="5895" y="164"/>
                  </a:lnTo>
                  <a:lnTo>
                    <a:pt x="5947" y="173"/>
                  </a:lnTo>
                  <a:lnTo>
                    <a:pt x="5999" y="181"/>
                  </a:lnTo>
                  <a:lnTo>
                    <a:pt x="6049" y="189"/>
                  </a:lnTo>
                  <a:lnTo>
                    <a:pt x="6098" y="198"/>
                  </a:lnTo>
                  <a:lnTo>
                    <a:pt x="6146" y="206"/>
                  </a:lnTo>
                  <a:lnTo>
                    <a:pt x="6192" y="215"/>
                  </a:lnTo>
                  <a:lnTo>
                    <a:pt x="6237" y="224"/>
                  </a:lnTo>
                  <a:lnTo>
                    <a:pt x="6281" y="234"/>
                  </a:lnTo>
                  <a:lnTo>
                    <a:pt x="6324" y="244"/>
                  </a:lnTo>
                  <a:lnTo>
                    <a:pt x="6366" y="253"/>
                  </a:lnTo>
                  <a:lnTo>
                    <a:pt x="6407" y="263"/>
                  </a:lnTo>
                  <a:lnTo>
                    <a:pt x="6447" y="273"/>
                  </a:lnTo>
                  <a:lnTo>
                    <a:pt x="6484" y="283"/>
                  </a:lnTo>
                  <a:lnTo>
                    <a:pt x="6520" y="294"/>
                  </a:lnTo>
                  <a:lnTo>
                    <a:pt x="6554" y="304"/>
                  </a:lnTo>
                  <a:lnTo>
                    <a:pt x="6587" y="315"/>
                  </a:lnTo>
                  <a:lnTo>
                    <a:pt x="6618" y="325"/>
                  </a:lnTo>
                  <a:lnTo>
                    <a:pt x="6647" y="336"/>
                  </a:lnTo>
                  <a:lnTo>
                    <a:pt x="6675" y="347"/>
                  </a:lnTo>
                  <a:lnTo>
                    <a:pt x="6700" y="358"/>
                  </a:lnTo>
                  <a:lnTo>
                    <a:pt x="6724" y="370"/>
                  </a:lnTo>
                  <a:lnTo>
                    <a:pt x="6746" y="381"/>
                  </a:lnTo>
                  <a:lnTo>
                    <a:pt x="6766" y="393"/>
                  </a:lnTo>
                  <a:lnTo>
                    <a:pt x="6784" y="404"/>
                  </a:lnTo>
                  <a:lnTo>
                    <a:pt x="6801" y="416"/>
                  </a:lnTo>
                  <a:lnTo>
                    <a:pt x="6815" y="428"/>
                  </a:lnTo>
                  <a:lnTo>
                    <a:pt x="6827" y="440"/>
                  </a:lnTo>
                  <a:lnTo>
                    <a:pt x="6837" y="452"/>
                  </a:lnTo>
                  <a:lnTo>
                    <a:pt x="6845" y="464"/>
                  </a:lnTo>
                  <a:lnTo>
                    <a:pt x="6848" y="470"/>
                  </a:lnTo>
                  <a:lnTo>
                    <a:pt x="6850" y="476"/>
                  </a:lnTo>
                  <a:lnTo>
                    <a:pt x="6852" y="482"/>
                  </a:lnTo>
                  <a:lnTo>
                    <a:pt x="6853" y="488"/>
                  </a:lnTo>
                  <a:lnTo>
                    <a:pt x="6854" y="494"/>
                  </a:lnTo>
                  <a:lnTo>
                    <a:pt x="6854" y="500"/>
                  </a:lnTo>
                  <a:lnTo>
                    <a:pt x="6853" y="506"/>
                  </a:lnTo>
                  <a:lnTo>
                    <a:pt x="6852" y="512"/>
                  </a:lnTo>
                  <a:lnTo>
                    <a:pt x="6851" y="518"/>
                  </a:lnTo>
                  <a:lnTo>
                    <a:pt x="6849" y="524"/>
                  </a:lnTo>
                  <a:lnTo>
                    <a:pt x="6846" y="530"/>
                  </a:lnTo>
                  <a:lnTo>
                    <a:pt x="6843" y="536"/>
                  </a:lnTo>
                  <a:lnTo>
                    <a:pt x="6835" y="547"/>
                  </a:lnTo>
                  <a:lnTo>
                    <a:pt x="6825" y="559"/>
                  </a:lnTo>
                  <a:lnTo>
                    <a:pt x="6813" y="571"/>
                  </a:lnTo>
                  <a:lnTo>
                    <a:pt x="6798" y="582"/>
                  </a:lnTo>
                  <a:lnTo>
                    <a:pt x="6782" y="593"/>
                  </a:lnTo>
                  <a:lnTo>
                    <a:pt x="6763" y="605"/>
                  </a:lnTo>
                  <a:lnTo>
                    <a:pt x="6742" y="616"/>
                  </a:lnTo>
                  <a:lnTo>
                    <a:pt x="6719" y="628"/>
                  </a:lnTo>
                  <a:lnTo>
                    <a:pt x="6693" y="639"/>
                  </a:lnTo>
                  <a:lnTo>
                    <a:pt x="6665" y="650"/>
                  </a:lnTo>
                  <a:lnTo>
                    <a:pt x="6635" y="661"/>
                  </a:lnTo>
                  <a:lnTo>
                    <a:pt x="6603" y="672"/>
                  </a:lnTo>
                  <a:lnTo>
                    <a:pt x="6569" y="684"/>
                  </a:lnTo>
                  <a:lnTo>
                    <a:pt x="6533" y="694"/>
                  </a:lnTo>
                  <a:lnTo>
                    <a:pt x="6495" y="705"/>
                  </a:lnTo>
                  <a:lnTo>
                    <a:pt x="6455" y="715"/>
                  </a:lnTo>
                  <a:lnTo>
                    <a:pt x="6413" y="725"/>
                  </a:lnTo>
                  <a:lnTo>
                    <a:pt x="6368" y="735"/>
                  </a:lnTo>
                  <a:lnTo>
                    <a:pt x="6322" y="745"/>
                  </a:lnTo>
                  <a:lnTo>
                    <a:pt x="6274" y="755"/>
                  </a:lnTo>
                  <a:lnTo>
                    <a:pt x="6224" y="764"/>
                  </a:lnTo>
                  <a:lnTo>
                    <a:pt x="6173" y="774"/>
                  </a:lnTo>
                  <a:lnTo>
                    <a:pt x="6118" y="783"/>
                  </a:lnTo>
                  <a:lnTo>
                    <a:pt x="6061" y="792"/>
                  </a:lnTo>
                  <a:lnTo>
                    <a:pt x="6002" y="801"/>
                  </a:lnTo>
                  <a:lnTo>
                    <a:pt x="5942" y="810"/>
                  </a:lnTo>
                  <a:lnTo>
                    <a:pt x="5880" y="818"/>
                  </a:lnTo>
                  <a:lnTo>
                    <a:pt x="5816" y="826"/>
                  </a:lnTo>
                  <a:lnTo>
                    <a:pt x="5749" y="834"/>
                  </a:lnTo>
                  <a:lnTo>
                    <a:pt x="5682" y="842"/>
                  </a:lnTo>
                  <a:lnTo>
                    <a:pt x="5613" y="849"/>
                  </a:lnTo>
                  <a:lnTo>
                    <a:pt x="5542" y="857"/>
                  </a:lnTo>
                  <a:lnTo>
                    <a:pt x="5470" y="864"/>
                  </a:lnTo>
                  <a:lnTo>
                    <a:pt x="5396" y="870"/>
                  </a:lnTo>
                  <a:lnTo>
                    <a:pt x="5320" y="877"/>
                  </a:lnTo>
                  <a:lnTo>
                    <a:pt x="5243" y="883"/>
                  </a:lnTo>
                  <a:lnTo>
                    <a:pt x="5164" y="889"/>
                  </a:lnTo>
                  <a:lnTo>
                    <a:pt x="5084" y="894"/>
                  </a:lnTo>
                  <a:lnTo>
                    <a:pt x="5001" y="900"/>
                  </a:lnTo>
                  <a:lnTo>
                    <a:pt x="4917" y="905"/>
                  </a:lnTo>
                  <a:lnTo>
                    <a:pt x="4832" y="910"/>
                  </a:lnTo>
                  <a:lnTo>
                    <a:pt x="4745" y="914"/>
                  </a:lnTo>
                  <a:lnTo>
                    <a:pt x="4658" y="918"/>
                  </a:lnTo>
                  <a:lnTo>
                    <a:pt x="4569" y="922"/>
                  </a:lnTo>
                  <a:lnTo>
                    <a:pt x="4477" y="925"/>
                  </a:lnTo>
                  <a:lnTo>
                    <a:pt x="4386" y="928"/>
                  </a:lnTo>
                  <a:lnTo>
                    <a:pt x="4294" y="931"/>
                  </a:lnTo>
                  <a:lnTo>
                    <a:pt x="4200" y="933"/>
                  </a:lnTo>
                  <a:lnTo>
                    <a:pt x="4105" y="935"/>
                  </a:lnTo>
                  <a:lnTo>
                    <a:pt x="4010" y="937"/>
                  </a:lnTo>
                  <a:lnTo>
                    <a:pt x="3912" y="938"/>
                  </a:lnTo>
                  <a:lnTo>
                    <a:pt x="3815" y="939"/>
                  </a:lnTo>
                  <a:lnTo>
                    <a:pt x="3716" y="940"/>
                  </a:lnTo>
                  <a:lnTo>
                    <a:pt x="3617" y="940"/>
                  </a:lnTo>
                  <a:lnTo>
                    <a:pt x="3518" y="940"/>
                  </a:lnTo>
                  <a:lnTo>
                    <a:pt x="3419" y="939"/>
                  </a:lnTo>
                  <a:lnTo>
                    <a:pt x="3321" y="938"/>
                  </a:lnTo>
                  <a:lnTo>
                    <a:pt x="3222" y="936"/>
                  </a:lnTo>
                  <a:lnTo>
                    <a:pt x="3125" y="935"/>
                  </a:lnTo>
                  <a:lnTo>
                    <a:pt x="3029" y="933"/>
                  </a:lnTo>
                  <a:lnTo>
                    <a:pt x="2933" y="930"/>
                  </a:lnTo>
                  <a:lnTo>
                    <a:pt x="2839" y="927"/>
                  </a:lnTo>
                  <a:lnTo>
                    <a:pt x="2745" y="924"/>
                  </a:lnTo>
                  <a:lnTo>
                    <a:pt x="2651" y="921"/>
                  </a:lnTo>
                  <a:lnTo>
                    <a:pt x="2559" y="917"/>
                  </a:lnTo>
                  <a:lnTo>
                    <a:pt x="2468" y="913"/>
                  </a:lnTo>
                  <a:lnTo>
                    <a:pt x="2377" y="908"/>
                  </a:lnTo>
                  <a:lnTo>
                    <a:pt x="2288" y="903"/>
                  </a:lnTo>
                  <a:lnTo>
                    <a:pt x="2200" y="898"/>
                  </a:lnTo>
                  <a:lnTo>
                    <a:pt x="2113" y="893"/>
                  </a:lnTo>
                  <a:lnTo>
                    <a:pt x="2028" y="887"/>
                  </a:lnTo>
                  <a:lnTo>
                    <a:pt x="1944" y="881"/>
                  </a:lnTo>
                  <a:lnTo>
                    <a:pt x="1862" y="875"/>
                  </a:lnTo>
                  <a:lnTo>
                    <a:pt x="1781" y="868"/>
                  </a:lnTo>
                  <a:lnTo>
                    <a:pt x="1702" y="861"/>
                  </a:lnTo>
                  <a:lnTo>
                    <a:pt x="1624" y="854"/>
                  </a:lnTo>
                  <a:lnTo>
                    <a:pt x="1548" y="847"/>
                  </a:lnTo>
                  <a:lnTo>
                    <a:pt x="1472" y="839"/>
                  </a:lnTo>
                  <a:lnTo>
                    <a:pt x="1398" y="831"/>
                  </a:lnTo>
                  <a:lnTo>
                    <a:pt x="1326" y="823"/>
                  </a:lnTo>
                  <a:lnTo>
                    <a:pt x="1255" y="815"/>
                  </a:lnTo>
                  <a:lnTo>
                    <a:pt x="1186" y="807"/>
                  </a:lnTo>
                  <a:lnTo>
                    <a:pt x="1119" y="798"/>
                  </a:lnTo>
                  <a:lnTo>
                    <a:pt x="1053" y="789"/>
                  </a:lnTo>
                  <a:lnTo>
                    <a:pt x="989" y="780"/>
                  </a:lnTo>
                  <a:lnTo>
                    <a:pt x="926" y="770"/>
                  </a:lnTo>
                  <a:lnTo>
                    <a:pt x="867" y="761"/>
                  </a:lnTo>
                  <a:lnTo>
                    <a:pt x="808" y="751"/>
                  </a:lnTo>
                  <a:lnTo>
                    <a:pt x="753" y="742"/>
                  </a:lnTo>
                  <a:lnTo>
                    <a:pt x="699" y="732"/>
                  </a:lnTo>
                  <a:lnTo>
                    <a:pt x="647" y="722"/>
                  </a:lnTo>
                  <a:lnTo>
                    <a:pt x="596" y="711"/>
                  </a:lnTo>
                  <a:lnTo>
                    <a:pt x="548" y="701"/>
                  </a:lnTo>
                  <a:lnTo>
                    <a:pt x="501" y="691"/>
                  </a:lnTo>
                  <a:lnTo>
                    <a:pt x="456" y="680"/>
                  </a:lnTo>
                  <a:lnTo>
                    <a:pt x="414" y="668"/>
                  </a:lnTo>
                  <a:lnTo>
                    <a:pt x="373" y="657"/>
                  </a:lnTo>
                  <a:lnTo>
                    <a:pt x="334" y="646"/>
                  </a:lnTo>
                  <a:lnTo>
                    <a:pt x="297" y="635"/>
                  </a:lnTo>
                  <a:lnTo>
                    <a:pt x="262" y="624"/>
                  </a:lnTo>
                  <a:lnTo>
                    <a:pt x="229" y="612"/>
                  </a:lnTo>
                  <a:lnTo>
                    <a:pt x="198" y="601"/>
                  </a:lnTo>
                  <a:lnTo>
                    <a:pt x="170" y="589"/>
                  </a:lnTo>
                  <a:lnTo>
                    <a:pt x="144" y="578"/>
                  </a:lnTo>
                  <a:lnTo>
                    <a:pt x="121" y="567"/>
                  </a:lnTo>
                  <a:lnTo>
                    <a:pt x="99" y="555"/>
                  </a:lnTo>
                  <a:lnTo>
                    <a:pt x="79" y="543"/>
                  </a:lnTo>
                  <a:lnTo>
                    <a:pt x="62" y="532"/>
                  </a:lnTo>
                  <a:lnTo>
                    <a:pt x="47" y="520"/>
                  </a:lnTo>
                  <a:lnTo>
                    <a:pt x="33" y="508"/>
                  </a:lnTo>
                  <a:lnTo>
                    <a:pt x="22" y="496"/>
                  </a:lnTo>
                  <a:lnTo>
                    <a:pt x="13" y="484"/>
                  </a:lnTo>
                  <a:lnTo>
                    <a:pt x="10" y="478"/>
                  </a:lnTo>
                  <a:lnTo>
                    <a:pt x="7" y="472"/>
                  </a:lnTo>
                  <a:lnTo>
                    <a:pt x="4" y="466"/>
                  </a:lnTo>
                  <a:lnTo>
                    <a:pt x="2" y="460"/>
                  </a:lnTo>
                  <a:lnTo>
                    <a:pt x="1" y="454"/>
                  </a:lnTo>
                  <a:lnTo>
                    <a:pt x="0" y="448"/>
                  </a:lnTo>
                  <a:lnTo>
                    <a:pt x="0" y="442"/>
                  </a:lnTo>
                  <a:lnTo>
                    <a:pt x="0" y="436"/>
                  </a:lnTo>
                  <a:lnTo>
                    <a:pt x="1" y="430"/>
                  </a:lnTo>
                  <a:lnTo>
                    <a:pt x="2" y="424"/>
                  </a:lnTo>
                  <a:lnTo>
                    <a:pt x="4" y="418"/>
                  </a:lnTo>
                  <a:lnTo>
                    <a:pt x="7" y="412"/>
                  </a:lnTo>
                  <a:close/>
                </a:path>
              </a:pathLst>
            </a:custGeom>
            <a:gradFill>
              <a:gsLst>
                <a:gs pos="0">
                  <a:schemeClr val="accent1">
                    <a:lumMod val="60000"/>
                    <a:lumOff val="40000"/>
                  </a:schemeClr>
                </a:gs>
                <a:gs pos="100000">
                  <a:schemeClr val="accent1">
                    <a:lumMod val="40000"/>
                    <a:lumOff val="60000"/>
                  </a:schemeClr>
                </a:gs>
              </a:gsLst>
              <a:lin ang="5400000" scaled="0"/>
            </a:gradFill>
            <a:ln>
              <a:noFill/>
            </a:ln>
          </p:spPr>
          <p:txBody>
            <a:bodyPr vert="horz" wrap="square" lIns="91440" tIns="45720" rIns="91440" bIns="45720" numCol="1" anchor="t" anchorCtr="0" compatLnSpc="1"/>
            <a:lstStyle/>
            <a:p>
              <a:endParaRPr lang="en-US" sz="2000">
                <a:latin typeface="思源宋体 CN Heavy" panose="02020900000000000000" pitchFamily="18" charset="-122"/>
                <a:cs typeface="思源宋体 CN Heavy" panose="02020900000000000000" pitchFamily="18" charset="-122"/>
              </a:endParaRPr>
            </a:p>
          </p:txBody>
        </p:sp>
        <p:sp>
          <p:nvSpPr>
            <p:cNvPr id="330" name="Rectangle 20"/>
            <p:cNvSpPr/>
            <p:nvPr/>
          </p:nvSpPr>
          <p:spPr>
            <a:xfrm>
              <a:off x="13330000" y="4119685"/>
              <a:ext cx="1549216"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学生能力提升</a:t>
              </a:r>
            </a:p>
          </p:txBody>
        </p:sp>
        <p:sp>
          <p:nvSpPr>
            <p:cNvPr id="331" name="Rectangle 21"/>
            <p:cNvSpPr/>
            <p:nvPr/>
          </p:nvSpPr>
          <p:spPr>
            <a:xfrm>
              <a:off x="13330001" y="5035425"/>
              <a:ext cx="1549215"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教学质量提高</a:t>
              </a:r>
            </a:p>
          </p:txBody>
        </p:sp>
        <p:sp>
          <p:nvSpPr>
            <p:cNvPr id="332" name="Rectangle 22"/>
            <p:cNvSpPr/>
            <p:nvPr/>
          </p:nvSpPr>
          <p:spPr>
            <a:xfrm>
              <a:off x="13067265" y="5954815"/>
              <a:ext cx="2063379"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 师资队伍建设加强</a:t>
              </a:r>
            </a:p>
          </p:txBody>
        </p:sp>
        <p:sp>
          <p:nvSpPr>
            <p:cNvPr id="333" name="Rectangle 23"/>
            <p:cNvSpPr/>
            <p:nvPr/>
          </p:nvSpPr>
          <p:spPr>
            <a:xfrm>
              <a:off x="13551798" y="6897307"/>
              <a:ext cx="1094318"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校企合作</a:t>
              </a:r>
            </a:p>
          </p:txBody>
        </p:sp>
        <p:sp>
          <p:nvSpPr>
            <p:cNvPr id="334" name="Rectangle 24"/>
            <p:cNvSpPr/>
            <p:nvPr/>
          </p:nvSpPr>
          <p:spPr>
            <a:xfrm>
              <a:off x="13779246" y="7794185"/>
              <a:ext cx="639420" cy="405507"/>
            </a:xfrm>
            <a:prstGeom prst="rect">
              <a:avLst/>
            </a:prstGeom>
          </p:spPr>
          <p:txBody>
            <a:bodyPr wrap="none">
              <a:spAutoFit/>
            </a:bodyPr>
            <a:lstStyle/>
            <a:p>
              <a:pPr algn="ctr"/>
              <a:r>
                <a:rPr lang="zh-CN" altLang="en-US" dirty="0">
                  <a:solidFill>
                    <a:srgbClr val="FFFFFF"/>
                  </a:solidFill>
                  <a:latin typeface="+mj-ea"/>
                  <a:ea typeface="+mj-ea"/>
                  <a:cs typeface="思源宋体 CN Heavy" panose="02020900000000000000" pitchFamily="18" charset="-122"/>
                </a:rPr>
                <a:t>学校</a:t>
              </a:r>
            </a:p>
          </p:txBody>
        </p:sp>
        <p:sp>
          <p:nvSpPr>
            <p:cNvPr id="335" name="Rectangle 25"/>
            <p:cNvSpPr/>
            <p:nvPr/>
          </p:nvSpPr>
          <p:spPr>
            <a:xfrm>
              <a:off x="13813057" y="8520419"/>
              <a:ext cx="588164" cy="371714"/>
            </a:xfrm>
            <a:prstGeom prst="rect">
              <a:avLst/>
            </a:prstGeom>
          </p:spPr>
          <p:txBody>
            <a:bodyPr wrap="none">
              <a:spAutoFit/>
            </a:bodyPr>
            <a:lstStyle/>
            <a:p>
              <a:pPr algn="ctr"/>
              <a:r>
                <a:rPr lang="zh-CN" altLang="en-US" sz="1600" dirty="0">
                  <a:solidFill>
                    <a:srgbClr val="FFFFFF"/>
                  </a:solidFill>
                  <a:latin typeface="+mj-ea"/>
                  <a:ea typeface="+mj-ea"/>
                  <a:cs typeface="思源宋体 CN Heavy" panose="02020900000000000000" pitchFamily="18" charset="-122"/>
                </a:rPr>
                <a:t>就业</a:t>
              </a:r>
            </a:p>
          </p:txBody>
        </p:sp>
      </p:grpSp>
      <p:grpSp>
        <p:nvGrpSpPr>
          <p:cNvPr id="64" name="组合 63"/>
          <p:cNvGrpSpPr/>
          <p:nvPr/>
        </p:nvGrpSpPr>
        <p:grpSpPr>
          <a:xfrm flipH="1">
            <a:off x="10971832" y="1168855"/>
            <a:ext cx="915368" cy="5007391"/>
            <a:chOff x="6794943" y="1544138"/>
            <a:chExt cx="915368" cy="5007391"/>
          </a:xfrm>
        </p:grpSpPr>
        <p:grpSp>
          <p:nvGrpSpPr>
            <p:cNvPr id="65" name="组合 64"/>
            <p:cNvGrpSpPr/>
            <p:nvPr/>
          </p:nvGrpSpPr>
          <p:grpSpPr>
            <a:xfrm>
              <a:off x="6794943" y="1544138"/>
              <a:ext cx="620052" cy="5007391"/>
              <a:chOff x="6829398" y="1544138"/>
              <a:chExt cx="620052" cy="5007391"/>
            </a:xfrm>
          </p:grpSpPr>
          <p:sp>
            <p:nvSpPr>
              <p:cNvPr id="67" name="文本框 66"/>
              <p:cNvSpPr txBox="1"/>
              <p:nvPr/>
            </p:nvSpPr>
            <p:spPr>
              <a:xfrm>
                <a:off x="6829398" y="1544138"/>
                <a:ext cx="620052" cy="5007391"/>
              </a:xfrm>
              <a:prstGeom prst="roundRect">
                <a:avLst>
                  <a:gd name="adj" fmla="val 2132"/>
                </a:avLst>
              </a:prstGeom>
              <a:solidFill>
                <a:schemeClr val="accent1"/>
              </a:solidFill>
              <a:ln>
                <a:noFill/>
              </a:ln>
            </p:spPr>
            <p:txBody>
              <a:bodyPr wrap="square" lIns="9000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400" b="1"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8" name="文本框 67"/>
              <p:cNvSpPr txBox="1"/>
              <p:nvPr/>
            </p:nvSpPr>
            <p:spPr>
              <a:xfrm>
                <a:off x="6893930" y="1699785"/>
                <a:ext cx="490988" cy="4696096"/>
              </a:xfrm>
              <a:prstGeom prst="rect">
                <a:avLst/>
              </a:prstGeom>
              <a:noFill/>
            </p:spPr>
            <p:txBody>
              <a:bodyPr vert="eaVert" wrap="square" lIns="90000" anchor="ctr">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prstClr val="white"/>
                    </a:solidFill>
                    <a:effectLst/>
                    <a:uLnTx/>
                    <a:uFillTx/>
                    <a:latin typeface="+mj-ea"/>
                    <a:ea typeface="+mj-ea"/>
                    <a:cs typeface="思源宋体 CN Heavy" panose="02020900000000000000" pitchFamily="18" charset="-122"/>
                  </a:rPr>
                  <a:t>数控技术专业在社会上的认可度显著提高</a:t>
                </a:r>
              </a:p>
            </p:txBody>
          </p:sp>
        </p:grpSp>
        <p:sp>
          <p:nvSpPr>
            <p:cNvPr id="66" name="等腰三角形 65"/>
            <p:cNvSpPr/>
            <p:nvPr/>
          </p:nvSpPr>
          <p:spPr>
            <a:xfrm rot="5400000">
              <a:off x="7146075" y="3898688"/>
              <a:ext cx="830178" cy="298294"/>
            </a:xfrm>
            <a:prstGeom prst="triangle">
              <a:avLst>
                <a:gd name="adj" fmla="val 50000"/>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wipe(left)">
                                      <p:cBhvr>
                                        <p:cTn id="7" dur="500"/>
                                        <p:tgtEl>
                                          <p:spTgt spid="38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18"/>
                                        </p:tgtEl>
                                        <p:attrNameLst>
                                          <p:attrName>style.visibility</p:attrName>
                                        </p:attrNameLst>
                                      </p:cBhvr>
                                      <p:to>
                                        <p:strVal val="visible"/>
                                      </p:to>
                                    </p:set>
                                    <p:animEffect transition="in" filter="wipe(up)">
                                      <p:cBhvr>
                                        <p:cTn id="11" dur="750"/>
                                        <p:tgtEl>
                                          <p:spTgt spid="118"/>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89"/>
                                        </p:tgtEl>
                                        <p:attrNameLst>
                                          <p:attrName>style.visibility</p:attrName>
                                        </p:attrNameLst>
                                      </p:cBhvr>
                                      <p:to>
                                        <p:strVal val="visible"/>
                                      </p:to>
                                    </p:set>
                                    <p:animEffect transition="in" filter="fade">
                                      <p:cBhvr>
                                        <p:cTn id="19" dur="500"/>
                                        <p:tgtEl>
                                          <p:spTgt spid="89"/>
                                        </p:tgtEl>
                                      </p:cBhvr>
                                    </p:animEffect>
                                    <p:anim calcmode="lin" valueType="num">
                                      <p:cBhvr>
                                        <p:cTn id="20" dur="500" fill="hold"/>
                                        <p:tgtEl>
                                          <p:spTgt spid="89"/>
                                        </p:tgtEl>
                                        <p:attrNameLst>
                                          <p:attrName>ppt_x</p:attrName>
                                        </p:attrNameLst>
                                      </p:cBhvr>
                                      <p:tavLst>
                                        <p:tav tm="0">
                                          <p:val>
                                            <p:strVal val="#ppt_x"/>
                                          </p:val>
                                        </p:tav>
                                        <p:tav tm="100000">
                                          <p:val>
                                            <p:strVal val="#ppt_x"/>
                                          </p:val>
                                        </p:tav>
                                      </p:tavLst>
                                    </p:anim>
                                    <p:anim calcmode="lin" valueType="num">
                                      <p:cBhvr>
                                        <p:cTn id="21" dur="500" fill="hold"/>
                                        <p:tgtEl>
                                          <p:spTgt spid="89"/>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2" presetClass="entr" presetSubtype="0" fill="hold" grpId="0" nodeType="afterEffect">
                                  <p:stCondLst>
                                    <p:cond delay="0"/>
                                  </p:stCondLst>
                                  <p:childTnLst>
                                    <p:set>
                                      <p:cBhvr>
                                        <p:cTn id="24" dur="1" fill="hold">
                                          <p:stCondLst>
                                            <p:cond delay="0"/>
                                          </p:stCondLst>
                                        </p:cTn>
                                        <p:tgtEl>
                                          <p:spTgt spid="360"/>
                                        </p:tgtEl>
                                        <p:attrNameLst>
                                          <p:attrName>style.visibility</p:attrName>
                                        </p:attrNameLst>
                                      </p:cBhvr>
                                      <p:to>
                                        <p:strVal val="visible"/>
                                      </p:to>
                                    </p:set>
                                    <p:animEffect transition="in" filter="fade">
                                      <p:cBhvr>
                                        <p:cTn id="25" dur="500"/>
                                        <p:tgtEl>
                                          <p:spTgt spid="360"/>
                                        </p:tgtEl>
                                      </p:cBhvr>
                                    </p:animEffect>
                                    <p:anim calcmode="lin" valueType="num">
                                      <p:cBhvr>
                                        <p:cTn id="26" dur="500" fill="hold"/>
                                        <p:tgtEl>
                                          <p:spTgt spid="360"/>
                                        </p:tgtEl>
                                        <p:attrNameLst>
                                          <p:attrName>ppt_x</p:attrName>
                                        </p:attrNameLst>
                                      </p:cBhvr>
                                      <p:tavLst>
                                        <p:tav tm="0">
                                          <p:val>
                                            <p:strVal val="#ppt_x"/>
                                          </p:val>
                                        </p:tav>
                                        <p:tav tm="100000">
                                          <p:val>
                                            <p:strVal val="#ppt_x"/>
                                          </p:val>
                                        </p:tav>
                                      </p:tavLst>
                                    </p:anim>
                                    <p:anim calcmode="lin" valueType="num">
                                      <p:cBhvr>
                                        <p:cTn id="27" dur="500" fill="hold"/>
                                        <p:tgtEl>
                                          <p:spTgt spid="360"/>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42" presetClass="entr" presetSubtype="0" fill="hold" nodeType="afterEffect">
                                  <p:stCondLst>
                                    <p:cond delay="0"/>
                                  </p:stCondLst>
                                  <p:childTnLst>
                                    <p:set>
                                      <p:cBhvr>
                                        <p:cTn id="30" dur="1" fill="hold">
                                          <p:stCondLst>
                                            <p:cond delay="0"/>
                                          </p:stCondLst>
                                        </p:cTn>
                                        <p:tgtEl>
                                          <p:spTgt spid="87"/>
                                        </p:tgtEl>
                                        <p:attrNameLst>
                                          <p:attrName>style.visibility</p:attrName>
                                        </p:attrNameLst>
                                      </p:cBhvr>
                                      <p:to>
                                        <p:strVal val="visible"/>
                                      </p:to>
                                    </p:set>
                                    <p:animEffect transition="in" filter="fade">
                                      <p:cBhvr>
                                        <p:cTn id="31" dur="750"/>
                                        <p:tgtEl>
                                          <p:spTgt spid="87"/>
                                        </p:tgtEl>
                                      </p:cBhvr>
                                    </p:animEffect>
                                    <p:anim calcmode="lin" valueType="num">
                                      <p:cBhvr>
                                        <p:cTn id="32" dur="750" fill="hold"/>
                                        <p:tgtEl>
                                          <p:spTgt spid="87"/>
                                        </p:tgtEl>
                                        <p:attrNameLst>
                                          <p:attrName>ppt_x</p:attrName>
                                        </p:attrNameLst>
                                      </p:cBhvr>
                                      <p:tavLst>
                                        <p:tav tm="0">
                                          <p:val>
                                            <p:strVal val="#ppt_x"/>
                                          </p:val>
                                        </p:tav>
                                        <p:tav tm="100000">
                                          <p:val>
                                            <p:strVal val="#ppt_x"/>
                                          </p:val>
                                        </p:tav>
                                      </p:tavLst>
                                    </p:anim>
                                    <p:anim calcmode="lin" valueType="num">
                                      <p:cBhvr>
                                        <p:cTn id="33" dur="750" fill="hold"/>
                                        <p:tgtEl>
                                          <p:spTgt spid="87"/>
                                        </p:tgtEl>
                                        <p:attrNameLst>
                                          <p:attrName>ppt_y</p:attrName>
                                        </p:attrNameLst>
                                      </p:cBhvr>
                                      <p:tavLst>
                                        <p:tav tm="0">
                                          <p:val>
                                            <p:strVal val="#ppt_y+.1"/>
                                          </p:val>
                                        </p:tav>
                                        <p:tav tm="100000">
                                          <p:val>
                                            <p:strVal val="#ppt_y"/>
                                          </p:val>
                                        </p:tav>
                                      </p:tavLst>
                                    </p:anim>
                                  </p:childTnLst>
                                </p:cTn>
                              </p:par>
                            </p:childTnLst>
                          </p:cTn>
                        </p:par>
                        <p:par>
                          <p:cTn id="34" fill="hold">
                            <p:stCondLst>
                              <p:cond delay="4000"/>
                            </p:stCondLst>
                            <p:childTnLst>
                              <p:par>
                                <p:cTn id="35" presetID="42" presetClass="entr" presetSubtype="0" fill="hold" grpId="0" nodeType="after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anim calcmode="lin" valueType="num">
                                      <p:cBhvr>
                                        <p:cTn id="38" dur="500" fill="hold"/>
                                        <p:tgtEl>
                                          <p:spTgt spid="27"/>
                                        </p:tgtEl>
                                        <p:attrNameLst>
                                          <p:attrName>ppt_x</p:attrName>
                                        </p:attrNameLst>
                                      </p:cBhvr>
                                      <p:tavLst>
                                        <p:tav tm="0">
                                          <p:val>
                                            <p:strVal val="#ppt_x"/>
                                          </p:val>
                                        </p:tav>
                                        <p:tav tm="100000">
                                          <p:val>
                                            <p:strVal val="#ppt_x"/>
                                          </p:val>
                                        </p:tav>
                                      </p:tavLst>
                                    </p:anim>
                                    <p:anim calcmode="lin" valueType="num">
                                      <p:cBhvr>
                                        <p:cTn id="39" dur="500" fill="hold"/>
                                        <p:tgtEl>
                                          <p:spTgt spid="27"/>
                                        </p:tgtEl>
                                        <p:attrNameLst>
                                          <p:attrName>ppt_y</p:attrName>
                                        </p:attrNameLst>
                                      </p:cBhvr>
                                      <p:tavLst>
                                        <p:tav tm="0">
                                          <p:val>
                                            <p:strVal val="#ppt_y+.1"/>
                                          </p:val>
                                        </p:tav>
                                        <p:tav tm="100000">
                                          <p:val>
                                            <p:strVal val="#ppt_y"/>
                                          </p:val>
                                        </p:tav>
                                      </p:tavLst>
                                    </p:anim>
                                  </p:childTnLst>
                                </p:cTn>
                              </p:par>
                            </p:childTnLst>
                          </p:cTn>
                        </p:par>
                        <p:par>
                          <p:cTn id="40" fill="hold">
                            <p:stCondLst>
                              <p:cond delay="4500"/>
                            </p:stCondLst>
                            <p:childTnLst>
                              <p:par>
                                <p:cTn id="41" presetID="42" presetClass="entr" presetSubtype="0" fill="hold" nodeType="afterEffect">
                                  <p:stCondLst>
                                    <p:cond delay="0"/>
                                  </p:stCondLst>
                                  <p:childTnLst>
                                    <p:set>
                                      <p:cBhvr>
                                        <p:cTn id="42" dur="1" fill="hold">
                                          <p:stCondLst>
                                            <p:cond delay="0"/>
                                          </p:stCondLst>
                                        </p:cTn>
                                        <p:tgtEl>
                                          <p:spTgt spid="88"/>
                                        </p:tgtEl>
                                        <p:attrNameLst>
                                          <p:attrName>style.visibility</p:attrName>
                                        </p:attrNameLst>
                                      </p:cBhvr>
                                      <p:to>
                                        <p:strVal val="visible"/>
                                      </p:to>
                                    </p:set>
                                    <p:animEffect transition="in" filter="fade">
                                      <p:cBhvr>
                                        <p:cTn id="43" dur="500"/>
                                        <p:tgtEl>
                                          <p:spTgt spid="88"/>
                                        </p:tgtEl>
                                      </p:cBhvr>
                                    </p:animEffect>
                                    <p:anim calcmode="lin" valueType="num">
                                      <p:cBhvr>
                                        <p:cTn id="44" dur="500" fill="hold"/>
                                        <p:tgtEl>
                                          <p:spTgt spid="88"/>
                                        </p:tgtEl>
                                        <p:attrNameLst>
                                          <p:attrName>ppt_x</p:attrName>
                                        </p:attrNameLst>
                                      </p:cBhvr>
                                      <p:tavLst>
                                        <p:tav tm="0">
                                          <p:val>
                                            <p:strVal val="#ppt_x"/>
                                          </p:val>
                                        </p:tav>
                                        <p:tav tm="100000">
                                          <p:val>
                                            <p:strVal val="#ppt_x"/>
                                          </p:val>
                                        </p:tav>
                                      </p:tavLst>
                                    </p:anim>
                                    <p:anim calcmode="lin" valueType="num">
                                      <p:cBhvr>
                                        <p:cTn id="45" dur="500" fill="hold"/>
                                        <p:tgtEl>
                                          <p:spTgt spid="88"/>
                                        </p:tgtEl>
                                        <p:attrNameLst>
                                          <p:attrName>ppt_y</p:attrName>
                                        </p:attrNameLst>
                                      </p:cBhvr>
                                      <p:tavLst>
                                        <p:tav tm="0">
                                          <p:val>
                                            <p:strVal val="#ppt_y+.1"/>
                                          </p:val>
                                        </p:tav>
                                        <p:tav tm="100000">
                                          <p:val>
                                            <p:strVal val="#ppt_y"/>
                                          </p:val>
                                        </p:tav>
                                      </p:tavLst>
                                    </p:anim>
                                  </p:childTnLst>
                                </p:cTn>
                              </p:par>
                            </p:childTnLst>
                          </p:cTn>
                        </p:par>
                        <p:par>
                          <p:cTn id="46" fill="hold">
                            <p:stCondLst>
                              <p:cond delay="5000"/>
                            </p:stCondLst>
                            <p:childTnLst>
                              <p:par>
                                <p:cTn id="47" presetID="22" presetClass="entr" presetSubtype="2" fill="hold" nodeType="afterEffect">
                                  <p:stCondLst>
                                    <p:cond delay="0"/>
                                  </p:stCondLst>
                                  <p:childTnLst>
                                    <p:set>
                                      <p:cBhvr>
                                        <p:cTn id="48" dur="1" fill="hold">
                                          <p:stCondLst>
                                            <p:cond delay="0"/>
                                          </p:stCondLst>
                                        </p:cTn>
                                        <p:tgtEl>
                                          <p:spTgt spid="64"/>
                                        </p:tgtEl>
                                        <p:attrNameLst>
                                          <p:attrName>style.visibility</p:attrName>
                                        </p:attrNameLst>
                                      </p:cBhvr>
                                      <p:to>
                                        <p:strVal val="visible"/>
                                      </p:to>
                                    </p:set>
                                    <p:animEffect transition="in" filter="wipe(right)">
                                      <p:cBhvr>
                                        <p:cTn id="4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 grpId="0" bldLvl="0" animBg="1"/>
      <p:bldP spid="27"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04800" y="765174"/>
            <a:ext cx="3327400" cy="4107077"/>
            <a:chOff x="304800" y="765174"/>
            <a:chExt cx="3327400" cy="4107077"/>
          </a:xfrm>
        </p:grpSpPr>
        <p:sp>
          <p:nvSpPr>
            <p:cNvPr id="37" name="矩形: 圆角 36"/>
            <p:cNvSpPr/>
            <p:nvPr/>
          </p:nvSpPr>
          <p:spPr>
            <a:xfrm>
              <a:off x="304800" y="765174"/>
              <a:ext cx="3327400" cy="4107077"/>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marL="0" marR="0" lvl="0" indent="0" algn="l" defTabSz="30988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1" name="任意多边形: 形状 40"/>
            <p:cNvSpPr/>
            <p:nvPr/>
          </p:nvSpPr>
          <p:spPr>
            <a:xfrm>
              <a:off x="753656" y="765175"/>
              <a:ext cx="2429689" cy="456756"/>
            </a:xfrm>
            <a:custGeom>
              <a:avLst/>
              <a:gdLst>
                <a:gd name="connsiteX0" fmla="*/ 0 w 2045286"/>
                <a:gd name="connsiteY0" fmla="*/ 0 h 456756"/>
                <a:gd name="connsiteX1" fmla="*/ 2045286 w 2045286"/>
                <a:gd name="connsiteY1" fmla="*/ 0 h 456756"/>
                <a:gd name="connsiteX2" fmla="*/ 1811447 w 2045286"/>
                <a:gd name="connsiteY2" fmla="*/ 233839 h 456756"/>
                <a:gd name="connsiteX3" fmla="*/ 1811447 w 2045286"/>
                <a:gd name="connsiteY3" fmla="*/ 273330 h 456756"/>
                <a:gd name="connsiteX4" fmla="*/ 1810806 w 2045286"/>
                <a:gd name="connsiteY4" fmla="*/ 273330 h 456756"/>
                <a:gd name="connsiteX5" fmla="*/ 1810806 w 2045286"/>
                <a:gd name="connsiteY5" fmla="*/ 355765 h 456756"/>
                <a:gd name="connsiteX6" fmla="*/ 1709815 w 2045286"/>
                <a:gd name="connsiteY6" fmla="*/ 456756 h 456756"/>
                <a:gd name="connsiteX7" fmla="*/ 335546 w 2045286"/>
                <a:gd name="connsiteY7" fmla="*/ 456756 h 456756"/>
                <a:gd name="connsiteX8" fmla="*/ 234555 w 2045286"/>
                <a:gd name="connsiteY8" fmla="*/ 355765 h 456756"/>
                <a:gd name="connsiteX9" fmla="*/ 234555 w 2045286"/>
                <a:gd name="connsiteY9" fmla="*/ 273330 h 456756"/>
                <a:gd name="connsiteX10" fmla="*/ 233839 w 2045286"/>
                <a:gd name="connsiteY10" fmla="*/ 273330 h 456756"/>
                <a:gd name="connsiteX11" fmla="*/ 233839 w 2045286"/>
                <a:gd name="connsiteY11" fmla="*/ 233839 h 456756"/>
                <a:gd name="connsiteX12" fmla="*/ 0 w 2045286"/>
                <a:gd name="connsiteY12" fmla="*/ 0 h 45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5286" h="456756">
                  <a:moveTo>
                    <a:pt x="0" y="0"/>
                  </a:moveTo>
                  <a:lnTo>
                    <a:pt x="2045286" y="0"/>
                  </a:lnTo>
                  <a:cubicBezTo>
                    <a:pt x="1916140" y="0"/>
                    <a:pt x="1811447" y="104693"/>
                    <a:pt x="1811447" y="233839"/>
                  </a:cubicBezTo>
                  <a:lnTo>
                    <a:pt x="1811447" y="273330"/>
                  </a:lnTo>
                  <a:lnTo>
                    <a:pt x="1810806" y="273330"/>
                  </a:lnTo>
                  <a:lnTo>
                    <a:pt x="1810806" y="355765"/>
                  </a:lnTo>
                  <a:cubicBezTo>
                    <a:pt x="1810806" y="411541"/>
                    <a:pt x="1765591" y="456756"/>
                    <a:pt x="1709815" y="456756"/>
                  </a:cubicBezTo>
                  <a:lnTo>
                    <a:pt x="335546" y="456756"/>
                  </a:lnTo>
                  <a:cubicBezTo>
                    <a:pt x="279770" y="456756"/>
                    <a:pt x="234555" y="411541"/>
                    <a:pt x="234555" y="355765"/>
                  </a:cubicBezTo>
                  <a:lnTo>
                    <a:pt x="234555" y="273330"/>
                  </a:lnTo>
                  <a:lnTo>
                    <a:pt x="233839" y="273330"/>
                  </a:lnTo>
                  <a:lnTo>
                    <a:pt x="233839" y="233839"/>
                  </a:lnTo>
                  <a:cubicBezTo>
                    <a:pt x="233839" y="104693"/>
                    <a:pt x="129146" y="0"/>
                    <a:pt x="0" y="0"/>
                  </a:cubicBezTo>
                  <a:close/>
                </a:path>
              </a:pathLst>
            </a:custGeom>
            <a:gradFill flip="none" rotWithShape="1">
              <a:gsLst>
                <a:gs pos="0">
                  <a:schemeClr val="accent1"/>
                </a:gs>
                <a:gs pos="86000">
                  <a:schemeClr val="accent1">
                    <a:lumMod val="75000"/>
                  </a:schemeClr>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2" name="文本框 41"/>
            <p:cNvSpPr txBox="1"/>
            <p:nvPr/>
          </p:nvSpPr>
          <p:spPr>
            <a:xfrm>
              <a:off x="1121152" y="810857"/>
              <a:ext cx="169469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实践教学强化</a:t>
              </a:r>
            </a:p>
          </p:txBody>
        </p:sp>
        <p:grpSp>
          <p:nvGrpSpPr>
            <p:cNvPr id="224" name="组合 223"/>
            <p:cNvGrpSpPr/>
            <p:nvPr/>
          </p:nvGrpSpPr>
          <p:grpSpPr>
            <a:xfrm>
              <a:off x="419694" y="3759957"/>
              <a:ext cx="3097613" cy="996161"/>
              <a:chOff x="419694" y="3807725"/>
              <a:chExt cx="3097613" cy="996161"/>
            </a:xfrm>
          </p:grpSpPr>
          <p:pic>
            <p:nvPicPr>
              <p:cNvPr id="113" name="图片 112"/>
              <p:cNvPicPr/>
              <p:nvPr/>
            </p:nvPicPr>
            <p:blipFill>
              <a:blip r:embed="rId8" cstate="print">
                <a:extLst>
                  <a:ext uri="{28A0092B-C50C-407E-A947-70E740481C1C}">
                    <a14:useLocalDpi xmlns:a14="http://schemas.microsoft.com/office/drawing/2010/main" val="0"/>
                  </a:ext>
                </a:extLst>
              </a:blip>
              <a:stretch>
                <a:fillRect/>
              </a:stretch>
            </p:blipFill>
            <p:spPr>
              <a:xfrm>
                <a:off x="419694" y="3807725"/>
                <a:ext cx="1494001" cy="996161"/>
              </a:xfrm>
              <a:prstGeom prst="roundRect">
                <a:avLst>
                  <a:gd name="adj" fmla="val 4000"/>
                </a:avLst>
              </a:prstGeom>
              <a:ln>
                <a:gradFill flip="none" rotWithShape="1">
                  <a:gsLst>
                    <a:gs pos="0">
                      <a:schemeClr val="accent1"/>
                    </a:gs>
                    <a:gs pos="100000">
                      <a:schemeClr val="accent1">
                        <a:alpha val="0"/>
                      </a:schemeClr>
                    </a:gs>
                  </a:gsLst>
                  <a:lin ang="5400000" scaled="1"/>
                  <a:tileRect/>
                </a:gradFill>
              </a:ln>
            </p:spPr>
          </p:pic>
          <p:pic>
            <p:nvPicPr>
              <p:cNvPr id="111" name="图片 110"/>
              <p:cNvPicPr/>
              <p:nvPr/>
            </p:nvPicPr>
            <p:blipFill>
              <a:blip r:embed="rId9" cstate="print">
                <a:extLst>
                  <a:ext uri="{28A0092B-C50C-407E-A947-70E740481C1C}">
                    <a14:useLocalDpi xmlns:a14="http://schemas.microsoft.com/office/drawing/2010/main" val="0"/>
                  </a:ext>
                </a:extLst>
              </a:blip>
              <a:stretch>
                <a:fillRect/>
              </a:stretch>
            </p:blipFill>
            <p:spPr>
              <a:xfrm>
                <a:off x="2023306" y="3807725"/>
                <a:ext cx="1494001" cy="996161"/>
              </a:xfrm>
              <a:prstGeom prst="roundRect">
                <a:avLst>
                  <a:gd name="adj" fmla="val 4000"/>
                </a:avLst>
              </a:prstGeom>
              <a:ln>
                <a:gradFill flip="none" rotWithShape="1">
                  <a:gsLst>
                    <a:gs pos="0">
                      <a:schemeClr val="accent1"/>
                    </a:gs>
                    <a:gs pos="100000">
                      <a:schemeClr val="accent1">
                        <a:alpha val="0"/>
                      </a:schemeClr>
                    </a:gs>
                  </a:gsLst>
                  <a:lin ang="5400000" scaled="1"/>
                  <a:tileRect/>
                </a:gradFill>
              </a:ln>
            </p:spPr>
          </p:pic>
        </p:grpSp>
        <p:grpSp>
          <p:nvGrpSpPr>
            <p:cNvPr id="128" name="组合 127"/>
            <p:cNvGrpSpPr/>
            <p:nvPr/>
          </p:nvGrpSpPr>
          <p:grpSpPr>
            <a:xfrm>
              <a:off x="606977" y="1329377"/>
              <a:ext cx="2723047" cy="1029220"/>
              <a:chOff x="443232" y="1353829"/>
              <a:chExt cx="2723047" cy="1029220"/>
            </a:xfrm>
          </p:grpSpPr>
          <p:sp>
            <p:nvSpPr>
              <p:cNvPr id="120" name="文本框 119"/>
              <p:cNvSpPr txBox="1"/>
              <p:nvPr/>
            </p:nvSpPr>
            <p:spPr>
              <a:xfrm>
                <a:off x="443232" y="1748260"/>
                <a:ext cx="2723047" cy="634789"/>
              </a:xfrm>
              <a:prstGeom prst="rect">
                <a:avLst/>
              </a:prstGeom>
              <a:noFill/>
              <a:effectLst/>
            </p:spPr>
            <p:txBody>
              <a:bodyPr wrap="square" lIns="91440" tIns="45720" rIns="91440" bIns="45720"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从项目需求分析、编程、仿真到实际加工，提升学生的综合能力</a:t>
                </a:r>
              </a:p>
            </p:txBody>
          </p:sp>
          <p:sp>
            <p:nvSpPr>
              <p:cNvPr id="121" name="文本框 120"/>
              <p:cNvSpPr txBox="1"/>
              <p:nvPr/>
            </p:nvSpPr>
            <p:spPr>
              <a:xfrm>
                <a:off x="443232" y="1353829"/>
                <a:ext cx="169469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企业项目实践</a:t>
                </a:r>
              </a:p>
            </p:txBody>
          </p:sp>
          <p:cxnSp>
            <p:nvCxnSpPr>
              <p:cNvPr id="122" name="直接连接符 121"/>
              <p:cNvCxnSpPr/>
              <p:nvPr/>
            </p:nvCxnSpPr>
            <p:spPr>
              <a:xfrm>
                <a:off x="550483" y="1760359"/>
                <a:ext cx="242888" cy="0"/>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129" name="组合 128"/>
            <p:cNvGrpSpPr/>
            <p:nvPr/>
          </p:nvGrpSpPr>
          <p:grpSpPr>
            <a:xfrm>
              <a:off x="606977" y="2526185"/>
              <a:ext cx="2723047" cy="1029220"/>
              <a:chOff x="443232" y="1353829"/>
              <a:chExt cx="2723047" cy="1029220"/>
            </a:xfrm>
          </p:grpSpPr>
          <p:sp>
            <p:nvSpPr>
              <p:cNvPr id="130" name="文本框 129"/>
              <p:cNvSpPr txBox="1"/>
              <p:nvPr/>
            </p:nvSpPr>
            <p:spPr>
              <a:xfrm>
                <a:off x="443232" y="1748260"/>
                <a:ext cx="2723047" cy="634789"/>
              </a:xfrm>
              <a:prstGeom prst="rect">
                <a:avLst/>
              </a:prstGeom>
              <a:noFill/>
              <a:effectLst/>
            </p:spPr>
            <p:txBody>
              <a:bodyPr wrap="square" lIns="91440" tIns="45720" rIns="91440" bIns="45720"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从项目需求分析、编程、仿真到实际加工，提升学生的综合能力</a:t>
                </a:r>
              </a:p>
            </p:txBody>
          </p:sp>
          <p:sp>
            <p:nvSpPr>
              <p:cNvPr id="131" name="文本框 130"/>
              <p:cNvSpPr txBox="1"/>
              <p:nvPr/>
            </p:nvSpPr>
            <p:spPr>
              <a:xfrm>
                <a:off x="443232" y="1353829"/>
                <a:ext cx="169469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企业项目实践</a:t>
                </a:r>
              </a:p>
            </p:txBody>
          </p:sp>
          <p:cxnSp>
            <p:nvCxnSpPr>
              <p:cNvPr id="132" name="直接连接符 131"/>
              <p:cNvCxnSpPr/>
              <p:nvPr/>
            </p:nvCxnSpPr>
            <p:spPr>
              <a:xfrm>
                <a:off x="550483" y="1760359"/>
                <a:ext cx="242888" cy="0"/>
              </a:xfrm>
              <a:prstGeom prst="line">
                <a:avLst/>
              </a:prstGeom>
              <a:ln w="25400"/>
            </p:spPr>
            <p:style>
              <a:lnRef idx="1">
                <a:schemeClr val="accent1"/>
              </a:lnRef>
              <a:fillRef idx="0">
                <a:schemeClr val="accent1"/>
              </a:fillRef>
              <a:effectRef idx="0">
                <a:schemeClr val="accent1"/>
              </a:effectRef>
              <a:fontRef idx="minor">
                <a:schemeClr val="tx1"/>
              </a:fontRef>
            </p:style>
          </p:cxnSp>
        </p:grpSp>
      </p:grpSp>
      <p:grpSp>
        <p:nvGrpSpPr>
          <p:cNvPr id="278" name="组合 277"/>
          <p:cNvGrpSpPr/>
          <p:nvPr/>
        </p:nvGrpSpPr>
        <p:grpSpPr>
          <a:xfrm>
            <a:off x="4401121" y="774674"/>
            <a:ext cx="3404694" cy="3404694"/>
            <a:chOff x="4380886" y="938450"/>
            <a:chExt cx="3404694" cy="3404694"/>
          </a:xfrm>
        </p:grpSpPr>
        <p:grpSp>
          <p:nvGrpSpPr>
            <p:cNvPr id="197" name="组合 196"/>
            <p:cNvGrpSpPr/>
            <p:nvPr/>
          </p:nvGrpSpPr>
          <p:grpSpPr>
            <a:xfrm>
              <a:off x="4380886" y="938450"/>
              <a:ext cx="3404694" cy="3404694"/>
              <a:chOff x="4215770" y="1827523"/>
              <a:chExt cx="3766307" cy="3766307"/>
            </a:xfrm>
          </p:grpSpPr>
          <p:sp>
            <p:nvSpPr>
              <p:cNvPr id="201" name="Oval 28"/>
              <p:cNvSpPr/>
              <p:nvPr>
                <p:custDataLst>
                  <p:tags r:id="rId1"/>
                </p:custDataLst>
              </p:nvPr>
            </p:nvSpPr>
            <p:spPr>
              <a:xfrm flipH="1">
                <a:off x="4215770" y="1827523"/>
                <a:ext cx="3766307" cy="3766307"/>
              </a:xfrm>
              <a:prstGeom prst="ellipse">
                <a:avLst/>
              </a:prstGeom>
              <a:gradFill flip="none" rotWithShape="1">
                <a:gsLst>
                  <a:gs pos="65000">
                    <a:schemeClr val="accent1">
                      <a:alpha val="0"/>
                    </a:schemeClr>
                  </a:gs>
                  <a:gs pos="100000">
                    <a:schemeClr val="accent1"/>
                  </a:gs>
                </a:gsLst>
                <a:path path="circle">
                  <a:fillToRect l="50000" t="50000" r="50000" b="50000"/>
                </a:path>
                <a:tileRect/>
              </a:gradFill>
              <a:ln w="41275" cap="rnd">
                <a:noFill/>
                <a:prstDash val="sysDot"/>
                <a:round/>
              </a:ln>
              <a:effectLst>
                <a:innerShdw blurRad="287316">
                  <a:schemeClr val="bg1">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202" name="组合 201"/>
              <p:cNvGrpSpPr/>
              <p:nvPr/>
            </p:nvGrpSpPr>
            <p:grpSpPr>
              <a:xfrm>
                <a:off x="4375665" y="2005272"/>
                <a:ext cx="3431568" cy="3432390"/>
                <a:chOff x="4348455" y="2002996"/>
                <a:chExt cx="3431568" cy="3432390"/>
              </a:xfrm>
            </p:grpSpPr>
            <p:sp>
              <p:nvSpPr>
                <p:cNvPr id="203" name="Freeform 19"/>
                <p:cNvSpPr/>
                <p:nvPr/>
              </p:nvSpPr>
              <p:spPr>
                <a:xfrm rot="20700000" flipH="1">
                  <a:off x="5512253" y="3594871"/>
                  <a:ext cx="2267770" cy="1642853"/>
                </a:xfrm>
                <a:custGeom>
                  <a:avLst/>
                  <a:gdLst>
                    <a:gd name="connsiteX0" fmla="*/ 568899 w 3638728"/>
                    <a:gd name="connsiteY0" fmla="*/ 1863964 h 2636024"/>
                    <a:gd name="connsiteX1" fmla="*/ 2432863 w 3638728"/>
                    <a:gd name="connsiteY1" fmla="*/ 2636014 h 2636024"/>
                    <a:gd name="connsiteX2" fmla="*/ 2972347 w 3638728"/>
                    <a:gd name="connsiteY2" fmla="*/ 2636015 h 2636024"/>
                    <a:gd name="connsiteX3" fmla="*/ 3638728 w 3638728"/>
                    <a:gd name="connsiteY3" fmla="*/ 1969633 h 2636024"/>
                    <a:gd name="connsiteX4" fmla="*/ 2972347 w 3638728"/>
                    <a:gd name="connsiteY4" fmla="*/ 1303252 h 2636024"/>
                    <a:gd name="connsiteX5" fmla="*/ 2432863 w 3638728"/>
                    <a:gd name="connsiteY5" fmla="*/ 1303252 h 2636024"/>
                    <a:gd name="connsiteX6" fmla="*/ 1129612 w 3638728"/>
                    <a:gd name="connsiteY6" fmla="*/ 0 h 2636024"/>
                    <a:gd name="connsiteX7" fmla="*/ 1129612 w 3638728"/>
                    <a:gd name="connsiteY7" fmla="*/ 539484 h 2636024"/>
                    <a:gd name="connsiteX8" fmla="*/ 462935 w 3638728"/>
                    <a:gd name="connsiteY8" fmla="*/ 1205570 h 2636024"/>
                    <a:gd name="connsiteX9" fmla="*/ 0 w 3638728"/>
                    <a:gd name="connsiteY9" fmla="*/ 1018231 h 2636024"/>
                    <a:gd name="connsiteX10" fmla="*/ 568899 w 3638728"/>
                    <a:gd name="connsiteY10" fmla="*/ 1863964 h 263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38728" h="2636024">
                      <a:moveTo>
                        <a:pt x="568899" y="1863964"/>
                      </a:moveTo>
                      <a:cubicBezTo>
                        <a:pt x="1062175" y="2359926"/>
                        <a:pt x="1733367" y="2637933"/>
                        <a:pt x="2432863" y="2636014"/>
                      </a:cubicBezTo>
                      <a:lnTo>
                        <a:pt x="2972347" y="2636015"/>
                      </a:lnTo>
                      <a:cubicBezTo>
                        <a:pt x="3340379" y="2636015"/>
                        <a:pt x="3638728" y="2337666"/>
                        <a:pt x="3638728" y="1969633"/>
                      </a:cubicBezTo>
                      <a:cubicBezTo>
                        <a:pt x="3638728" y="1601601"/>
                        <a:pt x="3340379" y="1303252"/>
                        <a:pt x="2972347" y="1303252"/>
                      </a:cubicBezTo>
                      <a:lnTo>
                        <a:pt x="2432863" y="1303252"/>
                      </a:lnTo>
                      <a:cubicBezTo>
                        <a:pt x="1714219" y="1303252"/>
                        <a:pt x="1129612" y="718645"/>
                        <a:pt x="1129612" y="0"/>
                      </a:cubicBezTo>
                      <a:lnTo>
                        <a:pt x="1129612" y="539484"/>
                      </a:lnTo>
                      <a:cubicBezTo>
                        <a:pt x="1129449" y="907516"/>
                        <a:pt x="830967" y="1205733"/>
                        <a:pt x="462935" y="1205570"/>
                      </a:cubicBezTo>
                      <a:cubicBezTo>
                        <a:pt x="290173" y="1205493"/>
                        <a:pt x="124194" y="1138325"/>
                        <a:pt x="0" y="1018231"/>
                      </a:cubicBezTo>
                      <a:cubicBezTo>
                        <a:pt x="132727" y="1334511"/>
                        <a:pt x="325982" y="1621806"/>
                        <a:pt x="568899" y="1863964"/>
                      </a:cubicBezTo>
                      <a:close/>
                    </a:path>
                  </a:pathLst>
                </a:custGeom>
                <a:gradFill>
                  <a:gsLst>
                    <a:gs pos="0">
                      <a:schemeClr val="accent1"/>
                    </a:gs>
                    <a:gs pos="47100">
                      <a:schemeClr val="accent1"/>
                    </a:gs>
                    <a:gs pos="100000">
                      <a:schemeClr val="accent1">
                        <a:alpha val="0"/>
                      </a:schemeClr>
                    </a:gs>
                  </a:gsLst>
                  <a:lin ang="10800000" scaled="0"/>
                </a:gradFill>
                <a:ln>
                  <a:noFill/>
                </a:ln>
                <a:effectLst/>
              </p:spPr>
              <p:txBody>
                <a:bodyPr vert="horz" wrap="square" lIns="68955" tIns="34478" rIns="68955" bIns="3447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x-none" sz="1355" b="0" i="0" u="none" strike="noStrike" kern="1200" cap="none" spc="0" normalizeH="0" baseline="0" noProof="0">
                    <a:ln>
                      <a:noFill/>
                    </a:ln>
                    <a:solidFill>
                      <a:srgbClr val="000000"/>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4" name="Freeform 22"/>
                <p:cNvSpPr/>
                <p:nvPr/>
              </p:nvSpPr>
              <p:spPr>
                <a:xfrm rot="20700000" flipH="1">
                  <a:off x="4545599" y="3167675"/>
                  <a:ext cx="1642854" cy="2267711"/>
                </a:xfrm>
                <a:custGeom>
                  <a:avLst/>
                  <a:gdLst>
                    <a:gd name="connsiteX0" fmla="*/ 1863964 w 2636024"/>
                    <a:gd name="connsiteY0" fmla="*/ 3069829 h 3638632"/>
                    <a:gd name="connsiteX1" fmla="*/ 2636014 w 2636024"/>
                    <a:gd name="connsiteY1" fmla="*/ 1205865 h 3638632"/>
                    <a:gd name="connsiteX2" fmla="*/ 2636015 w 2636024"/>
                    <a:gd name="connsiteY2" fmla="*/ 666381 h 3638632"/>
                    <a:gd name="connsiteX3" fmla="*/ 1969633 w 2636024"/>
                    <a:gd name="connsiteY3" fmla="*/ 0 h 3638632"/>
                    <a:gd name="connsiteX4" fmla="*/ 1303252 w 2636024"/>
                    <a:gd name="connsiteY4" fmla="*/ 666381 h 3638632"/>
                    <a:gd name="connsiteX5" fmla="*/ 1303252 w 2636024"/>
                    <a:gd name="connsiteY5" fmla="*/ 1205865 h 3638632"/>
                    <a:gd name="connsiteX6" fmla="*/ 0 w 2636024"/>
                    <a:gd name="connsiteY6" fmla="*/ 2509117 h 3638632"/>
                    <a:gd name="connsiteX7" fmla="*/ 539484 w 2636024"/>
                    <a:gd name="connsiteY7" fmla="*/ 2509117 h 3638632"/>
                    <a:gd name="connsiteX8" fmla="*/ 1205478 w 2636024"/>
                    <a:gd name="connsiteY8" fmla="*/ 3175885 h 3638632"/>
                    <a:gd name="connsiteX9" fmla="*/ 1018231 w 2636024"/>
                    <a:gd name="connsiteY9" fmla="*/ 3638633 h 3638632"/>
                    <a:gd name="connsiteX10" fmla="*/ 1863964 w 2636024"/>
                    <a:gd name="connsiteY10" fmla="*/ 3069829 h 3638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36024" h="3638632">
                      <a:moveTo>
                        <a:pt x="1863964" y="3069829"/>
                      </a:moveTo>
                      <a:cubicBezTo>
                        <a:pt x="2359926" y="2576553"/>
                        <a:pt x="2637933" y="1905361"/>
                        <a:pt x="2636014" y="1205865"/>
                      </a:cubicBezTo>
                      <a:lnTo>
                        <a:pt x="2636015" y="666381"/>
                      </a:lnTo>
                      <a:cubicBezTo>
                        <a:pt x="2636015" y="298349"/>
                        <a:pt x="2337666" y="0"/>
                        <a:pt x="1969633" y="0"/>
                      </a:cubicBezTo>
                      <a:cubicBezTo>
                        <a:pt x="1601601" y="0"/>
                        <a:pt x="1303252" y="298349"/>
                        <a:pt x="1303252" y="666381"/>
                      </a:cubicBezTo>
                      <a:lnTo>
                        <a:pt x="1303252" y="1205865"/>
                      </a:lnTo>
                      <a:cubicBezTo>
                        <a:pt x="1303252" y="1924510"/>
                        <a:pt x="718645" y="2509117"/>
                        <a:pt x="0" y="2509117"/>
                      </a:cubicBezTo>
                      <a:lnTo>
                        <a:pt x="539484" y="2509117"/>
                      </a:lnTo>
                      <a:cubicBezTo>
                        <a:pt x="907516" y="2509330"/>
                        <a:pt x="1205692" y="2807853"/>
                        <a:pt x="1205478" y="3175885"/>
                      </a:cubicBezTo>
                      <a:cubicBezTo>
                        <a:pt x="1205377" y="3348569"/>
                        <a:pt x="1138247" y="3514471"/>
                        <a:pt x="1018231" y="3638633"/>
                      </a:cubicBezTo>
                      <a:cubicBezTo>
                        <a:pt x="1334507" y="3505941"/>
                        <a:pt x="1621803" y="3312718"/>
                        <a:pt x="1863964" y="3069829"/>
                      </a:cubicBezTo>
                      <a:close/>
                    </a:path>
                  </a:pathLst>
                </a:custGeom>
                <a:gradFill>
                  <a:gsLst>
                    <a:gs pos="0">
                      <a:schemeClr val="accent2">
                        <a:alpha val="80000"/>
                      </a:schemeClr>
                    </a:gs>
                    <a:gs pos="47100">
                      <a:schemeClr val="accent2">
                        <a:alpha val="80000"/>
                      </a:schemeClr>
                    </a:gs>
                    <a:gs pos="86000">
                      <a:schemeClr val="accent2">
                        <a:alpha val="0"/>
                      </a:schemeClr>
                    </a:gs>
                  </a:gsLst>
                  <a:lin ang="5400000" scaled="0"/>
                </a:gradFill>
                <a:ln>
                  <a:noFill/>
                </a:ln>
                <a:effectLst/>
              </p:spPr>
              <p:txBody>
                <a:bodyPr vert="horz" wrap="square" lIns="68955" tIns="34478" rIns="68955" bIns="3447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x-none" sz="1355" b="0" i="0" u="none" strike="noStrike" kern="1200" cap="none" spc="0" normalizeH="0" baseline="0" noProof="0">
                    <a:ln>
                      <a:noFill/>
                    </a:ln>
                    <a:solidFill>
                      <a:srgbClr val="000000"/>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5" name="Freeform 25"/>
                <p:cNvSpPr/>
                <p:nvPr/>
              </p:nvSpPr>
              <p:spPr>
                <a:xfrm rot="20700000" flipH="1">
                  <a:off x="4348455" y="2205910"/>
                  <a:ext cx="2267711" cy="1642854"/>
                </a:xfrm>
                <a:custGeom>
                  <a:avLst/>
                  <a:gdLst>
                    <a:gd name="connsiteX0" fmla="*/ 3069829 w 3638632"/>
                    <a:gd name="connsiteY0" fmla="*/ 772060 h 2636024"/>
                    <a:gd name="connsiteX1" fmla="*/ 1205865 w 3638632"/>
                    <a:gd name="connsiteY1" fmla="*/ 10 h 2636024"/>
                    <a:gd name="connsiteX2" fmla="*/ 666381 w 3638632"/>
                    <a:gd name="connsiteY2" fmla="*/ 10 h 2636024"/>
                    <a:gd name="connsiteX3" fmla="*/ 0 w 3638632"/>
                    <a:gd name="connsiteY3" fmla="*/ 666391 h 2636024"/>
                    <a:gd name="connsiteX4" fmla="*/ 666381 w 3638632"/>
                    <a:gd name="connsiteY4" fmla="*/ 1332773 h 2636024"/>
                    <a:gd name="connsiteX5" fmla="*/ 1205865 w 3638632"/>
                    <a:gd name="connsiteY5" fmla="*/ 1332773 h 2636024"/>
                    <a:gd name="connsiteX6" fmla="*/ 2509117 w 3638632"/>
                    <a:gd name="connsiteY6" fmla="*/ 2636025 h 2636024"/>
                    <a:gd name="connsiteX7" fmla="*/ 2509117 w 3638632"/>
                    <a:gd name="connsiteY7" fmla="*/ 2096541 h 2636024"/>
                    <a:gd name="connsiteX8" fmla="*/ 3175790 w 3638632"/>
                    <a:gd name="connsiteY8" fmla="*/ 1430452 h 2636024"/>
                    <a:gd name="connsiteX9" fmla="*/ 3638633 w 3638632"/>
                    <a:gd name="connsiteY9" fmla="*/ 1617698 h 2636024"/>
                    <a:gd name="connsiteX10" fmla="*/ 3069829 w 3638632"/>
                    <a:gd name="connsiteY10" fmla="*/ 772060 h 263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38632" h="2636024">
                      <a:moveTo>
                        <a:pt x="3069829" y="772060"/>
                      </a:moveTo>
                      <a:cubicBezTo>
                        <a:pt x="2576553" y="276098"/>
                        <a:pt x="1905361" y="-1908"/>
                        <a:pt x="1205865" y="10"/>
                      </a:cubicBezTo>
                      <a:lnTo>
                        <a:pt x="666381" y="10"/>
                      </a:lnTo>
                      <a:cubicBezTo>
                        <a:pt x="298349" y="10"/>
                        <a:pt x="0" y="298359"/>
                        <a:pt x="0" y="666391"/>
                      </a:cubicBezTo>
                      <a:cubicBezTo>
                        <a:pt x="0" y="1034424"/>
                        <a:pt x="298349" y="1332773"/>
                        <a:pt x="666381" y="1332773"/>
                      </a:cubicBezTo>
                      <a:lnTo>
                        <a:pt x="1205865" y="1332773"/>
                      </a:lnTo>
                      <a:cubicBezTo>
                        <a:pt x="1924510" y="1332773"/>
                        <a:pt x="2509117" y="1917380"/>
                        <a:pt x="2509117" y="2636025"/>
                      </a:cubicBezTo>
                      <a:lnTo>
                        <a:pt x="2509117" y="2096541"/>
                      </a:lnTo>
                      <a:cubicBezTo>
                        <a:pt x="2509278" y="1728509"/>
                        <a:pt x="2807758" y="1430290"/>
                        <a:pt x="3175790" y="1430452"/>
                      </a:cubicBezTo>
                      <a:cubicBezTo>
                        <a:pt x="3348507" y="1430528"/>
                        <a:pt x="3514448" y="1497660"/>
                        <a:pt x="3638633" y="1617698"/>
                      </a:cubicBezTo>
                      <a:cubicBezTo>
                        <a:pt x="3505939" y="1301452"/>
                        <a:pt x="3312716" y="1014188"/>
                        <a:pt x="3069829" y="772060"/>
                      </a:cubicBezTo>
                      <a:close/>
                    </a:path>
                  </a:pathLst>
                </a:custGeom>
                <a:gradFill>
                  <a:gsLst>
                    <a:gs pos="0">
                      <a:schemeClr val="accent1"/>
                    </a:gs>
                    <a:gs pos="47100">
                      <a:schemeClr val="accent1"/>
                    </a:gs>
                    <a:gs pos="100000">
                      <a:schemeClr val="accent1">
                        <a:alpha val="0"/>
                      </a:schemeClr>
                    </a:gs>
                  </a:gsLst>
                  <a:lin ang="2400000" scaled="0"/>
                </a:gradFill>
                <a:ln>
                  <a:noFill/>
                </a:ln>
                <a:effectLst/>
              </p:spPr>
              <p:txBody>
                <a:bodyPr vert="horz" wrap="square" lIns="68955" tIns="34478" rIns="68955" bIns="3447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x-none" sz="1355" b="0" i="0" u="none" strike="noStrike" kern="1200" cap="none" spc="0" normalizeH="0" baseline="0" noProof="0">
                    <a:ln>
                      <a:noFill/>
                    </a:ln>
                    <a:solidFill>
                      <a:srgbClr val="000000"/>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6" name="Freeform 16"/>
                <p:cNvSpPr/>
                <p:nvPr/>
              </p:nvSpPr>
              <p:spPr>
                <a:xfrm rot="20700000" flipH="1">
                  <a:off x="5933332" y="2002996"/>
                  <a:ext cx="1642854" cy="2267771"/>
                </a:xfrm>
                <a:custGeom>
                  <a:avLst/>
                  <a:gdLst>
                    <a:gd name="connsiteX0" fmla="*/ 772060 w 2636024"/>
                    <a:gd name="connsiteY0" fmla="*/ 568899 h 3638728"/>
                    <a:gd name="connsiteX1" fmla="*/ 10 w 2636024"/>
                    <a:gd name="connsiteY1" fmla="*/ 2432863 h 3638728"/>
                    <a:gd name="connsiteX2" fmla="*/ 10 w 2636024"/>
                    <a:gd name="connsiteY2" fmla="*/ 2972347 h 3638728"/>
                    <a:gd name="connsiteX3" fmla="*/ 666391 w 2636024"/>
                    <a:gd name="connsiteY3" fmla="*/ 3638728 h 3638728"/>
                    <a:gd name="connsiteX4" fmla="*/ 1332773 w 2636024"/>
                    <a:gd name="connsiteY4" fmla="*/ 2972347 h 3638728"/>
                    <a:gd name="connsiteX5" fmla="*/ 1332773 w 2636024"/>
                    <a:gd name="connsiteY5" fmla="*/ 2432863 h 3638728"/>
                    <a:gd name="connsiteX6" fmla="*/ 2636025 w 2636024"/>
                    <a:gd name="connsiteY6" fmla="*/ 1129612 h 3638728"/>
                    <a:gd name="connsiteX7" fmla="*/ 2096541 w 2636024"/>
                    <a:gd name="connsiteY7" fmla="*/ 1129612 h 3638728"/>
                    <a:gd name="connsiteX8" fmla="*/ 1430360 w 2636024"/>
                    <a:gd name="connsiteY8" fmla="*/ 463030 h 3638728"/>
                    <a:gd name="connsiteX9" fmla="*/ 1617698 w 2636024"/>
                    <a:gd name="connsiteY9" fmla="*/ 0 h 3638728"/>
                    <a:gd name="connsiteX10" fmla="*/ 772060 w 2636024"/>
                    <a:gd name="connsiteY10" fmla="*/ 568899 h 3638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36024" h="3638728">
                      <a:moveTo>
                        <a:pt x="772060" y="568899"/>
                      </a:moveTo>
                      <a:cubicBezTo>
                        <a:pt x="276098" y="1062175"/>
                        <a:pt x="-1908" y="1733367"/>
                        <a:pt x="10" y="2432863"/>
                      </a:cubicBezTo>
                      <a:lnTo>
                        <a:pt x="10" y="2972347"/>
                      </a:lnTo>
                      <a:cubicBezTo>
                        <a:pt x="10" y="3340379"/>
                        <a:pt x="298359" y="3638728"/>
                        <a:pt x="666391" y="3638728"/>
                      </a:cubicBezTo>
                      <a:cubicBezTo>
                        <a:pt x="1034424" y="3638728"/>
                        <a:pt x="1332773" y="3340379"/>
                        <a:pt x="1332773" y="2972347"/>
                      </a:cubicBezTo>
                      <a:lnTo>
                        <a:pt x="1332773" y="2432863"/>
                      </a:lnTo>
                      <a:cubicBezTo>
                        <a:pt x="1332773" y="1714219"/>
                        <a:pt x="1917380" y="1129612"/>
                        <a:pt x="2636025" y="1129612"/>
                      </a:cubicBezTo>
                      <a:lnTo>
                        <a:pt x="2096541" y="1129612"/>
                      </a:lnTo>
                      <a:cubicBezTo>
                        <a:pt x="1728509" y="1129501"/>
                        <a:pt x="1430249" y="831063"/>
                        <a:pt x="1430360" y="463030"/>
                      </a:cubicBezTo>
                      <a:cubicBezTo>
                        <a:pt x="1430412" y="290236"/>
                        <a:pt x="1497581" y="124217"/>
                        <a:pt x="1617698" y="0"/>
                      </a:cubicBezTo>
                      <a:cubicBezTo>
                        <a:pt x="1301447" y="132729"/>
                        <a:pt x="1014184" y="325984"/>
                        <a:pt x="772060" y="568899"/>
                      </a:cubicBezTo>
                      <a:close/>
                    </a:path>
                  </a:pathLst>
                </a:custGeom>
                <a:gradFill>
                  <a:gsLst>
                    <a:gs pos="0">
                      <a:schemeClr val="accent2">
                        <a:alpha val="80000"/>
                      </a:schemeClr>
                    </a:gs>
                    <a:gs pos="47100">
                      <a:schemeClr val="accent2">
                        <a:alpha val="80000"/>
                      </a:schemeClr>
                    </a:gs>
                    <a:gs pos="100000">
                      <a:schemeClr val="accent2">
                        <a:alpha val="0"/>
                      </a:schemeClr>
                    </a:gs>
                  </a:gsLst>
                  <a:lin ang="16200000" scaled="0"/>
                </a:gradFill>
                <a:ln>
                  <a:noFill/>
                </a:ln>
                <a:effectLst/>
              </p:spPr>
              <p:txBody>
                <a:bodyPr vert="horz" wrap="square" lIns="68955" tIns="34478" rIns="68955" bIns="3447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x-none" sz="1355" b="0" i="0" u="none" strike="noStrike" kern="1200" cap="none" spc="0" normalizeH="0" baseline="0" noProof="0">
                    <a:ln>
                      <a:noFill/>
                    </a:ln>
                    <a:solidFill>
                      <a:srgbClr val="000000"/>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7" name="Oval 35"/>
                <p:cNvSpPr>
                  <a:spLocks noChangeAspect="1" noChangeArrowheads="1"/>
                </p:cNvSpPr>
                <p:nvPr>
                  <p:custDataLst>
                    <p:tags r:id="rId2"/>
                  </p:custDataLst>
                </p:nvPr>
              </p:nvSpPr>
              <p:spPr bwMode="auto">
                <a:xfrm flipH="1">
                  <a:off x="5424823" y="3061636"/>
                  <a:ext cx="1302577" cy="1302580"/>
                </a:xfrm>
                <a:prstGeom prst="ellipse">
                  <a:avLst/>
                </a:prstGeom>
                <a:solidFill>
                  <a:srgbClr val="FFFFFF"/>
                </a:solidFill>
                <a:ln w="38100">
                  <a:noFill/>
                </a:ln>
                <a:effectLst>
                  <a:outerShdw blurRad="239430" dist="28732" dir="269998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en-US" sz="21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08" name="Inhaltsplatzhalter 4"/>
                <p:cNvSpPr txBox="1"/>
                <p:nvPr/>
              </p:nvSpPr>
              <p:spPr>
                <a:xfrm rot="3102782">
                  <a:off x="5658648" y="2682023"/>
                  <a:ext cx="1656077" cy="1234834"/>
                </a:xfrm>
                <a:prstGeom prst="rect">
                  <a:avLst/>
                </a:prstGeom>
                <a:effectLst/>
              </p:spPr>
              <p:txBody>
                <a:bodyPr wrap="square" lIns="0" tIns="0" rIns="0" bIns="0">
                  <a:prstTxWarp prst="textArchUp">
                    <a:avLst>
                      <a:gd name="adj" fmla="val 11816120"/>
                    </a:avLst>
                  </a:prstTxWarp>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Wingdings" panose="05000000000000000000" pitchFamily="2" charset="2"/>
                    <a:buNone/>
                    <a:defRPr/>
                  </a:pPr>
                  <a:r>
                    <a:rPr kumimoji="0" lang="zh-CN" altLang="en-US" sz="1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课程内容</a:t>
                  </a:r>
                </a:p>
              </p:txBody>
            </p:sp>
            <p:sp>
              <p:nvSpPr>
                <p:cNvPr id="209" name="Inhaltsplatzhalter 4"/>
                <p:cNvSpPr txBox="1"/>
                <p:nvPr/>
              </p:nvSpPr>
              <p:spPr>
                <a:xfrm rot="18936336">
                  <a:off x="4859646" y="2721290"/>
                  <a:ext cx="1656077" cy="1234834"/>
                </a:xfrm>
                <a:prstGeom prst="rect">
                  <a:avLst/>
                </a:prstGeom>
                <a:effectLst/>
              </p:spPr>
              <p:txBody>
                <a:bodyPr wrap="square" lIns="0" tIns="0" rIns="0" bIns="0">
                  <a:prstTxWarp prst="textArchUp">
                    <a:avLst>
                      <a:gd name="adj" fmla="val 11816120"/>
                    </a:avLst>
                  </a:prstTxWarp>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Wingdings" panose="05000000000000000000" pitchFamily="2" charset="2"/>
                    <a:buNone/>
                    <a:defRPr/>
                  </a:pPr>
                  <a:r>
                    <a:rPr kumimoji="0" lang="zh-CN" altLang="en-US" sz="1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课程设计</a:t>
                  </a:r>
                </a:p>
              </p:txBody>
            </p:sp>
            <p:sp>
              <p:nvSpPr>
                <p:cNvPr id="210" name="Inhaltsplatzhalter 4"/>
                <p:cNvSpPr txBox="1"/>
                <p:nvPr/>
              </p:nvSpPr>
              <p:spPr>
                <a:xfrm rot="18945832">
                  <a:off x="5579852" y="3539248"/>
                  <a:ext cx="1784823" cy="1330830"/>
                </a:xfrm>
                <a:prstGeom prst="rect">
                  <a:avLst/>
                </a:prstGeom>
                <a:effectLst/>
              </p:spPr>
              <p:txBody>
                <a:bodyPr wrap="square" lIns="0" tIns="0" rIns="0" bIns="0">
                  <a:prstTxWarp prst="textArchDown">
                    <a:avLst/>
                  </a:prstTxWarp>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Wingdings" panose="05000000000000000000" pitchFamily="2" charset="2"/>
                    <a:buNone/>
                    <a:defRPr/>
                  </a:pPr>
                  <a:r>
                    <a:rPr kumimoji="0" lang="zh-CN" altLang="en-US" sz="1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行业标准</a:t>
                  </a:r>
                </a:p>
              </p:txBody>
            </p:sp>
            <p:sp>
              <p:nvSpPr>
                <p:cNvPr id="211" name="Inhaltsplatzhalter 4"/>
                <p:cNvSpPr txBox="1"/>
                <p:nvPr/>
              </p:nvSpPr>
              <p:spPr>
                <a:xfrm rot="2568680">
                  <a:off x="4687517" y="3442361"/>
                  <a:ext cx="1784823" cy="1330830"/>
                </a:xfrm>
                <a:prstGeom prst="rect">
                  <a:avLst/>
                </a:prstGeom>
                <a:effectLst/>
              </p:spPr>
              <p:txBody>
                <a:bodyPr wrap="square" lIns="0" tIns="0" rIns="0" bIns="0">
                  <a:prstTxWarp prst="textArchDown">
                    <a:avLst>
                      <a:gd name="adj" fmla="val 21262900"/>
                    </a:avLst>
                  </a:prstTxWarp>
                  <a:spAutoFit/>
                </a:bodyPr>
                <a:lstStyle>
                  <a:lvl1pPr marL="273050" indent="-273050" algn="l" defTabSz="914400"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4400"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4400"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4400"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 typeface="Wingdings" panose="05000000000000000000" pitchFamily="2" charset="2"/>
                    <a:buNone/>
                    <a:defRPr/>
                  </a:pPr>
                  <a:r>
                    <a:rPr kumimoji="0" lang="zh-CN" altLang="en-US" sz="1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企业项目</a:t>
                  </a:r>
                </a:p>
              </p:txBody>
            </p:sp>
            <p:sp>
              <p:nvSpPr>
                <p:cNvPr id="212" name="Freeform 18"/>
                <p:cNvSpPr/>
                <p:nvPr>
                  <p:custDataLst>
                    <p:tags r:id="rId3"/>
                  </p:custDataLst>
                </p:nvPr>
              </p:nvSpPr>
              <p:spPr>
                <a:xfrm flipH="1">
                  <a:off x="6993274" y="3363953"/>
                  <a:ext cx="702751" cy="702751"/>
                </a:xfrm>
                <a:custGeom>
                  <a:avLst/>
                  <a:gdLst>
                    <a:gd name="connsiteX0" fmla="*/ 1127593 w 1127591"/>
                    <a:gd name="connsiteY0" fmla="*/ 563798 h 1127591"/>
                    <a:gd name="connsiteX1" fmla="*/ 563797 w 1127591"/>
                    <a:gd name="connsiteY1" fmla="*/ 1127593 h 1127591"/>
                    <a:gd name="connsiteX2" fmla="*/ 1 w 1127591"/>
                    <a:gd name="connsiteY2" fmla="*/ 563798 h 1127591"/>
                    <a:gd name="connsiteX3" fmla="*/ 563797 w 1127591"/>
                    <a:gd name="connsiteY3" fmla="*/ 2 h 1127591"/>
                    <a:gd name="connsiteX4" fmla="*/ 1127593 w 1127591"/>
                    <a:gd name="connsiteY4" fmla="*/ 563798 h 1127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7591" h="1127591">
                      <a:moveTo>
                        <a:pt x="1127593" y="563798"/>
                      </a:moveTo>
                      <a:cubicBezTo>
                        <a:pt x="1127593" y="875173"/>
                        <a:pt x="875173" y="1127593"/>
                        <a:pt x="563797" y="1127593"/>
                      </a:cubicBezTo>
                      <a:cubicBezTo>
                        <a:pt x="252421" y="1127593"/>
                        <a:pt x="1" y="875173"/>
                        <a:pt x="1" y="563798"/>
                      </a:cubicBezTo>
                      <a:cubicBezTo>
                        <a:pt x="1" y="252422"/>
                        <a:pt x="252421" y="2"/>
                        <a:pt x="563797" y="2"/>
                      </a:cubicBezTo>
                      <a:cubicBezTo>
                        <a:pt x="875173" y="2"/>
                        <a:pt x="1127593" y="252422"/>
                        <a:pt x="1127593" y="563798"/>
                      </a:cubicBezTo>
                      <a:close/>
                    </a:path>
                  </a:pathLst>
                </a:custGeom>
                <a:solidFill>
                  <a:srgbClr val="FFFFFF"/>
                </a:solidFill>
                <a:ln w="38100">
                  <a:noFill/>
                </a:ln>
                <a:effectLst>
                  <a:innerShdw blurRad="143658">
                    <a:schemeClr val="bg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13" name="Freeform 21"/>
                <p:cNvSpPr/>
                <p:nvPr>
                  <p:custDataLst>
                    <p:tags r:id="rId4"/>
                  </p:custDataLst>
                </p:nvPr>
              </p:nvSpPr>
              <p:spPr>
                <a:xfrm flipH="1">
                  <a:off x="5714805" y="4631026"/>
                  <a:ext cx="699381" cy="699381"/>
                </a:xfrm>
                <a:custGeom>
                  <a:avLst/>
                  <a:gdLst>
                    <a:gd name="connsiteX0" fmla="*/ 0 w 1122186"/>
                    <a:gd name="connsiteY0" fmla="*/ 561188 h 1122186"/>
                    <a:gd name="connsiteX1" fmla="*/ 560998 w 1122186"/>
                    <a:gd name="connsiteY1" fmla="*/ 0 h 1122186"/>
                    <a:gd name="connsiteX2" fmla="*/ 1122186 w 1122186"/>
                    <a:gd name="connsiteY2" fmla="*/ 560998 h 1122186"/>
                    <a:gd name="connsiteX3" fmla="*/ 561664 w 1122186"/>
                    <a:gd name="connsiteY3" fmla="*/ 1122186 h 1122186"/>
                    <a:gd name="connsiteX4" fmla="*/ 0 w 1122186"/>
                    <a:gd name="connsiteY4" fmla="*/ 561664 h 1122186"/>
                    <a:gd name="connsiteX5" fmla="*/ 0 w 1122186"/>
                    <a:gd name="connsiteY5" fmla="*/ 561188 h 112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2186" h="1122186">
                      <a:moveTo>
                        <a:pt x="0" y="561188"/>
                      </a:moveTo>
                      <a:cubicBezTo>
                        <a:pt x="-52" y="251305"/>
                        <a:pt x="251115" y="53"/>
                        <a:pt x="560998" y="0"/>
                      </a:cubicBezTo>
                      <a:cubicBezTo>
                        <a:pt x="870881" y="-52"/>
                        <a:pt x="1122134" y="251115"/>
                        <a:pt x="1122186" y="560998"/>
                      </a:cubicBezTo>
                      <a:cubicBezTo>
                        <a:pt x="1122239" y="870696"/>
                        <a:pt x="871361" y="1121871"/>
                        <a:pt x="561664" y="1122186"/>
                      </a:cubicBezTo>
                      <a:cubicBezTo>
                        <a:pt x="251781" y="1122501"/>
                        <a:pt x="316" y="871547"/>
                        <a:pt x="0" y="561664"/>
                      </a:cubicBezTo>
                      <a:cubicBezTo>
                        <a:pt x="0" y="561505"/>
                        <a:pt x="0" y="561347"/>
                        <a:pt x="0" y="561188"/>
                      </a:cubicBezTo>
                      <a:close/>
                    </a:path>
                  </a:pathLst>
                </a:custGeom>
                <a:solidFill>
                  <a:srgbClr val="FFFFFF"/>
                </a:solidFill>
                <a:ln w="38100">
                  <a:noFill/>
                </a:ln>
                <a:effectLst>
                  <a:innerShdw blurRad="143658">
                    <a:schemeClr val="bg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14" name="Freeform 27"/>
                <p:cNvSpPr/>
                <p:nvPr>
                  <p:custDataLst>
                    <p:tags r:id="rId5"/>
                  </p:custDataLst>
                </p:nvPr>
              </p:nvSpPr>
              <p:spPr>
                <a:xfrm flipH="1">
                  <a:off x="5728973" y="2085547"/>
                  <a:ext cx="699381" cy="699381"/>
                </a:xfrm>
                <a:custGeom>
                  <a:avLst/>
                  <a:gdLst>
                    <a:gd name="connsiteX0" fmla="*/ 0 w 1122186"/>
                    <a:gd name="connsiteY0" fmla="*/ 561188 h 1122186"/>
                    <a:gd name="connsiteX1" fmla="*/ 560998 w 1122186"/>
                    <a:gd name="connsiteY1" fmla="*/ 0 h 1122186"/>
                    <a:gd name="connsiteX2" fmla="*/ 1122186 w 1122186"/>
                    <a:gd name="connsiteY2" fmla="*/ 560998 h 1122186"/>
                    <a:gd name="connsiteX3" fmla="*/ 561189 w 1122186"/>
                    <a:gd name="connsiteY3" fmla="*/ 1122186 h 1122186"/>
                    <a:gd name="connsiteX4" fmla="*/ 560998 w 1122186"/>
                    <a:gd name="connsiteY4" fmla="*/ 1122186 h 1122186"/>
                    <a:gd name="connsiteX5" fmla="*/ 0 w 1122186"/>
                    <a:gd name="connsiteY5" fmla="*/ 561188 h 112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2186" h="1122186">
                      <a:moveTo>
                        <a:pt x="0" y="561188"/>
                      </a:moveTo>
                      <a:cubicBezTo>
                        <a:pt x="-53" y="251305"/>
                        <a:pt x="251115" y="53"/>
                        <a:pt x="560998" y="0"/>
                      </a:cubicBezTo>
                      <a:cubicBezTo>
                        <a:pt x="870881" y="-53"/>
                        <a:pt x="1122134" y="251115"/>
                        <a:pt x="1122186" y="560998"/>
                      </a:cubicBezTo>
                      <a:cubicBezTo>
                        <a:pt x="1122239" y="870881"/>
                        <a:pt x="871072" y="1122134"/>
                        <a:pt x="561189" y="1122186"/>
                      </a:cubicBezTo>
                      <a:cubicBezTo>
                        <a:pt x="561125" y="1122186"/>
                        <a:pt x="561062" y="1122186"/>
                        <a:pt x="560998" y="1122186"/>
                      </a:cubicBezTo>
                      <a:cubicBezTo>
                        <a:pt x="251167" y="1122186"/>
                        <a:pt x="0" y="871019"/>
                        <a:pt x="0" y="561188"/>
                      </a:cubicBezTo>
                      <a:close/>
                    </a:path>
                  </a:pathLst>
                </a:custGeom>
                <a:solidFill>
                  <a:srgbClr val="FFFFFF"/>
                </a:solidFill>
                <a:ln w="38100">
                  <a:noFill/>
                </a:ln>
                <a:effectLst>
                  <a:innerShdw blurRad="143658">
                    <a:schemeClr val="bg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15" name="Freeform 24"/>
                <p:cNvSpPr/>
                <p:nvPr>
                  <p:custDataLst>
                    <p:tags r:id="rId6"/>
                  </p:custDataLst>
                </p:nvPr>
              </p:nvSpPr>
              <p:spPr>
                <a:xfrm flipH="1">
                  <a:off x="4449115" y="3351181"/>
                  <a:ext cx="699381" cy="699381"/>
                </a:xfrm>
                <a:custGeom>
                  <a:avLst/>
                  <a:gdLst>
                    <a:gd name="connsiteX0" fmla="*/ 0 w 1122186"/>
                    <a:gd name="connsiteY0" fmla="*/ 561188 h 1122186"/>
                    <a:gd name="connsiteX1" fmla="*/ 560998 w 1122186"/>
                    <a:gd name="connsiteY1" fmla="*/ 0 h 1122186"/>
                    <a:gd name="connsiteX2" fmla="*/ 1122186 w 1122186"/>
                    <a:gd name="connsiteY2" fmla="*/ 560998 h 1122186"/>
                    <a:gd name="connsiteX3" fmla="*/ 561188 w 1122186"/>
                    <a:gd name="connsiteY3" fmla="*/ 1122186 h 1122186"/>
                    <a:gd name="connsiteX4" fmla="*/ 560998 w 1122186"/>
                    <a:gd name="connsiteY4" fmla="*/ 1122186 h 1122186"/>
                    <a:gd name="connsiteX5" fmla="*/ 0 w 1122186"/>
                    <a:gd name="connsiteY5" fmla="*/ 561188 h 1122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2186" h="1122186">
                      <a:moveTo>
                        <a:pt x="0" y="561188"/>
                      </a:moveTo>
                      <a:cubicBezTo>
                        <a:pt x="-53" y="251305"/>
                        <a:pt x="251115" y="53"/>
                        <a:pt x="560998" y="0"/>
                      </a:cubicBezTo>
                      <a:cubicBezTo>
                        <a:pt x="870881" y="-53"/>
                        <a:pt x="1122134" y="251115"/>
                        <a:pt x="1122186" y="560998"/>
                      </a:cubicBezTo>
                      <a:cubicBezTo>
                        <a:pt x="1122238" y="870881"/>
                        <a:pt x="871071" y="1122134"/>
                        <a:pt x="561188" y="1122186"/>
                      </a:cubicBezTo>
                      <a:cubicBezTo>
                        <a:pt x="561125" y="1122186"/>
                        <a:pt x="561061" y="1122186"/>
                        <a:pt x="560998" y="1122186"/>
                      </a:cubicBezTo>
                      <a:cubicBezTo>
                        <a:pt x="251189" y="1122134"/>
                        <a:pt x="53" y="870997"/>
                        <a:pt x="0" y="561188"/>
                      </a:cubicBezTo>
                      <a:close/>
                    </a:path>
                  </a:pathLst>
                </a:custGeom>
                <a:solidFill>
                  <a:srgbClr val="FFFFFF"/>
                </a:solidFill>
                <a:ln w="38100">
                  <a:noFill/>
                </a:ln>
                <a:effectLst>
                  <a:innerShdw blurRad="143658">
                    <a:schemeClr val="bg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x-none" sz="1810" b="0" i="0" u="none" strike="noStrike" kern="1200" cap="none" spc="0" normalizeH="0" baseline="0" noProof="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sp>
          <p:nvSpPr>
            <p:cNvPr id="196" name="TextBox 31"/>
            <p:cNvSpPr txBox="1"/>
            <p:nvPr/>
          </p:nvSpPr>
          <p:spPr>
            <a:xfrm flipH="1">
              <a:off x="5728717" y="2337112"/>
              <a:ext cx="716982" cy="615553"/>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产教融合</a:t>
              </a:r>
            </a:p>
          </p:txBody>
        </p:sp>
        <p:sp>
          <p:nvSpPr>
            <p:cNvPr id="256" name="图形 254"/>
            <p:cNvSpPr/>
            <p:nvPr/>
          </p:nvSpPr>
          <p:spPr>
            <a:xfrm>
              <a:off x="5900497" y="3548874"/>
              <a:ext cx="352424" cy="469898"/>
            </a:xfrm>
            <a:custGeom>
              <a:avLst/>
              <a:gdLst>
                <a:gd name="connsiteX0" fmla="*/ 1270000 w 1428750"/>
                <a:gd name="connsiteY0" fmla="*/ 158750 h 1904999"/>
                <a:gd name="connsiteX1" fmla="*/ 873125 w 1428750"/>
                <a:gd name="connsiteY1" fmla="*/ 158750 h 1904999"/>
                <a:gd name="connsiteX2" fmla="*/ 714375 w 1428750"/>
                <a:gd name="connsiteY2" fmla="*/ 0 h 1904999"/>
                <a:gd name="connsiteX3" fmla="*/ 555625 w 1428750"/>
                <a:gd name="connsiteY3" fmla="*/ 158750 h 1904999"/>
                <a:gd name="connsiteX4" fmla="*/ 158750 w 1428750"/>
                <a:gd name="connsiteY4" fmla="*/ 158750 h 1904999"/>
                <a:gd name="connsiteX5" fmla="*/ 0 w 1428750"/>
                <a:gd name="connsiteY5" fmla="*/ 317500 h 1904999"/>
                <a:gd name="connsiteX6" fmla="*/ 0 w 1428750"/>
                <a:gd name="connsiteY6" fmla="*/ 1746250 h 1904999"/>
                <a:gd name="connsiteX7" fmla="*/ 158750 w 1428750"/>
                <a:gd name="connsiteY7" fmla="*/ 1905000 h 1904999"/>
                <a:gd name="connsiteX8" fmla="*/ 1270000 w 1428750"/>
                <a:gd name="connsiteY8" fmla="*/ 1905000 h 1904999"/>
                <a:gd name="connsiteX9" fmla="*/ 1428750 w 1428750"/>
                <a:gd name="connsiteY9" fmla="*/ 1746250 h 1904999"/>
                <a:gd name="connsiteX10" fmla="*/ 1428750 w 1428750"/>
                <a:gd name="connsiteY10" fmla="*/ 317500 h 1904999"/>
                <a:gd name="connsiteX11" fmla="*/ 1270000 w 1428750"/>
                <a:gd name="connsiteY11" fmla="*/ 158750 h 1904999"/>
                <a:gd name="connsiteX12" fmla="*/ 714375 w 1428750"/>
                <a:gd name="connsiteY12" fmla="*/ 79375 h 1904999"/>
                <a:gd name="connsiteX13" fmla="*/ 793750 w 1428750"/>
                <a:gd name="connsiteY13" fmla="*/ 158750 h 1904999"/>
                <a:gd name="connsiteX14" fmla="*/ 714375 w 1428750"/>
                <a:gd name="connsiteY14" fmla="*/ 238125 h 1904999"/>
                <a:gd name="connsiteX15" fmla="*/ 635000 w 1428750"/>
                <a:gd name="connsiteY15" fmla="*/ 158750 h 1904999"/>
                <a:gd name="connsiteX16" fmla="*/ 714375 w 1428750"/>
                <a:gd name="connsiteY16" fmla="*/ 79375 h 1904999"/>
                <a:gd name="connsiteX17" fmla="*/ 793750 w 1428750"/>
                <a:gd name="connsiteY17" fmla="*/ 1587500 h 1904999"/>
                <a:gd name="connsiteX18" fmla="*/ 317500 w 1428750"/>
                <a:gd name="connsiteY18" fmla="*/ 1587500 h 1904999"/>
                <a:gd name="connsiteX19" fmla="*/ 238137 w 1428750"/>
                <a:gd name="connsiteY19" fmla="*/ 1508113 h 1904999"/>
                <a:gd name="connsiteX20" fmla="*/ 317500 w 1428750"/>
                <a:gd name="connsiteY20" fmla="*/ 1428750 h 1904999"/>
                <a:gd name="connsiteX21" fmla="*/ 793750 w 1428750"/>
                <a:gd name="connsiteY21" fmla="*/ 1428750 h 1904999"/>
                <a:gd name="connsiteX22" fmla="*/ 873113 w 1428750"/>
                <a:gd name="connsiteY22" fmla="*/ 1508137 h 1904999"/>
                <a:gd name="connsiteX23" fmla="*/ 793750 w 1428750"/>
                <a:gd name="connsiteY23" fmla="*/ 1587500 h 1904999"/>
                <a:gd name="connsiteX24" fmla="*/ 1111250 w 1428750"/>
                <a:gd name="connsiteY24" fmla="*/ 1111250 h 1904999"/>
                <a:gd name="connsiteX25" fmla="*/ 317500 w 1428750"/>
                <a:gd name="connsiteY25" fmla="*/ 1111250 h 1904999"/>
                <a:gd name="connsiteX26" fmla="*/ 238137 w 1428750"/>
                <a:gd name="connsiteY26" fmla="*/ 1031863 h 1904999"/>
                <a:gd name="connsiteX27" fmla="*/ 317500 w 1428750"/>
                <a:gd name="connsiteY27" fmla="*/ 952500 h 1904999"/>
                <a:gd name="connsiteX28" fmla="*/ 1111250 w 1428750"/>
                <a:gd name="connsiteY28" fmla="*/ 952500 h 1904999"/>
                <a:gd name="connsiteX29" fmla="*/ 1190613 w 1428750"/>
                <a:gd name="connsiteY29" fmla="*/ 1031887 h 1904999"/>
                <a:gd name="connsiteX30" fmla="*/ 1111250 w 1428750"/>
                <a:gd name="connsiteY30" fmla="*/ 1111250 h 1904999"/>
                <a:gd name="connsiteX31" fmla="*/ 1111250 w 1428750"/>
                <a:gd name="connsiteY31" fmla="*/ 635000 h 1904999"/>
                <a:gd name="connsiteX32" fmla="*/ 317500 w 1428750"/>
                <a:gd name="connsiteY32" fmla="*/ 635000 h 1904999"/>
                <a:gd name="connsiteX33" fmla="*/ 238137 w 1428750"/>
                <a:gd name="connsiteY33" fmla="*/ 555613 h 1904999"/>
                <a:gd name="connsiteX34" fmla="*/ 317500 w 1428750"/>
                <a:gd name="connsiteY34" fmla="*/ 476250 h 1904999"/>
                <a:gd name="connsiteX35" fmla="*/ 1111250 w 1428750"/>
                <a:gd name="connsiteY35" fmla="*/ 476250 h 1904999"/>
                <a:gd name="connsiteX36" fmla="*/ 1190613 w 1428750"/>
                <a:gd name="connsiteY36" fmla="*/ 555637 h 1904999"/>
                <a:gd name="connsiteX37" fmla="*/ 1111250 w 1428750"/>
                <a:gd name="connsiteY37" fmla="*/ 635000 h 1904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28750" h="1904999">
                  <a:moveTo>
                    <a:pt x="1270000" y="158750"/>
                  </a:moveTo>
                  <a:lnTo>
                    <a:pt x="873125" y="158750"/>
                  </a:lnTo>
                  <a:cubicBezTo>
                    <a:pt x="873125" y="71075"/>
                    <a:pt x="802050" y="0"/>
                    <a:pt x="714375" y="0"/>
                  </a:cubicBezTo>
                  <a:cubicBezTo>
                    <a:pt x="626700" y="0"/>
                    <a:pt x="555625" y="71075"/>
                    <a:pt x="555625" y="158750"/>
                  </a:cubicBezTo>
                  <a:lnTo>
                    <a:pt x="158750" y="158750"/>
                  </a:lnTo>
                  <a:cubicBezTo>
                    <a:pt x="71075" y="158750"/>
                    <a:pt x="0" y="229825"/>
                    <a:pt x="0" y="317500"/>
                  </a:cubicBezTo>
                  <a:lnTo>
                    <a:pt x="0" y="1746250"/>
                  </a:lnTo>
                  <a:cubicBezTo>
                    <a:pt x="0" y="1833925"/>
                    <a:pt x="71075" y="1905000"/>
                    <a:pt x="158750" y="1905000"/>
                  </a:cubicBezTo>
                  <a:lnTo>
                    <a:pt x="1270000" y="1905000"/>
                  </a:lnTo>
                  <a:cubicBezTo>
                    <a:pt x="1357675" y="1905000"/>
                    <a:pt x="1428750" y="1833925"/>
                    <a:pt x="1428750" y="1746250"/>
                  </a:cubicBezTo>
                  <a:lnTo>
                    <a:pt x="1428750" y="317500"/>
                  </a:lnTo>
                  <a:cubicBezTo>
                    <a:pt x="1428750" y="229825"/>
                    <a:pt x="1357675" y="158750"/>
                    <a:pt x="1270000" y="158750"/>
                  </a:cubicBezTo>
                  <a:close/>
                  <a:moveTo>
                    <a:pt x="714375" y="79375"/>
                  </a:moveTo>
                  <a:cubicBezTo>
                    <a:pt x="758213" y="79375"/>
                    <a:pt x="793750" y="114912"/>
                    <a:pt x="793750" y="158750"/>
                  </a:cubicBezTo>
                  <a:cubicBezTo>
                    <a:pt x="793750" y="202588"/>
                    <a:pt x="758213" y="238125"/>
                    <a:pt x="714375" y="238125"/>
                  </a:cubicBezTo>
                  <a:cubicBezTo>
                    <a:pt x="670537" y="238125"/>
                    <a:pt x="635000" y="202588"/>
                    <a:pt x="635000" y="158750"/>
                  </a:cubicBezTo>
                  <a:cubicBezTo>
                    <a:pt x="635000" y="114912"/>
                    <a:pt x="670537" y="79375"/>
                    <a:pt x="714375" y="79375"/>
                  </a:cubicBezTo>
                  <a:close/>
                  <a:moveTo>
                    <a:pt x="793750" y="1587500"/>
                  </a:moveTo>
                  <a:lnTo>
                    <a:pt x="317500" y="1587500"/>
                  </a:lnTo>
                  <a:cubicBezTo>
                    <a:pt x="273662" y="1587493"/>
                    <a:pt x="238130" y="1551950"/>
                    <a:pt x="238137" y="1508113"/>
                  </a:cubicBezTo>
                  <a:cubicBezTo>
                    <a:pt x="238144" y="1464285"/>
                    <a:pt x="273672" y="1428757"/>
                    <a:pt x="317500" y="1428750"/>
                  </a:cubicBezTo>
                  <a:lnTo>
                    <a:pt x="793750" y="1428750"/>
                  </a:lnTo>
                  <a:cubicBezTo>
                    <a:pt x="837588" y="1428757"/>
                    <a:pt x="873120" y="1464300"/>
                    <a:pt x="873113" y="1508137"/>
                  </a:cubicBezTo>
                  <a:cubicBezTo>
                    <a:pt x="873106" y="1551965"/>
                    <a:pt x="837578" y="1587493"/>
                    <a:pt x="793750" y="1587500"/>
                  </a:cubicBezTo>
                  <a:close/>
                  <a:moveTo>
                    <a:pt x="1111250" y="1111250"/>
                  </a:moveTo>
                  <a:lnTo>
                    <a:pt x="317500" y="1111250"/>
                  </a:lnTo>
                  <a:cubicBezTo>
                    <a:pt x="273662" y="1111243"/>
                    <a:pt x="238130" y="1075700"/>
                    <a:pt x="238137" y="1031863"/>
                  </a:cubicBezTo>
                  <a:cubicBezTo>
                    <a:pt x="238144" y="988035"/>
                    <a:pt x="273672" y="952507"/>
                    <a:pt x="317500" y="952500"/>
                  </a:cubicBezTo>
                  <a:lnTo>
                    <a:pt x="1111250" y="952500"/>
                  </a:lnTo>
                  <a:cubicBezTo>
                    <a:pt x="1155088" y="952507"/>
                    <a:pt x="1190620" y="988050"/>
                    <a:pt x="1190613" y="1031887"/>
                  </a:cubicBezTo>
                  <a:cubicBezTo>
                    <a:pt x="1190606" y="1075715"/>
                    <a:pt x="1155078" y="1111243"/>
                    <a:pt x="1111250" y="1111250"/>
                  </a:cubicBezTo>
                  <a:close/>
                  <a:moveTo>
                    <a:pt x="1111250" y="635000"/>
                  </a:moveTo>
                  <a:lnTo>
                    <a:pt x="317500" y="635000"/>
                  </a:lnTo>
                  <a:cubicBezTo>
                    <a:pt x="273662" y="634993"/>
                    <a:pt x="238130" y="599451"/>
                    <a:pt x="238137" y="555613"/>
                  </a:cubicBezTo>
                  <a:cubicBezTo>
                    <a:pt x="238144" y="511785"/>
                    <a:pt x="273672" y="476257"/>
                    <a:pt x="317500" y="476250"/>
                  </a:cubicBezTo>
                  <a:lnTo>
                    <a:pt x="1111250" y="476250"/>
                  </a:lnTo>
                  <a:cubicBezTo>
                    <a:pt x="1155088" y="476257"/>
                    <a:pt x="1190620" y="511800"/>
                    <a:pt x="1190613" y="555637"/>
                  </a:cubicBezTo>
                  <a:cubicBezTo>
                    <a:pt x="1190606" y="599465"/>
                    <a:pt x="1155078" y="634993"/>
                    <a:pt x="1111250" y="635000"/>
                  </a:cubicBezTo>
                  <a:close/>
                </a:path>
              </a:pathLst>
            </a:cu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zh-CN" altLang="en-US" sz="18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17" name="图形 495"/>
            <p:cNvSpPr/>
            <p:nvPr/>
          </p:nvSpPr>
          <p:spPr>
            <a:xfrm>
              <a:off x="4799851" y="2500306"/>
              <a:ext cx="265375" cy="241542"/>
            </a:xfrm>
            <a:custGeom>
              <a:avLst/>
              <a:gdLst>
                <a:gd name="connsiteX0" fmla="*/ 1724245 w 1841145"/>
                <a:gd name="connsiteY0" fmla="*/ 1675100 h 1675808"/>
                <a:gd name="connsiteX1" fmla="*/ 127197 w 1841145"/>
                <a:gd name="connsiteY1" fmla="*/ 1675100 h 1675808"/>
                <a:gd name="connsiteX2" fmla="*/ 0 w 1841145"/>
                <a:gd name="connsiteY2" fmla="*/ 1525208 h 1675808"/>
                <a:gd name="connsiteX3" fmla="*/ 0 w 1841145"/>
                <a:gd name="connsiteY3" fmla="*/ 153559 h 1675808"/>
                <a:gd name="connsiteX4" fmla="*/ 158291 w 1841145"/>
                <a:gd name="connsiteY4" fmla="*/ 841 h 1675808"/>
                <a:gd name="connsiteX5" fmla="*/ 717964 w 1841145"/>
                <a:gd name="connsiteY5" fmla="*/ 841 h 1675808"/>
                <a:gd name="connsiteX6" fmla="*/ 842337 w 1841145"/>
                <a:gd name="connsiteY6" fmla="*/ 74372 h 1675808"/>
                <a:gd name="connsiteX7" fmla="*/ 927137 w 1841145"/>
                <a:gd name="connsiteY7" fmla="*/ 212951 h 1675808"/>
                <a:gd name="connsiteX8" fmla="*/ 992150 w 1841145"/>
                <a:gd name="connsiteY8" fmla="*/ 235575 h 1675808"/>
                <a:gd name="connsiteX9" fmla="*/ 1712940 w 1841145"/>
                <a:gd name="connsiteY9" fmla="*/ 235575 h 1675808"/>
                <a:gd name="connsiteX10" fmla="*/ 1840137 w 1841145"/>
                <a:gd name="connsiteY10" fmla="*/ 362840 h 1675808"/>
                <a:gd name="connsiteX11" fmla="*/ 1840137 w 1841145"/>
                <a:gd name="connsiteY11" fmla="*/ 1533691 h 1675808"/>
                <a:gd name="connsiteX12" fmla="*/ 1724243 w 1841145"/>
                <a:gd name="connsiteY12" fmla="*/ 1675100 h 1675808"/>
                <a:gd name="connsiteX13" fmla="*/ 1605527 w 1841145"/>
                <a:gd name="connsiteY13" fmla="*/ 600407 h 1675808"/>
                <a:gd name="connsiteX14" fmla="*/ 1543340 w 1841145"/>
                <a:gd name="connsiteY14" fmla="*/ 538187 h 1675808"/>
                <a:gd name="connsiteX15" fmla="*/ 299621 w 1841145"/>
                <a:gd name="connsiteY15" fmla="*/ 538187 h 1675808"/>
                <a:gd name="connsiteX16" fmla="*/ 234609 w 1841145"/>
                <a:gd name="connsiteY16" fmla="*/ 600407 h 1675808"/>
                <a:gd name="connsiteX17" fmla="*/ 234609 w 1841145"/>
                <a:gd name="connsiteY17" fmla="*/ 606062 h 1675808"/>
                <a:gd name="connsiteX18" fmla="*/ 299621 w 1841145"/>
                <a:gd name="connsiteY18" fmla="*/ 671109 h 1675808"/>
                <a:gd name="connsiteX19" fmla="*/ 1543340 w 1841145"/>
                <a:gd name="connsiteY19" fmla="*/ 671109 h 1675808"/>
                <a:gd name="connsiteX20" fmla="*/ 1605527 w 1841145"/>
                <a:gd name="connsiteY20" fmla="*/ 606062 h 1675808"/>
                <a:gd name="connsiteX21" fmla="*/ 1605527 w 1841145"/>
                <a:gd name="connsiteY21" fmla="*/ 600407 h 167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1145" h="1675808">
                  <a:moveTo>
                    <a:pt x="1724245" y="1675100"/>
                  </a:moveTo>
                  <a:lnTo>
                    <a:pt x="127197" y="1675100"/>
                  </a:lnTo>
                  <a:cubicBezTo>
                    <a:pt x="127197" y="1675100"/>
                    <a:pt x="0" y="1694898"/>
                    <a:pt x="0" y="1525208"/>
                  </a:cubicBezTo>
                  <a:lnTo>
                    <a:pt x="0" y="153559"/>
                  </a:lnTo>
                  <a:cubicBezTo>
                    <a:pt x="0" y="153559"/>
                    <a:pt x="2828" y="841"/>
                    <a:pt x="158291" y="841"/>
                  </a:cubicBezTo>
                  <a:lnTo>
                    <a:pt x="717964" y="841"/>
                  </a:lnTo>
                  <a:cubicBezTo>
                    <a:pt x="717964" y="841"/>
                    <a:pt x="785805" y="-13299"/>
                    <a:pt x="842337" y="74372"/>
                  </a:cubicBezTo>
                  <a:cubicBezTo>
                    <a:pt x="896043" y="159217"/>
                    <a:pt x="927137" y="212951"/>
                    <a:pt x="927137" y="212951"/>
                  </a:cubicBezTo>
                  <a:cubicBezTo>
                    <a:pt x="927137" y="212951"/>
                    <a:pt x="946924" y="235575"/>
                    <a:pt x="992150" y="235575"/>
                  </a:cubicBezTo>
                  <a:cubicBezTo>
                    <a:pt x="952577" y="235575"/>
                    <a:pt x="1712940" y="235575"/>
                    <a:pt x="1712940" y="235575"/>
                  </a:cubicBezTo>
                  <a:cubicBezTo>
                    <a:pt x="1712940" y="235575"/>
                    <a:pt x="1840137" y="221434"/>
                    <a:pt x="1840137" y="362840"/>
                  </a:cubicBezTo>
                  <a:lnTo>
                    <a:pt x="1840137" y="1533691"/>
                  </a:lnTo>
                  <a:cubicBezTo>
                    <a:pt x="1840137" y="1533691"/>
                    <a:pt x="1859921" y="1675100"/>
                    <a:pt x="1724243" y="1675100"/>
                  </a:cubicBezTo>
                  <a:close/>
                  <a:moveTo>
                    <a:pt x="1605527" y="600407"/>
                  </a:moveTo>
                  <a:cubicBezTo>
                    <a:pt x="1605527" y="566468"/>
                    <a:pt x="1577261" y="538187"/>
                    <a:pt x="1543340" y="538187"/>
                  </a:cubicBezTo>
                  <a:lnTo>
                    <a:pt x="299621" y="538187"/>
                  </a:lnTo>
                  <a:cubicBezTo>
                    <a:pt x="262875" y="538187"/>
                    <a:pt x="234609" y="566470"/>
                    <a:pt x="234609" y="600407"/>
                  </a:cubicBezTo>
                  <a:lnTo>
                    <a:pt x="234609" y="606062"/>
                  </a:lnTo>
                  <a:cubicBezTo>
                    <a:pt x="234609" y="642828"/>
                    <a:pt x="262875" y="671109"/>
                    <a:pt x="299621" y="671109"/>
                  </a:cubicBezTo>
                  <a:lnTo>
                    <a:pt x="1543340" y="671109"/>
                  </a:lnTo>
                  <a:cubicBezTo>
                    <a:pt x="1577261" y="671109"/>
                    <a:pt x="1605527" y="642826"/>
                    <a:pt x="1605527" y="606062"/>
                  </a:cubicBezTo>
                  <a:lnTo>
                    <a:pt x="1605527" y="600407"/>
                  </a:lnTo>
                  <a:close/>
                </a:path>
              </a:pathLst>
            </a:cu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zh-CN" altLang="en-US" sz="18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269" name="组合 268"/>
            <p:cNvGrpSpPr/>
            <p:nvPr/>
          </p:nvGrpSpPr>
          <p:grpSpPr>
            <a:xfrm>
              <a:off x="5883888" y="1284453"/>
              <a:ext cx="411260" cy="410845"/>
              <a:chOff x="7962" y="13840"/>
              <a:chExt cx="1890869" cy="1888960"/>
            </a:xfrm>
          </p:grpSpPr>
          <p:sp>
            <p:nvSpPr>
              <p:cNvPr id="267" name="任意多边形: 形状 266"/>
              <p:cNvSpPr/>
              <p:nvPr/>
            </p:nvSpPr>
            <p:spPr>
              <a:xfrm>
                <a:off x="7962" y="13840"/>
                <a:ext cx="1890869" cy="1888960"/>
              </a:xfrm>
              <a:custGeom>
                <a:avLst/>
                <a:gdLst>
                  <a:gd name="connsiteX0" fmla="*/ 1717650 w 1890869"/>
                  <a:gd name="connsiteY0" fmla="*/ 144910 h 1888960"/>
                  <a:gd name="connsiteX1" fmla="*/ 927868 w 1890869"/>
                  <a:gd name="connsiteY1" fmla="*/ 173485 h 1888960"/>
                  <a:gd name="connsiteX2" fmla="*/ 663550 w 1890869"/>
                  <a:gd name="connsiteY2" fmla="*/ 433835 h 1888960"/>
                  <a:gd name="connsiteX3" fmla="*/ 663550 w 1890869"/>
                  <a:gd name="connsiteY3" fmla="*/ 545754 h 1888960"/>
                  <a:gd name="connsiteX4" fmla="*/ 776262 w 1890869"/>
                  <a:gd name="connsiteY4" fmla="*/ 657672 h 1888960"/>
                  <a:gd name="connsiteX5" fmla="*/ 888181 w 1890869"/>
                  <a:gd name="connsiteY5" fmla="*/ 657672 h 1888960"/>
                  <a:gd name="connsiteX6" fmla="*/ 1103287 w 1890869"/>
                  <a:gd name="connsiteY6" fmla="*/ 443360 h 1888960"/>
                  <a:gd name="connsiteX7" fmla="*/ 1440631 w 1890869"/>
                  <a:gd name="connsiteY7" fmla="*/ 424310 h 1888960"/>
                  <a:gd name="connsiteX8" fmla="*/ 1458679 w 1890869"/>
                  <a:gd name="connsiteY8" fmla="*/ 760586 h 1888960"/>
                  <a:gd name="connsiteX9" fmla="*/ 1449362 w 1890869"/>
                  <a:gd name="connsiteY9" fmla="*/ 770385 h 1888960"/>
                  <a:gd name="connsiteX10" fmla="*/ 1225525 w 1890869"/>
                  <a:gd name="connsiteY10" fmla="*/ 995016 h 1888960"/>
                  <a:gd name="connsiteX11" fmla="*/ 1225525 w 1890869"/>
                  <a:gd name="connsiteY11" fmla="*/ 1106935 h 1888960"/>
                  <a:gd name="connsiteX12" fmla="*/ 1341412 w 1890869"/>
                  <a:gd name="connsiteY12" fmla="*/ 1219647 h 1888960"/>
                  <a:gd name="connsiteX13" fmla="*/ 1453331 w 1890869"/>
                  <a:gd name="connsiteY13" fmla="*/ 1219647 h 1888960"/>
                  <a:gd name="connsiteX14" fmla="*/ 1730350 w 1890869"/>
                  <a:gd name="connsiteY14" fmla="*/ 938660 h 1888960"/>
                  <a:gd name="connsiteX15" fmla="*/ 1725900 w 1890869"/>
                  <a:gd name="connsiteY15" fmla="*/ 152900 h 1888960"/>
                  <a:gd name="connsiteX16" fmla="*/ 1717650 w 1890869"/>
                  <a:gd name="connsiteY16" fmla="*/ 144910 h 1888960"/>
                  <a:gd name="connsiteX17" fmla="*/ 1000893 w 1890869"/>
                  <a:gd name="connsiteY17" fmla="*/ 1219647 h 1888960"/>
                  <a:gd name="connsiteX18" fmla="*/ 785787 w 1890869"/>
                  <a:gd name="connsiteY18" fmla="*/ 1433960 h 1888960"/>
                  <a:gd name="connsiteX19" fmla="*/ 448443 w 1890869"/>
                  <a:gd name="connsiteY19" fmla="*/ 1453010 h 1888960"/>
                  <a:gd name="connsiteX20" fmla="*/ 430395 w 1890869"/>
                  <a:gd name="connsiteY20" fmla="*/ 1116734 h 1888960"/>
                  <a:gd name="connsiteX21" fmla="*/ 439712 w 1890869"/>
                  <a:gd name="connsiteY21" fmla="*/ 1106935 h 1888960"/>
                  <a:gd name="connsiteX22" fmla="*/ 663550 w 1890869"/>
                  <a:gd name="connsiteY22" fmla="*/ 882304 h 1888960"/>
                  <a:gd name="connsiteX23" fmla="*/ 663550 w 1890869"/>
                  <a:gd name="connsiteY23" fmla="*/ 770385 h 1888960"/>
                  <a:gd name="connsiteX24" fmla="*/ 551631 w 1890869"/>
                  <a:gd name="connsiteY24" fmla="*/ 657672 h 1888960"/>
                  <a:gd name="connsiteX25" fmla="*/ 439712 w 1890869"/>
                  <a:gd name="connsiteY25" fmla="*/ 657672 h 1888960"/>
                  <a:gd name="connsiteX26" fmla="*/ 175393 w 1890869"/>
                  <a:gd name="connsiteY26" fmla="*/ 921991 h 1888960"/>
                  <a:gd name="connsiteX27" fmla="*/ 146818 w 1890869"/>
                  <a:gd name="connsiteY27" fmla="*/ 1715741 h 1888960"/>
                  <a:gd name="connsiteX28" fmla="*/ 932318 w 1890869"/>
                  <a:gd name="connsiteY28" fmla="*/ 1736427 h 1888960"/>
                  <a:gd name="connsiteX29" fmla="*/ 944537 w 1890869"/>
                  <a:gd name="connsiteY29" fmla="*/ 1724472 h 1888960"/>
                  <a:gd name="connsiteX30" fmla="*/ 1225525 w 1890869"/>
                  <a:gd name="connsiteY30" fmla="*/ 1443485 h 1888960"/>
                  <a:gd name="connsiteX31" fmla="*/ 1225525 w 1890869"/>
                  <a:gd name="connsiteY31" fmla="*/ 1331566 h 1888960"/>
                  <a:gd name="connsiteX32" fmla="*/ 1112812 w 1890869"/>
                  <a:gd name="connsiteY32" fmla="*/ 1219647 h 1888960"/>
                  <a:gd name="connsiteX33" fmla="*/ 1000893 w 1890869"/>
                  <a:gd name="connsiteY33" fmla="*/ 1219647 h 188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90869" h="1888960">
                    <a:moveTo>
                      <a:pt x="1717650" y="144910"/>
                    </a:moveTo>
                    <a:cubicBezTo>
                      <a:pt x="1489312" y="-58869"/>
                      <a:pt x="1140882" y="-46262"/>
                      <a:pt x="927868" y="173485"/>
                    </a:cubicBezTo>
                    <a:lnTo>
                      <a:pt x="663550" y="433835"/>
                    </a:lnTo>
                    <a:cubicBezTo>
                      <a:pt x="632774" y="464794"/>
                      <a:pt x="632774" y="514794"/>
                      <a:pt x="663550" y="545754"/>
                    </a:cubicBezTo>
                    <a:lnTo>
                      <a:pt x="776262" y="657672"/>
                    </a:lnTo>
                    <a:cubicBezTo>
                      <a:pt x="807221" y="688448"/>
                      <a:pt x="857222" y="688448"/>
                      <a:pt x="888181" y="657672"/>
                    </a:cubicBezTo>
                    <a:lnTo>
                      <a:pt x="1103287" y="443360"/>
                    </a:lnTo>
                    <a:cubicBezTo>
                      <a:pt x="1193444" y="349754"/>
                      <a:pt x="1340509" y="341449"/>
                      <a:pt x="1440631" y="424310"/>
                    </a:cubicBezTo>
                    <a:cubicBezTo>
                      <a:pt x="1538475" y="512186"/>
                      <a:pt x="1546555" y="662742"/>
                      <a:pt x="1458679" y="760586"/>
                    </a:cubicBezTo>
                    <a:cubicBezTo>
                      <a:pt x="1455667" y="763940"/>
                      <a:pt x="1452560" y="767207"/>
                      <a:pt x="1449362" y="770385"/>
                    </a:cubicBezTo>
                    <a:lnTo>
                      <a:pt x="1225525" y="995016"/>
                    </a:lnTo>
                    <a:cubicBezTo>
                      <a:pt x="1194749" y="1025975"/>
                      <a:pt x="1194749" y="1075976"/>
                      <a:pt x="1225525" y="1106935"/>
                    </a:cubicBezTo>
                    <a:lnTo>
                      <a:pt x="1341412" y="1219647"/>
                    </a:lnTo>
                    <a:cubicBezTo>
                      <a:pt x="1372371" y="1250423"/>
                      <a:pt x="1422372" y="1250423"/>
                      <a:pt x="1453331" y="1219647"/>
                    </a:cubicBezTo>
                    <a:lnTo>
                      <a:pt x="1730350" y="938660"/>
                    </a:lnTo>
                    <a:cubicBezTo>
                      <a:pt x="1946103" y="720450"/>
                      <a:pt x="1944110" y="368653"/>
                      <a:pt x="1725900" y="152900"/>
                    </a:cubicBezTo>
                    <a:cubicBezTo>
                      <a:pt x="1723177" y="150208"/>
                      <a:pt x="1720427" y="147545"/>
                      <a:pt x="1717650" y="144910"/>
                    </a:cubicBezTo>
                    <a:close/>
                    <a:moveTo>
                      <a:pt x="1000893" y="1219647"/>
                    </a:moveTo>
                    <a:lnTo>
                      <a:pt x="785787" y="1433960"/>
                    </a:lnTo>
                    <a:cubicBezTo>
                      <a:pt x="695630" y="1527566"/>
                      <a:pt x="548565" y="1535871"/>
                      <a:pt x="448443" y="1453010"/>
                    </a:cubicBezTo>
                    <a:cubicBezTo>
                      <a:pt x="350599" y="1365134"/>
                      <a:pt x="342519" y="1214578"/>
                      <a:pt x="430395" y="1116734"/>
                    </a:cubicBezTo>
                    <a:cubicBezTo>
                      <a:pt x="433407" y="1113380"/>
                      <a:pt x="436514" y="1110113"/>
                      <a:pt x="439712" y="1106935"/>
                    </a:cubicBezTo>
                    <a:lnTo>
                      <a:pt x="663550" y="882304"/>
                    </a:lnTo>
                    <a:cubicBezTo>
                      <a:pt x="694325" y="851344"/>
                      <a:pt x="694325" y="801344"/>
                      <a:pt x="663550" y="770385"/>
                    </a:cubicBezTo>
                    <a:lnTo>
                      <a:pt x="551631" y="657672"/>
                    </a:lnTo>
                    <a:cubicBezTo>
                      <a:pt x="520672" y="626897"/>
                      <a:pt x="470671" y="626897"/>
                      <a:pt x="439712" y="657672"/>
                    </a:cubicBezTo>
                    <a:lnTo>
                      <a:pt x="175393" y="921991"/>
                    </a:lnTo>
                    <a:cubicBezTo>
                      <a:pt x="-46882" y="1135461"/>
                      <a:pt x="-59531" y="1486841"/>
                      <a:pt x="146818" y="1715741"/>
                    </a:cubicBezTo>
                    <a:cubicBezTo>
                      <a:pt x="358016" y="1938363"/>
                      <a:pt x="709696" y="1947624"/>
                      <a:pt x="932318" y="1736427"/>
                    </a:cubicBezTo>
                    <a:cubicBezTo>
                      <a:pt x="936452" y="1732505"/>
                      <a:pt x="940526" y="1728520"/>
                      <a:pt x="944537" y="1724472"/>
                    </a:cubicBezTo>
                    <a:lnTo>
                      <a:pt x="1225525" y="1443485"/>
                    </a:lnTo>
                    <a:cubicBezTo>
                      <a:pt x="1256300" y="1412526"/>
                      <a:pt x="1256300" y="1362526"/>
                      <a:pt x="1225525" y="1331566"/>
                    </a:cubicBezTo>
                    <a:lnTo>
                      <a:pt x="1112812" y="1219647"/>
                    </a:lnTo>
                    <a:cubicBezTo>
                      <a:pt x="1081853" y="1188872"/>
                      <a:pt x="1031853" y="1188872"/>
                      <a:pt x="1000893" y="1219647"/>
                    </a:cubicBezTo>
                    <a:close/>
                  </a:path>
                </a:pathLst>
              </a:cu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zh-CN" altLang="en-US" sz="18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68" name="任意多边形: 形状 267"/>
              <p:cNvSpPr/>
              <p:nvPr/>
            </p:nvSpPr>
            <p:spPr>
              <a:xfrm>
                <a:off x="531550" y="531550"/>
                <a:ext cx="841899" cy="841899"/>
              </a:xfrm>
              <a:custGeom>
                <a:avLst/>
                <a:gdLst>
                  <a:gd name="connsiteX0" fmla="*/ 813836 w 841899"/>
                  <a:gd name="connsiteY0" fmla="*/ 28063 h 841899"/>
                  <a:gd name="connsiteX1" fmla="*/ 813836 w 841899"/>
                  <a:gd name="connsiteY1" fmla="*/ 28063 h 841899"/>
                  <a:gd name="connsiteX2" fmla="*/ 813836 w 841899"/>
                  <a:gd name="connsiteY2" fmla="*/ 140317 h 841899"/>
                  <a:gd name="connsiteX3" fmla="*/ 140317 w 841899"/>
                  <a:gd name="connsiteY3" fmla="*/ 813836 h 841899"/>
                  <a:gd name="connsiteX4" fmla="*/ 28063 w 841899"/>
                  <a:gd name="connsiteY4" fmla="*/ 813836 h 841899"/>
                  <a:gd name="connsiteX5" fmla="*/ 28063 w 841899"/>
                  <a:gd name="connsiteY5" fmla="*/ 813836 h 841899"/>
                  <a:gd name="connsiteX6" fmla="*/ 28063 w 841899"/>
                  <a:gd name="connsiteY6" fmla="*/ 701583 h 841899"/>
                  <a:gd name="connsiteX7" fmla="*/ 701583 w 841899"/>
                  <a:gd name="connsiteY7" fmla="*/ 28063 h 841899"/>
                  <a:gd name="connsiteX8" fmla="*/ 813836 w 841899"/>
                  <a:gd name="connsiteY8" fmla="*/ 28063 h 84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1899" h="841899">
                    <a:moveTo>
                      <a:pt x="813836" y="28063"/>
                    </a:moveTo>
                    <a:lnTo>
                      <a:pt x="813836" y="28063"/>
                    </a:lnTo>
                    <a:cubicBezTo>
                      <a:pt x="851254" y="65481"/>
                      <a:pt x="851254" y="102899"/>
                      <a:pt x="813836" y="140317"/>
                    </a:cubicBezTo>
                    <a:lnTo>
                      <a:pt x="140317" y="813836"/>
                    </a:lnTo>
                    <a:cubicBezTo>
                      <a:pt x="102899" y="851254"/>
                      <a:pt x="65481" y="851254"/>
                      <a:pt x="28063" y="813836"/>
                    </a:cubicBezTo>
                    <a:lnTo>
                      <a:pt x="28063" y="813836"/>
                    </a:lnTo>
                    <a:cubicBezTo>
                      <a:pt x="-9354" y="776418"/>
                      <a:pt x="-9354" y="739000"/>
                      <a:pt x="28063" y="701583"/>
                    </a:cubicBezTo>
                    <a:lnTo>
                      <a:pt x="701583" y="28063"/>
                    </a:lnTo>
                    <a:cubicBezTo>
                      <a:pt x="739000" y="-9354"/>
                      <a:pt x="776418" y="-9354"/>
                      <a:pt x="813836" y="28063"/>
                    </a:cubicBezTo>
                    <a:close/>
                  </a:path>
                </a:pathLst>
              </a:cu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955" tIns="34478" rIns="68955" bIns="34478" numCol="1" spcCol="0" rtlCol="0" fromWordArt="0" anchor="ctr" anchorCtr="0" forceAA="0" compatLnSpc="1">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endParaRPr kumimoji="0" lang="zh-CN" altLang="en-US" sz="181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263" name="组合 262"/>
            <p:cNvGrpSpPr/>
            <p:nvPr/>
          </p:nvGrpSpPr>
          <p:grpSpPr>
            <a:xfrm>
              <a:off x="7062027" y="2475136"/>
              <a:ext cx="343850" cy="343850"/>
              <a:chOff x="3181350" y="2809884"/>
              <a:chExt cx="1905000" cy="1904999"/>
            </a:xfrm>
          </p:grpSpPr>
          <p:sp>
            <p:nvSpPr>
              <p:cNvPr id="260" name="任意多边形: 形状 259"/>
              <p:cNvSpPr/>
              <p:nvPr/>
            </p:nvSpPr>
            <p:spPr>
              <a:xfrm>
                <a:off x="3736974" y="2809884"/>
                <a:ext cx="1349375" cy="1519237"/>
              </a:xfrm>
              <a:custGeom>
                <a:avLst/>
                <a:gdLst>
                  <a:gd name="connsiteX0" fmla="*/ 1190625 w 1349375"/>
                  <a:gd name="connsiteY0" fmla="*/ 0 h 1519237"/>
                  <a:gd name="connsiteX1" fmla="*/ 158750 w 1349375"/>
                  <a:gd name="connsiteY1" fmla="*/ 0 h 1519237"/>
                  <a:gd name="connsiteX2" fmla="*/ 0 w 1349375"/>
                  <a:gd name="connsiteY2" fmla="*/ 158750 h 1519237"/>
                  <a:gd name="connsiteX3" fmla="*/ 0 w 1349375"/>
                  <a:gd name="connsiteY3" fmla="*/ 1031875 h 1519237"/>
                  <a:gd name="connsiteX4" fmla="*/ 158750 w 1349375"/>
                  <a:gd name="connsiteY4" fmla="*/ 1190625 h 1519237"/>
                  <a:gd name="connsiteX5" fmla="*/ 238125 w 1349375"/>
                  <a:gd name="connsiteY5" fmla="*/ 1190625 h 1519237"/>
                  <a:gd name="connsiteX6" fmla="*/ 238125 w 1349375"/>
                  <a:gd name="connsiteY6" fmla="*/ 1360488 h 1519237"/>
                  <a:gd name="connsiteX7" fmla="*/ 396875 w 1349375"/>
                  <a:gd name="connsiteY7" fmla="*/ 1519237 h 1519237"/>
                  <a:gd name="connsiteX8" fmla="*/ 555625 w 1349375"/>
                  <a:gd name="connsiteY8" fmla="*/ 1360488 h 1519237"/>
                  <a:gd name="connsiteX9" fmla="*/ 555625 w 1349375"/>
                  <a:gd name="connsiteY9" fmla="*/ 1190625 h 1519237"/>
                  <a:gd name="connsiteX10" fmla="*/ 1190625 w 1349375"/>
                  <a:gd name="connsiteY10" fmla="*/ 1190625 h 1519237"/>
                  <a:gd name="connsiteX11" fmla="*/ 1349375 w 1349375"/>
                  <a:gd name="connsiteY11" fmla="*/ 1031875 h 1519237"/>
                  <a:gd name="connsiteX12" fmla="*/ 1349375 w 1349375"/>
                  <a:gd name="connsiteY12" fmla="*/ 158750 h 1519237"/>
                  <a:gd name="connsiteX13" fmla="*/ 1190625 w 1349375"/>
                  <a:gd name="connsiteY13" fmla="*/ 0 h 1519237"/>
                  <a:gd name="connsiteX14" fmla="*/ 952500 w 1349375"/>
                  <a:gd name="connsiteY14" fmla="*/ 1031875 h 1519237"/>
                  <a:gd name="connsiteX15" fmla="*/ 396875 w 1349375"/>
                  <a:gd name="connsiteY15" fmla="*/ 1031875 h 1519237"/>
                  <a:gd name="connsiteX16" fmla="*/ 238125 w 1349375"/>
                  <a:gd name="connsiteY16" fmla="*/ 873125 h 1519237"/>
                  <a:gd name="connsiteX17" fmla="*/ 396875 w 1349375"/>
                  <a:gd name="connsiteY17" fmla="*/ 714375 h 1519237"/>
                  <a:gd name="connsiteX18" fmla="*/ 952500 w 1349375"/>
                  <a:gd name="connsiteY18" fmla="*/ 714375 h 1519237"/>
                  <a:gd name="connsiteX19" fmla="*/ 1111250 w 1349375"/>
                  <a:gd name="connsiteY19" fmla="*/ 873125 h 1519237"/>
                  <a:gd name="connsiteX20" fmla="*/ 952500 w 1349375"/>
                  <a:gd name="connsiteY20" fmla="*/ 1031875 h 1519237"/>
                  <a:gd name="connsiteX21" fmla="*/ 952500 w 1349375"/>
                  <a:gd name="connsiteY21" fmla="*/ 555625 h 1519237"/>
                  <a:gd name="connsiteX22" fmla="*/ 396875 w 1349375"/>
                  <a:gd name="connsiteY22" fmla="*/ 555625 h 1519237"/>
                  <a:gd name="connsiteX23" fmla="*/ 238125 w 1349375"/>
                  <a:gd name="connsiteY23" fmla="*/ 396875 h 1519237"/>
                  <a:gd name="connsiteX24" fmla="*/ 396875 w 1349375"/>
                  <a:gd name="connsiteY24" fmla="*/ 238125 h 1519237"/>
                  <a:gd name="connsiteX25" fmla="*/ 952500 w 1349375"/>
                  <a:gd name="connsiteY25" fmla="*/ 238125 h 1519237"/>
                  <a:gd name="connsiteX26" fmla="*/ 1111250 w 1349375"/>
                  <a:gd name="connsiteY26" fmla="*/ 396875 h 1519237"/>
                  <a:gd name="connsiteX27" fmla="*/ 952500 w 1349375"/>
                  <a:gd name="connsiteY27" fmla="*/ 555625 h 1519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49375" h="1519237">
                    <a:moveTo>
                      <a:pt x="1190625" y="0"/>
                    </a:moveTo>
                    <a:lnTo>
                      <a:pt x="158750" y="0"/>
                    </a:lnTo>
                    <a:cubicBezTo>
                      <a:pt x="71075" y="0"/>
                      <a:pt x="0" y="71075"/>
                      <a:pt x="0" y="158750"/>
                    </a:cubicBezTo>
                    <a:lnTo>
                      <a:pt x="0" y="1031875"/>
                    </a:lnTo>
                    <a:cubicBezTo>
                      <a:pt x="0" y="1119550"/>
                      <a:pt x="71075" y="1190625"/>
                      <a:pt x="158750" y="1190625"/>
                    </a:cubicBezTo>
                    <a:lnTo>
                      <a:pt x="238125" y="1190625"/>
                    </a:lnTo>
                    <a:lnTo>
                      <a:pt x="238125" y="1360488"/>
                    </a:lnTo>
                    <a:cubicBezTo>
                      <a:pt x="238125" y="1448163"/>
                      <a:pt x="309200" y="1519237"/>
                      <a:pt x="396875" y="1519237"/>
                    </a:cubicBezTo>
                    <a:cubicBezTo>
                      <a:pt x="484550" y="1519237"/>
                      <a:pt x="555625" y="1448163"/>
                      <a:pt x="555625" y="1360488"/>
                    </a:cubicBezTo>
                    <a:lnTo>
                      <a:pt x="555625" y="1190625"/>
                    </a:lnTo>
                    <a:lnTo>
                      <a:pt x="1190625" y="1190625"/>
                    </a:lnTo>
                    <a:cubicBezTo>
                      <a:pt x="1278300" y="1190625"/>
                      <a:pt x="1349375" y="1119550"/>
                      <a:pt x="1349375" y="1031875"/>
                    </a:cubicBezTo>
                    <a:lnTo>
                      <a:pt x="1349375" y="158750"/>
                    </a:lnTo>
                    <a:cubicBezTo>
                      <a:pt x="1349375" y="71075"/>
                      <a:pt x="1278300" y="0"/>
                      <a:pt x="1190625" y="0"/>
                    </a:cubicBezTo>
                    <a:close/>
                    <a:moveTo>
                      <a:pt x="952500" y="1031875"/>
                    </a:moveTo>
                    <a:lnTo>
                      <a:pt x="396875" y="1031875"/>
                    </a:lnTo>
                    <a:cubicBezTo>
                      <a:pt x="309200" y="1031875"/>
                      <a:pt x="238125" y="960800"/>
                      <a:pt x="238125" y="873125"/>
                    </a:cubicBezTo>
                    <a:cubicBezTo>
                      <a:pt x="238125" y="785450"/>
                      <a:pt x="309200" y="714375"/>
                      <a:pt x="396875" y="714375"/>
                    </a:cubicBezTo>
                    <a:lnTo>
                      <a:pt x="952500" y="714375"/>
                    </a:lnTo>
                    <a:cubicBezTo>
                      <a:pt x="1040175" y="714375"/>
                      <a:pt x="1111250" y="785450"/>
                      <a:pt x="1111250" y="873125"/>
                    </a:cubicBezTo>
                    <a:cubicBezTo>
                      <a:pt x="1111250" y="960800"/>
                      <a:pt x="1040175" y="1031875"/>
                      <a:pt x="952500" y="1031875"/>
                    </a:cubicBezTo>
                    <a:close/>
                    <a:moveTo>
                      <a:pt x="952500" y="555625"/>
                    </a:moveTo>
                    <a:lnTo>
                      <a:pt x="396875" y="555625"/>
                    </a:lnTo>
                    <a:cubicBezTo>
                      <a:pt x="309200" y="555625"/>
                      <a:pt x="238125" y="484550"/>
                      <a:pt x="238125" y="396875"/>
                    </a:cubicBezTo>
                    <a:cubicBezTo>
                      <a:pt x="238125" y="309200"/>
                      <a:pt x="309200" y="238125"/>
                      <a:pt x="396875" y="238125"/>
                    </a:cubicBezTo>
                    <a:lnTo>
                      <a:pt x="952500" y="238125"/>
                    </a:lnTo>
                    <a:cubicBezTo>
                      <a:pt x="1040175" y="238125"/>
                      <a:pt x="1111250" y="309200"/>
                      <a:pt x="1111250" y="396875"/>
                    </a:cubicBezTo>
                    <a:cubicBezTo>
                      <a:pt x="1111250" y="484550"/>
                      <a:pt x="1040175" y="555625"/>
                      <a:pt x="952500" y="555625"/>
                    </a:cubicBezTo>
                    <a:close/>
                  </a:path>
                </a:pathLst>
              </a:custGeom>
              <a:solidFill>
                <a:schemeClr val="accent2"/>
              </a:solidFill>
              <a:ln w="1860" cap="flat">
                <a:noFill/>
                <a:prstDash val="solid"/>
                <a:miter/>
              </a:ln>
              <a:effectLst/>
            </p:spPr>
            <p:txBody>
              <a:bodyPr lIns="68955" tIns="34478" rIns="68955" bIns="34478"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5" b="0" i="0" u="none" strike="noStrike" kern="1200" cap="none" spc="0" normalizeH="0" baseline="0" noProof="0">
                  <a:ln>
                    <a:noFill/>
                  </a:ln>
                  <a:solidFill>
                    <a:prstClr val="black"/>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61" name="任意多边形: 形状 260"/>
              <p:cNvSpPr/>
              <p:nvPr/>
            </p:nvSpPr>
            <p:spPr>
              <a:xfrm>
                <a:off x="3181350" y="2809884"/>
                <a:ext cx="396874" cy="1190625"/>
              </a:xfrm>
              <a:custGeom>
                <a:avLst/>
                <a:gdLst>
                  <a:gd name="connsiteX0" fmla="*/ 158750 w 396874"/>
                  <a:gd name="connsiteY0" fmla="*/ 0 h 1190625"/>
                  <a:gd name="connsiteX1" fmla="*/ 238125 w 396874"/>
                  <a:gd name="connsiteY1" fmla="*/ 0 h 1190625"/>
                  <a:gd name="connsiteX2" fmla="*/ 396875 w 396874"/>
                  <a:gd name="connsiteY2" fmla="*/ 158750 h 1190625"/>
                  <a:gd name="connsiteX3" fmla="*/ 396875 w 396874"/>
                  <a:gd name="connsiteY3" fmla="*/ 1031875 h 1190625"/>
                  <a:gd name="connsiteX4" fmla="*/ 238125 w 396874"/>
                  <a:gd name="connsiteY4" fmla="*/ 1190625 h 1190625"/>
                  <a:gd name="connsiteX5" fmla="*/ 158750 w 396874"/>
                  <a:gd name="connsiteY5" fmla="*/ 1190625 h 1190625"/>
                  <a:gd name="connsiteX6" fmla="*/ 0 w 396874"/>
                  <a:gd name="connsiteY6" fmla="*/ 1031875 h 1190625"/>
                  <a:gd name="connsiteX7" fmla="*/ 0 w 396874"/>
                  <a:gd name="connsiteY7" fmla="*/ 158750 h 1190625"/>
                  <a:gd name="connsiteX8" fmla="*/ 158750 w 396874"/>
                  <a:gd name="connsiteY8" fmla="*/ 0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6874" h="1190625">
                    <a:moveTo>
                      <a:pt x="158750" y="0"/>
                    </a:moveTo>
                    <a:lnTo>
                      <a:pt x="238125" y="0"/>
                    </a:lnTo>
                    <a:cubicBezTo>
                      <a:pt x="343958" y="0"/>
                      <a:pt x="396875" y="52917"/>
                      <a:pt x="396875" y="158750"/>
                    </a:cubicBezTo>
                    <a:lnTo>
                      <a:pt x="396875" y="1031875"/>
                    </a:lnTo>
                    <a:cubicBezTo>
                      <a:pt x="396875" y="1137708"/>
                      <a:pt x="343958" y="1190625"/>
                      <a:pt x="238125" y="1190625"/>
                    </a:cubicBezTo>
                    <a:lnTo>
                      <a:pt x="158750" y="1190625"/>
                    </a:lnTo>
                    <a:cubicBezTo>
                      <a:pt x="52917" y="1190625"/>
                      <a:pt x="0" y="1137708"/>
                      <a:pt x="0" y="1031875"/>
                    </a:cubicBezTo>
                    <a:lnTo>
                      <a:pt x="0" y="158750"/>
                    </a:lnTo>
                    <a:cubicBezTo>
                      <a:pt x="0" y="52917"/>
                      <a:pt x="52917" y="0"/>
                      <a:pt x="158750" y="0"/>
                    </a:cubicBezTo>
                    <a:close/>
                  </a:path>
                </a:pathLst>
              </a:custGeom>
              <a:solidFill>
                <a:schemeClr val="accent2"/>
              </a:solidFill>
              <a:ln w="1860" cap="flat">
                <a:noFill/>
                <a:prstDash val="solid"/>
                <a:miter/>
              </a:ln>
              <a:effectLst/>
            </p:spPr>
            <p:txBody>
              <a:bodyPr lIns="68955" tIns="34478" rIns="68955" bIns="34478"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5" b="0" i="0" u="none" strike="noStrike" kern="1200" cap="none" spc="0" normalizeH="0" baseline="0" noProof="0">
                  <a:ln>
                    <a:noFill/>
                  </a:ln>
                  <a:solidFill>
                    <a:prstClr val="black"/>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62" name="任意多边形: 形状 261"/>
              <p:cNvSpPr/>
              <p:nvPr/>
            </p:nvSpPr>
            <p:spPr>
              <a:xfrm>
                <a:off x="3181350" y="4159242"/>
                <a:ext cx="1905000" cy="555641"/>
              </a:xfrm>
              <a:custGeom>
                <a:avLst/>
                <a:gdLst>
                  <a:gd name="connsiteX0" fmla="*/ 1300163 w 1905000"/>
                  <a:gd name="connsiteY0" fmla="*/ 16 h 555641"/>
                  <a:gd name="connsiteX1" fmla="*/ 1220788 w 1905000"/>
                  <a:gd name="connsiteY1" fmla="*/ 63516 h 555641"/>
                  <a:gd name="connsiteX2" fmla="*/ 887523 w 1905000"/>
                  <a:gd name="connsiteY2" fmla="*/ 271590 h 555641"/>
                  <a:gd name="connsiteX3" fmla="*/ 679450 w 1905000"/>
                  <a:gd name="connsiteY3" fmla="*/ 63516 h 555641"/>
                  <a:gd name="connsiteX4" fmla="*/ 600075 w 1905000"/>
                  <a:gd name="connsiteY4" fmla="*/ 16 h 555641"/>
                  <a:gd name="connsiteX5" fmla="*/ 158750 w 1905000"/>
                  <a:gd name="connsiteY5" fmla="*/ 16 h 555641"/>
                  <a:gd name="connsiteX6" fmla="*/ 0 w 1905000"/>
                  <a:gd name="connsiteY6" fmla="*/ 158766 h 555641"/>
                  <a:gd name="connsiteX7" fmla="*/ 0 w 1905000"/>
                  <a:gd name="connsiteY7" fmla="*/ 396891 h 555641"/>
                  <a:gd name="connsiteX8" fmla="*/ 158750 w 1905000"/>
                  <a:gd name="connsiteY8" fmla="*/ 555641 h 555641"/>
                  <a:gd name="connsiteX9" fmla="*/ 1746250 w 1905000"/>
                  <a:gd name="connsiteY9" fmla="*/ 555641 h 555641"/>
                  <a:gd name="connsiteX10" fmla="*/ 1905000 w 1905000"/>
                  <a:gd name="connsiteY10" fmla="*/ 396891 h 555641"/>
                  <a:gd name="connsiteX11" fmla="*/ 1905000 w 1905000"/>
                  <a:gd name="connsiteY11" fmla="*/ 158766 h 555641"/>
                  <a:gd name="connsiteX12" fmla="*/ 1746250 w 1905000"/>
                  <a:gd name="connsiteY12" fmla="*/ 16 h 555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5000" h="555641">
                    <a:moveTo>
                      <a:pt x="1300163" y="16"/>
                    </a:moveTo>
                    <a:cubicBezTo>
                      <a:pt x="1261843" y="-756"/>
                      <a:pt x="1228445" y="25962"/>
                      <a:pt x="1220788" y="63516"/>
                    </a:cubicBezTo>
                    <a:cubicBezTo>
                      <a:pt x="1186217" y="213003"/>
                      <a:pt x="1037009" y="306160"/>
                      <a:pt x="887523" y="271590"/>
                    </a:cubicBezTo>
                    <a:cubicBezTo>
                      <a:pt x="784112" y="247674"/>
                      <a:pt x="703365" y="166927"/>
                      <a:pt x="679450" y="63516"/>
                    </a:cubicBezTo>
                    <a:cubicBezTo>
                      <a:pt x="671792" y="25962"/>
                      <a:pt x="638394" y="-756"/>
                      <a:pt x="600075" y="16"/>
                    </a:cubicBezTo>
                    <a:lnTo>
                      <a:pt x="158750" y="16"/>
                    </a:lnTo>
                    <a:cubicBezTo>
                      <a:pt x="71075" y="16"/>
                      <a:pt x="0" y="71091"/>
                      <a:pt x="0" y="158766"/>
                    </a:cubicBezTo>
                    <a:lnTo>
                      <a:pt x="0" y="396891"/>
                    </a:lnTo>
                    <a:cubicBezTo>
                      <a:pt x="0" y="484567"/>
                      <a:pt x="71075" y="555641"/>
                      <a:pt x="158750" y="555641"/>
                    </a:cubicBezTo>
                    <a:lnTo>
                      <a:pt x="1746250" y="555641"/>
                    </a:lnTo>
                    <a:cubicBezTo>
                      <a:pt x="1833925" y="555641"/>
                      <a:pt x="1905000" y="484567"/>
                      <a:pt x="1905000" y="396891"/>
                    </a:cubicBezTo>
                    <a:lnTo>
                      <a:pt x="1905000" y="158766"/>
                    </a:lnTo>
                    <a:cubicBezTo>
                      <a:pt x="1905000" y="71091"/>
                      <a:pt x="1833925" y="16"/>
                      <a:pt x="1746250" y="16"/>
                    </a:cubicBezTo>
                    <a:close/>
                  </a:path>
                </a:pathLst>
              </a:custGeom>
              <a:solidFill>
                <a:schemeClr val="accent2"/>
              </a:solidFill>
              <a:ln w="1860" cap="flat">
                <a:noFill/>
                <a:prstDash val="solid"/>
                <a:miter/>
              </a:ln>
              <a:effectLst/>
            </p:spPr>
            <p:txBody>
              <a:bodyPr lIns="68955" tIns="34478" rIns="68955" bIns="34478"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5" b="0" i="0" u="none" strike="noStrike" kern="1200" cap="none" spc="0" normalizeH="0" baseline="0" noProof="0">
                  <a:ln>
                    <a:noFill/>
                  </a:ln>
                  <a:solidFill>
                    <a:prstClr val="black"/>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grpSp>
        <p:nvGrpSpPr>
          <p:cNvPr id="225" name="组合 224"/>
          <p:cNvGrpSpPr/>
          <p:nvPr/>
        </p:nvGrpSpPr>
        <p:grpSpPr>
          <a:xfrm>
            <a:off x="7869569" y="1616937"/>
            <a:ext cx="640708" cy="1720168"/>
            <a:chOff x="8632345" y="3054977"/>
            <a:chExt cx="835116" cy="770573"/>
          </a:xfrm>
        </p:grpSpPr>
        <p:sp>
          <p:nvSpPr>
            <p:cNvPr id="226" name="任意多边形: 形状 225"/>
            <p:cNvSpPr/>
            <p:nvPr/>
          </p:nvSpPr>
          <p:spPr bwMode="auto">
            <a:xfrm rot="10800000" flipV="1">
              <a:off x="8632345" y="3054977"/>
              <a:ext cx="835116"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27" name="任意多边形: 形状 226"/>
            <p:cNvSpPr/>
            <p:nvPr/>
          </p:nvSpPr>
          <p:spPr bwMode="auto">
            <a:xfrm rot="10800000" flipV="1">
              <a:off x="9024231" y="3250126"/>
              <a:ext cx="412128" cy="380276"/>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41" name="组合 140"/>
          <p:cNvGrpSpPr/>
          <p:nvPr/>
        </p:nvGrpSpPr>
        <p:grpSpPr>
          <a:xfrm flipH="1">
            <a:off x="3696659" y="1616937"/>
            <a:ext cx="640708" cy="1720168"/>
            <a:chOff x="8632345" y="3054977"/>
            <a:chExt cx="835116" cy="770573"/>
          </a:xfrm>
        </p:grpSpPr>
        <p:sp>
          <p:nvSpPr>
            <p:cNvPr id="142" name="任意多边形: 形状 141"/>
            <p:cNvSpPr/>
            <p:nvPr/>
          </p:nvSpPr>
          <p:spPr bwMode="auto">
            <a:xfrm rot="10800000" flipV="1">
              <a:off x="8632345" y="3054977"/>
              <a:ext cx="835116"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43" name="任意多边形: 形状 142"/>
            <p:cNvSpPr/>
            <p:nvPr/>
          </p:nvSpPr>
          <p:spPr bwMode="auto">
            <a:xfrm rot="10800000" flipV="1">
              <a:off x="9024231" y="3250126"/>
              <a:ext cx="412128" cy="380276"/>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3" name="组合 2"/>
          <p:cNvGrpSpPr/>
          <p:nvPr/>
        </p:nvGrpSpPr>
        <p:grpSpPr>
          <a:xfrm>
            <a:off x="8559800" y="765174"/>
            <a:ext cx="3327400" cy="4107077"/>
            <a:chOff x="8559800" y="765174"/>
            <a:chExt cx="3327400" cy="4107077"/>
          </a:xfrm>
        </p:grpSpPr>
        <p:sp>
          <p:nvSpPr>
            <p:cNvPr id="43" name="矩形: 圆角 42"/>
            <p:cNvSpPr/>
            <p:nvPr/>
          </p:nvSpPr>
          <p:spPr>
            <a:xfrm>
              <a:off x="8559800" y="765174"/>
              <a:ext cx="3327400" cy="4107077"/>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marL="0" marR="0" lvl="0" indent="0" algn="l" defTabSz="30988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4" name="任意多边形: 形状 43"/>
            <p:cNvSpPr/>
            <p:nvPr/>
          </p:nvSpPr>
          <p:spPr>
            <a:xfrm>
              <a:off x="9008656" y="765175"/>
              <a:ext cx="2429689" cy="456756"/>
            </a:xfrm>
            <a:custGeom>
              <a:avLst/>
              <a:gdLst>
                <a:gd name="connsiteX0" fmla="*/ 0 w 2045286"/>
                <a:gd name="connsiteY0" fmla="*/ 0 h 456756"/>
                <a:gd name="connsiteX1" fmla="*/ 2045286 w 2045286"/>
                <a:gd name="connsiteY1" fmla="*/ 0 h 456756"/>
                <a:gd name="connsiteX2" fmla="*/ 1811447 w 2045286"/>
                <a:gd name="connsiteY2" fmla="*/ 233839 h 456756"/>
                <a:gd name="connsiteX3" fmla="*/ 1811447 w 2045286"/>
                <a:gd name="connsiteY3" fmla="*/ 273330 h 456756"/>
                <a:gd name="connsiteX4" fmla="*/ 1810806 w 2045286"/>
                <a:gd name="connsiteY4" fmla="*/ 273330 h 456756"/>
                <a:gd name="connsiteX5" fmla="*/ 1810806 w 2045286"/>
                <a:gd name="connsiteY5" fmla="*/ 355765 h 456756"/>
                <a:gd name="connsiteX6" fmla="*/ 1709815 w 2045286"/>
                <a:gd name="connsiteY6" fmla="*/ 456756 h 456756"/>
                <a:gd name="connsiteX7" fmla="*/ 335546 w 2045286"/>
                <a:gd name="connsiteY7" fmla="*/ 456756 h 456756"/>
                <a:gd name="connsiteX8" fmla="*/ 234555 w 2045286"/>
                <a:gd name="connsiteY8" fmla="*/ 355765 h 456756"/>
                <a:gd name="connsiteX9" fmla="*/ 234555 w 2045286"/>
                <a:gd name="connsiteY9" fmla="*/ 273330 h 456756"/>
                <a:gd name="connsiteX10" fmla="*/ 233839 w 2045286"/>
                <a:gd name="connsiteY10" fmla="*/ 273330 h 456756"/>
                <a:gd name="connsiteX11" fmla="*/ 233839 w 2045286"/>
                <a:gd name="connsiteY11" fmla="*/ 233839 h 456756"/>
                <a:gd name="connsiteX12" fmla="*/ 0 w 2045286"/>
                <a:gd name="connsiteY12" fmla="*/ 0 h 45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5286" h="456756">
                  <a:moveTo>
                    <a:pt x="0" y="0"/>
                  </a:moveTo>
                  <a:lnTo>
                    <a:pt x="2045286" y="0"/>
                  </a:lnTo>
                  <a:cubicBezTo>
                    <a:pt x="1916140" y="0"/>
                    <a:pt x="1811447" y="104693"/>
                    <a:pt x="1811447" y="233839"/>
                  </a:cubicBezTo>
                  <a:lnTo>
                    <a:pt x="1811447" y="273330"/>
                  </a:lnTo>
                  <a:lnTo>
                    <a:pt x="1810806" y="273330"/>
                  </a:lnTo>
                  <a:lnTo>
                    <a:pt x="1810806" y="355765"/>
                  </a:lnTo>
                  <a:cubicBezTo>
                    <a:pt x="1810806" y="411541"/>
                    <a:pt x="1765591" y="456756"/>
                    <a:pt x="1709815" y="456756"/>
                  </a:cubicBezTo>
                  <a:lnTo>
                    <a:pt x="335546" y="456756"/>
                  </a:lnTo>
                  <a:cubicBezTo>
                    <a:pt x="279770" y="456756"/>
                    <a:pt x="234555" y="411541"/>
                    <a:pt x="234555" y="355765"/>
                  </a:cubicBezTo>
                  <a:lnTo>
                    <a:pt x="234555" y="273330"/>
                  </a:lnTo>
                  <a:lnTo>
                    <a:pt x="233839" y="273330"/>
                  </a:lnTo>
                  <a:lnTo>
                    <a:pt x="233839" y="233839"/>
                  </a:lnTo>
                  <a:cubicBezTo>
                    <a:pt x="233839" y="104693"/>
                    <a:pt x="129146" y="0"/>
                    <a:pt x="0" y="0"/>
                  </a:cubicBezTo>
                  <a:close/>
                </a:path>
              </a:pathLst>
            </a:custGeom>
            <a:gradFill flip="none" rotWithShape="1">
              <a:gsLst>
                <a:gs pos="0">
                  <a:schemeClr val="accent1"/>
                </a:gs>
                <a:gs pos="86000">
                  <a:schemeClr val="accent1">
                    <a:lumMod val="75000"/>
                  </a:schemeClr>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45" name="文本框 44"/>
            <p:cNvSpPr txBox="1"/>
            <p:nvPr/>
          </p:nvSpPr>
          <p:spPr>
            <a:xfrm>
              <a:off x="9376152" y="810857"/>
              <a:ext cx="169469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师资队伍建设</a:t>
              </a:r>
            </a:p>
          </p:txBody>
        </p:sp>
        <p:grpSp>
          <p:nvGrpSpPr>
            <p:cNvPr id="133" name="组合 132"/>
            <p:cNvGrpSpPr/>
            <p:nvPr/>
          </p:nvGrpSpPr>
          <p:grpSpPr>
            <a:xfrm>
              <a:off x="8925316" y="1329377"/>
              <a:ext cx="2723047" cy="1309040"/>
              <a:chOff x="8925316" y="1353829"/>
              <a:chExt cx="2723047" cy="1309040"/>
            </a:xfrm>
          </p:grpSpPr>
          <p:sp>
            <p:nvSpPr>
              <p:cNvPr id="123" name="文本框 122"/>
              <p:cNvSpPr txBox="1"/>
              <p:nvPr/>
            </p:nvSpPr>
            <p:spPr>
              <a:xfrm>
                <a:off x="8925316" y="1748260"/>
                <a:ext cx="2723047" cy="914609"/>
              </a:xfrm>
              <a:prstGeom prst="rect">
                <a:avLst/>
              </a:prstGeom>
              <a:noFill/>
              <a:effectLst/>
            </p:spPr>
            <p:txBody>
              <a:bodyPr wrap="square" lIns="91440" tIns="45720" rIns="91440" bIns="45720" rtlCol="0">
                <a:no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加强教师与企业技术人员的交流与合作，提升教师的实践指导能力和教学水平</a:t>
                </a:r>
              </a:p>
            </p:txBody>
          </p:sp>
          <p:sp>
            <p:nvSpPr>
              <p:cNvPr id="124" name="文本框 123"/>
              <p:cNvSpPr txBox="1"/>
              <p:nvPr/>
            </p:nvSpPr>
            <p:spPr>
              <a:xfrm>
                <a:off x="8925316" y="1353829"/>
                <a:ext cx="194636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双师型教师培养</a:t>
                </a:r>
              </a:p>
            </p:txBody>
          </p:sp>
          <p:cxnSp>
            <p:nvCxnSpPr>
              <p:cNvPr id="125" name="直接连接符 124"/>
              <p:cNvCxnSpPr/>
              <p:nvPr/>
            </p:nvCxnSpPr>
            <p:spPr>
              <a:xfrm>
                <a:off x="9032567" y="1760359"/>
                <a:ext cx="242888" cy="0"/>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240" name="组合 239"/>
            <p:cNvGrpSpPr/>
            <p:nvPr/>
          </p:nvGrpSpPr>
          <p:grpSpPr>
            <a:xfrm>
              <a:off x="8674694" y="3759957"/>
              <a:ext cx="3141749" cy="996161"/>
              <a:chOff x="8674694" y="3807725"/>
              <a:chExt cx="3141749" cy="996161"/>
            </a:xfrm>
          </p:grpSpPr>
          <p:sp>
            <p:nvSpPr>
              <p:cNvPr id="228" name="矩形: 圆角 227"/>
              <p:cNvSpPr/>
              <p:nvPr/>
            </p:nvSpPr>
            <p:spPr>
              <a:xfrm>
                <a:off x="8674694" y="3807725"/>
                <a:ext cx="3097613" cy="996161"/>
              </a:xfrm>
              <a:prstGeom prst="roundRect">
                <a:avLst>
                  <a:gd name="adj" fmla="val 293"/>
                </a:avLst>
              </a:prstGeom>
              <a:solidFill>
                <a:schemeClr val="bg1"/>
              </a:solidFill>
              <a:ln>
                <a:solidFill>
                  <a:schemeClr val="accent1"/>
                </a:solidFill>
                <a:prstDash val="lgDash"/>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32" name="矩形: 圆角 231"/>
              <p:cNvSpPr/>
              <p:nvPr/>
            </p:nvSpPr>
            <p:spPr>
              <a:xfrm>
                <a:off x="10752818" y="3807725"/>
                <a:ext cx="1063625" cy="996161"/>
              </a:xfrm>
              <a:prstGeom prst="roundRect">
                <a:avLst>
                  <a:gd name="adj" fmla="val 5812"/>
                </a:avLst>
              </a:prstGeom>
              <a:gradFill>
                <a:gsLst>
                  <a:gs pos="51000">
                    <a:schemeClr val="accent1"/>
                  </a:gs>
                  <a:gs pos="0">
                    <a:schemeClr val="accent1"/>
                  </a:gs>
                  <a:gs pos="100000">
                    <a:schemeClr val="accent1">
                      <a:lumMod val="75000"/>
                    </a:schemeClr>
                  </a:gs>
                </a:gsLst>
                <a:lin ang="2700000" scaled="1"/>
              </a:gradFill>
              <a:ln>
                <a:solidFill>
                  <a:schemeClr val="bg1"/>
                </a:solidFill>
              </a:ln>
              <a:effectLst>
                <a:outerShdw blurRad="50800" dist="38100" rotWithShape="0">
                  <a:schemeClr val="accent1">
                    <a:alpha val="5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专业教师下企业</a:t>
                </a:r>
                <a:endParaRPr kumimoji="0" lang="en-US" altLang="zh-CN" sz="1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全覆盖</a:t>
                </a:r>
              </a:p>
            </p:txBody>
          </p:sp>
          <p:sp>
            <p:nvSpPr>
              <p:cNvPr id="239" name="文本框 238"/>
              <p:cNvSpPr txBox="1"/>
              <p:nvPr/>
            </p:nvSpPr>
            <p:spPr>
              <a:xfrm>
                <a:off x="8693826" y="3936473"/>
                <a:ext cx="2124299" cy="73866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企业挂职锻炼</a:t>
                </a:r>
                <a:endParaRPr kumimoji="0" lang="en-US" altLang="zh-CN"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企业技术人员到校授课</a:t>
                </a:r>
                <a:endParaRPr kumimoji="0" lang="en-US" altLang="zh-CN"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60607"/>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构建产教融合型教学团队</a:t>
                </a:r>
                <a:endParaRPr kumimoji="0" lang="zh-CN" altLang="en-US" sz="1400" b="0" i="0" u="none" strike="noStrike" kern="1200" cap="none" spc="0" normalizeH="0" baseline="0" noProof="0" dirty="0">
                  <a:ln>
                    <a:noFill/>
                  </a:ln>
                  <a:solidFill>
                    <a:prstClr val="black"/>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249" name="组合 248"/>
            <p:cNvGrpSpPr/>
            <p:nvPr/>
          </p:nvGrpSpPr>
          <p:grpSpPr>
            <a:xfrm>
              <a:off x="8656257" y="2522380"/>
              <a:ext cx="3134486" cy="1278224"/>
              <a:chOff x="8820585" y="2570148"/>
              <a:chExt cx="3134486" cy="1278224"/>
            </a:xfrm>
          </p:grpSpPr>
          <p:grpSp>
            <p:nvGrpSpPr>
              <p:cNvPr id="248" name="组合 247"/>
              <p:cNvGrpSpPr/>
              <p:nvPr/>
            </p:nvGrpSpPr>
            <p:grpSpPr>
              <a:xfrm>
                <a:off x="10444668" y="2570148"/>
                <a:ext cx="1510403" cy="1278224"/>
                <a:chOff x="10444668" y="2570148"/>
                <a:chExt cx="1510403" cy="1278224"/>
              </a:xfrm>
            </p:grpSpPr>
            <p:graphicFrame>
              <p:nvGraphicFramePr>
                <p:cNvPr id="242" name="iśḻíḓé"/>
                <p:cNvGraphicFramePr/>
                <p:nvPr/>
              </p:nvGraphicFramePr>
              <p:xfrm>
                <a:off x="10444668" y="2570148"/>
                <a:ext cx="1510403" cy="1278224"/>
              </p:xfrm>
              <a:graphic>
                <a:graphicData uri="http://schemas.openxmlformats.org/drawingml/2006/chart">
                  <c:chart xmlns:c="http://schemas.openxmlformats.org/drawingml/2006/chart" xmlns:r="http://schemas.openxmlformats.org/officeDocument/2006/relationships" r:id="rId10"/>
                </a:graphicData>
              </a:graphic>
            </p:graphicFrame>
            <p:sp>
              <p:nvSpPr>
                <p:cNvPr id="243" name="iṧļîḍe"/>
                <p:cNvSpPr txBox="1"/>
                <p:nvPr/>
              </p:nvSpPr>
              <p:spPr>
                <a:xfrm>
                  <a:off x="10919215" y="2926106"/>
                  <a:ext cx="561308" cy="566309"/>
                </a:xfrm>
                <a:prstGeom prst="rect">
                  <a:avLst/>
                </a:prstGeom>
                <a:noFill/>
                <a:effectLst/>
              </p:spPr>
              <p:txBody>
                <a:bodyPr wrap="none" lIns="73152" tIns="36576" rIns="73152" bIns="36576"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兼职</a:t>
                  </a:r>
                  <a:endParaRPr kumimoji="0" lang="en-US" altLang="zh-CN"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72%</a:t>
                  </a:r>
                  <a:endParaRPr kumimoji="0" lang="en-GB"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247" name="组合 246"/>
              <p:cNvGrpSpPr/>
              <p:nvPr/>
            </p:nvGrpSpPr>
            <p:grpSpPr>
              <a:xfrm>
                <a:off x="8820585" y="2570148"/>
                <a:ext cx="1510403" cy="1278224"/>
                <a:chOff x="8820585" y="2570148"/>
                <a:chExt cx="1510403" cy="1278224"/>
              </a:xfrm>
            </p:grpSpPr>
            <p:graphicFrame>
              <p:nvGraphicFramePr>
                <p:cNvPr id="245" name="íṡľïḑé"/>
                <p:cNvGraphicFramePr/>
                <p:nvPr/>
              </p:nvGraphicFramePr>
              <p:xfrm>
                <a:off x="8820585" y="2570148"/>
                <a:ext cx="1510403" cy="1278224"/>
              </p:xfrm>
              <a:graphic>
                <a:graphicData uri="http://schemas.openxmlformats.org/drawingml/2006/chart">
                  <c:chart xmlns:c="http://schemas.openxmlformats.org/drawingml/2006/chart" xmlns:r="http://schemas.openxmlformats.org/officeDocument/2006/relationships" r:id="rId11"/>
                </a:graphicData>
              </a:graphic>
            </p:graphicFrame>
            <p:sp>
              <p:nvSpPr>
                <p:cNvPr id="246" name="íṣliḑé"/>
                <p:cNvSpPr txBox="1"/>
                <p:nvPr/>
              </p:nvSpPr>
              <p:spPr>
                <a:xfrm>
                  <a:off x="9276666" y="2916873"/>
                  <a:ext cx="59824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挂职</a:t>
                  </a:r>
                  <a:endParaRPr kumimoji="0" lang="en-US" altLang="zh-CN"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63%</a:t>
                  </a:r>
                  <a:endParaRPr kumimoji="0" lang="en-GB" sz="1600" b="0" i="0" u="none" strike="noStrike" kern="1200" cap="none" spc="0" normalizeH="0" baseline="0" noProof="0" dirty="0">
                    <a:ln>
                      <a:noFill/>
                    </a:ln>
                    <a:solidFill>
                      <a:schemeClr val="accent1"/>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grpSp>
      <p:grpSp>
        <p:nvGrpSpPr>
          <p:cNvPr id="275" name="组合 274"/>
          <p:cNvGrpSpPr/>
          <p:nvPr/>
        </p:nvGrpSpPr>
        <p:grpSpPr>
          <a:xfrm rot="5400000">
            <a:off x="5783114" y="3781695"/>
            <a:ext cx="640708" cy="1720168"/>
            <a:chOff x="8632345" y="3054977"/>
            <a:chExt cx="835116" cy="770573"/>
          </a:xfrm>
        </p:grpSpPr>
        <p:sp>
          <p:nvSpPr>
            <p:cNvPr id="276" name="任意多边形: 形状 275"/>
            <p:cNvSpPr/>
            <p:nvPr/>
          </p:nvSpPr>
          <p:spPr bwMode="auto">
            <a:xfrm rot="10800000" flipV="1">
              <a:off x="8632345" y="3054977"/>
              <a:ext cx="835116"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7" name="任意多边形: 形状 276"/>
            <p:cNvSpPr/>
            <p:nvPr/>
          </p:nvSpPr>
          <p:spPr bwMode="auto">
            <a:xfrm rot="10800000" flipV="1">
              <a:off x="9024231" y="3250126"/>
              <a:ext cx="412128" cy="380276"/>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14" name="组合 13"/>
          <p:cNvGrpSpPr/>
          <p:nvPr/>
        </p:nvGrpSpPr>
        <p:grpSpPr>
          <a:xfrm>
            <a:off x="304800" y="5010150"/>
            <a:ext cx="11582400" cy="1511158"/>
            <a:chOff x="304800" y="5010150"/>
            <a:chExt cx="11582400" cy="1511158"/>
          </a:xfrm>
        </p:grpSpPr>
        <p:sp>
          <p:nvSpPr>
            <p:cNvPr id="270" name="矩形: 圆角 269"/>
            <p:cNvSpPr/>
            <p:nvPr/>
          </p:nvSpPr>
          <p:spPr>
            <a:xfrm>
              <a:off x="304800" y="5010150"/>
              <a:ext cx="11582400" cy="1511158"/>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marL="0" marR="0" lvl="0" indent="0" algn="l" defTabSz="30988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srgbClr val="FFFFFF"/>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6" name="箭头: 右 105"/>
            <p:cNvSpPr/>
            <p:nvPr/>
          </p:nvSpPr>
          <p:spPr>
            <a:xfrm>
              <a:off x="3800892" y="5491409"/>
              <a:ext cx="575310" cy="548640"/>
            </a:xfrm>
            <a:prstGeom prst="rightArrow">
              <a:avLst/>
            </a:pr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7" name="箭头: 右 106"/>
            <p:cNvSpPr/>
            <p:nvPr/>
          </p:nvSpPr>
          <p:spPr>
            <a:xfrm>
              <a:off x="7815798" y="5491409"/>
              <a:ext cx="575310" cy="548640"/>
            </a:xfrm>
            <a:prstGeom prst="rightArrow">
              <a:avLst/>
            </a:prstGeom>
            <a:gradFill flip="none" rotWithShape="1">
              <a:gsLst>
                <a:gs pos="100000">
                  <a:srgbClr val="FFC000">
                    <a:alpha val="0"/>
                  </a:srgbClr>
                </a:gs>
                <a:gs pos="10000">
                  <a:srgbClr val="FFC000"/>
                </a:gs>
              </a:gsLst>
              <a:lin ang="10800000" scaled="1"/>
              <a:tileRect/>
            </a:gra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10" name="组合 9"/>
            <p:cNvGrpSpPr/>
            <p:nvPr/>
          </p:nvGrpSpPr>
          <p:grpSpPr>
            <a:xfrm>
              <a:off x="417394" y="5102155"/>
              <a:ext cx="3327400" cy="1327149"/>
              <a:chOff x="417394" y="5102155"/>
              <a:chExt cx="3327400" cy="1327149"/>
            </a:xfrm>
          </p:grpSpPr>
          <p:sp>
            <p:nvSpPr>
              <p:cNvPr id="97" name="米菲PPT53"/>
              <p:cNvSpPr/>
              <p:nvPr/>
            </p:nvSpPr>
            <p:spPr>
              <a:xfrm>
                <a:off x="417394" y="5107755"/>
                <a:ext cx="3327400" cy="1321549"/>
              </a:xfrm>
              <a:prstGeom prst="rect">
                <a:avLst/>
              </a:prstGeom>
              <a:solidFill>
                <a:srgbClr val="F8F4FA"/>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98" name="米菲PPT56"/>
              <p:cNvSpPr/>
              <p:nvPr/>
            </p:nvSpPr>
            <p:spPr>
              <a:xfrm flipH="1" flipV="1">
                <a:off x="715293" y="5109127"/>
                <a:ext cx="2731603" cy="386727"/>
              </a:xfrm>
              <a:custGeom>
                <a:avLst/>
                <a:gdLst>
                  <a:gd name="connsiteX0" fmla="*/ 3274172 w 3274172"/>
                  <a:gd name="connsiteY0" fmla="*/ 416200 h 416200"/>
                  <a:gd name="connsiteX1" fmla="*/ 2671379 w 3274172"/>
                  <a:gd name="connsiteY1" fmla="*/ 416200 h 416200"/>
                  <a:gd name="connsiteX2" fmla="*/ 1771402 w 3274172"/>
                  <a:gd name="connsiteY2" fmla="*/ 416200 h 416200"/>
                  <a:gd name="connsiteX3" fmla="*/ 1502770 w 3274172"/>
                  <a:gd name="connsiteY3" fmla="*/ 416200 h 416200"/>
                  <a:gd name="connsiteX4" fmla="*/ 602793 w 3274172"/>
                  <a:gd name="connsiteY4" fmla="*/ 416200 h 416200"/>
                  <a:gd name="connsiteX5" fmla="*/ 0 w 3274172"/>
                  <a:gd name="connsiteY5" fmla="*/ 416200 h 416200"/>
                  <a:gd name="connsiteX6" fmla="*/ 211198 w 3274172"/>
                  <a:gd name="connsiteY6" fmla="*/ 246200 h 416200"/>
                  <a:gd name="connsiteX7" fmla="*/ 479603 w 3274172"/>
                  <a:gd name="connsiteY7" fmla="*/ 0 h 416200"/>
                  <a:gd name="connsiteX8" fmla="*/ 602793 w 3274172"/>
                  <a:gd name="connsiteY8" fmla="*/ 0 h 416200"/>
                  <a:gd name="connsiteX9" fmla="*/ 1502770 w 3274172"/>
                  <a:gd name="connsiteY9" fmla="*/ 0 h 416200"/>
                  <a:gd name="connsiteX10" fmla="*/ 1771402 w 3274172"/>
                  <a:gd name="connsiteY10" fmla="*/ 0 h 416200"/>
                  <a:gd name="connsiteX11" fmla="*/ 2671379 w 3274172"/>
                  <a:gd name="connsiteY11" fmla="*/ 0 h 416200"/>
                  <a:gd name="connsiteX12" fmla="*/ 2794569 w 3274172"/>
                  <a:gd name="connsiteY12" fmla="*/ 0 h 416200"/>
                  <a:gd name="connsiteX13" fmla="*/ 3062974 w 3274172"/>
                  <a:gd name="connsiteY13" fmla="*/ 246200 h 416200"/>
                  <a:gd name="connsiteX14" fmla="*/ 3274172 w 3274172"/>
                  <a:gd name="connsiteY14" fmla="*/ 416200 h 41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4172" h="416200">
                    <a:moveTo>
                      <a:pt x="3274172" y="416200"/>
                    </a:moveTo>
                    <a:lnTo>
                      <a:pt x="2671379" y="416200"/>
                    </a:lnTo>
                    <a:lnTo>
                      <a:pt x="1771402" y="416200"/>
                    </a:lnTo>
                    <a:lnTo>
                      <a:pt x="1502770" y="416200"/>
                    </a:lnTo>
                    <a:lnTo>
                      <a:pt x="602793" y="416200"/>
                    </a:lnTo>
                    <a:lnTo>
                      <a:pt x="0" y="416200"/>
                    </a:lnTo>
                    <a:cubicBezTo>
                      <a:pt x="137278" y="386520"/>
                      <a:pt x="126719" y="377479"/>
                      <a:pt x="211198" y="246200"/>
                    </a:cubicBezTo>
                    <a:cubicBezTo>
                      <a:pt x="295678" y="114921"/>
                      <a:pt x="326702" y="0"/>
                      <a:pt x="479603" y="0"/>
                    </a:cubicBezTo>
                    <a:lnTo>
                      <a:pt x="602793" y="0"/>
                    </a:lnTo>
                    <a:lnTo>
                      <a:pt x="1502770" y="0"/>
                    </a:lnTo>
                    <a:lnTo>
                      <a:pt x="1771402" y="0"/>
                    </a:lnTo>
                    <a:lnTo>
                      <a:pt x="2671379" y="0"/>
                    </a:lnTo>
                    <a:lnTo>
                      <a:pt x="2794569" y="0"/>
                    </a:lnTo>
                    <a:cubicBezTo>
                      <a:pt x="2947470" y="0"/>
                      <a:pt x="2978494" y="114921"/>
                      <a:pt x="3062974" y="246200"/>
                    </a:cubicBezTo>
                    <a:cubicBezTo>
                      <a:pt x="3147453" y="377479"/>
                      <a:pt x="3136894" y="386520"/>
                      <a:pt x="3274172" y="416200"/>
                    </a:cubicBezTo>
                    <a:close/>
                  </a:path>
                </a:pathLst>
              </a:custGeom>
              <a:solidFill>
                <a:schemeClr val="bg1"/>
              </a:solidFill>
              <a:ln w="12700" cap="flat" cmpd="sng" algn="ctr">
                <a:solidFill>
                  <a:schemeClr val="accent1">
                    <a:lumMod val="40000"/>
                    <a:lumOff val="60000"/>
                  </a:schemeClr>
                </a:solidFill>
                <a:prstDash val="solid"/>
                <a:miter lim="800000"/>
              </a:ln>
              <a:effectLst>
                <a:outerShdw blurRad="304800" dist="1651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srgbClr val="549E39"/>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99" name="米菲PPT57"/>
              <p:cNvSpPr txBox="1"/>
              <p:nvPr/>
            </p:nvSpPr>
            <p:spPr>
              <a:xfrm>
                <a:off x="1233747" y="5102155"/>
                <a:ext cx="1694695" cy="4001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864B8"/>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课程体系创新</a:t>
                </a:r>
              </a:p>
            </p:txBody>
          </p:sp>
          <p:sp>
            <p:nvSpPr>
              <p:cNvPr id="5" name="矩形: 圆角 4"/>
              <p:cNvSpPr/>
              <p:nvPr/>
            </p:nvSpPr>
            <p:spPr>
              <a:xfrm>
                <a:off x="715293" y="5575481"/>
                <a:ext cx="2731603" cy="345103"/>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构建产教融合课程体系</a:t>
                </a:r>
              </a:p>
            </p:txBody>
          </p:sp>
          <p:sp>
            <p:nvSpPr>
              <p:cNvPr id="6" name="矩形: 圆角 5"/>
              <p:cNvSpPr/>
              <p:nvPr/>
            </p:nvSpPr>
            <p:spPr>
              <a:xfrm>
                <a:off x="715293" y="6000211"/>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项目驱动式教学</a:t>
                </a:r>
              </a:p>
            </p:txBody>
          </p:sp>
        </p:grpSp>
        <p:grpSp>
          <p:nvGrpSpPr>
            <p:cNvPr id="11" name="组合 10"/>
            <p:cNvGrpSpPr/>
            <p:nvPr/>
          </p:nvGrpSpPr>
          <p:grpSpPr>
            <a:xfrm>
              <a:off x="4432300" y="5095805"/>
              <a:ext cx="3327400" cy="1327149"/>
              <a:chOff x="4432300" y="5095805"/>
              <a:chExt cx="3327400" cy="1327149"/>
            </a:xfrm>
          </p:grpSpPr>
          <p:sp>
            <p:nvSpPr>
              <p:cNvPr id="100" name="米菲PPT53"/>
              <p:cNvSpPr/>
              <p:nvPr/>
            </p:nvSpPr>
            <p:spPr>
              <a:xfrm>
                <a:off x="4432300" y="5101405"/>
                <a:ext cx="3327400" cy="1321549"/>
              </a:xfrm>
              <a:prstGeom prst="rect">
                <a:avLst/>
              </a:prstGeom>
              <a:solidFill>
                <a:srgbClr val="F8F4FA"/>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1" name="米菲PPT56"/>
              <p:cNvSpPr/>
              <p:nvPr/>
            </p:nvSpPr>
            <p:spPr>
              <a:xfrm flipH="1" flipV="1">
                <a:off x="4730199" y="5102777"/>
                <a:ext cx="2731603" cy="386727"/>
              </a:xfrm>
              <a:custGeom>
                <a:avLst/>
                <a:gdLst>
                  <a:gd name="connsiteX0" fmla="*/ 3274172 w 3274172"/>
                  <a:gd name="connsiteY0" fmla="*/ 416200 h 416200"/>
                  <a:gd name="connsiteX1" fmla="*/ 2671379 w 3274172"/>
                  <a:gd name="connsiteY1" fmla="*/ 416200 h 416200"/>
                  <a:gd name="connsiteX2" fmla="*/ 1771402 w 3274172"/>
                  <a:gd name="connsiteY2" fmla="*/ 416200 h 416200"/>
                  <a:gd name="connsiteX3" fmla="*/ 1502770 w 3274172"/>
                  <a:gd name="connsiteY3" fmla="*/ 416200 h 416200"/>
                  <a:gd name="connsiteX4" fmla="*/ 602793 w 3274172"/>
                  <a:gd name="connsiteY4" fmla="*/ 416200 h 416200"/>
                  <a:gd name="connsiteX5" fmla="*/ 0 w 3274172"/>
                  <a:gd name="connsiteY5" fmla="*/ 416200 h 416200"/>
                  <a:gd name="connsiteX6" fmla="*/ 211198 w 3274172"/>
                  <a:gd name="connsiteY6" fmla="*/ 246200 h 416200"/>
                  <a:gd name="connsiteX7" fmla="*/ 479603 w 3274172"/>
                  <a:gd name="connsiteY7" fmla="*/ 0 h 416200"/>
                  <a:gd name="connsiteX8" fmla="*/ 602793 w 3274172"/>
                  <a:gd name="connsiteY8" fmla="*/ 0 h 416200"/>
                  <a:gd name="connsiteX9" fmla="*/ 1502770 w 3274172"/>
                  <a:gd name="connsiteY9" fmla="*/ 0 h 416200"/>
                  <a:gd name="connsiteX10" fmla="*/ 1771402 w 3274172"/>
                  <a:gd name="connsiteY10" fmla="*/ 0 h 416200"/>
                  <a:gd name="connsiteX11" fmla="*/ 2671379 w 3274172"/>
                  <a:gd name="connsiteY11" fmla="*/ 0 h 416200"/>
                  <a:gd name="connsiteX12" fmla="*/ 2794569 w 3274172"/>
                  <a:gd name="connsiteY12" fmla="*/ 0 h 416200"/>
                  <a:gd name="connsiteX13" fmla="*/ 3062974 w 3274172"/>
                  <a:gd name="connsiteY13" fmla="*/ 246200 h 416200"/>
                  <a:gd name="connsiteX14" fmla="*/ 3274172 w 3274172"/>
                  <a:gd name="connsiteY14" fmla="*/ 416200 h 41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4172" h="416200">
                    <a:moveTo>
                      <a:pt x="3274172" y="416200"/>
                    </a:moveTo>
                    <a:lnTo>
                      <a:pt x="2671379" y="416200"/>
                    </a:lnTo>
                    <a:lnTo>
                      <a:pt x="1771402" y="416200"/>
                    </a:lnTo>
                    <a:lnTo>
                      <a:pt x="1502770" y="416200"/>
                    </a:lnTo>
                    <a:lnTo>
                      <a:pt x="602793" y="416200"/>
                    </a:lnTo>
                    <a:lnTo>
                      <a:pt x="0" y="416200"/>
                    </a:lnTo>
                    <a:cubicBezTo>
                      <a:pt x="137278" y="386520"/>
                      <a:pt x="126719" y="377479"/>
                      <a:pt x="211198" y="246200"/>
                    </a:cubicBezTo>
                    <a:cubicBezTo>
                      <a:pt x="295678" y="114921"/>
                      <a:pt x="326702" y="0"/>
                      <a:pt x="479603" y="0"/>
                    </a:cubicBezTo>
                    <a:lnTo>
                      <a:pt x="602793" y="0"/>
                    </a:lnTo>
                    <a:lnTo>
                      <a:pt x="1502770" y="0"/>
                    </a:lnTo>
                    <a:lnTo>
                      <a:pt x="1771402" y="0"/>
                    </a:lnTo>
                    <a:lnTo>
                      <a:pt x="2671379" y="0"/>
                    </a:lnTo>
                    <a:lnTo>
                      <a:pt x="2794569" y="0"/>
                    </a:lnTo>
                    <a:cubicBezTo>
                      <a:pt x="2947470" y="0"/>
                      <a:pt x="2978494" y="114921"/>
                      <a:pt x="3062974" y="246200"/>
                    </a:cubicBezTo>
                    <a:cubicBezTo>
                      <a:pt x="3147453" y="377479"/>
                      <a:pt x="3136894" y="386520"/>
                      <a:pt x="3274172" y="416200"/>
                    </a:cubicBezTo>
                    <a:close/>
                  </a:path>
                </a:pathLst>
              </a:custGeom>
              <a:solidFill>
                <a:schemeClr val="bg1"/>
              </a:solidFill>
              <a:ln w="12700" cap="flat" cmpd="sng" algn="ctr">
                <a:solidFill>
                  <a:schemeClr val="accent1">
                    <a:lumMod val="40000"/>
                    <a:lumOff val="60000"/>
                  </a:schemeClr>
                </a:solidFill>
                <a:prstDash val="solid"/>
                <a:miter lim="800000"/>
              </a:ln>
              <a:effectLst>
                <a:outerShdw blurRad="304800" dist="1651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srgbClr val="549E39"/>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2" name="米菲PPT57"/>
              <p:cNvSpPr txBox="1"/>
              <p:nvPr/>
            </p:nvSpPr>
            <p:spPr>
              <a:xfrm>
                <a:off x="5248653" y="5095805"/>
                <a:ext cx="1694695" cy="4001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864B8"/>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教学方法创新</a:t>
                </a:r>
              </a:p>
            </p:txBody>
          </p:sp>
          <p:sp>
            <p:nvSpPr>
              <p:cNvPr id="4" name="矩形: 圆角 3"/>
              <p:cNvSpPr/>
              <p:nvPr/>
            </p:nvSpPr>
            <p:spPr>
              <a:xfrm>
                <a:off x="4730199" y="5590219"/>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线上线下混合式教学</a:t>
                </a:r>
              </a:p>
            </p:txBody>
          </p:sp>
          <p:sp>
            <p:nvSpPr>
              <p:cNvPr id="7" name="矩形: 圆角 6"/>
              <p:cNvSpPr/>
              <p:nvPr/>
            </p:nvSpPr>
            <p:spPr>
              <a:xfrm>
                <a:off x="4730199" y="6000211"/>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虚拟仿真与实践结合</a:t>
                </a:r>
              </a:p>
            </p:txBody>
          </p:sp>
        </p:grpSp>
        <p:grpSp>
          <p:nvGrpSpPr>
            <p:cNvPr id="12" name="组合 11"/>
            <p:cNvGrpSpPr/>
            <p:nvPr/>
          </p:nvGrpSpPr>
          <p:grpSpPr>
            <a:xfrm>
              <a:off x="8447206" y="5102155"/>
              <a:ext cx="3327400" cy="1327149"/>
              <a:chOff x="8447206" y="5102155"/>
              <a:chExt cx="3327400" cy="1327149"/>
            </a:xfrm>
          </p:grpSpPr>
          <p:sp>
            <p:nvSpPr>
              <p:cNvPr id="103" name="米菲PPT53"/>
              <p:cNvSpPr/>
              <p:nvPr/>
            </p:nvSpPr>
            <p:spPr>
              <a:xfrm>
                <a:off x="8447206" y="5107755"/>
                <a:ext cx="3327400" cy="1321549"/>
              </a:xfrm>
              <a:prstGeom prst="rect">
                <a:avLst/>
              </a:prstGeom>
              <a:solidFill>
                <a:srgbClr val="F8F4FA"/>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4" name="米菲PPT56"/>
              <p:cNvSpPr/>
              <p:nvPr/>
            </p:nvSpPr>
            <p:spPr>
              <a:xfrm flipH="1" flipV="1">
                <a:off x="8745105" y="5109127"/>
                <a:ext cx="2731603" cy="386727"/>
              </a:xfrm>
              <a:custGeom>
                <a:avLst/>
                <a:gdLst>
                  <a:gd name="connsiteX0" fmla="*/ 3274172 w 3274172"/>
                  <a:gd name="connsiteY0" fmla="*/ 416200 h 416200"/>
                  <a:gd name="connsiteX1" fmla="*/ 2671379 w 3274172"/>
                  <a:gd name="connsiteY1" fmla="*/ 416200 h 416200"/>
                  <a:gd name="connsiteX2" fmla="*/ 1771402 w 3274172"/>
                  <a:gd name="connsiteY2" fmla="*/ 416200 h 416200"/>
                  <a:gd name="connsiteX3" fmla="*/ 1502770 w 3274172"/>
                  <a:gd name="connsiteY3" fmla="*/ 416200 h 416200"/>
                  <a:gd name="connsiteX4" fmla="*/ 602793 w 3274172"/>
                  <a:gd name="connsiteY4" fmla="*/ 416200 h 416200"/>
                  <a:gd name="connsiteX5" fmla="*/ 0 w 3274172"/>
                  <a:gd name="connsiteY5" fmla="*/ 416200 h 416200"/>
                  <a:gd name="connsiteX6" fmla="*/ 211198 w 3274172"/>
                  <a:gd name="connsiteY6" fmla="*/ 246200 h 416200"/>
                  <a:gd name="connsiteX7" fmla="*/ 479603 w 3274172"/>
                  <a:gd name="connsiteY7" fmla="*/ 0 h 416200"/>
                  <a:gd name="connsiteX8" fmla="*/ 602793 w 3274172"/>
                  <a:gd name="connsiteY8" fmla="*/ 0 h 416200"/>
                  <a:gd name="connsiteX9" fmla="*/ 1502770 w 3274172"/>
                  <a:gd name="connsiteY9" fmla="*/ 0 h 416200"/>
                  <a:gd name="connsiteX10" fmla="*/ 1771402 w 3274172"/>
                  <a:gd name="connsiteY10" fmla="*/ 0 h 416200"/>
                  <a:gd name="connsiteX11" fmla="*/ 2671379 w 3274172"/>
                  <a:gd name="connsiteY11" fmla="*/ 0 h 416200"/>
                  <a:gd name="connsiteX12" fmla="*/ 2794569 w 3274172"/>
                  <a:gd name="connsiteY12" fmla="*/ 0 h 416200"/>
                  <a:gd name="connsiteX13" fmla="*/ 3062974 w 3274172"/>
                  <a:gd name="connsiteY13" fmla="*/ 246200 h 416200"/>
                  <a:gd name="connsiteX14" fmla="*/ 3274172 w 3274172"/>
                  <a:gd name="connsiteY14" fmla="*/ 416200 h 41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4172" h="416200">
                    <a:moveTo>
                      <a:pt x="3274172" y="416200"/>
                    </a:moveTo>
                    <a:lnTo>
                      <a:pt x="2671379" y="416200"/>
                    </a:lnTo>
                    <a:lnTo>
                      <a:pt x="1771402" y="416200"/>
                    </a:lnTo>
                    <a:lnTo>
                      <a:pt x="1502770" y="416200"/>
                    </a:lnTo>
                    <a:lnTo>
                      <a:pt x="602793" y="416200"/>
                    </a:lnTo>
                    <a:lnTo>
                      <a:pt x="0" y="416200"/>
                    </a:lnTo>
                    <a:cubicBezTo>
                      <a:pt x="137278" y="386520"/>
                      <a:pt x="126719" y="377479"/>
                      <a:pt x="211198" y="246200"/>
                    </a:cubicBezTo>
                    <a:cubicBezTo>
                      <a:pt x="295678" y="114921"/>
                      <a:pt x="326702" y="0"/>
                      <a:pt x="479603" y="0"/>
                    </a:cubicBezTo>
                    <a:lnTo>
                      <a:pt x="602793" y="0"/>
                    </a:lnTo>
                    <a:lnTo>
                      <a:pt x="1502770" y="0"/>
                    </a:lnTo>
                    <a:lnTo>
                      <a:pt x="1771402" y="0"/>
                    </a:lnTo>
                    <a:lnTo>
                      <a:pt x="2671379" y="0"/>
                    </a:lnTo>
                    <a:lnTo>
                      <a:pt x="2794569" y="0"/>
                    </a:lnTo>
                    <a:cubicBezTo>
                      <a:pt x="2947470" y="0"/>
                      <a:pt x="2978494" y="114921"/>
                      <a:pt x="3062974" y="246200"/>
                    </a:cubicBezTo>
                    <a:cubicBezTo>
                      <a:pt x="3147453" y="377479"/>
                      <a:pt x="3136894" y="386520"/>
                      <a:pt x="3274172" y="416200"/>
                    </a:cubicBezTo>
                    <a:close/>
                  </a:path>
                </a:pathLst>
              </a:custGeom>
              <a:solidFill>
                <a:schemeClr val="bg1"/>
              </a:solidFill>
              <a:ln w="12700" cap="flat" cmpd="sng" algn="ctr">
                <a:solidFill>
                  <a:schemeClr val="accent1">
                    <a:lumMod val="40000"/>
                    <a:lumOff val="60000"/>
                  </a:schemeClr>
                </a:solidFill>
                <a:prstDash val="solid"/>
                <a:miter lim="800000"/>
              </a:ln>
              <a:effectLst>
                <a:outerShdw blurRad="304800" dist="1651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5" b="0" i="0" u="none" strike="noStrike" kern="1200" cap="none" spc="0" normalizeH="0" baseline="0" noProof="0" dirty="0">
                  <a:ln>
                    <a:noFill/>
                  </a:ln>
                  <a:solidFill>
                    <a:srgbClr val="549E39"/>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05" name="米菲PPT57"/>
              <p:cNvSpPr txBox="1"/>
              <p:nvPr/>
            </p:nvSpPr>
            <p:spPr>
              <a:xfrm>
                <a:off x="9263559" y="5102155"/>
                <a:ext cx="1694695" cy="4001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864B8"/>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rPr>
                  <a:t>教学评价创新</a:t>
                </a:r>
              </a:p>
            </p:txBody>
          </p:sp>
          <p:sp>
            <p:nvSpPr>
              <p:cNvPr id="8" name="矩形: 圆角 7"/>
              <p:cNvSpPr/>
              <p:nvPr/>
            </p:nvSpPr>
            <p:spPr>
              <a:xfrm>
                <a:off x="8745105" y="5590219"/>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多元化评价体系</a:t>
                </a:r>
              </a:p>
            </p:txBody>
          </p:sp>
          <p:sp>
            <p:nvSpPr>
              <p:cNvPr id="9" name="矩形: 圆角 8"/>
              <p:cNvSpPr/>
              <p:nvPr/>
            </p:nvSpPr>
            <p:spPr>
              <a:xfrm>
                <a:off x="8745105" y="6000211"/>
                <a:ext cx="2731603" cy="330365"/>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sym typeface="+mn-lt"/>
                  </a:rPr>
                  <a:t>过程性评价与阶段性考核</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750"/>
                                        <p:tgtEl>
                                          <p:spTgt spid="3"/>
                                        </p:tgtEl>
                                      </p:cBhvr>
                                    </p:animEffect>
                                    <p:anim calcmode="lin" valueType="num">
                                      <p:cBhvr>
                                        <p:cTn id="13" dur="750" fill="hold"/>
                                        <p:tgtEl>
                                          <p:spTgt spid="3"/>
                                        </p:tgtEl>
                                        <p:attrNameLst>
                                          <p:attrName>ppt_x</p:attrName>
                                        </p:attrNameLst>
                                      </p:cBhvr>
                                      <p:tavLst>
                                        <p:tav tm="0">
                                          <p:val>
                                            <p:strVal val="#ppt_x"/>
                                          </p:val>
                                        </p:tav>
                                        <p:tav tm="100000">
                                          <p:val>
                                            <p:strVal val="#ppt_x"/>
                                          </p:val>
                                        </p:tav>
                                      </p:tavLst>
                                    </p:anim>
                                    <p:anim calcmode="lin" valueType="num">
                                      <p:cBhvr>
                                        <p:cTn id="14" dur="75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1000"/>
                                        <p:tgtEl>
                                          <p:spTgt spid="14"/>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141"/>
                                        </p:tgtEl>
                                        <p:attrNameLst>
                                          <p:attrName>style.visibility</p:attrName>
                                        </p:attrNameLst>
                                      </p:cBhvr>
                                      <p:to>
                                        <p:strVal val="visible"/>
                                      </p:to>
                                    </p:set>
                                    <p:animEffect transition="in" filter="wipe(left)">
                                      <p:cBhvr>
                                        <p:cTn id="22" dur="500"/>
                                        <p:tgtEl>
                                          <p:spTgt spid="141"/>
                                        </p:tgtEl>
                                      </p:cBhvr>
                                    </p:animEffect>
                                  </p:childTnLst>
                                </p:cTn>
                              </p:par>
                              <p:par>
                                <p:cTn id="23" presetID="22" presetClass="entr" presetSubtype="2" fill="hold" nodeType="withEffect">
                                  <p:stCondLst>
                                    <p:cond delay="0"/>
                                  </p:stCondLst>
                                  <p:childTnLst>
                                    <p:set>
                                      <p:cBhvr>
                                        <p:cTn id="24" dur="1" fill="hold">
                                          <p:stCondLst>
                                            <p:cond delay="0"/>
                                          </p:stCondLst>
                                        </p:cTn>
                                        <p:tgtEl>
                                          <p:spTgt spid="225"/>
                                        </p:tgtEl>
                                        <p:attrNameLst>
                                          <p:attrName>style.visibility</p:attrName>
                                        </p:attrNameLst>
                                      </p:cBhvr>
                                      <p:to>
                                        <p:strVal val="visible"/>
                                      </p:to>
                                    </p:set>
                                    <p:animEffect transition="in" filter="wipe(right)">
                                      <p:cBhvr>
                                        <p:cTn id="25" dur="500"/>
                                        <p:tgtEl>
                                          <p:spTgt spid="225"/>
                                        </p:tgtEl>
                                      </p:cBhvr>
                                    </p:animEffect>
                                  </p:childTnLst>
                                </p:cTn>
                              </p:par>
                              <p:par>
                                <p:cTn id="26" presetID="22" presetClass="entr" presetSubtype="4" fill="hold" nodeType="withEffect">
                                  <p:stCondLst>
                                    <p:cond delay="0"/>
                                  </p:stCondLst>
                                  <p:childTnLst>
                                    <p:set>
                                      <p:cBhvr>
                                        <p:cTn id="27" dur="1" fill="hold">
                                          <p:stCondLst>
                                            <p:cond delay="0"/>
                                          </p:stCondLst>
                                        </p:cTn>
                                        <p:tgtEl>
                                          <p:spTgt spid="275"/>
                                        </p:tgtEl>
                                        <p:attrNameLst>
                                          <p:attrName>style.visibility</p:attrName>
                                        </p:attrNameLst>
                                      </p:cBhvr>
                                      <p:to>
                                        <p:strVal val="visible"/>
                                      </p:to>
                                    </p:set>
                                    <p:animEffect transition="in" filter="wipe(down)">
                                      <p:cBhvr>
                                        <p:cTn id="28" dur="500"/>
                                        <p:tgtEl>
                                          <p:spTgt spid="275"/>
                                        </p:tgtEl>
                                      </p:cBhvr>
                                    </p:animEffect>
                                  </p:childTnLst>
                                </p:cTn>
                              </p:par>
                              <p:par>
                                <p:cTn id="29" presetID="6" presetClass="entr" presetSubtype="16" fill="hold" nodeType="withEffect">
                                  <p:stCondLst>
                                    <p:cond delay="0"/>
                                  </p:stCondLst>
                                  <p:childTnLst>
                                    <p:set>
                                      <p:cBhvr>
                                        <p:cTn id="30" dur="1" fill="hold">
                                          <p:stCondLst>
                                            <p:cond delay="0"/>
                                          </p:stCondLst>
                                        </p:cTn>
                                        <p:tgtEl>
                                          <p:spTgt spid="278"/>
                                        </p:tgtEl>
                                        <p:attrNameLst>
                                          <p:attrName>style.visibility</p:attrName>
                                        </p:attrNameLst>
                                      </p:cBhvr>
                                      <p:to>
                                        <p:strVal val="visible"/>
                                      </p:to>
                                    </p:set>
                                    <p:animEffect transition="in" filter="circle(in)">
                                      <p:cBhvr>
                                        <p:cTn id="31" dur="1250"/>
                                        <p:tgtEl>
                                          <p:spTgt spid="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标注: 右箭头 49"/>
          <p:cNvSpPr/>
          <p:nvPr/>
        </p:nvSpPr>
        <p:spPr>
          <a:xfrm>
            <a:off x="304800" y="5125065"/>
            <a:ext cx="955344" cy="1390035"/>
          </a:xfrm>
          <a:prstGeom prst="rightArrowCallout">
            <a:avLst>
              <a:gd name="adj1" fmla="val 25000"/>
              <a:gd name="adj2" fmla="val 25000"/>
              <a:gd name="adj3" fmla="val 25000"/>
              <a:gd name="adj4" fmla="val 52120"/>
            </a:avLst>
          </a:prstGeom>
          <a:gradFill>
            <a:gsLst>
              <a:gs pos="0">
                <a:schemeClr val="accent1"/>
              </a:gs>
              <a:gs pos="100000">
                <a:schemeClr val="accent1">
                  <a:lumMod val="75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cs typeface="思源宋体 CN Heavy" panose="02020900000000000000" pitchFamily="18" charset="-122"/>
              </a:rPr>
              <a:t>课后</a:t>
            </a:r>
          </a:p>
        </p:txBody>
      </p:sp>
      <p:sp>
        <p:nvSpPr>
          <p:cNvPr id="48" name="标注: 右箭头 47"/>
          <p:cNvSpPr/>
          <p:nvPr/>
        </p:nvSpPr>
        <p:spPr>
          <a:xfrm>
            <a:off x="304800" y="685800"/>
            <a:ext cx="955344" cy="1390035"/>
          </a:xfrm>
          <a:prstGeom prst="rightArrowCallout">
            <a:avLst>
              <a:gd name="adj1" fmla="val 25000"/>
              <a:gd name="adj2" fmla="val 25000"/>
              <a:gd name="adj3" fmla="val 25000"/>
              <a:gd name="adj4" fmla="val 52120"/>
            </a:avLst>
          </a:prstGeom>
          <a:gradFill>
            <a:gsLst>
              <a:gs pos="0">
                <a:schemeClr val="accent1"/>
              </a:gs>
              <a:gs pos="100000">
                <a:schemeClr val="accent1">
                  <a:lumMod val="75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cs typeface="思源宋体 CN Heavy" panose="02020900000000000000" pitchFamily="18" charset="-122"/>
              </a:rPr>
              <a:t>课前</a:t>
            </a:r>
          </a:p>
        </p:txBody>
      </p:sp>
      <p:sp>
        <p:nvSpPr>
          <p:cNvPr id="49" name="标注: 右箭头 48"/>
          <p:cNvSpPr/>
          <p:nvPr/>
        </p:nvSpPr>
        <p:spPr>
          <a:xfrm>
            <a:off x="304800" y="2165555"/>
            <a:ext cx="955344" cy="2869790"/>
          </a:xfrm>
          <a:prstGeom prst="rightArrowCallout">
            <a:avLst>
              <a:gd name="adj1" fmla="val 25000"/>
              <a:gd name="adj2" fmla="val 25000"/>
              <a:gd name="adj3" fmla="val 25000"/>
              <a:gd name="adj4" fmla="val 52120"/>
            </a:avLst>
          </a:prstGeom>
          <a:gradFill>
            <a:gsLst>
              <a:gs pos="0">
                <a:schemeClr val="accent1"/>
              </a:gs>
              <a:gs pos="100000">
                <a:schemeClr val="accent1">
                  <a:lumMod val="75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cs typeface="思源宋体 CN Heavy" panose="02020900000000000000" pitchFamily="18" charset="-122"/>
              </a:rPr>
              <a:t>课中</a:t>
            </a:r>
          </a:p>
        </p:txBody>
      </p:sp>
      <p:grpSp>
        <p:nvGrpSpPr>
          <p:cNvPr id="4" name="组合 3"/>
          <p:cNvGrpSpPr/>
          <p:nvPr/>
        </p:nvGrpSpPr>
        <p:grpSpPr>
          <a:xfrm>
            <a:off x="1289712" y="685800"/>
            <a:ext cx="10597487" cy="1390035"/>
            <a:chOff x="1289712" y="685800"/>
            <a:chExt cx="10597487" cy="1390035"/>
          </a:xfrm>
        </p:grpSpPr>
        <p:sp>
          <p:nvSpPr>
            <p:cNvPr id="52" name="矩形: 圆角 51"/>
            <p:cNvSpPr/>
            <p:nvPr/>
          </p:nvSpPr>
          <p:spPr>
            <a:xfrm>
              <a:off x="1289712" y="685800"/>
              <a:ext cx="10597487" cy="1390035"/>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2" name="组合 1"/>
            <p:cNvGrpSpPr/>
            <p:nvPr/>
          </p:nvGrpSpPr>
          <p:grpSpPr>
            <a:xfrm>
              <a:off x="1378422" y="765176"/>
              <a:ext cx="10420066" cy="408532"/>
              <a:chOff x="1378422" y="765176"/>
              <a:chExt cx="10420066" cy="408532"/>
            </a:xfrm>
          </p:grpSpPr>
          <p:sp>
            <p:nvSpPr>
              <p:cNvPr id="55" name="箭头: V 形 54"/>
              <p:cNvSpPr/>
              <p:nvPr/>
            </p:nvSpPr>
            <p:spPr>
              <a:xfrm>
                <a:off x="1378422"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知识</a:t>
                </a:r>
              </a:p>
            </p:txBody>
          </p:sp>
          <p:sp>
            <p:nvSpPr>
              <p:cNvPr id="56" name="箭头: V 形 55"/>
              <p:cNvSpPr/>
              <p:nvPr/>
            </p:nvSpPr>
            <p:spPr>
              <a:xfrm>
                <a:off x="3473354"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能力</a:t>
                </a:r>
              </a:p>
            </p:txBody>
          </p:sp>
          <p:sp>
            <p:nvSpPr>
              <p:cNvPr id="57" name="箭头: V 形 56"/>
              <p:cNvSpPr/>
              <p:nvPr/>
            </p:nvSpPr>
            <p:spPr>
              <a:xfrm>
                <a:off x="5568286"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实践</a:t>
                </a:r>
              </a:p>
            </p:txBody>
          </p:sp>
          <p:sp>
            <p:nvSpPr>
              <p:cNvPr id="58" name="箭头: V 形 57"/>
              <p:cNvSpPr/>
              <p:nvPr/>
            </p:nvSpPr>
            <p:spPr>
              <a:xfrm>
                <a:off x="7663218"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实操</a:t>
                </a:r>
              </a:p>
            </p:txBody>
          </p:sp>
          <p:sp>
            <p:nvSpPr>
              <p:cNvPr id="59" name="箭头: V 形 58"/>
              <p:cNvSpPr/>
              <p:nvPr/>
            </p:nvSpPr>
            <p:spPr>
              <a:xfrm>
                <a:off x="9758149" y="765176"/>
                <a:ext cx="2040339" cy="408532"/>
              </a:xfrm>
              <a:prstGeom prst="chevron">
                <a:avLst>
                  <a:gd name="adj" fmla="val 24000"/>
                </a:avLst>
              </a:prstGeom>
              <a:solidFill>
                <a:srgbClr val="F8F4FA"/>
              </a:solidFill>
              <a:ln>
                <a:gradFill flip="none" rotWithShape="1">
                  <a:gsLst>
                    <a:gs pos="0">
                      <a:schemeClr val="accent1"/>
                    </a:gs>
                    <a:gs pos="100000">
                      <a:schemeClr val="accent1">
                        <a:alpha val="0"/>
                      </a:schemeClr>
                    </a:gs>
                  </a:gsLst>
                  <a:lin ang="10800000" scaled="1"/>
                  <a:tileRect/>
                </a:gradFill>
              </a:ln>
              <a:effectLst>
                <a:outerShdw blurRad="50800" dist="38100" algn="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创新</a:t>
                </a:r>
              </a:p>
            </p:txBody>
          </p:sp>
        </p:grpSp>
        <p:grpSp>
          <p:nvGrpSpPr>
            <p:cNvPr id="282" name="组合 281"/>
            <p:cNvGrpSpPr/>
            <p:nvPr/>
          </p:nvGrpSpPr>
          <p:grpSpPr>
            <a:xfrm>
              <a:off x="7051518" y="1288573"/>
              <a:ext cx="4746970" cy="679332"/>
              <a:chOff x="6955335" y="1288573"/>
              <a:chExt cx="4746970" cy="679332"/>
            </a:xfrm>
          </p:grpSpPr>
          <p:sp>
            <p:nvSpPr>
              <p:cNvPr id="260" name="文本框 259"/>
              <p:cNvSpPr txBox="1"/>
              <p:nvPr/>
            </p:nvSpPr>
            <p:spPr>
              <a:xfrm>
                <a:off x="6955335" y="1481285"/>
                <a:ext cx="3604715" cy="369332"/>
              </a:xfrm>
              <a:prstGeom prst="rect">
                <a:avLst/>
              </a:prstGeom>
              <a:solidFill>
                <a:srgbClr val="F8F4FA"/>
              </a:solidFill>
            </p:spPr>
            <p:txBody>
              <a:bodyPr wrap="square">
                <a:spAutoFit/>
              </a:bodyPr>
              <a:lstStyle/>
              <a:p>
                <a:pPr algn="ctr"/>
                <a:r>
                  <a:rPr lang="zh-CN" altLang="en-US" b="1" dirty="0">
                    <a:solidFill>
                      <a:srgbClr val="9864B8"/>
                    </a:solidFill>
                    <a:latin typeface="+mj-ea"/>
                    <a:ea typeface="+mj-ea"/>
                    <a:cs typeface="思源宋体 CN Heavy" panose="02020900000000000000" pitchFamily="18" charset="-122"/>
                  </a:rPr>
                  <a:t>立德树人 与时俱进 虚拟仿真</a:t>
                </a:r>
              </a:p>
            </p:txBody>
          </p:sp>
          <p:grpSp>
            <p:nvGrpSpPr>
              <p:cNvPr id="268" name="组合 267"/>
              <p:cNvGrpSpPr/>
              <p:nvPr/>
            </p:nvGrpSpPr>
            <p:grpSpPr>
              <a:xfrm>
                <a:off x="11022973" y="1288573"/>
                <a:ext cx="679332" cy="679332"/>
                <a:chOff x="11022973" y="1288573"/>
                <a:chExt cx="679332" cy="679332"/>
              </a:xfrm>
            </p:grpSpPr>
            <p:sp>
              <p:nvSpPr>
                <p:cNvPr id="265" name="椭圆 264"/>
                <p:cNvSpPr/>
                <p:nvPr/>
              </p:nvSpPr>
              <p:spPr>
                <a:xfrm>
                  <a:off x="11022973" y="1288573"/>
                  <a:ext cx="679332" cy="679332"/>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66" name="椭圆 265"/>
                <p:cNvSpPr/>
                <p:nvPr/>
              </p:nvSpPr>
              <p:spPr>
                <a:xfrm>
                  <a:off x="11062118" y="1327718"/>
                  <a:ext cx="601042" cy="60104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64" name="文本框 263"/>
                <p:cNvSpPr txBox="1"/>
                <p:nvPr/>
              </p:nvSpPr>
              <p:spPr>
                <a:xfrm>
                  <a:off x="11039474" y="1443573"/>
                  <a:ext cx="646331" cy="369332"/>
                </a:xfrm>
                <a:prstGeom prst="rect">
                  <a:avLst/>
                </a:prstGeom>
                <a:noFill/>
              </p:spPr>
              <p:txBody>
                <a:bodyPr wrap="none" rtlCol="0">
                  <a:spAutoFit/>
                </a:bodyPr>
                <a:lstStyle/>
                <a:p>
                  <a:r>
                    <a:rPr lang="zh-CN" altLang="en-US" b="1" dirty="0">
                      <a:solidFill>
                        <a:schemeClr val="bg1"/>
                      </a:solidFill>
                      <a:latin typeface="+mj-ea"/>
                      <a:ea typeface="+mj-ea"/>
                      <a:cs typeface="思源宋体 CN Heavy" panose="02020900000000000000" pitchFamily="18" charset="-122"/>
                    </a:rPr>
                    <a:t>理念</a:t>
                  </a:r>
                </a:p>
              </p:txBody>
            </p:sp>
          </p:grpSp>
          <p:sp>
            <p:nvSpPr>
              <p:cNvPr id="267" name="任意多边形: 形状 10"/>
              <p:cNvSpPr/>
              <p:nvPr/>
            </p:nvSpPr>
            <p:spPr>
              <a:xfrm rot="5400000">
                <a:off x="10625825" y="1497659"/>
                <a:ext cx="324754" cy="296923"/>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a:gsLst>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cs typeface="思源宋体 CN Heavy" panose="02020900000000000000" pitchFamily="18" charset="-122"/>
                </a:endParaRPr>
              </a:p>
            </p:txBody>
          </p:sp>
        </p:grpSp>
        <p:grpSp>
          <p:nvGrpSpPr>
            <p:cNvPr id="283" name="组合 282"/>
            <p:cNvGrpSpPr/>
            <p:nvPr/>
          </p:nvGrpSpPr>
          <p:grpSpPr>
            <a:xfrm>
              <a:off x="1378422" y="1288573"/>
              <a:ext cx="4746970" cy="679332"/>
              <a:chOff x="6955335" y="1288573"/>
              <a:chExt cx="4746970" cy="679332"/>
            </a:xfrm>
          </p:grpSpPr>
          <p:sp>
            <p:nvSpPr>
              <p:cNvPr id="284" name="文本框 283"/>
              <p:cNvSpPr txBox="1"/>
              <p:nvPr/>
            </p:nvSpPr>
            <p:spPr>
              <a:xfrm>
                <a:off x="6955335" y="1481285"/>
                <a:ext cx="3604715" cy="369332"/>
              </a:xfrm>
              <a:prstGeom prst="rect">
                <a:avLst/>
              </a:prstGeom>
              <a:solidFill>
                <a:srgbClr val="F8F4FA"/>
              </a:solidFill>
            </p:spPr>
            <p:txBody>
              <a:bodyPr wrap="square">
                <a:spAutoFit/>
              </a:bodyPr>
              <a:lstStyle/>
              <a:p>
                <a:pPr algn="ctr"/>
                <a:r>
                  <a:rPr lang="zh-CN" altLang="en-US" b="1" dirty="0">
                    <a:solidFill>
                      <a:srgbClr val="9864B8"/>
                    </a:solidFill>
                    <a:latin typeface="+mj-ea"/>
                    <a:ea typeface="+mj-ea"/>
                    <a:cs typeface="思源宋体 CN Heavy" panose="02020900000000000000" pitchFamily="18" charset="-122"/>
                  </a:rPr>
                  <a:t>立德树人 与时俱进 虚拟仿真</a:t>
                </a:r>
              </a:p>
            </p:txBody>
          </p:sp>
          <p:grpSp>
            <p:nvGrpSpPr>
              <p:cNvPr id="285" name="组合 284"/>
              <p:cNvGrpSpPr/>
              <p:nvPr/>
            </p:nvGrpSpPr>
            <p:grpSpPr>
              <a:xfrm>
                <a:off x="11022973" y="1288573"/>
                <a:ext cx="679332" cy="679332"/>
                <a:chOff x="11022973" y="1288573"/>
                <a:chExt cx="679332" cy="679332"/>
              </a:xfrm>
            </p:grpSpPr>
            <p:sp>
              <p:nvSpPr>
                <p:cNvPr id="287" name="椭圆 286"/>
                <p:cNvSpPr/>
                <p:nvPr/>
              </p:nvSpPr>
              <p:spPr>
                <a:xfrm>
                  <a:off x="11022973" y="1288573"/>
                  <a:ext cx="679332" cy="679332"/>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88" name="椭圆 287"/>
                <p:cNvSpPr/>
                <p:nvPr/>
              </p:nvSpPr>
              <p:spPr>
                <a:xfrm>
                  <a:off x="11062118" y="1327718"/>
                  <a:ext cx="601042" cy="60104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89" name="文本框 288"/>
                <p:cNvSpPr txBox="1"/>
                <p:nvPr/>
              </p:nvSpPr>
              <p:spPr>
                <a:xfrm>
                  <a:off x="11039474" y="1443573"/>
                  <a:ext cx="646331" cy="369332"/>
                </a:xfrm>
                <a:prstGeom prst="rect">
                  <a:avLst/>
                </a:prstGeom>
                <a:noFill/>
              </p:spPr>
              <p:txBody>
                <a:bodyPr wrap="none" rtlCol="0">
                  <a:spAutoFit/>
                </a:bodyPr>
                <a:lstStyle/>
                <a:p>
                  <a:r>
                    <a:rPr lang="zh-CN" altLang="en-US" b="1" dirty="0">
                      <a:solidFill>
                        <a:schemeClr val="bg1"/>
                      </a:solidFill>
                      <a:latin typeface="+mj-ea"/>
                      <a:ea typeface="+mj-ea"/>
                      <a:cs typeface="思源宋体 CN Heavy" panose="02020900000000000000" pitchFamily="18" charset="-122"/>
                    </a:rPr>
                    <a:t>理念</a:t>
                  </a:r>
                </a:p>
              </p:txBody>
            </p:sp>
          </p:grpSp>
          <p:sp>
            <p:nvSpPr>
              <p:cNvPr id="286" name="任意多边形: 形状 10"/>
              <p:cNvSpPr/>
              <p:nvPr/>
            </p:nvSpPr>
            <p:spPr>
              <a:xfrm rot="5400000">
                <a:off x="10625825" y="1497659"/>
                <a:ext cx="324754" cy="296923"/>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a:gsLst>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cs typeface="思源宋体 CN Heavy" panose="02020900000000000000" pitchFamily="18" charset="-122"/>
                </a:endParaRPr>
              </a:p>
            </p:txBody>
          </p:sp>
        </p:grpSp>
        <p:sp>
          <p:nvSpPr>
            <p:cNvPr id="294" name="加号 293"/>
            <p:cNvSpPr/>
            <p:nvPr/>
          </p:nvSpPr>
          <p:spPr>
            <a:xfrm>
              <a:off x="6281477" y="1321262"/>
              <a:ext cx="613955" cy="613955"/>
            </a:xfrm>
            <a:prstGeom prst="mathPlus">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grpSp>
      <p:grpSp>
        <p:nvGrpSpPr>
          <p:cNvPr id="3" name="组合 2"/>
          <p:cNvGrpSpPr/>
          <p:nvPr/>
        </p:nvGrpSpPr>
        <p:grpSpPr>
          <a:xfrm>
            <a:off x="1289712" y="2165555"/>
            <a:ext cx="10597487" cy="2869790"/>
            <a:chOff x="1289712" y="2165555"/>
            <a:chExt cx="10597487" cy="2869790"/>
          </a:xfrm>
        </p:grpSpPr>
        <p:sp>
          <p:nvSpPr>
            <p:cNvPr id="53" name="矩形: 圆角 52"/>
            <p:cNvSpPr/>
            <p:nvPr/>
          </p:nvSpPr>
          <p:spPr>
            <a:xfrm>
              <a:off x="1289712" y="2165555"/>
              <a:ext cx="10597487" cy="2869790"/>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28" name="文本框 327"/>
            <p:cNvSpPr txBox="1"/>
            <p:nvPr/>
          </p:nvSpPr>
          <p:spPr>
            <a:xfrm>
              <a:off x="1378421" y="2244470"/>
              <a:ext cx="1958452" cy="380986"/>
            </a:xfrm>
            <a:prstGeom prst="rect">
              <a:avLst/>
            </a:prstGeom>
            <a:solidFill>
              <a:srgbClr val="F8F4FA"/>
            </a:solidFill>
          </p:spPr>
          <p:txBody>
            <a:bodyPr wrap="square">
              <a:spAutoFit/>
            </a:bodyPr>
            <a:lstStyle/>
            <a:p>
              <a:pPr algn="ctr"/>
              <a:r>
                <a:rPr lang="zh-CN" altLang="en-US" b="1" dirty="0">
                  <a:solidFill>
                    <a:srgbClr val="9864B8"/>
                  </a:solidFill>
                  <a:latin typeface="+mj-ea"/>
                  <a:ea typeface="+mj-ea"/>
                  <a:cs typeface="思源宋体 CN Heavy" panose="02020900000000000000" pitchFamily="18" charset="-122"/>
                </a:rPr>
                <a:t>评价类型</a:t>
              </a:r>
            </a:p>
          </p:txBody>
        </p:sp>
        <p:sp>
          <p:nvSpPr>
            <p:cNvPr id="332" name="文本框 331"/>
            <p:cNvSpPr txBox="1"/>
            <p:nvPr/>
          </p:nvSpPr>
          <p:spPr>
            <a:xfrm>
              <a:off x="1378421" y="2742907"/>
              <a:ext cx="1958452" cy="380986"/>
            </a:xfrm>
            <a:prstGeom prst="rect">
              <a:avLst/>
            </a:prstGeom>
            <a:solidFill>
              <a:srgbClr val="F8F4FA"/>
            </a:solidFill>
          </p:spPr>
          <p:txBody>
            <a:bodyPr wrap="square">
              <a:spAutoFit/>
            </a:bodyPr>
            <a:lstStyle/>
            <a:p>
              <a:pPr algn="ctr"/>
              <a:r>
                <a:rPr lang="zh-CN" altLang="en-US" b="1" dirty="0">
                  <a:solidFill>
                    <a:srgbClr val="9864B8"/>
                  </a:solidFill>
                  <a:latin typeface="+mj-ea"/>
                  <a:ea typeface="+mj-ea"/>
                  <a:cs typeface="思源宋体 CN Heavy" panose="02020900000000000000" pitchFamily="18" charset="-122"/>
                </a:rPr>
                <a:t>评价方法</a:t>
              </a:r>
            </a:p>
          </p:txBody>
        </p:sp>
        <p:sp>
          <p:nvSpPr>
            <p:cNvPr id="338" name="矩形: 圆角 337"/>
            <p:cNvSpPr/>
            <p:nvPr/>
          </p:nvSpPr>
          <p:spPr>
            <a:xfrm>
              <a:off x="3493825" y="2244470"/>
              <a:ext cx="1958452"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诊断性评价</a:t>
              </a:r>
            </a:p>
          </p:txBody>
        </p:sp>
        <p:sp>
          <p:nvSpPr>
            <p:cNvPr id="339" name="矩形: 圆角 338"/>
            <p:cNvSpPr/>
            <p:nvPr/>
          </p:nvSpPr>
          <p:spPr>
            <a:xfrm>
              <a:off x="5609229" y="2244470"/>
              <a:ext cx="1958452"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形成性评价</a:t>
              </a:r>
            </a:p>
          </p:txBody>
        </p:sp>
        <p:sp>
          <p:nvSpPr>
            <p:cNvPr id="340" name="矩形: 圆角 339"/>
            <p:cNvSpPr/>
            <p:nvPr/>
          </p:nvSpPr>
          <p:spPr>
            <a:xfrm>
              <a:off x="7724633" y="2244470"/>
              <a:ext cx="1958452"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终结性评价</a:t>
              </a:r>
            </a:p>
          </p:txBody>
        </p:sp>
        <p:sp>
          <p:nvSpPr>
            <p:cNvPr id="341" name="矩形: 圆角 340"/>
            <p:cNvSpPr/>
            <p:nvPr/>
          </p:nvSpPr>
          <p:spPr>
            <a:xfrm>
              <a:off x="9840036" y="2244470"/>
              <a:ext cx="1958452"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增值性评价</a:t>
              </a:r>
            </a:p>
          </p:txBody>
        </p:sp>
        <p:sp>
          <p:nvSpPr>
            <p:cNvPr id="344" name="矩形: 圆角 343"/>
            <p:cNvSpPr/>
            <p:nvPr/>
          </p:nvSpPr>
          <p:spPr>
            <a:xfrm>
              <a:off x="3493824"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lumMod val="65000"/>
                      <a:lumOff val="35000"/>
                    </a:prstClr>
                  </a:solidFill>
                  <a:effectLst/>
                  <a:uLnTx/>
                  <a:uFillTx/>
                  <a:latin typeface="+mj-ea"/>
                  <a:ea typeface="+mj-ea"/>
                  <a:cs typeface="+mn-ea"/>
                  <a:sym typeface="+mn-lt"/>
                </a:rPr>
                <a:t>平台数据</a:t>
              </a:r>
              <a:endPar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endParaRPr>
            </a:p>
          </p:txBody>
        </p:sp>
        <p:sp>
          <p:nvSpPr>
            <p:cNvPr id="345" name="矩形: 圆角 344"/>
            <p:cNvSpPr/>
            <p:nvPr/>
          </p:nvSpPr>
          <p:spPr>
            <a:xfrm>
              <a:off x="5187852"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lumMod val="65000"/>
                      <a:lumOff val="35000"/>
                    </a:prstClr>
                  </a:solidFill>
                  <a:effectLst/>
                  <a:uLnTx/>
                  <a:uFillTx/>
                  <a:latin typeface="+mj-ea"/>
                  <a:ea typeface="+mj-ea"/>
                  <a:cs typeface="+mn-ea"/>
                  <a:sym typeface="+mn-lt"/>
                </a:rPr>
                <a:t>课堂表现</a:t>
              </a:r>
              <a:endPar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endParaRPr>
            </a:p>
          </p:txBody>
        </p:sp>
        <p:sp>
          <p:nvSpPr>
            <p:cNvPr id="346" name="矩形: 圆角 345"/>
            <p:cNvSpPr/>
            <p:nvPr/>
          </p:nvSpPr>
          <p:spPr>
            <a:xfrm>
              <a:off x="6881880"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lumMod val="65000"/>
                      <a:lumOff val="35000"/>
                    </a:prstClr>
                  </a:solidFill>
                  <a:effectLst/>
                  <a:uLnTx/>
                  <a:uFillTx/>
                  <a:latin typeface="+mj-ea"/>
                  <a:ea typeface="+mj-ea"/>
                  <a:cs typeface="+mn-ea"/>
                  <a:sym typeface="+mn-lt"/>
                </a:rPr>
                <a:t>项目实践</a:t>
              </a:r>
              <a:endPar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endParaRPr>
            </a:p>
          </p:txBody>
        </p:sp>
        <p:sp>
          <p:nvSpPr>
            <p:cNvPr id="347" name="矩形: 圆角 346"/>
            <p:cNvSpPr/>
            <p:nvPr/>
          </p:nvSpPr>
          <p:spPr>
            <a:xfrm>
              <a:off x="8575908"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期末考试</a:t>
              </a:r>
            </a:p>
          </p:txBody>
        </p:sp>
        <p:sp>
          <p:nvSpPr>
            <p:cNvPr id="348" name="矩形: 圆角 347"/>
            <p:cNvSpPr/>
            <p:nvPr/>
          </p:nvSpPr>
          <p:spPr>
            <a:xfrm>
              <a:off x="10269937" y="2742907"/>
              <a:ext cx="1528551"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black">
                      <a:lumMod val="65000"/>
                      <a:lumOff val="35000"/>
                    </a:prstClr>
                  </a:solidFill>
                  <a:effectLst/>
                  <a:uLnTx/>
                  <a:uFillTx/>
                  <a:latin typeface="+mj-ea"/>
                  <a:ea typeface="+mj-ea"/>
                  <a:cs typeface="+mn-ea"/>
                  <a:sym typeface="+mn-lt"/>
                </a:rPr>
                <a:t>三</a:t>
              </a:r>
              <a:r>
                <a:rPr kumimoji="0" lang="zh-CN" altLang="en-US" sz="16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创项目</a:t>
              </a:r>
            </a:p>
          </p:txBody>
        </p:sp>
        <p:sp>
          <p:nvSpPr>
            <p:cNvPr id="351" name="矩形 350"/>
            <p:cNvSpPr/>
            <p:nvPr/>
          </p:nvSpPr>
          <p:spPr>
            <a:xfrm>
              <a:off x="1378421" y="3241344"/>
              <a:ext cx="1958452" cy="1700226"/>
            </a:xfrm>
            <a:prstGeom prst="rect">
              <a:avLst/>
            </a:prstGeom>
            <a:solidFill>
              <a:srgbClr val="F8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9864B8"/>
                  </a:solidFill>
                  <a:latin typeface="+mj-ea"/>
                  <a:ea typeface="+mj-ea"/>
                  <a:cs typeface="思源宋体 CN Heavy" panose="02020900000000000000" pitchFamily="18" charset="-122"/>
                </a:rPr>
                <a:t>评价指标</a:t>
              </a:r>
            </a:p>
          </p:txBody>
        </p:sp>
        <p:grpSp>
          <p:nvGrpSpPr>
            <p:cNvPr id="409" name="组合 408"/>
            <p:cNvGrpSpPr/>
            <p:nvPr/>
          </p:nvGrpSpPr>
          <p:grpSpPr>
            <a:xfrm>
              <a:off x="3493824" y="3241344"/>
              <a:ext cx="1924337" cy="1700226"/>
              <a:chOff x="3493824" y="3241344"/>
              <a:chExt cx="1924337" cy="1700226"/>
            </a:xfrm>
          </p:grpSpPr>
          <p:sp>
            <p:nvSpPr>
              <p:cNvPr id="352" name="矩形: 圆角 351"/>
              <p:cNvSpPr/>
              <p:nvPr/>
            </p:nvSpPr>
            <p:spPr>
              <a:xfrm>
                <a:off x="3493824" y="3241344"/>
                <a:ext cx="1924337"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教学视频完成率</a:t>
                </a:r>
              </a:p>
            </p:txBody>
          </p:sp>
          <p:cxnSp>
            <p:nvCxnSpPr>
              <p:cNvPr id="357" name="连接符: 肘形 356"/>
              <p:cNvCxnSpPr>
                <a:stCxn id="352" idx="2"/>
                <a:endCxn id="399" idx="0"/>
              </p:cNvCxnSpPr>
              <p:nvPr/>
            </p:nvCxnSpPr>
            <p:spPr>
              <a:xfrm rot="5400000">
                <a:off x="3880554" y="3397981"/>
                <a:ext cx="351090" cy="7997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399" name="矩形: 圆角 398"/>
              <p:cNvSpPr/>
              <p:nvPr/>
            </p:nvSpPr>
            <p:spPr>
              <a:xfrm>
                <a:off x="3493824"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02" name="矩形: 圆角 401"/>
              <p:cNvSpPr/>
              <p:nvPr/>
            </p:nvSpPr>
            <p:spPr>
              <a:xfrm>
                <a:off x="3893718"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03" name="矩形: 圆角 402"/>
              <p:cNvSpPr/>
              <p:nvPr/>
            </p:nvSpPr>
            <p:spPr>
              <a:xfrm>
                <a:off x="4293612"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04" name="矩形: 圆角 403"/>
              <p:cNvSpPr/>
              <p:nvPr/>
            </p:nvSpPr>
            <p:spPr>
              <a:xfrm>
                <a:off x="4693506"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05" name="矩形: 圆角 404"/>
              <p:cNvSpPr/>
              <p:nvPr/>
            </p:nvSpPr>
            <p:spPr>
              <a:xfrm>
                <a:off x="5093399"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cxnSp>
            <p:nvCxnSpPr>
              <p:cNvPr id="406" name="连接符: 肘形 405"/>
              <p:cNvCxnSpPr>
                <a:stCxn id="352" idx="2"/>
                <a:endCxn id="405" idx="0"/>
              </p:cNvCxnSpPr>
              <p:nvPr/>
            </p:nvCxnSpPr>
            <p:spPr>
              <a:xfrm rot="16200000" flipH="1">
                <a:off x="4680341" y="3397981"/>
                <a:ext cx="351090" cy="7997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grpSp>
          <p:nvGrpSpPr>
            <p:cNvPr id="410" name="组合 409"/>
            <p:cNvGrpSpPr/>
            <p:nvPr/>
          </p:nvGrpSpPr>
          <p:grpSpPr>
            <a:xfrm>
              <a:off x="5620600" y="3241344"/>
              <a:ext cx="1924337" cy="1700226"/>
              <a:chOff x="3493824" y="3241344"/>
              <a:chExt cx="1924337" cy="1700226"/>
            </a:xfrm>
          </p:grpSpPr>
          <p:sp>
            <p:nvSpPr>
              <p:cNvPr id="411" name="矩形: 圆角 410"/>
              <p:cNvSpPr/>
              <p:nvPr/>
            </p:nvSpPr>
            <p:spPr>
              <a:xfrm>
                <a:off x="3493824" y="3241344"/>
                <a:ext cx="1924337"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形成性评价</a:t>
                </a:r>
              </a:p>
            </p:txBody>
          </p:sp>
          <p:cxnSp>
            <p:nvCxnSpPr>
              <p:cNvPr id="412" name="连接符: 肘形 411"/>
              <p:cNvCxnSpPr>
                <a:stCxn id="411" idx="2"/>
                <a:endCxn id="413" idx="0"/>
              </p:cNvCxnSpPr>
              <p:nvPr/>
            </p:nvCxnSpPr>
            <p:spPr>
              <a:xfrm rot="5400000">
                <a:off x="3880554" y="3397981"/>
                <a:ext cx="351090" cy="7997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413" name="矩形: 圆角 412"/>
              <p:cNvSpPr/>
              <p:nvPr/>
            </p:nvSpPr>
            <p:spPr>
              <a:xfrm>
                <a:off x="3493824"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14" name="矩形: 圆角 413"/>
              <p:cNvSpPr/>
              <p:nvPr/>
            </p:nvSpPr>
            <p:spPr>
              <a:xfrm>
                <a:off x="3893718"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15" name="矩形: 圆角 414"/>
              <p:cNvSpPr/>
              <p:nvPr/>
            </p:nvSpPr>
            <p:spPr>
              <a:xfrm>
                <a:off x="4293612"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16" name="矩形: 圆角 415"/>
              <p:cNvSpPr/>
              <p:nvPr/>
            </p:nvSpPr>
            <p:spPr>
              <a:xfrm>
                <a:off x="4693506"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17" name="矩形: 圆角 416"/>
              <p:cNvSpPr/>
              <p:nvPr/>
            </p:nvSpPr>
            <p:spPr>
              <a:xfrm>
                <a:off x="5093399"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cxnSp>
            <p:nvCxnSpPr>
              <p:cNvPr id="418" name="连接符: 肘形 417"/>
              <p:cNvCxnSpPr>
                <a:stCxn id="411" idx="2"/>
                <a:endCxn id="417" idx="0"/>
              </p:cNvCxnSpPr>
              <p:nvPr/>
            </p:nvCxnSpPr>
            <p:spPr>
              <a:xfrm rot="16200000" flipH="1">
                <a:off x="4680341" y="3397981"/>
                <a:ext cx="351090" cy="7997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grpSp>
          <p:nvGrpSpPr>
            <p:cNvPr id="419" name="组合 418"/>
            <p:cNvGrpSpPr/>
            <p:nvPr/>
          </p:nvGrpSpPr>
          <p:grpSpPr>
            <a:xfrm>
              <a:off x="7747376" y="3241344"/>
              <a:ext cx="1924337" cy="1700226"/>
              <a:chOff x="3493824" y="3241344"/>
              <a:chExt cx="1924337" cy="1700226"/>
            </a:xfrm>
          </p:grpSpPr>
          <p:sp>
            <p:nvSpPr>
              <p:cNvPr id="420" name="矩形: 圆角 419"/>
              <p:cNvSpPr/>
              <p:nvPr/>
            </p:nvSpPr>
            <p:spPr>
              <a:xfrm>
                <a:off x="3493824" y="3241344"/>
                <a:ext cx="1924337"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终结性评价</a:t>
                </a:r>
              </a:p>
            </p:txBody>
          </p:sp>
          <p:cxnSp>
            <p:nvCxnSpPr>
              <p:cNvPr id="421" name="连接符: 肘形 420"/>
              <p:cNvCxnSpPr>
                <a:stCxn id="420" idx="2"/>
                <a:endCxn id="422" idx="0"/>
              </p:cNvCxnSpPr>
              <p:nvPr/>
            </p:nvCxnSpPr>
            <p:spPr>
              <a:xfrm rot="5400000">
                <a:off x="3880554" y="3397981"/>
                <a:ext cx="351090" cy="7997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422" name="矩形: 圆角 421"/>
              <p:cNvSpPr/>
              <p:nvPr/>
            </p:nvSpPr>
            <p:spPr>
              <a:xfrm>
                <a:off x="3493824"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23" name="矩形: 圆角 422"/>
              <p:cNvSpPr/>
              <p:nvPr/>
            </p:nvSpPr>
            <p:spPr>
              <a:xfrm>
                <a:off x="3893718"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24" name="矩形: 圆角 423"/>
              <p:cNvSpPr/>
              <p:nvPr/>
            </p:nvSpPr>
            <p:spPr>
              <a:xfrm>
                <a:off x="4293612"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25" name="矩形: 圆角 424"/>
              <p:cNvSpPr/>
              <p:nvPr/>
            </p:nvSpPr>
            <p:spPr>
              <a:xfrm>
                <a:off x="4693506"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26" name="矩形: 圆角 425"/>
              <p:cNvSpPr/>
              <p:nvPr/>
            </p:nvSpPr>
            <p:spPr>
              <a:xfrm>
                <a:off x="5093399"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cxnSp>
            <p:nvCxnSpPr>
              <p:cNvPr id="427" name="连接符: 肘形 426"/>
              <p:cNvCxnSpPr>
                <a:stCxn id="420" idx="2"/>
                <a:endCxn id="426" idx="0"/>
              </p:cNvCxnSpPr>
              <p:nvPr/>
            </p:nvCxnSpPr>
            <p:spPr>
              <a:xfrm rot="16200000" flipH="1">
                <a:off x="4680341" y="3397981"/>
                <a:ext cx="351090" cy="7997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grpSp>
          <p:nvGrpSpPr>
            <p:cNvPr id="428" name="组合 427"/>
            <p:cNvGrpSpPr/>
            <p:nvPr/>
          </p:nvGrpSpPr>
          <p:grpSpPr>
            <a:xfrm>
              <a:off x="9874151" y="3241344"/>
              <a:ext cx="1924337" cy="1700226"/>
              <a:chOff x="3493824" y="3241344"/>
              <a:chExt cx="1924337" cy="1700226"/>
            </a:xfrm>
          </p:grpSpPr>
          <p:sp>
            <p:nvSpPr>
              <p:cNvPr id="429" name="矩形: 圆角 428"/>
              <p:cNvSpPr/>
              <p:nvPr/>
            </p:nvSpPr>
            <p:spPr>
              <a:xfrm>
                <a:off x="3493824" y="3241344"/>
                <a:ext cx="1924337" cy="380986"/>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增值性评价</a:t>
                </a:r>
              </a:p>
            </p:txBody>
          </p:sp>
          <p:cxnSp>
            <p:nvCxnSpPr>
              <p:cNvPr id="430" name="连接符: 肘形 429"/>
              <p:cNvCxnSpPr>
                <a:stCxn id="429" idx="2"/>
                <a:endCxn id="431" idx="0"/>
              </p:cNvCxnSpPr>
              <p:nvPr/>
            </p:nvCxnSpPr>
            <p:spPr>
              <a:xfrm rot="5400000">
                <a:off x="3880554" y="3397981"/>
                <a:ext cx="351090" cy="799788"/>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431" name="矩形: 圆角 430"/>
              <p:cNvSpPr/>
              <p:nvPr/>
            </p:nvSpPr>
            <p:spPr>
              <a:xfrm>
                <a:off x="3493824"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32" name="矩形: 圆角 431"/>
              <p:cNvSpPr/>
              <p:nvPr/>
            </p:nvSpPr>
            <p:spPr>
              <a:xfrm>
                <a:off x="3893718"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33" name="矩形: 圆角 432"/>
              <p:cNvSpPr/>
              <p:nvPr/>
            </p:nvSpPr>
            <p:spPr>
              <a:xfrm>
                <a:off x="4293612"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34" name="矩形: 圆角 433"/>
              <p:cNvSpPr/>
              <p:nvPr/>
            </p:nvSpPr>
            <p:spPr>
              <a:xfrm>
                <a:off x="4693506"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sp>
            <p:nvSpPr>
              <p:cNvPr id="435" name="矩形: 圆角 434"/>
              <p:cNvSpPr/>
              <p:nvPr/>
            </p:nvSpPr>
            <p:spPr>
              <a:xfrm>
                <a:off x="5093399" y="3973420"/>
                <a:ext cx="324762" cy="968150"/>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i="0" u="none" strike="noStrike" kern="1200" cap="none" spc="0" normalizeH="0" baseline="0" noProof="0" dirty="0">
                    <a:ln>
                      <a:noFill/>
                    </a:ln>
                    <a:solidFill>
                      <a:prstClr val="black">
                        <a:lumMod val="65000"/>
                        <a:lumOff val="35000"/>
                      </a:prstClr>
                    </a:solidFill>
                    <a:effectLst/>
                    <a:uLnTx/>
                    <a:uFillTx/>
                    <a:latin typeface="+mn-ea"/>
                    <a:cs typeface="+mn-ea"/>
                    <a:sym typeface="+mn-lt"/>
                  </a:rPr>
                  <a:t>平台数据</a:t>
                </a:r>
              </a:p>
            </p:txBody>
          </p:sp>
          <p:cxnSp>
            <p:nvCxnSpPr>
              <p:cNvPr id="436" name="连接符: 肘形 435"/>
              <p:cNvCxnSpPr>
                <a:stCxn id="429" idx="2"/>
                <a:endCxn id="435" idx="0"/>
              </p:cNvCxnSpPr>
              <p:nvPr/>
            </p:nvCxnSpPr>
            <p:spPr>
              <a:xfrm rot="16200000" flipH="1">
                <a:off x="4680341" y="3397981"/>
                <a:ext cx="351090" cy="79978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grpSp>
      <p:grpSp>
        <p:nvGrpSpPr>
          <p:cNvPr id="5" name="组合 4"/>
          <p:cNvGrpSpPr/>
          <p:nvPr/>
        </p:nvGrpSpPr>
        <p:grpSpPr>
          <a:xfrm>
            <a:off x="1289712" y="5125065"/>
            <a:ext cx="10597487" cy="2389058"/>
            <a:chOff x="1289712" y="5125065"/>
            <a:chExt cx="10597487" cy="2389058"/>
          </a:xfrm>
        </p:grpSpPr>
        <p:sp>
          <p:nvSpPr>
            <p:cNvPr id="452" name="矩形: 圆角 451"/>
            <p:cNvSpPr/>
            <p:nvPr/>
          </p:nvSpPr>
          <p:spPr>
            <a:xfrm>
              <a:off x="1289712" y="5125065"/>
              <a:ext cx="10597487" cy="1390035"/>
            </a:xfrm>
            <a:prstGeom prst="roundRect">
              <a:avLst>
                <a:gd name="adj" fmla="val 2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9864B8"/>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nvGrpSpPr>
            <p:cNvPr id="453" name="组合 452"/>
            <p:cNvGrpSpPr/>
            <p:nvPr/>
          </p:nvGrpSpPr>
          <p:grpSpPr>
            <a:xfrm>
              <a:off x="1378422" y="5229562"/>
              <a:ext cx="10420067" cy="2284561"/>
              <a:chOff x="1378421" y="5125065"/>
              <a:chExt cx="10420067" cy="2284561"/>
            </a:xfrm>
          </p:grpSpPr>
          <p:sp>
            <p:nvSpPr>
              <p:cNvPr id="439" name="文本框 438"/>
              <p:cNvSpPr txBox="1"/>
              <p:nvPr/>
            </p:nvSpPr>
            <p:spPr>
              <a:xfrm>
                <a:off x="1378421" y="5125065"/>
                <a:ext cx="3328302" cy="400691"/>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500" dirty="0">
                    <a:solidFill>
                      <a:srgbClr val="9864B8"/>
                    </a:solidFill>
                    <a:latin typeface="+mj-ea"/>
                    <a:ea typeface="+mj-ea"/>
                    <a:cs typeface="+mn-ea"/>
                    <a:sym typeface="+mn-lt"/>
                  </a:rPr>
                  <a:t>开放资源</a:t>
                </a:r>
                <a:endParaRPr kumimoji="0" lang="zh-CN" altLang="en-US" sz="1500" i="0" u="none" strike="noStrike" kern="1200" cap="none" spc="0" normalizeH="0" baseline="0" noProof="0" dirty="0">
                  <a:ln>
                    <a:noFill/>
                  </a:ln>
                  <a:solidFill>
                    <a:srgbClr val="9864B8"/>
                  </a:solidFill>
                  <a:effectLst/>
                  <a:uLnTx/>
                  <a:uFillTx/>
                  <a:latin typeface="+mj-ea"/>
                  <a:ea typeface="+mj-ea"/>
                  <a:cs typeface="+mn-ea"/>
                  <a:sym typeface="+mn-lt"/>
                </a:endParaRPr>
              </a:p>
            </p:txBody>
          </p:sp>
          <p:sp>
            <p:nvSpPr>
              <p:cNvPr id="440" name="文本框 439"/>
              <p:cNvSpPr txBox="1"/>
              <p:nvPr/>
            </p:nvSpPr>
            <p:spPr>
              <a:xfrm>
                <a:off x="4924304" y="5125065"/>
                <a:ext cx="3328302" cy="400691"/>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500" i="0" u="none" strike="noStrike" kern="1200" cap="none" spc="0" normalizeH="0" baseline="0" noProof="0" dirty="0">
                    <a:ln>
                      <a:noFill/>
                    </a:ln>
                    <a:solidFill>
                      <a:srgbClr val="9864B8"/>
                    </a:solidFill>
                    <a:effectLst/>
                    <a:uLnTx/>
                    <a:uFillTx/>
                    <a:latin typeface="+mj-ea"/>
                    <a:ea typeface="+mj-ea"/>
                    <a:cs typeface="+mn-ea"/>
                    <a:sym typeface="+mn-lt"/>
                  </a:rPr>
                  <a:t>自建资源</a:t>
                </a:r>
              </a:p>
            </p:txBody>
          </p:sp>
          <p:sp>
            <p:nvSpPr>
              <p:cNvPr id="441" name="椭圆 440"/>
              <p:cNvSpPr/>
              <p:nvPr/>
            </p:nvSpPr>
            <p:spPr>
              <a:xfrm>
                <a:off x="2192072" y="5614746"/>
                <a:ext cx="5215057" cy="1794880"/>
              </a:xfrm>
              <a:prstGeom prst="ellipse">
                <a:avLst/>
              </a:prstGeom>
              <a:noFill/>
              <a:ln w="25400">
                <a:gradFill>
                  <a:gsLst>
                    <a:gs pos="2000">
                      <a:schemeClr val="accent1">
                        <a:lumMod val="40000"/>
                        <a:lumOff val="60000"/>
                        <a:alpha val="70000"/>
                      </a:schemeClr>
                    </a:gs>
                    <a:gs pos="13000">
                      <a:schemeClr val="accent1">
                        <a:lumMod val="40000"/>
                        <a:lumOff val="60000"/>
                        <a:alpha val="0"/>
                      </a:schemeClr>
                    </a:gs>
                    <a:gs pos="50000">
                      <a:schemeClr val="accent1">
                        <a:lumMod val="40000"/>
                        <a:lumOff val="60000"/>
                        <a:alpha val="0"/>
                      </a:schemeClr>
                    </a:gs>
                    <a:gs pos="83000">
                      <a:schemeClr val="accent1">
                        <a:lumMod val="40000"/>
                        <a:lumOff val="60000"/>
                        <a:alpha val="0"/>
                      </a:schemeClr>
                    </a:gs>
                    <a:gs pos="100000">
                      <a:schemeClr val="accent1">
                        <a:lumMod val="40000"/>
                        <a:lumOff val="60000"/>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9864B8"/>
                  </a:solidFill>
                  <a:effectLst/>
                  <a:uLnTx/>
                  <a:uFillTx/>
                  <a:cs typeface="+mn-ea"/>
                  <a:sym typeface="+mn-lt"/>
                </a:endParaRPr>
              </a:p>
            </p:txBody>
          </p:sp>
          <p:sp>
            <p:nvSpPr>
              <p:cNvPr id="443" name="文本框 442"/>
              <p:cNvSpPr txBox="1"/>
              <p:nvPr/>
            </p:nvSpPr>
            <p:spPr>
              <a:xfrm>
                <a:off x="8470186" y="5125065"/>
                <a:ext cx="3328302" cy="400691"/>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500" dirty="0">
                    <a:solidFill>
                      <a:srgbClr val="9864B8"/>
                    </a:solidFill>
                    <a:latin typeface="+mj-ea"/>
                    <a:ea typeface="+mj-ea"/>
                    <a:cs typeface="+mn-ea"/>
                    <a:sym typeface="+mn-lt"/>
                  </a:rPr>
                  <a:t>共</a:t>
                </a:r>
                <a:r>
                  <a:rPr kumimoji="0" lang="zh-CN" altLang="en-US" sz="1500" i="0" u="none" strike="noStrike" kern="1200" cap="none" spc="0" normalizeH="0" baseline="0" noProof="0" dirty="0">
                    <a:ln>
                      <a:noFill/>
                    </a:ln>
                    <a:solidFill>
                      <a:srgbClr val="9864B8"/>
                    </a:solidFill>
                    <a:effectLst/>
                    <a:uLnTx/>
                    <a:uFillTx/>
                    <a:latin typeface="+mj-ea"/>
                    <a:ea typeface="+mj-ea"/>
                    <a:cs typeface="+mn-ea"/>
                    <a:sym typeface="+mn-lt"/>
                  </a:rPr>
                  <a:t>建资源</a:t>
                </a:r>
              </a:p>
            </p:txBody>
          </p:sp>
          <p:sp>
            <p:nvSpPr>
              <p:cNvPr id="444" name="椭圆 443"/>
              <p:cNvSpPr/>
              <p:nvPr/>
            </p:nvSpPr>
            <p:spPr>
              <a:xfrm>
                <a:off x="5769783" y="5614746"/>
                <a:ext cx="5215057" cy="1794880"/>
              </a:xfrm>
              <a:prstGeom prst="ellipse">
                <a:avLst/>
              </a:prstGeom>
              <a:noFill/>
              <a:ln w="25400">
                <a:gradFill>
                  <a:gsLst>
                    <a:gs pos="2000">
                      <a:schemeClr val="accent1">
                        <a:lumMod val="40000"/>
                        <a:lumOff val="60000"/>
                        <a:alpha val="70000"/>
                      </a:schemeClr>
                    </a:gs>
                    <a:gs pos="13000">
                      <a:schemeClr val="accent1">
                        <a:lumMod val="40000"/>
                        <a:lumOff val="60000"/>
                        <a:alpha val="0"/>
                      </a:schemeClr>
                    </a:gs>
                    <a:gs pos="50000">
                      <a:schemeClr val="accent1">
                        <a:lumMod val="40000"/>
                        <a:lumOff val="60000"/>
                        <a:alpha val="0"/>
                      </a:schemeClr>
                    </a:gs>
                    <a:gs pos="83000">
                      <a:schemeClr val="accent1">
                        <a:lumMod val="40000"/>
                        <a:lumOff val="60000"/>
                        <a:alpha val="0"/>
                      </a:schemeClr>
                    </a:gs>
                    <a:gs pos="100000">
                      <a:schemeClr val="accent1">
                        <a:lumMod val="40000"/>
                        <a:lumOff val="60000"/>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9864B8"/>
                  </a:solidFill>
                  <a:effectLst/>
                  <a:uLnTx/>
                  <a:uFillTx/>
                  <a:cs typeface="+mn-ea"/>
                  <a:sym typeface="+mn-lt"/>
                </a:endParaRPr>
              </a:p>
            </p:txBody>
          </p:sp>
          <p:sp>
            <p:nvSpPr>
              <p:cNvPr id="442" name="文本框 441"/>
              <p:cNvSpPr txBox="1"/>
              <p:nvPr/>
            </p:nvSpPr>
            <p:spPr>
              <a:xfrm>
                <a:off x="1378421" y="5911940"/>
                <a:ext cx="2365220" cy="400691"/>
              </a:xfrm>
              <a:prstGeom prst="roundRect">
                <a:avLst>
                  <a:gd name="adj" fmla="val 4000"/>
                </a:avLst>
              </a:prstGeom>
              <a:solidFill>
                <a:srgbClr val="F8F4FA"/>
              </a:solidFill>
              <a:ln>
                <a:solidFill>
                  <a:schemeClr val="accent1"/>
                </a:solidFill>
                <a:prstDash val="lgDash"/>
              </a:ln>
            </p:spPr>
            <p:txBody>
              <a:bodyPr wrap="square" anchor="ctr">
                <a:noAutofit/>
              </a:bodyPr>
              <a:lstStyle>
                <a:defPPr>
                  <a:defRPr lang="zh-CN"/>
                </a:defPPr>
                <a:lvl1pPr algn="ctr">
                  <a:defRPr sz="1600" b="1">
                    <a:solidFill>
                      <a:schemeClr val="bg1"/>
                    </a:solidFill>
                    <a:effectLst>
                      <a:outerShdw blurRad="88900" dist="38100" dir="2700000" algn="tl" rotWithShape="0">
                        <a:prstClr val="black">
                          <a:alpha val="10000"/>
                        </a:prstClr>
                      </a:outerShdw>
                    </a:effectLst>
                    <a:latin typeface="微软雅黑" panose="020B0503020204020204" pitchFamily="34" charset="-122"/>
                    <a:ea typeface="微软雅黑" panose="020B0503020204020204" pitchFamily="34" charset="-122"/>
                    <a:cs typeface="阿里巴巴普惠体"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864B8"/>
                    </a:solidFill>
                    <a:effectLst/>
                    <a:uLnTx/>
                    <a:uFillTx/>
                    <a:latin typeface="+mj-ea"/>
                    <a:ea typeface="+mj-ea"/>
                    <a:cs typeface="+mn-ea"/>
                    <a:sym typeface="+mn-lt"/>
                  </a:rPr>
                  <a:t>国家智慧教育平台</a:t>
                </a:r>
              </a:p>
            </p:txBody>
          </p:sp>
          <p:sp>
            <p:nvSpPr>
              <p:cNvPr id="445" name="文本框 444"/>
              <p:cNvSpPr txBox="1"/>
              <p:nvPr/>
            </p:nvSpPr>
            <p:spPr>
              <a:xfrm>
                <a:off x="4033802" y="5911940"/>
                <a:ext cx="2365220" cy="400691"/>
              </a:xfrm>
              <a:prstGeom prst="roundRect">
                <a:avLst>
                  <a:gd name="adj" fmla="val 4000"/>
                </a:avLst>
              </a:prstGeom>
              <a:solidFill>
                <a:srgbClr val="F8F4FA"/>
              </a:solidFill>
              <a:ln>
                <a:solidFill>
                  <a:schemeClr val="accent1"/>
                </a:solidFill>
                <a:prstDash val="lgDash"/>
              </a:ln>
            </p:spPr>
            <p:txBody>
              <a:bodyPr wrap="square" anchor="ctr">
                <a:noAutofit/>
              </a:bodyPr>
              <a:lstStyle>
                <a:defPPr>
                  <a:defRPr lang="zh-CN"/>
                </a:defPPr>
                <a:lvl1pPr algn="ctr">
                  <a:defRPr sz="1600" b="1">
                    <a:solidFill>
                      <a:schemeClr val="bg1"/>
                    </a:solidFill>
                    <a:effectLst>
                      <a:outerShdw blurRad="88900" dist="38100" dir="2700000" algn="tl" rotWithShape="0">
                        <a:prstClr val="black">
                          <a:alpha val="10000"/>
                        </a:prstClr>
                      </a:outerShdw>
                    </a:effectLst>
                    <a:latin typeface="微软雅黑" panose="020B0503020204020204" pitchFamily="34" charset="-122"/>
                    <a:ea typeface="微软雅黑" panose="020B0503020204020204" pitchFamily="34" charset="-122"/>
                    <a:cs typeface="阿里巴巴普惠体"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864B8"/>
                    </a:solidFill>
                    <a:effectLst/>
                    <a:uLnTx/>
                    <a:uFillTx/>
                    <a:latin typeface="+mj-ea"/>
                    <a:ea typeface="+mj-ea"/>
                    <a:cs typeface="+mn-ea"/>
                    <a:sym typeface="+mn-lt"/>
                  </a:rPr>
                  <a:t>校内云课堂平台</a:t>
                </a:r>
              </a:p>
            </p:txBody>
          </p:sp>
          <p:sp>
            <p:nvSpPr>
              <p:cNvPr id="447" name="文本框 446"/>
              <p:cNvSpPr txBox="1"/>
              <p:nvPr/>
            </p:nvSpPr>
            <p:spPr>
              <a:xfrm>
                <a:off x="6777891" y="5911940"/>
                <a:ext cx="2365220" cy="400691"/>
              </a:xfrm>
              <a:prstGeom prst="roundRect">
                <a:avLst>
                  <a:gd name="adj" fmla="val 4000"/>
                </a:avLst>
              </a:prstGeom>
              <a:solidFill>
                <a:srgbClr val="F8F4FA"/>
              </a:solidFill>
              <a:ln>
                <a:solidFill>
                  <a:schemeClr val="accent1"/>
                </a:solidFill>
                <a:prstDash val="lgDash"/>
              </a:ln>
            </p:spPr>
            <p:txBody>
              <a:bodyPr wrap="square" anchor="ctr">
                <a:noAutofit/>
              </a:bodyPr>
              <a:lstStyle>
                <a:defPPr>
                  <a:defRPr lang="zh-CN"/>
                </a:defPPr>
                <a:lvl1pPr algn="ctr">
                  <a:defRPr sz="1600" b="1">
                    <a:solidFill>
                      <a:schemeClr val="bg1"/>
                    </a:solidFill>
                    <a:effectLst>
                      <a:outerShdw blurRad="88900" dist="38100" dir="2700000" algn="tl" rotWithShape="0">
                        <a:prstClr val="black">
                          <a:alpha val="10000"/>
                        </a:prstClr>
                      </a:outerShdw>
                    </a:effectLst>
                    <a:latin typeface="微软雅黑" panose="020B0503020204020204" pitchFamily="34" charset="-122"/>
                    <a:ea typeface="微软雅黑" panose="020B0503020204020204" pitchFamily="34" charset="-122"/>
                    <a:cs typeface="阿里巴巴普惠体"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864B8"/>
                    </a:solidFill>
                    <a:effectLst/>
                    <a:uLnTx/>
                    <a:uFillTx/>
                    <a:latin typeface="+mj-ea"/>
                    <a:ea typeface="+mj-ea"/>
                    <a:cs typeface="+mn-ea"/>
                    <a:sym typeface="+mn-lt"/>
                  </a:rPr>
                  <a:t>知识图谱</a:t>
                </a:r>
              </a:p>
            </p:txBody>
          </p:sp>
          <p:sp>
            <p:nvSpPr>
              <p:cNvPr id="446" name="文本框 445"/>
              <p:cNvSpPr txBox="1"/>
              <p:nvPr/>
            </p:nvSpPr>
            <p:spPr>
              <a:xfrm>
                <a:off x="9433268" y="5911940"/>
                <a:ext cx="2365220" cy="400691"/>
              </a:xfrm>
              <a:prstGeom prst="roundRect">
                <a:avLst>
                  <a:gd name="adj" fmla="val 4000"/>
                </a:avLst>
              </a:prstGeom>
              <a:solidFill>
                <a:srgbClr val="F8F4FA"/>
              </a:solidFill>
              <a:ln>
                <a:solidFill>
                  <a:schemeClr val="accent1"/>
                </a:solidFill>
                <a:prstDash val="lgDash"/>
              </a:ln>
            </p:spPr>
            <p:txBody>
              <a:bodyPr wrap="square" anchor="ctr">
                <a:noAutofit/>
              </a:bodyPr>
              <a:lstStyle>
                <a:defPPr>
                  <a:defRPr lang="zh-CN"/>
                </a:defPPr>
                <a:lvl1pPr algn="ctr">
                  <a:defRPr sz="1600" b="1">
                    <a:solidFill>
                      <a:schemeClr val="bg1"/>
                    </a:solidFill>
                    <a:effectLst>
                      <a:outerShdw blurRad="88900" dist="38100" dir="2700000" algn="tl" rotWithShape="0">
                        <a:prstClr val="black">
                          <a:alpha val="10000"/>
                        </a:prstClr>
                      </a:outerShdw>
                    </a:effectLst>
                    <a:latin typeface="微软雅黑" panose="020B0503020204020204" pitchFamily="34" charset="-122"/>
                    <a:ea typeface="微软雅黑" panose="020B0503020204020204" pitchFamily="34" charset="-122"/>
                    <a:cs typeface="阿里巴巴普惠体"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864B8"/>
                    </a:solidFill>
                    <a:effectLst/>
                    <a:uLnTx/>
                    <a:uFillTx/>
                    <a:latin typeface="+mj-ea"/>
                    <a:ea typeface="+mj-ea"/>
                    <a:cs typeface="+mn-ea"/>
                    <a:sym typeface="+mn-lt"/>
                  </a:rPr>
                  <a:t>超星泛雅平台</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wipe(left)">
                                      <p:cBhvr>
                                        <p:cTn id="13" dur="500"/>
                                        <p:tgtEl>
                                          <p:spTgt spid="50"/>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500"/>
                                        <p:tgtEl>
                                          <p:spTgt spid="3"/>
                                        </p:tgtEl>
                                      </p:cBhvr>
                                    </p:animEffect>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750"/>
                                        <p:tgtEl>
                                          <p:spTgt spid="5"/>
                                        </p:tgtEl>
                                      </p:cBhvr>
                                    </p:animEffect>
                                    <p:anim calcmode="lin" valueType="num">
                                      <p:cBhvr>
                                        <p:cTn id="26" dur="750" fill="hold"/>
                                        <p:tgtEl>
                                          <p:spTgt spid="5"/>
                                        </p:tgtEl>
                                        <p:attrNameLst>
                                          <p:attrName>ppt_x</p:attrName>
                                        </p:attrNameLst>
                                      </p:cBhvr>
                                      <p:tavLst>
                                        <p:tav tm="0">
                                          <p:val>
                                            <p:strVal val="#ppt_x"/>
                                          </p:val>
                                        </p:tav>
                                        <p:tav tm="100000">
                                          <p:val>
                                            <p:strVal val="#ppt_x"/>
                                          </p:val>
                                        </p:tav>
                                      </p:tavLst>
                                    </p:anim>
                                    <p:anim calcmode="lin" valueType="num">
                                      <p:cBhvr>
                                        <p:cTn id="27" dur="7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ldLvl="0" animBg="1"/>
      <p:bldP spid="48" grpId="0" bldLvl="0" animBg="1"/>
      <p:bldP spid="49"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04800" y="685800"/>
            <a:ext cx="11582400" cy="2971800"/>
            <a:chOff x="304800" y="685800"/>
            <a:chExt cx="11582400" cy="2971800"/>
          </a:xfrm>
        </p:grpSpPr>
        <p:sp>
          <p:nvSpPr>
            <p:cNvPr id="49" name="矩形: 圆角 48"/>
            <p:cNvSpPr/>
            <p:nvPr/>
          </p:nvSpPr>
          <p:spPr>
            <a:xfrm>
              <a:off x="304800" y="685800"/>
              <a:ext cx="11582400" cy="2971800"/>
            </a:xfrm>
            <a:prstGeom prst="roundRect">
              <a:avLst>
                <a:gd name="adj" fmla="val 133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a:solidFill>
                  <a:srgbClr val="FFFFFF"/>
                </a:solidFill>
                <a:latin typeface="+mj-ea"/>
                <a:ea typeface="+mj-ea"/>
                <a:cs typeface="思源宋体 CN Heavy" panose="02020900000000000000" pitchFamily="18" charset="-122"/>
              </a:endParaRPr>
            </a:p>
          </p:txBody>
        </p:sp>
        <p:grpSp>
          <p:nvGrpSpPr>
            <p:cNvPr id="285" name="组合 284"/>
            <p:cNvGrpSpPr/>
            <p:nvPr/>
          </p:nvGrpSpPr>
          <p:grpSpPr>
            <a:xfrm>
              <a:off x="3276601" y="1096930"/>
              <a:ext cx="5638799" cy="2149540"/>
              <a:chOff x="3276601" y="1096930"/>
              <a:chExt cx="5638799" cy="2149540"/>
            </a:xfrm>
          </p:grpSpPr>
          <p:sp>
            <p:nvSpPr>
              <p:cNvPr id="269" name="Object23"/>
              <p:cNvSpPr/>
              <p:nvPr/>
            </p:nvSpPr>
            <p:spPr>
              <a:xfrm>
                <a:off x="5490066" y="1731919"/>
                <a:ext cx="1211870" cy="369332"/>
              </a:xfrm>
              <a:prstGeom prst="rect">
                <a:avLst/>
              </a:prstGeom>
              <a:noFill/>
              <a:effectLst/>
            </p:spPr>
            <p:txBody>
              <a:bodyPr wrap="none" lIns="0" tIns="0" rIns="0" bIns="0" rtlCol="0" anchor="ctr">
                <a:spAutoFit/>
              </a:bodyPr>
              <a:lstStyle/>
              <a:p>
                <a:pPr algn="ctr" defTabSz="731520"/>
                <a:r>
                  <a:rPr lang="zh-CN" altLang="en-US" sz="2400" dirty="0">
                    <a:gradFill>
                      <a:gsLst>
                        <a:gs pos="0">
                          <a:schemeClr val="accent1"/>
                        </a:gs>
                        <a:gs pos="100000">
                          <a:schemeClr val="accent2"/>
                        </a:gs>
                      </a:gsLst>
                      <a:lin ang="2700000" scaled="0"/>
                    </a:gradFill>
                    <a:latin typeface="+mj-ea"/>
                    <a:ea typeface="+mj-ea"/>
                    <a:cs typeface="思源宋体 CN Heavy" panose="02020900000000000000" pitchFamily="18" charset="-122"/>
                  </a:rPr>
                  <a:t>融合创新</a:t>
                </a:r>
              </a:p>
            </p:txBody>
          </p:sp>
          <p:sp>
            <p:nvSpPr>
              <p:cNvPr id="270" name="任意多边形: 形状 269" descr="preencoded.png"/>
              <p:cNvSpPr/>
              <p:nvPr>
                <p:custDataLst>
                  <p:tags r:id="rId1"/>
                </p:custDataLst>
              </p:nvPr>
            </p:nvSpPr>
            <p:spPr>
              <a:xfrm>
                <a:off x="3276601" y="1111883"/>
                <a:ext cx="2176183" cy="1316180"/>
              </a:xfrm>
              <a:custGeom>
                <a:avLst/>
                <a:gdLst>
                  <a:gd name="connsiteX0" fmla="*/ 1684126 w 3326130"/>
                  <a:gd name="connsiteY0" fmla="*/ 0 h 2011680"/>
                  <a:gd name="connsiteX1" fmla="*/ 2993151 w 3326130"/>
                  <a:gd name="connsiteY1" fmla="*/ 0 h 2011680"/>
                  <a:gd name="connsiteX2" fmla="*/ 2995812 w 3326130"/>
                  <a:gd name="connsiteY2" fmla="*/ 268 h 2011680"/>
                  <a:gd name="connsiteX3" fmla="*/ 2998470 w 3326130"/>
                  <a:gd name="connsiteY3" fmla="*/ 0 h 2011680"/>
                  <a:gd name="connsiteX4" fmla="*/ 3326130 w 3326130"/>
                  <a:gd name="connsiteY4" fmla="*/ 327660 h 2011680"/>
                  <a:gd name="connsiteX5" fmla="*/ 3126010 w 3326130"/>
                  <a:gd name="connsiteY5" fmla="*/ 629571 h 2011680"/>
                  <a:gd name="connsiteX6" fmla="*/ 3125266 w 3326130"/>
                  <a:gd name="connsiteY6" fmla="*/ 629802 h 2011680"/>
                  <a:gd name="connsiteX7" fmla="*/ 3121278 w 3326130"/>
                  <a:gd name="connsiteY7" fmla="*/ 631965 h 2011680"/>
                  <a:gd name="connsiteX8" fmla="*/ 2993151 w 3326130"/>
                  <a:gd name="connsiteY8" fmla="*/ 657812 h 2011680"/>
                  <a:gd name="connsiteX9" fmla="*/ 1684126 w 3326130"/>
                  <a:gd name="connsiteY9" fmla="*/ 657812 h 2011680"/>
                  <a:gd name="connsiteX10" fmla="*/ 1684126 w 3326130"/>
                  <a:gd name="connsiteY10" fmla="*/ 656674 h 2011680"/>
                  <a:gd name="connsiteX11" fmla="*/ 1291135 w 3326130"/>
                  <a:gd name="connsiteY11" fmla="*/ 734781 h 2011680"/>
                  <a:gd name="connsiteX12" fmla="*/ 957977 w 3326130"/>
                  <a:gd name="connsiteY12" fmla="*/ 957208 h 2011680"/>
                  <a:gd name="connsiteX13" fmla="*/ 735371 w 3326130"/>
                  <a:gd name="connsiteY13" fmla="*/ 1290099 h 2011680"/>
                  <a:gd name="connsiteX14" fmla="*/ 657556 w 3326130"/>
                  <a:gd name="connsiteY14" fmla="*/ 1655804 h 2011680"/>
                  <a:gd name="connsiteX15" fmla="*/ 658340 w 3326130"/>
                  <a:gd name="connsiteY15" fmla="*/ 1678950 h 2011680"/>
                  <a:gd name="connsiteX16" fmla="*/ 329170 w 3326130"/>
                  <a:gd name="connsiteY16" fmla="*/ 2011680 h 2011680"/>
                  <a:gd name="connsiteX17" fmla="*/ 22 w 3326130"/>
                  <a:gd name="connsiteY17" fmla="*/ 1682775 h 2011680"/>
                  <a:gd name="connsiteX18" fmla="*/ 0 w 3326130"/>
                  <a:gd name="connsiteY18" fmla="*/ 1682775 h 2011680"/>
                  <a:gd name="connsiteX19" fmla="*/ 2 w 3326130"/>
                  <a:gd name="connsiteY19" fmla="*/ 1680090 h 2011680"/>
                  <a:gd name="connsiteX20" fmla="*/ 0 w 3326130"/>
                  <a:gd name="connsiteY20" fmla="*/ 1678950 h 2011680"/>
                  <a:gd name="connsiteX21" fmla="*/ 14 w 3326130"/>
                  <a:gd name="connsiteY21" fmla="*/ 1675844 h 2011680"/>
                  <a:gd name="connsiteX22" fmla="*/ 128196 w 3326130"/>
                  <a:gd name="connsiteY22" fmla="*/ 1038807 h 2011680"/>
                  <a:gd name="connsiteX23" fmla="*/ 493269 w 3326130"/>
                  <a:gd name="connsiteY23" fmla="*/ 492873 h 2011680"/>
                  <a:gd name="connsiteX24" fmla="*/ 1039642 w 3326130"/>
                  <a:gd name="connsiteY24" fmla="*/ 128094 h 2011680"/>
                  <a:gd name="connsiteX25" fmla="*/ 1684126 w 3326130"/>
                  <a:gd name="connsiteY25" fmla="*/ 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326130" h="2011680">
                    <a:moveTo>
                      <a:pt x="1684126" y="0"/>
                    </a:moveTo>
                    <a:lnTo>
                      <a:pt x="2993151" y="0"/>
                    </a:lnTo>
                    <a:lnTo>
                      <a:pt x="2995812" y="268"/>
                    </a:lnTo>
                    <a:lnTo>
                      <a:pt x="2998470" y="0"/>
                    </a:lnTo>
                    <a:cubicBezTo>
                      <a:pt x="3179432" y="0"/>
                      <a:pt x="3326130" y="146698"/>
                      <a:pt x="3326130" y="327660"/>
                    </a:cubicBezTo>
                    <a:cubicBezTo>
                      <a:pt x="3326130" y="463382"/>
                      <a:pt x="3243613" y="579830"/>
                      <a:pt x="3126010" y="629571"/>
                    </a:cubicBezTo>
                    <a:lnTo>
                      <a:pt x="3125266" y="629802"/>
                    </a:lnTo>
                    <a:lnTo>
                      <a:pt x="3121278" y="631965"/>
                    </a:lnTo>
                    <a:cubicBezTo>
                      <a:pt x="3081896" y="648609"/>
                      <a:pt x="3038599" y="657812"/>
                      <a:pt x="2993151" y="657812"/>
                    </a:cubicBezTo>
                    <a:lnTo>
                      <a:pt x="1684126" y="657812"/>
                    </a:lnTo>
                    <a:lnTo>
                      <a:pt x="1684126" y="656674"/>
                    </a:lnTo>
                    <a:cubicBezTo>
                      <a:pt x="1549265" y="656674"/>
                      <a:pt x="1415730" y="683215"/>
                      <a:pt x="1291135" y="734781"/>
                    </a:cubicBezTo>
                    <a:cubicBezTo>
                      <a:pt x="1166548" y="786345"/>
                      <a:pt x="1053336" y="861932"/>
                      <a:pt x="957977" y="957208"/>
                    </a:cubicBezTo>
                    <a:cubicBezTo>
                      <a:pt x="862624" y="1052491"/>
                      <a:pt x="786977" y="1165612"/>
                      <a:pt x="735371" y="1290099"/>
                    </a:cubicBezTo>
                    <a:cubicBezTo>
                      <a:pt x="687209" y="1406279"/>
                      <a:pt x="660860" y="1530247"/>
                      <a:pt x="657556" y="1655804"/>
                    </a:cubicBezTo>
                    <a:cubicBezTo>
                      <a:pt x="658076" y="1663446"/>
                      <a:pt x="658340" y="1671171"/>
                      <a:pt x="658340" y="1678950"/>
                    </a:cubicBezTo>
                    <a:cubicBezTo>
                      <a:pt x="658340" y="1862709"/>
                      <a:pt x="510966" y="2011680"/>
                      <a:pt x="329170" y="2011680"/>
                    </a:cubicBezTo>
                    <a:cubicBezTo>
                      <a:pt x="148638" y="2011680"/>
                      <a:pt x="2050" y="1864774"/>
                      <a:pt x="22" y="1682775"/>
                    </a:cubicBezTo>
                    <a:lnTo>
                      <a:pt x="0" y="1682775"/>
                    </a:lnTo>
                    <a:lnTo>
                      <a:pt x="2" y="1680090"/>
                    </a:lnTo>
                    <a:lnTo>
                      <a:pt x="0" y="1678950"/>
                    </a:lnTo>
                    <a:cubicBezTo>
                      <a:pt x="0" y="1677910"/>
                      <a:pt x="5" y="1676877"/>
                      <a:pt x="14" y="1675844"/>
                    </a:cubicBezTo>
                    <a:cubicBezTo>
                      <a:pt x="915" y="1457214"/>
                      <a:pt x="44447" y="1240832"/>
                      <a:pt x="128196" y="1038807"/>
                    </a:cubicBezTo>
                    <a:cubicBezTo>
                      <a:pt x="212832" y="834641"/>
                      <a:pt x="336883" y="649134"/>
                      <a:pt x="493269" y="492873"/>
                    </a:cubicBezTo>
                    <a:cubicBezTo>
                      <a:pt x="649655" y="336613"/>
                      <a:pt x="835311" y="212661"/>
                      <a:pt x="1039642" y="128094"/>
                    </a:cubicBezTo>
                    <a:cubicBezTo>
                      <a:pt x="1243964" y="43527"/>
                      <a:pt x="1462962" y="0"/>
                      <a:pt x="1684126" y="0"/>
                    </a:cubicBezTo>
                    <a:close/>
                  </a:path>
                </a:pathLst>
              </a:custGeom>
              <a:gradFill flip="none" rotWithShape="1">
                <a:gsLst>
                  <a:gs pos="10000">
                    <a:schemeClr val="accent1"/>
                  </a:gs>
                  <a:gs pos="100000">
                    <a:schemeClr val="accent1">
                      <a:alpha val="0"/>
                    </a:schemeClr>
                  </a:gs>
                </a:gsLst>
                <a:lin ang="7800000" scaled="0"/>
                <a:tileRect/>
              </a:gradFill>
              <a:ln w="9569"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1" name="任意多边形: 形状 270" descr="preencoded.png"/>
              <p:cNvSpPr/>
              <p:nvPr>
                <p:custDataLst>
                  <p:tags r:id="rId2"/>
                </p:custDataLst>
              </p:nvPr>
            </p:nvSpPr>
            <p:spPr>
              <a:xfrm>
                <a:off x="5021536" y="1096931"/>
                <a:ext cx="2194048" cy="438727"/>
              </a:xfrm>
              <a:custGeom>
                <a:avLst/>
                <a:gdLst>
                  <a:gd name="connsiteX0" fmla="*/ 0 w 3353436"/>
                  <a:gd name="connsiteY0" fmla="*/ 0 h 670560"/>
                  <a:gd name="connsiteX1" fmla="*/ 296989 w 3353436"/>
                  <a:gd name="connsiteY1" fmla="*/ 0 h 670560"/>
                  <a:gd name="connsiteX2" fmla="*/ 2728151 w 3353436"/>
                  <a:gd name="connsiteY2" fmla="*/ 0 h 670560"/>
                  <a:gd name="connsiteX3" fmla="*/ 3001800 w 3353436"/>
                  <a:gd name="connsiteY3" fmla="*/ 0 h 670560"/>
                  <a:gd name="connsiteX4" fmla="*/ 3017838 w 3353436"/>
                  <a:gd name="connsiteY4" fmla="*/ 0 h 670560"/>
                  <a:gd name="connsiteX5" fmla="*/ 3025139 w 3353436"/>
                  <a:gd name="connsiteY5" fmla="*/ 0 h 670560"/>
                  <a:gd name="connsiteX6" fmla="*/ 3025139 w 3353436"/>
                  <a:gd name="connsiteY6" fmla="*/ 735 h 670560"/>
                  <a:gd name="connsiteX7" fmla="*/ 3085473 w 3353436"/>
                  <a:gd name="connsiteY7" fmla="*/ 6812 h 670560"/>
                  <a:gd name="connsiteX8" fmla="*/ 3353436 w 3353436"/>
                  <a:gd name="connsiteY8" fmla="*/ 335280 h 670560"/>
                  <a:gd name="connsiteX9" fmla="*/ 3085473 w 3353436"/>
                  <a:gd name="connsiteY9" fmla="*/ 663748 h 670560"/>
                  <a:gd name="connsiteX10" fmla="*/ 3025139 w 3353436"/>
                  <a:gd name="connsiteY10" fmla="*/ 669825 h 670560"/>
                  <a:gd name="connsiteX11" fmla="*/ 3025139 w 3353436"/>
                  <a:gd name="connsiteY11" fmla="*/ 670560 h 670560"/>
                  <a:gd name="connsiteX12" fmla="*/ 3017838 w 3353436"/>
                  <a:gd name="connsiteY12" fmla="*/ 670560 h 670560"/>
                  <a:gd name="connsiteX13" fmla="*/ 3001800 w 3353436"/>
                  <a:gd name="connsiteY13" fmla="*/ 670560 h 670560"/>
                  <a:gd name="connsiteX14" fmla="*/ 2728151 w 3353436"/>
                  <a:gd name="connsiteY14" fmla="*/ 670560 h 670560"/>
                  <a:gd name="connsiteX15" fmla="*/ 296989 w 3353436"/>
                  <a:gd name="connsiteY15" fmla="*/ 670560 h 670560"/>
                  <a:gd name="connsiteX16" fmla="*/ 0 w 3353436"/>
                  <a:gd name="connsiteY16" fmla="*/ 670560 h 670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53436" h="670560">
                    <a:moveTo>
                      <a:pt x="0" y="0"/>
                    </a:moveTo>
                    <a:cubicBezTo>
                      <a:pt x="0" y="0"/>
                      <a:pt x="132966" y="0"/>
                      <a:pt x="296989" y="0"/>
                    </a:cubicBezTo>
                    <a:lnTo>
                      <a:pt x="2728151" y="0"/>
                    </a:lnTo>
                    <a:cubicBezTo>
                      <a:pt x="2851168" y="0"/>
                      <a:pt x="2956715" y="0"/>
                      <a:pt x="3001800" y="0"/>
                    </a:cubicBezTo>
                    <a:lnTo>
                      <a:pt x="3017838" y="0"/>
                    </a:lnTo>
                    <a:lnTo>
                      <a:pt x="3025139" y="0"/>
                    </a:lnTo>
                    <a:lnTo>
                      <a:pt x="3025139" y="735"/>
                    </a:lnTo>
                    <a:lnTo>
                      <a:pt x="3085473" y="6812"/>
                    </a:lnTo>
                    <a:cubicBezTo>
                      <a:pt x="3238400" y="38075"/>
                      <a:pt x="3353436" y="173256"/>
                      <a:pt x="3353436" y="335280"/>
                    </a:cubicBezTo>
                    <a:cubicBezTo>
                      <a:pt x="3353436" y="497304"/>
                      <a:pt x="3238400" y="632485"/>
                      <a:pt x="3085473" y="663748"/>
                    </a:cubicBezTo>
                    <a:lnTo>
                      <a:pt x="3025139" y="669825"/>
                    </a:lnTo>
                    <a:lnTo>
                      <a:pt x="3025139" y="670560"/>
                    </a:lnTo>
                    <a:lnTo>
                      <a:pt x="3017838" y="670560"/>
                    </a:lnTo>
                    <a:lnTo>
                      <a:pt x="3001800" y="670560"/>
                    </a:lnTo>
                    <a:cubicBezTo>
                      <a:pt x="2956715" y="670560"/>
                      <a:pt x="2851168" y="670560"/>
                      <a:pt x="2728151" y="670560"/>
                    </a:cubicBezTo>
                    <a:lnTo>
                      <a:pt x="296989" y="670560"/>
                    </a:lnTo>
                    <a:cubicBezTo>
                      <a:pt x="132966" y="670560"/>
                      <a:pt x="0" y="670560"/>
                      <a:pt x="0" y="670560"/>
                    </a:cubicBezTo>
                    <a:close/>
                  </a:path>
                </a:pathLst>
              </a:custGeom>
              <a:gradFill>
                <a:gsLst>
                  <a:gs pos="0">
                    <a:schemeClr val="accent2"/>
                  </a:gs>
                  <a:gs pos="100000">
                    <a:schemeClr val="accent2">
                      <a:alpha val="0"/>
                    </a:schemeClr>
                  </a:gs>
                </a:gsLst>
                <a:lin ang="10800000" scaled="1"/>
              </a:gradFill>
              <a:ln w="9568"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2" name="任意多边形: 形状 271" descr="preencoded.png"/>
              <p:cNvSpPr/>
              <p:nvPr>
                <p:custDataLst>
                  <p:tags r:id="rId3"/>
                </p:custDataLst>
              </p:nvPr>
            </p:nvSpPr>
            <p:spPr>
              <a:xfrm>
                <a:off x="6940965" y="1096930"/>
                <a:ext cx="1974435" cy="1326151"/>
              </a:xfrm>
              <a:custGeom>
                <a:avLst/>
                <a:gdLst>
                  <a:gd name="connsiteX0" fmla="*/ 0 w 3017774"/>
                  <a:gd name="connsiteY0" fmla="*/ 0 h 2026920"/>
                  <a:gd name="connsiteX1" fmla="*/ 1336876 w 3017774"/>
                  <a:gd name="connsiteY1" fmla="*/ 0 h 2026920"/>
                  <a:gd name="connsiteX2" fmla="*/ 1980028 w 3017774"/>
                  <a:gd name="connsiteY2" fmla="*/ 128575 h 2026920"/>
                  <a:gd name="connsiteX3" fmla="*/ 2525267 w 3017774"/>
                  <a:gd name="connsiteY3" fmla="*/ 494726 h 2026920"/>
                  <a:gd name="connsiteX4" fmla="*/ 2889593 w 3017774"/>
                  <a:gd name="connsiteY4" fmla="*/ 1042712 h 2026920"/>
                  <a:gd name="connsiteX5" fmla="*/ 3017520 w 3017774"/>
                  <a:gd name="connsiteY5" fmla="*/ 1689100 h 2026920"/>
                  <a:gd name="connsiteX6" fmla="*/ 3017498 w 3017774"/>
                  <a:gd name="connsiteY6" fmla="*/ 1689100 h 2026920"/>
                  <a:gd name="connsiteX7" fmla="*/ 3017520 w 3017774"/>
                  <a:gd name="connsiteY7" fmla="*/ 1692939 h 2026920"/>
                  <a:gd name="connsiteX8" fmla="*/ 3017330 w 3017774"/>
                  <a:gd name="connsiteY8" fmla="*/ 1694856 h 2026920"/>
                  <a:gd name="connsiteX9" fmla="*/ 3017774 w 3017774"/>
                  <a:gd name="connsiteY9" fmla="*/ 1699260 h 2026920"/>
                  <a:gd name="connsiteX10" fmla="*/ 2690114 w 3017774"/>
                  <a:gd name="connsiteY10" fmla="*/ 2026920 h 2026920"/>
                  <a:gd name="connsiteX11" fmla="*/ 2689568 w 3017774"/>
                  <a:gd name="connsiteY11" fmla="*/ 2026865 h 2026920"/>
                  <a:gd name="connsiteX12" fmla="*/ 2689030 w 3017774"/>
                  <a:gd name="connsiteY12" fmla="*/ 2026920 h 2026920"/>
                  <a:gd name="connsiteX13" fmla="*/ 2624315 w 3017774"/>
                  <a:gd name="connsiteY13" fmla="*/ 2020287 h 2026920"/>
                  <a:gd name="connsiteX14" fmla="*/ 2624079 w 3017774"/>
                  <a:gd name="connsiteY14" fmla="*/ 2020263 h 2026920"/>
                  <a:gd name="connsiteX15" fmla="*/ 2624077 w 3017774"/>
                  <a:gd name="connsiteY15" fmla="*/ 2020263 h 2026920"/>
                  <a:gd name="connsiteX16" fmla="*/ 2622829 w 3017774"/>
                  <a:gd name="connsiteY16" fmla="*/ 2020135 h 2026920"/>
                  <a:gd name="connsiteX17" fmla="*/ 2572890 w 3017774"/>
                  <a:gd name="connsiteY17" fmla="*/ 2004373 h 2026920"/>
                  <a:gd name="connsiteX18" fmla="*/ 2562574 w 3017774"/>
                  <a:gd name="connsiteY18" fmla="*/ 2001171 h 2026920"/>
                  <a:gd name="connsiteX19" fmla="*/ 2562338 w 3017774"/>
                  <a:gd name="connsiteY19" fmla="*/ 2001043 h 2026920"/>
                  <a:gd name="connsiteX20" fmla="*/ 2561168 w 3017774"/>
                  <a:gd name="connsiteY20" fmla="*/ 2000674 h 2026920"/>
                  <a:gd name="connsiteX21" fmla="*/ 2531916 w 3017774"/>
                  <a:gd name="connsiteY21" fmla="*/ 1984531 h 2026920"/>
                  <a:gd name="connsiteX22" fmla="*/ 2506916 w 3017774"/>
                  <a:gd name="connsiteY22" fmla="*/ 1970961 h 2026920"/>
                  <a:gd name="connsiteX23" fmla="*/ 2506085 w 3017774"/>
                  <a:gd name="connsiteY23" fmla="*/ 1970275 h 2026920"/>
                  <a:gd name="connsiteX24" fmla="*/ 2505370 w 3017774"/>
                  <a:gd name="connsiteY24" fmla="*/ 1969881 h 2026920"/>
                  <a:gd name="connsiteX25" fmla="*/ 2491208 w 3017774"/>
                  <a:gd name="connsiteY25" fmla="*/ 1958001 h 2026920"/>
                  <a:gd name="connsiteX26" fmla="*/ 2458423 w 3017774"/>
                  <a:gd name="connsiteY26" fmla="*/ 1930951 h 2026920"/>
                  <a:gd name="connsiteX27" fmla="*/ 2457211 w 3017774"/>
                  <a:gd name="connsiteY27" fmla="*/ 1929481 h 2026920"/>
                  <a:gd name="connsiteX28" fmla="*/ 2456754 w 3017774"/>
                  <a:gd name="connsiteY28" fmla="*/ 1929098 h 2026920"/>
                  <a:gd name="connsiteX29" fmla="*/ 2448342 w 3017774"/>
                  <a:gd name="connsiteY29" fmla="*/ 1918732 h 2026920"/>
                  <a:gd name="connsiteX30" fmla="*/ 2418413 w 3017774"/>
                  <a:gd name="connsiteY30" fmla="*/ 1882458 h 2026920"/>
                  <a:gd name="connsiteX31" fmla="*/ 2417419 w 3017774"/>
                  <a:gd name="connsiteY31" fmla="*/ 1880627 h 2026920"/>
                  <a:gd name="connsiteX32" fmla="*/ 2416642 w 3017774"/>
                  <a:gd name="connsiteY32" fmla="*/ 1879670 h 2026920"/>
                  <a:gd name="connsiteX33" fmla="*/ 2401243 w 3017774"/>
                  <a:gd name="connsiteY33" fmla="*/ 1850825 h 2026920"/>
                  <a:gd name="connsiteX34" fmla="*/ 2388203 w 3017774"/>
                  <a:gd name="connsiteY34" fmla="*/ 1826800 h 2026920"/>
                  <a:gd name="connsiteX35" fmla="*/ 2387905 w 3017774"/>
                  <a:gd name="connsiteY35" fmla="*/ 1825841 h 2026920"/>
                  <a:gd name="connsiteX36" fmla="*/ 2386356 w 3017774"/>
                  <a:gd name="connsiteY36" fmla="*/ 1822938 h 2026920"/>
                  <a:gd name="connsiteX37" fmla="*/ 2360541 w 3017774"/>
                  <a:gd name="connsiteY37" fmla="*/ 1692939 h 2026920"/>
                  <a:gd name="connsiteX38" fmla="*/ 2361458 w 3017774"/>
                  <a:gd name="connsiteY38" fmla="*/ 1667795 h 2026920"/>
                  <a:gd name="connsiteX39" fmla="*/ 2283667 w 3017774"/>
                  <a:gd name="connsiteY39" fmla="*/ 1294949 h 2026920"/>
                  <a:gd name="connsiteX40" fmla="*/ 2061524 w 3017774"/>
                  <a:gd name="connsiteY40" fmla="*/ 960807 h 2026920"/>
                  <a:gd name="connsiteX41" fmla="*/ 1729054 w 3017774"/>
                  <a:gd name="connsiteY41" fmla="*/ 737543 h 2026920"/>
                  <a:gd name="connsiteX42" fmla="*/ 1336876 w 3017774"/>
                  <a:gd name="connsiteY42" fmla="*/ 659143 h 2026920"/>
                  <a:gd name="connsiteX43" fmla="*/ 1336876 w 3017774"/>
                  <a:gd name="connsiteY43" fmla="*/ 660285 h 2026920"/>
                  <a:gd name="connsiteX44" fmla="*/ 0 w 3017774"/>
                  <a:gd name="connsiteY44" fmla="*/ 660285 h 2026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017774" h="2026920">
                    <a:moveTo>
                      <a:pt x="0" y="0"/>
                    </a:moveTo>
                    <a:lnTo>
                      <a:pt x="1336876" y="0"/>
                    </a:lnTo>
                    <a:cubicBezTo>
                      <a:pt x="1557583" y="0"/>
                      <a:pt x="1776127" y="43690"/>
                      <a:pt x="1980028" y="128575"/>
                    </a:cubicBezTo>
                    <a:cubicBezTo>
                      <a:pt x="2183936" y="213460"/>
                      <a:pt x="2369212" y="337879"/>
                      <a:pt x="2525267" y="494726"/>
                    </a:cubicBezTo>
                    <a:cubicBezTo>
                      <a:pt x="2681330" y="651574"/>
                      <a:pt x="2805125" y="837779"/>
                      <a:pt x="2889593" y="1042712"/>
                    </a:cubicBezTo>
                    <a:cubicBezTo>
                      <a:pt x="2974053" y="1247639"/>
                      <a:pt x="3017520" y="1467283"/>
                      <a:pt x="3017520" y="1689100"/>
                    </a:cubicBezTo>
                    <a:lnTo>
                      <a:pt x="3017498" y="1689100"/>
                    </a:lnTo>
                    <a:cubicBezTo>
                      <a:pt x="3017513" y="1690375"/>
                      <a:pt x="3017520" y="1691657"/>
                      <a:pt x="3017520" y="1692939"/>
                    </a:cubicBezTo>
                    <a:lnTo>
                      <a:pt x="3017330" y="1694856"/>
                    </a:lnTo>
                    <a:lnTo>
                      <a:pt x="3017774" y="1699260"/>
                    </a:lnTo>
                    <a:cubicBezTo>
                      <a:pt x="3017774" y="1880222"/>
                      <a:pt x="2871076" y="2026920"/>
                      <a:pt x="2690114" y="2026920"/>
                    </a:cubicBezTo>
                    <a:lnTo>
                      <a:pt x="2689568" y="2026865"/>
                    </a:lnTo>
                    <a:lnTo>
                      <a:pt x="2689030" y="2026920"/>
                    </a:lnTo>
                    <a:lnTo>
                      <a:pt x="2624315" y="2020287"/>
                    </a:lnTo>
                    <a:lnTo>
                      <a:pt x="2624079" y="2020263"/>
                    </a:lnTo>
                    <a:lnTo>
                      <a:pt x="2624077" y="2020263"/>
                    </a:lnTo>
                    <a:lnTo>
                      <a:pt x="2622829" y="2020135"/>
                    </a:lnTo>
                    <a:lnTo>
                      <a:pt x="2572890" y="2004373"/>
                    </a:lnTo>
                    <a:lnTo>
                      <a:pt x="2562574" y="2001171"/>
                    </a:lnTo>
                    <a:lnTo>
                      <a:pt x="2562338" y="2001043"/>
                    </a:lnTo>
                    <a:lnTo>
                      <a:pt x="2561168" y="2000674"/>
                    </a:lnTo>
                    <a:lnTo>
                      <a:pt x="2531916" y="1984531"/>
                    </a:lnTo>
                    <a:lnTo>
                      <a:pt x="2506916" y="1970961"/>
                    </a:lnTo>
                    <a:lnTo>
                      <a:pt x="2506085" y="1970275"/>
                    </a:lnTo>
                    <a:lnTo>
                      <a:pt x="2505370" y="1969881"/>
                    </a:lnTo>
                    <a:lnTo>
                      <a:pt x="2491208" y="1958001"/>
                    </a:lnTo>
                    <a:lnTo>
                      <a:pt x="2458423" y="1930951"/>
                    </a:lnTo>
                    <a:lnTo>
                      <a:pt x="2457211" y="1929481"/>
                    </a:lnTo>
                    <a:lnTo>
                      <a:pt x="2456754" y="1929098"/>
                    </a:lnTo>
                    <a:lnTo>
                      <a:pt x="2448342" y="1918732"/>
                    </a:lnTo>
                    <a:lnTo>
                      <a:pt x="2418413" y="1882458"/>
                    </a:lnTo>
                    <a:lnTo>
                      <a:pt x="2417419" y="1880627"/>
                    </a:lnTo>
                    <a:lnTo>
                      <a:pt x="2416642" y="1879670"/>
                    </a:lnTo>
                    <a:lnTo>
                      <a:pt x="2401243" y="1850825"/>
                    </a:lnTo>
                    <a:lnTo>
                      <a:pt x="2388203" y="1826800"/>
                    </a:lnTo>
                    <a:lnTo>
                      <a:pt x="2387905" y="1825841"/>
                    </a:lnTo>
                    <a:lnTo>
                      <a:pt x="2386356" y="1822938"/>
                    </a:lnTo>
                    <a:cubicBezTo>
                      <a:pt x="2369733" y="1782982"/>
                      <a:pt x="2360541" y="1739052"/>
                      <a:pt x="2360541" y="1692939"/>
                    </a:cubicBezTo>
                    <a:cubicBezTo>
                      <a:pt x="2360541" y="1684479"/>
                      <a:pt x="2360846" y="1676094"/>
                      <a:pt x="2361458" y="1667795"/>
                    </a:cubicBezTo>
                    <a:cubicBezTo>
                      <a:pt x="2358822" y="1539791"/>
                      <a:pt x="2332466" y="1413347"/>
                      <a:pt x="2283667" y="1294949"/>
                    </a:cubicBezTo>
                    <a:cubicBezTo>
                      <a:pt x="2232170" y="1169994"/>
                      <a:pt x="2156679" y="1056448"/>
                      <a:pt x="2061524" y="960807"/>
                    </a:cubicBezTo>
                    <a:cubicBezTo>
                      <a:pt x="1966362" y="865173"/>
                      <a:pt x="1853384" y="789301"/>
                      <a:pt x="1729054" y="737543"/>
                    </a:cubicBezTo>
                    <a:cubicBezTo>
                      <a:pt x="1604718" y="685783"/>
                      <a:pt x="1471458" y="659143"/>
                      <a:pt x="1336876" y="659143"/>
                    </a:cubicBezTo>
                    <a:lnTo>
                      <a:pt x="1336876" y="660285"/>
                    </a:lnTo>
                    <a:lnTo>
                      <a:pt x="0" y="660285"/>
                    </a:lnTo>
                    <a:close/>
                  </a:path>
                </a:pathLst>
              </a:custGeom>
              <a:gradFill>
                <a:gsLst>
                  <a:gs pos="0">
                    <a:schemeClr val="accent1"/>
                  </a:gs>
                  <a:gs pos="100000">
                    <a:schemeClr val="accent1">
                      <a:alpha val="0"/>
                    </a:schemeClr>
                  </a:gs>
                </a:gsLst>
                <a:lin ang="10800000" scaled="1"/>
              </a:gradFill>
              <a:ln w="9549"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dirty="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3" name="任意多边形: 形状 272" descr="preencoded.png"/>
              <p:cNvSpPr/>
              <p:nvPr>
                <p:custDataLst>
                  <p:tags r:id="rId4"/>
                </p:custDataLst>
              </p:nvPr>
            </p:nvSpPr>
            <p:spPr>
              <a:xfrm>
                <a:off x="6741379" y="1929511"/>
                <a:ext cx="2168871" cy="1316180"/>
              </a:xfrm>
              <a:custGeom>
                <a:avLst/>
                <a:gdLst>
                  <a:gd name="connsiteX0" fmla="*/ 2987293 w 3314953"/>
                  <a:gd name="connsiteY0" fmla="*/ 0 h 2011680"/>
                  <a:gd name="connsiteX1" fmla="*/ 3314930 w 3314953"/>
                  <a:gd name="connsiteY1" fmla="*/ 328906 h 2011680"/>
                  <a:gd name="connsiteX2" fmla="*/ 3314953 w 3314953"/>
                  <a:gd name="connsiteY2" fmla="*/ 328906 h 2011680"/>
                  <a:gd name="connsiteX3" fmla="*/ 3314953 w 3314953"/>
                  <a:gd name="connsiteY3" fmla="*/ 331588 h 2011680"/>
                  <a:gd name="connsiteX4" fmla="*/ 3314953 w 3314953"/>
                  <a:gd name="connsiteY4" fmla="*/ 332731 h 2011680"/>
                  <a:gd name="connsiteX5" fmla="*/ 3314938 w 3314953"/>
                  <a:gd name="connsiteY5" fmla="*/ 335837 h 2011680"/>
                  <a:gd name="connsiteX6" fmla="*/ 3187348 w 3314953"/>
                  <a:gd name="connsiteY6" fmla="*/ 972873 h 2011680"/>
                  <a:gd name="connsiteX7" fmla="*/ 2823950 w 3314953"/>
                  <a:gd name="connsiteY7" fmla="*/ 1518803 h 2011680"/>
                  <a:gd name="connsiteX8" fmla="*/ 2280081 w 3314953"/>
                  <a:gd name="connsiteY8" fmla="*/ 1883583 h 2011680"/>
                  <a:gd name="connsiteX9" fmla="*/ 1638553 w 3314953"/>
                  <a:gd name="connsiteY9" fmla="*/ 2011680 h 2011680"/>
                  <a:gd name="connsiteX10" fmla="*/ 335533 w 3314953"/>
                  <a:gd name="connsiteY10" fmla="*/ 2011680 h 2011680"/>
                  <a:gd name="connsiteX11" fmla="*/ 269498 w 3314953"/>
                  <a:gd name="connsiteY11" fmla="*/ 2004998 h 2011680"/>
                  <a:gd name="connsiteX12" fmla="*/ 266216 w 3314953"/>
                  <a:gd name="connsiteY12" fmla="*/ 2003975 h 2011680"/>
                  <a:gd name="connsiteX13" fmla="*/ 261625 w 3314953"/>
                  <a:gd name="connsiteY13" fmla="*/ 2003512 h 2011680"/>
                  <a:gd name="connsiteX14" fmla="*/ 0 w 3314953"/>
                  <a:gd name="connsiteY14" fmla="*/ 1682509 h 2011680"/>
                  <a:gd name="connsiteX15" fmla="*/ 261625 w 3314953"/>
                  <a:gd name="connsiteY15" fmla="*/ 1361506 h 2011680"/>
                  <a:gd name="connsiteX16" fmla="*/ 268730 w 3314953"/>
                  <a:gd name="connsiteY16" fmla="*/ 1360790 h 2011680"/>
                  <a:gd name="connsiteX17" fmla="*/ 269498 w 3314953"/>
                  <a:gd name="connsiteY17" fmla="*/ 1360551 h 2011680"/>
                  <a:gd name="connsiteX18" fmla="*/ 335533 w 3314953"/>
                  <a:gd name="connsiteY18" fmla="*/ 1353868 h 2011680"/>
                  <a:gd name="connsiteX19" fmla="*/ 1638553 w 3314953"/>
                  <a:gd name="connsiteY19" fmla="*/ 1353868 h 2011680"/>
                  <a:gd name="connsiteX20" fmla="*/ 1638553 w 3314953"/>
                  <a:gd name="connsiteY20" fmla="*/ 1355008 h 2011680"/>
                  <a:gd name="connsiteX21" fmla="*/ 2029741 w 3314953"/>
                  <a:gd name="connsiteY21" fmla="*/ 1276897 h 2011680"/>
                  <a:gd name="connsiteX22" fmla="*/ 2361372 w 3314953"/>
                  <a:gd name="connsiteY22" fmla="*/ 1054472 h 2011680"/>
                  <a:gd name="connsiteX23" fmla="*/ 2582953 w 3314953"/>
                  <a:gd name="connsiteY23" fmla="*/ 721578 h 2011680"/>
                  <a:gd name="connsiteX24" fmla="*/ 2660410 w 3314953"/>
                  <a:gd name="connsiteY24" fmla="*/ 355879 h 2011680"/>
                  <a:gd name="connsiteX25" fmla="*/ 2659633 w 3314953"/>
                  <a:gd name="connsiteY25" fmla="*/ 332731 h 2011680"/>
                  <a:gd name="connsiteX26" fmla="*/ 2987293 w 3314953"/>
                  <a:gd name="connsiteY26" fmla="*/ 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314953" h="2011680">
                    <a:moveTo>
                      <a:pt x="2987293" y="0"/>
                    </a:moveTo>
                    <a:cubicBezTo>
                      <a:pt x="3166996" y="0"/>
                      <a:pt x="3312910" y="146907"/>
                      <a:pt x="3314930" y="328906"/>
                    </a:cubicBezTo>
                    <a:lnTo>
                      <a:pt x="3314953" y="328906"/>
                    </a:lnTo>
                    <a:lnTo>
                      <a:pt x="3314953" y="331588"/>
                    </a:lnTo>
                    <a:lnTo>
                      <a:pt x="3314953" y="332731"/>
                    </a:lnTo>
                    <a:cubicBezTo>
                      <a:pt x="3314953" y="333767"/>
                      <a:pt x="3314946" y="334802"/>
                      <a:pt x="3314938" y="335837"/>
                    </a:cubicBezTo>
                    <a:cubicBezTo>
                      <a:pt x="3314038" y="554465"/>
                      <a:pt x="3270712" y="770848"/>
                      <a:pt x="3187348" y="972873"/>
                    </a:cubicBezTo>
                    <a:cubicBezTo>
                      <a:pt x="3103094" y="1177039"/>
                      <a:pt x="2979612" y="1362550"/>
                      <a:pt x="2823950" y="1518803"/>
                    </a:cubicBezTo>
                    <a:cubicBezTo>
                      <a:pt x="2668282" y="1675064"/>
                      <a:pt x="2483474" y="1799016"/>
                      <a:pt x="2280081" y="1883583"/>
                    </a:cubicBezTo>
                    <a:cubicBezTo>
                      <a:pt x="2076695" y="1968158"/>
                      <a:pt x="1858703" y="2011680"/>
                      <a:pt x="1638553" y="2011680"/>
                    </a:cubicBezTo>
                    <a:lnTo>
                      <a:pt x="335533" y="2011680"/>
                    </a:lnTo>
                    <a:cubicBezTo>
                      <a:pt x="312913" y="2011680"/>
                      <a:pt x="290828" y="2009379"/>
                      <a:pt x="269498" y="2004998"/>
                    </a:cubicBezTo>
                    <a:lnTo>
                      <a:pt x="266216" y="2003975"/>
                    </a:lnTo>
                    <a:lnTo>
                      <a:pt x="261625" y="2003512"/>
                    </a:lnTo>
                    <a:cubicBezTo>
                      <a:pt x="112316" y="1972959"/>
                      <a:pt x="0" y="1840851"/>
                      <a:pt x="0" y="1682509"/>
                    </a:cubicBezTo>
                    <a:cubicBezTo>
                      <a:pt x="0" y="1524167"/>
                      <a:pt x="112316" y="1392059"/>
                      <a:pt x="261625" y="1361506"/>
                    </a:cubicBezTo>
                    <a:lnTo>
                      <a:pt x="268730" y="1360790"/>
                    </a:lnTo>
                    <a:lnTo>
                      <a:pt x="269498" y="1360551"/>
                    </a:lnTo>
                    <a:cubicBezTo>
                      <a:pt x="290828" y="1356169"/>
                      <a:pt x="312913" y="1353868"/>
                      <a:pt x="335533" y="1353868"/>
                    </a:cubicBezTo>
                    <a:lnTo>
                      <a:pt x="1638553" y="1353868"/>
                    </a:lnTo>
                    <a:lnTo>
                      <a:pt x="1638553" y="1355008"/>
                    </a:lnTo>
                    <a:cubicBezTo>
                      <a:pt x="1772795" y="1355008"/>
                      <a:pt x="1905718" y="1328467"/>
                      <a:pt x="2029741" y="1276897"/>
                    </a:cubicBezTo>
                    <a:cubicBezTo>
                      <a:pt x="2153756" y="1225335"/>
                      <a:pt x="2266449" y="1149748"/>
                      <a:pt x="2361372" y="1054472"/>
                    </a:cubicBezTo>
                    <a:cubicBezTo>
                      <a:pt x="2456286" y="959189"/>
                      <a:pt x="2531586" y="846068"/>
                      <a:pt x="2582953" y="721578"/>
                    </a:cubicBezTo>
                    <a:cubicBezTo>
                      <a:pt x="2630898" y="605398"/>
                      <a:pt x="2657126" y="481435"/>
                      <a:pt x="2660410" y="355879"/>
                    </a:cubicBezTo>
                    <a:cubicBezTo>
                      <a:pt x="2659900" y="348231"/>
                      <a:pt x="2659633" y="340512"/>
                      <a:pt x="2659633" y="332731"/>
                    </a:cubicBezTo>
                    <a:cubicBezTo>
                      <a:pt x="2659633" y="148968"/>
                      <a:pt x="2806334" y="0"/>
                      <a:pt x="2987293" y="0"/>
                    </a:cubicBezTo>
                    <a:close/>
                  </a:path>
                </a:pathLst>
              </a:custGeom>
              <a:gradFill flip="none" rotWithShape="1">
                <a:gsLst>
                  <a:gs pos="100000">
                    <a:schemeClr val="accent2"/>
                  </a:gs>
                  <a:gs pos="10000">
                    <a:schemeClr val="accent2">
                      <a:alpha val="0"/>
                    </a:schemeClr>
                  </a:gs>
                </a:gsLst>
                <a:lin ang="7800000" scaled="0"/>
                <a:tileRect/>
              </a:gradFill>
              <a:ln w="9525"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4" name="任意多边形: 形状 273" descr="preencoded.png"/>
              <p:cNvSpPr/>
              <p:nvPr>
                <p:custDataLst>
                  <p:tags r:id="rId5"/>
                </p:custDataLst>
              </p:nvPr>
            </p:nvSpPr>
            <p:spPr>
              <a:xfrm rot="10800000">
                <a:off x="5019317" y="2817504"/>
                <a:ext cx="2195422" cy="428966"/>
              </a:xfrm>
              <a:custGeom>
                <a:avLst/>
                <a:gdLst>
                  <a:gd name="connsiteX0" fmla="*/ 3027873 w 3355533"/>
                  <a:gd name="connsiteY0" fmla="*/ 655643 h 655643"/>
                  <a:gd name="connsiteX1" fmla="*/ 3024669 w 3355533"/>
                  <a:gd name="connsiteY1" fmla="*/ 655320 h 655643"/>
                  <a:gd name="connsiteX2" fmla="*/ 3012690 w 3355533"/>
                  <a:gd name="connsiteY2" fmla="*/ 655320 h 655643"/>
                  <a:gd name="connsiteX3" fmla="*/ 2738047 w 3355533"/>
                  <a:gd name="connsiteY3" fmla="*/ 655320 h 655643"/>
                  <a:gd name="connsiteX4" fmla="*/ 298066 w 3355533"/>
                  <a:gd name="connsiteY4" fmla="*/ 655320 h 655643"/>
                  <a:gd name="connsiteX5" fmla="*/ 0 w 3355533"/>
                  <a:gd name="connsiteY5" fmla="*/ 655320 h 655643"/>
                  <a:gd name="connsiteX6" fmla="*/ 0 w 3355533"/>
                  <a:gd name="connsiteY6" fmla="*/ 0 h 655643"/>
                  <a:gd name="connsiteX7" fmla="*/ 298066 w 3355533"/>
                  <a:gd name="connsiteY7" fmla="*/ 0 h 655643"/>
                  <a:gd name="connsiteX8" fmla="*/ 2738047 w 3355533"/>
                  <a:gd name="connsiteY8" fmla="*/ 0 h 655643"/>
                  <a:gd name="connsiteX9" fmla="*/ 3036113 w 3355533"/>
                  <a:gd name="connsiteY9" fmla="*/ 0 h 655643"/>
                  <a:gd name="connsiteX10" fmla="*/ 3036113 w 3355533"/>
                  <a:gd name="connsiteY10" fmla="*/ 1154 h 655643"/>
                  <a:gd name="connsiteX11" fmla="*/ 3093908 w 3355533"/>
                  <a:gd name="connsiteY11" fmla="*/ 6980 h 655643"/>
                  <a:gd name="connsiteX12" fmla="*/ 3355533 w 3355533"/>
                  <a:gd name="connsiteY12" fmla="*/ 327983 h 655643"/>
                  <a:gd name="connsiteX13" fmla="*/ 3093908 w 3355533"/>
                  <a:gd name="connsiteY13" fmla="*/ 648986 h 655643"/>
                  <a:gd name="connsiteX14" fmla="*/ 3036113 w 3355533"/>
                  <a:gd name="connsiteY14" fmla="*/ 654813 h 655643"/>
                  <a:gd name="connsiteX15" fmla="*/ 3036113 w 3355533"/>
                  <a:gd name="connsiteY15" fmla="*/ 655320 h 655643"/>
                  <a:gd name="connsiteX16" fmla="*/ 3031077 w 3355533"/>
                  <a:gd name="connsiteY16" fmla="*/ 655320 h 655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55533" h="655643">
                    <a:moveTo>
                      <a:pt x="3027873" y="655643"/>
                    </a:moveTo>
                    <a:lnTo>
                      <a:pt x="3024669" y="655320"/>
                    </a:lnTo>
                    <a:lnTo>
                      <a:pt x="3012690" y="655320"/>
                    </a:lnTo>
                    <a:cubicBezTo>
                      <a:pt x="2967441" y="655320"/>
                      <a:pt x="2861510" y="655320"/>
                      <a:pt x="2738047" y="655320"/>
                    </a:cubicBezTo>
                    <a:lnTo>
                      <a:pt x="298066" y="655320"/>
                    </a:lnTo>
                    <a:cubicBezTo>
                      <a:pt x="133449" y="655320"/>
                      <a:pt x="0" y="655320"/>
                      <a:pt x="0" y="655320"/>
                    </a:cubicBezTo>
                    <a:lnTo>
                      <a:pt x="0" y="0"/>
                    </a:lnTo>
                    <a:cubicBezTo>
                      <a:pt x="0" y="0"/>
                      <a:pt x="133449" y="0"/>
                      <a:pt x="298066" y="0"/>
                    </a:cubicBezTo>
                    <a:lnTo>
                      <a:pt x="2738047" y="0"/>
                    </a:lnTo>
                    <a:cubicBezTo>
                      <a:pt x="2902665" y="0"/>
                      <a:pt x="3036113" y="0"/>
                      <a:pt x="3036113" y="0"/>
                    </a:cubicBezTo>
                    <a:lnTo>
                      <a:pt x="3036113" y="1154"/>
                    </a:lnTo>
                    <a:lnTo>
                      <a:pt x="3093908" y="6980"/>
                    </a:lnTo>
                    <a:cubicBezTo>
                      <a:pt x="3243218" y="37533"/>
                      <a:pt x="3355533" y="169641"/>
                      <a:pt x="3355533" y="327983"/>
                    </a:cubicBezTo>
                    <a:cubicBezTo>
                      <a:pt x="3355533" y="486325"/>
                      <a:pt x="3243218" y="618433"/>
                      <a:pt x="3093908" y="648986"/>
                    </a:cubicBezTo>
                    <a:lnTo>
                      <a:pt x="3036113" y="654813"/>
                    </a:lnTo>
                    <a:lnTo>
                      <a:pt x="3036113" y="655320"/>
                    </a:lnTo>
                    <a:lnTo>
                      <a:pt x="3031077" y="655320"/>
                    </a:lnTo>
                    <a:close/>
                  </a:path>
                </a:pathLst>
              </a:custGeom>
              <a:gradFill>
                <a:gsLst>
                  <a:gs pos="0">
                    <a:schemeClr val="accent1"/>
                  </a:gs>
                  <a:gs pos="100000">
                    <a:schemeClr val="accent1">
                      <a:alpha val="0"/>
                    </a:schemeClr>
                  </a:gs>
                </a:gsLst>
                <a:lin ang="10800000" scaled="1"/>
              </a:gradFill>
              <a:ln w="9525"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5" name="任意多边形: 形状 274" descr="preencoded.png"/>
              <p:cNvSpPr/>
              <p:nvPr>
                <p:custDataLst>
                  <p:tags r:id="rId6"/>
                </p:custDataLst>
              </p:nvPr>
            </p:nvSpPr>
            <p:spPr>
              <a:xfrm>
                <a:off x="3281415" y="1920541"/>
                <a:ext cx="1974442" cy="1325149"/>
              </a:xfrm>
              <a:custGeom>
                <a:avLst/>
                <a:gdLst>
                  <a:gd name="connsiteX0" fmla="*/ 327660 w 3017782"/>
                  <a:gd name="connsiteY0" fmla="*/ 0 h 2025390"/>
                  <a:gd name="connsiteX1" fmla="*/ 648663 w 3017782"/>
                  <a:gd name="connsiteY1" fmla="*/ 261625 h 2025390"/>
                  <a:gd name="connsiteX2" fmla="*/ 650397 w 3017782"/>
                  <a:gd name="connsiteY2" fmla="*/ 278825 h 2025390"/>
                  <a:gd name="connsiteX3" fmla="*/ 650568 w 3017782"/>
                  <a:gd name="connsiteY3" fmla="*/ 279384 h 2025390"/>
                  <a:gd name="connsiteX4" fmla="*/ 657242 w 3017782"/>
                  <a:gd name="connsiteY4" fmla="*/ 346441 h 2025390"/>
                  <a:gd name="connsiteX5" fmla="*/ 656460 w 3017782"/>
                  <a:gd name="connsiteY5" fmla="*/ 369588 h 2025390"/>
                  <a:gd name="connsiteX6" fmla="*/ 734113 w 3017782"/>
                  <a:gd name="connsiteY6" fmla="*/ 735288 h 2025390"/>
                  <a:gd name="connsiteX7" fmla="*/ 956266 w 3017782"/>
                  <a:gd name="connsiteY7" fmla="*/ 1068182 h 2025390"/>
                  <a:gd name="connsiteX8" fmla="*/ 1288736 w 3017782"/>
                  <a:gd name="connsiteY8" fmla="*/ 1290607 h 2025390"/>
                  <a:gd name="connsiteX9" fmla="*/ 1680906 w 3017782"/>
                  <a:gd name="connsiteY9" fmla="*/ 1368718 h 2025390"/>
                  <a:gd name="connsiteX10" fmla="*/ 1680906 w 3017782"/>
                  <a:gd name="connsiteY10" fmla="*/ 1367578 h 2025390"/>
                  <a:gd name="connsiteX11" fmla="*/ 3017782 w 3017782"/>
                  <a:gd name="connsiteY11" fmla="*/ 1367578 h 2025390"/>
                  <a:gd name="connsiteX12" fmla="*/ 3017782 w 3017782"/>
                  <a:gd name="connsiteY12" fmla="*/ 2025390 h 2025390"/>
                  <a:gd name="connsiteX13" fmla="*/ 1680906 w 3017782"/>
                  <a:gd name="connsiteY13" fmla="*/ 2025390 h 2025390"/>
                  <a:gd name="connsiteX14" fmla="*/ 1037754 w 3017782"/>
                  <a:gd name="connsiteY14" fmla="*/ 1897293 h 2025390"/>
                  <a:gd name="connsiteX15" fmla="*/ 492512 w 3017782"/>
                  <a:gd name="connsiteY15" fmla="*/ 1532513 h 2025390"/>
                  <a:gd name="connsiteX16" fmla="*/ 128194 w 3017782"/>
                  <a:gd name="connsiteY16" fmla="*/ 986583 h 2025390"/>
                  <a:gd name="connsiteX17" fmla="*/ 277 w 3017782"/>
                  <a:gd name="connsiteY17" fmla="*/ 349593 h 2025390"/>
                  <a:gd name="connsiteX18" fmla="*/ 263 w 3017782"/>
                  <a:gd name="connsiteY18" fmla="*/ 346441 h 2025390"/>
                  <a:gd name="connsiteX19" fmla="*/ 265 w 3017782"/>
                  <a:gd name="connsiteY19" fmla="*/ 345250 h 2025390"/>
                  <a:gd name="connsiteX20" fmla="*/ 263 w 3017782"/>
                  <a:gd name="connsiteY20" fmla="*/ 342616 h 2025390"/>
                  <a:gd name="connsiteX21" fmla="*/ 285 w 3017782"/>
                  <a:gd name="connsiteY21" fmla="*/ 342616 h 2025390"/>
                  <a:gd name="connsiteX22" fmla="*/ 923 w 3017782"/>
                  <a:gd name="connsiteY22" fmla="*/ 336815 h 2025390"/>
                  <a:gd name="connsiteX23" fmla="*/ 0 w 3017782"/>
                  <a:gd name="connsiteY23" fmla="*/ 327660 h 2025390"/>
                  <a:gd name="connsiteX24" fmla="*/ 327660 w 3017782"/>
                  <a:gd name="connsiteY24" fmla="*/ 0 h 2025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17782" h="2025390">
                    <a:moveTo>
                      <a:pt x="327660" y="0"/>
                    </a:moveTo>
                    <a:cubicBezTo>
                      <a:pt x="486002" y="0"/>
                      <a:pt x="618110" y="112316"/>
                      <a:pt x="648663" y="261625"/>
                    </a:cubicBezTo>
                    <a:lnTo>
                      <a:pt x="650397" y="278825"/>
                    </a:lnTo>
                    <a:lnTo>
                      <a:pt x="650568" y="279384"/>
                    </a:lnTo>
                    <a:cubicBezTo>
                      <a:pt x="654944" y="301044"/>
                      <a:pt x="657242" y="323470"/>
                      <a:pt x="657242" y="346441"/>
                    </a:cubicBezTo>
                    <a:cubicBezTo>
                      <a:pt x="657242" y="354221"/>
                      <a:pt x="656978" y="361940"/>
                      <a:pt x="656460" y="369588"/>
                    </a:cubicBezTo>
                    <a:cubicBezTo>
                      <a:pt x="659757" y="495144"/>
                      <a:pt x="686051" y="619107"/>
                      <a:pt x="734113" y="735288"/>
                    </a:cubicBezTo>
                    <a:cubicBezTo>
                      <a:pt x="785612" y="859778"/>
                      <a:pt x="861103" y="972899"/>
                      <a:pt x="956266" y="1068182"/>
                    </a:cubicBezTo>
                    <a:cubicBezTo>
                      <a:pt x="1051421" y="1163458"/>
                      <a:pt x="1164398" y="1239045"/>
                      <a:pt x="1288736" y="1290607"/>
                    </a:cubicBezTo>
                    <a:cubicBezTo>
                      <a:pt x="1413065" y="1342177"/>
                      <a:pt x="1546325" y="1368718"/>
                      <a:pt x="1680906" y="1368718"/>
                    </a:cubicBezTo>
                    <a:lnTo>
                      <a:pt x="1680906" y="1367578"/>
                    </a:lnTo>
                    <a:lnTo>
                      <a:pt x="3017782" y="1367578"/>
                    </a:lnTo>
                    <a:lnTo>
                      <a:pt x="3017782" y="2025390"/>
                    </a:lnTo>
                    <a:lnTo>
                      <a:pt x="1680906" y="2025390"/>
                    </a:lnTo>
                    <a:cubicBezTo>
                      <a:pt x="1460199" y="2025390"/>
                      <a:pt x="1241655" y="1981868"/>
                      <a:pt x="1037754" y="1897293"/>
                    </a:cubicBezTo>
                    <a:cubicBezTo>
                      <a:pt x="833846" y="1812726"/>
                      <a:pt x="648574" y="1688774"/>
                      <a:pt x="492512" y="1532513"/>
                    </a:cubicBezTo>
                    <a:cubicBezTo>
                      <a:pt x="336449" y="1376260"/>
                      <a:pt x="212655" y="1190749"/>
                      <a:pt x="128194" y="986583"/>
                    </a:cubicBezTo>
                    <a:cubicBezTo>
                      <a:pt x="44623" y="784573"/>
                      <a:pt x="1183" y="568205"/>
                      <a:pt x="277" y="349593"/>
                    </a:cubicBezTo>
                    <a:cubicBezTo>
                      <a:pt x="268" y="348542"/>
                      <a:pt x="263" y="347493"/>
                      <a:pt x="263" y="346441"/>
                    </a:cubicBezTo>
                    <a:lnTo>
                      <a:pt x="265" y="345250"/>
                    </a:lnTo>
                    <a:lnTo>
                      <a:pt x="263" y="342616"/>
                    </a:lnTo>
                    <a:lnTo>
                      <a:pt x="285" y="342616"/>
                    </a:lnTo>
                    <a:lnTo>
                      <a:pt x="923" y="336815"/>
                    </a:lnTo>
                    <a:lnTo>
                      <a:pt x="0" y="327660"/>
                    </a:lnTo>
                    <a:cubicBezTo>
                      <a:pt x="0" y="146698"/>
                      <a:pt x="146698" y="0"/>
                      <a:pt x="327660" y="0"/>
                    </a:cubicBezTo>
                    <a:close/>
                  </a:path>
                </a:pathLst>
              </a:custGeom>
              <a:gradFill>
                <a:gsLst>
                  <a:gs pos="100000">
                    <a:schemeClr val="accent2"/>
                  </a:gs>
                  <a:gs pos="0">
                    <a:schemeClr val="accent2">
                      <a:alpha val="0"/>
                    </a:schemeClr>
                  </a:gs>
                </a:gsLst>
                <a:lin ang="10800000" scaled="1"/>
              </a:gradFill>
              <a:ln w="9549" cap="flat">
                <a:noFill/>
                <a:prstDash val="solid"/>
                <a:miter/>
              </a:ln>
              <a:effectLst>
                <a:outerShdw blurRad="247650" sx="102000" sy="102000" algn="ctr" rotWithShape="0">
                  <a:schemeClr val="accent1">
                    <a:alpha val="40000"/>
                  </a:schemeClr>
                </a:outerShdw>
              </a:effectLst>
            </p:spPr>
            <p:txBody>
              <a:bodyPr wrap="square" lIns="68580" tIns="34290" rIns="68580" bIns="34290" rtlCol="0" anchor="ctr">
                <a:noAutofit/>
              </a:bodyPr>
              <a:lstStyle/>
              <a:p>
                <a:pP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6" name="椭圆 275"/>
              <p:cNvSpPr/>
              <p:nvPr/>
            </p:nvSpPr>
            <p:spPr>
              <a:xfrm>
                <a:off x="5087429" y="1165315"/>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7" name="椭圆 276"/>
              <p:cNvSpPr/>
              <p:nvPr/>
            </p:nvSpPr>
            <p:spPr>
              <a:xfrm>
                <a:off x="6841378" y="1161803"/>
                <a:ext cx="309272" cy="308979"/>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8" name="椭圆 277"/>
              <p:cNvSpPr/>
              <p:nvPr/>
            </p:nvSpPr>
            <p:spPr>
              <a:xfrm>
                <a:off x="8550046" y="2057725"/>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279" name="椭圆 278"/>
              <p:cNvSpPr/>
              <p:nvPr/>
            </p:nvSpPr>
            <p:spPr>
              <a:xfrm>
                <a:off x="6804778" y="2875289"/>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02" name="椭圆 301"/>
              <p:cNvSpPr/>
              <p:nvPr/>
            </p:nvSpPr>
            <p:spPr>
              <a:xfrm>
                <a:off x="5053443" y="2875289"/>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03" name="椭圆 302"/>
              <p:cNvSpPr/>
              <p:nvPr/>
            </p:nvSpPr>
            <p:spPr>
              <a:xfrm>
                <a:off x="3344814" y="1983939"/>
                <a:ext cx="301957" cy="30195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731520"/>
                <a:endParaRPr lang="zh-CN" altLang="en-US" sz="1080">
                  <a:solidFill>
                    <a:schemeClr val="tx1">
                      <a:lumMod val="85000"/>
                      <a:lumOff val="15000"/>
                    </a:schemeClr>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04" name="任意多边形: 形状 303"/>
              <p:cNvSpPr/>
              <p:nvPr/>
            </p:nvSpPr>
            <p:spPr>
              <a:xfrm>
                <a:off x="4715586" y="1238541"/>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5" name="任意多边形: 形状 304"/>
              <p:cNvSpPr/>
              <p:nvPr/>
            </p:nvSpPr>
            <p:spPr>
              <a:xfrm>
                <a:off x="6479526" y="1238541"/>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6" name="任意多边形: 形状 305"/>
              <p:cNvSpPr/>
              <p:nvPr/>
            </p:nvSpPr>
            <p:spPr>
              <a:xfrm rot="3778010">
                <a:off x="8469814" y="1728934"/>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7" name="任意多边形: 形状 306"/>
              <p:cNvSpPr/>
              <p:nvPr/>
            </p:nvSpPr>
            <p:spPr>
              <a:xfrm rot="3778010" flipH="1" flipV="1">
                <a:off x="3481917" y="2443619"/>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8" name="任意多边形: 形状 307"/>
              <p:cNvSpPr/>
              <p:nvPr/>
            </p:nvSpPr>
            <p:spPr>
              <a:xfrm flipH="1">
                <a:off x="5444661" y="2948515"/>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sp>
            <p:nvSpPr>
              <p:cNvPr id="309" name="任意多边形: 形状 308"/>
              <p:cNvSpPr/>
              <p:nvPr/>
            </p:nvSpPr>
            <p:spPr>
              <a:xfrm flipH="1">
                <a:off x="7208601" y="2948515"/>
                <a:ext cx="255916" cy="155505"/>
              </a:xfrm>
              <a:custGeom>
                <a:avLst/>
                <a:gdLst>
                  <a:gd name="connsiteX0" fmla="*/ 440702 w 682002"/>
                  <a:gd name="connsiteY0" fmla="*/ 0 h 414412"/>
                  <a:gd name="connsiteX1" fmla="*/ 557387 w 682002"/>
                  <a:gd name="connsiteY1" fmla="*/ 0 h 414412"/>
                  <a:gd name="connsiteX2" fmla="*/ 682002 w 682002"/>
                  <a:gd name="connsiteY2" fmla="*/ 207206 h 414412"/>
                  <a:gd name="connsiteX3" fmla="*/ 557387 w 682002"/>
                  <a:gd name="connsiteY3" fmla="*/ 414412 h 414412"/>
                  <a:gd name="connsiteX4" fmla="*/ 440702 w 682002"/>
                  <a:gd name="connsiteY4" fmla="*/ 414412 h 414412"/>
                  <a:gd name="connsiteX5" fmla="*/ 565317 w 682002"/>
                  <a:gd name="connsiteY5" fmla="*/ 207206 h 414412"/>
                  <a:gd name="connsiteX6" fmla="*/ 220351 w 682002"/>
                  <a:gd name="connsiteY6" fmla="*/ 0 h 414412"/>
                  <a:gd name="connsiteX7" fmla="*/ 337036 w 682002"/>
                  <a:gd name="connsiteY7" fmla="*/ 0 h 414412"/>
                  <a:gd name="connsiteX8" fmla="*/ 461651 w 682002"/>
                  <a:gd name="connsiteY8" fmla="*/ 207206 h 414412"/>
                  <a:gd name="connsiteX9" fmla="*/ 337036 w 682002"/>
                  <a:gd name="connsiteY9" fmla="*/ 414412 h 414412"/>
                  <a:gd name="connsiteX10" fmla="*/ 220351 w 682002"/>
                  <a:gd name="connsiteY10" fmla="*/ 414412 h 414412"/>
                  <a:gd name="connsiteX11" fmla="*/ 344966 w 682002"/>
                  <a:gd name="connsiteY11" fmla="*/ 207206 h 414412"/>
                  <a:gd name="connsiteX12" fmla="*/ 0 w 682002"/>
                  <a:gd name="connsiteY12" fmla="*/ 0 h 414412"/>
                  <a:gd name="connsiteX13" fmla="*/ 116685 w 682002"/>
                  <a:gd name="connsiteY13" fmla="*/ 0 h 414412"/>
                  <a:gd name="connsiteX14" fmla="*/ 241300 w 682002"/>
                  <a:gd name="connsiteY14" fmla="*/ 207206 h 414412"/>
                  <a:gd name="connsiteX15" fmla="*/ 116685 w 682002"/>
                  <a:gd name="connsiteY15" fmla="*/ 414412 h 414412"/>
                  <a:gd name="connsiteX16" fmla="*/ 0 w 682002"/>
                  <a:gd name="connsiteY16" fmla="*/ 414412 h 414412"/>
                  <a:gd name="connsiteX17" fmla="*/ 124615 w 682002"/>
                  <a:gd name="connsiteY17" fmla="*/ 207206 h 41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82002" h="414412">
                    <a:moveTo>
                      <a:pt x="440702" y="0"/>
                    </a:moveTo>
                    <a:lnTo>
                      <a:pt x="557387" y="0"/>
                    </a:lnTo>
                    <a:lnTo>
                      <a:pt x="682002" y="207206"/>
                    </a:lnTo>
                    <a:lnTo>
                      <a:pt x="557387" y="414412"/>
                    </a:lnTo>
                    <a:lnTo>
                      <a:pt x="440702" y="414412"/>
                    </a:lnTo>
                    <a:lnTo>
                      <a:pt x="565317" y="207206"/>
                    </a:lnTo>
                    <a:close/>
                    <a:moveTo>
                      <a:pt x="220351" y="0"/>
                    </a:moveTo>
                    <a:lnTo>
                      <a:pt x="337036" y="0"/>
                    </a:lnTo>
                    <a:lnTo>
                      <a:pt x="461651" y="207206"/>
                    </a:lnTo>
                    <a:lnTo>
                      <a:pt x="337036" y="414412"/>
                    </a:lnTo>
                    <a:lnTo>
                      <a:pt x="220351" y="414412"/>
                    </a:lnTo>
                    <a:lnTo>
                      <a:pt x="344966" y="207206"/>
                    </a:lnTo>
                    <a:close/>
                    <a:moveTo>
                      <a:pt x="0" y="0"/>
                    </a:moveTo>
                    <a:lnTo>
                      <a:pt x="116685" y="0"/>
                    </a:lnTo>
                    <a:lnTo>
                      <a:pt x="241300" y="207206"/>
                    </a:lnTo>
                    <a:lnTo>
                      <a:pt x="116685" y="414412"/>
                    </a:lnTo>
                    <a:lnTo>
                      <a:pt x="0" y="414412"/>
                    </a:lnTo>
                    <a:lnTo>
                      <a:pt x="124615" y="207206"/>
                    </a:lnTo>
                    <a:close/>
                  </a:path>
                </a:pathLst>
              </a:cu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2100">
                  <a:latin typeface="+mj-ea"/>
                  <a:ea typeface="+mj-ea"/>
                  <a:cs typeface="思源宋体 CN Heavy" panose="02020900000000000000" pitchFamily="18" charset="-122"/>
                </a:endParaRPr>
              </a:p>
            </p:txBody>
          </p:sp>
          <p:grpSp>
            <p:nvGrpSpPr>
              <p:cNvPr id="53" name="组合 52"/>
              <p:cNvGrpSpPr>
                <a:grpSpLocks noChangeAspect="1"/>
              </p:cNvGrpSpPr>
              <p:nvPr/>
            </p:nvGrpSpPr>
            <p:grpSpPr>
              <a:xfrm>
                <a:off x="5108699" y="2930843"/>
                <a:ext cx="191445" cy="190848"/>
                <a:chOff x="2592392" y="4888448"/>
                <a:chExt cx="436807" cy="435445"/>
              </a:xfrm>
              <a:gradFill>
                <a:gsLst>
                  <a:gs pos="0">
                    <a:schemeClr val="accent1"/>
                  </a:gs>
                  <a:gs pos="100000">
                    <a:schemeClr val="accent1">
                      <a:lumMod val="75000"/>
                    </a:schemeClr>
                  </a:gs>
                </a:gsLst>
                <a:path path="circle">
                  <a:fillToRect r="100000" b="100000"/>
                </a:path>
              </a:gradFill>
            </p:grpSpPr>
            <p:sp>
              <p:nvSpPr>
                <p:cNvPr id="54" name="任意多边形: 形状 53"/>
                <p:cNvSpPr/>
                <p:nvPr/>
              </p:nvSpPr>
              <p:spPr>
                <a:xfrm>
                  <a:off x="2592392" y="4888448"/>
                  <a:ext cx="436807" cy="435445"/>
                </a:xfrm>
                <a:custGeom>
                  <a:avLst/>
                  <a:gdLst>
                    <a:gd name="connsiteX0" fmla="*/ 416690 w 436806"/>
                    <a:gd name="connsiteY0" fmla="*/ 435445 h 435444"/>
                    <a:gd name="connsiteX1" fmla="*/ 20166 w 436806"/>
                    <a:gd name="connsiteY1" fmla="*/ 435445 h 435444"/>
                    <a:gd name="connsiteX2" fmla="*/ 0 w 436806"/>
                    <a:gd name="connsiteY2" fmla="*/ 415278 h 435444"/>
                    <a:gd name="connsiteX3" fmla="*/ 0 w 436806"/>
                    <a:gd name="connsiteY3" fmla="*/ 20166 h 435444"/>
                    <a:gd name="connsiteX4" fmla="*/ 20166 w 436806"/>
                    <a:gd name="connsiteY4" fmla="*/ 0 h 435444"/>
                    <a:gd name="connsiteX5" fmla="*/ 416640 w 436806"/>
                    <a:gd name="connsiteY5" fmla="*/ 0 h 435444"/>
                    <a:gd name="connsiteX6" fmla="*/ 436806 w 436806"/>
                    <a:gd name="connsiteY6" fmla="*/ 20166 h 435444"/>
                    <a:gd name="connsiteX7" fmla="*/ 436806 w 436806"/>
                    <a:gd name="connsiteY7" fmla="*/ 415278 h 435444"/>
                    <a:gd name="connsiteX8" fmla="*/ 416690 w 436806"/>
                    <a:gd name="connsiteY8" fmla="*/ 435445 h 435444"/>
                    <a:gd name="connsiteX9" fmla="*/ 20166 w 436806"/>
                    <a:gd name="connsiteY9" fmla="*/ 20166 h 435444"/>
                    <a:gd name="connsiteX10" fmla="*/ 20166 w 436806"/>
                    <a:gd name="connsiteY10" fmla="*/ 415278 h 435444"/>
                    <a:gd name="connsiteX11" fmla="*/ 416640 w 436806"/>
                    <a:gd name="connsiteY11" fmla="*/ 415278 h 435444"/>
                    <a:gd name="connsiteX12" fmla="*/ 416640 w 436806"/>
                    <a:gd name="connsiteY12" fmla="*/ 20166 h 435444"/>
                    <a:gd name="connsiteX13" fmla="*/ 20166 w 436806"/>
                    <a:gd name="connsiteY13" fmla="*/ 20166 h 435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6806" h="435444">
                      <a:moveTo>
                        <a:pt x="416690" y="435445"/>
                      </a:moveTo>
                      <a:lnTo>
                        <a:pt x="20166" y="435445"/>
                      </a:lnTo>
                      <a:cubicBezTo>
                        <a:pt x="9025" y="435445"/>
                        <a:pt x="0" y="426420"/>
                        <a:pt x="0" y="415278"/>
                      </a:cubicBezTo>
                      <a:lnTo>
                        <a:pt x="0" y="20166"/>
                      </a:lnTo>
                      <a:cubicBezTo>
                        <a:pt x="0" y="9025"/>
                        <a:pt x="9025" y="0"/>
                        <a:pt x="20166" y="0"/>
                      </a:cubicBezTo>
                      <a:lnTo>
                        <a:pt x="416640" y="0"/>
                      </a:lnTo>
                      <a:cubicBezTo>
                        <a:pt x="427782" y="0"/>
                        <a:pt x="436806" y="9025"/>
                        <a:pt x="436806" y="20166"/>
                      </a:cubicBezTo>
                      <a:lnTo>
                        <a:pt x="436806" y="415278"/>
                      </a:lnTo>
                      <a:cubicBezTo>
                        <a:pt x="436856" y="426420"/>
                        <a:pt x="427782" y="435445"/>
                        <a:pt x="416690" y="435445"/>
                      </a:cubicBezTo>
                      <a:close/>
                      <a:moveTo>
                        <a:pt x="20166" y="20166"/>
                      </a:moveTo>
                      <a:lnTo>
                        <a:pt x="20166" y="415278"/>
                      </a:lnTo>
                      <a:lnTo>
                        <a:pt x="416640" y="415278"/>
                      </a:lnTo>
                      <a:lnTo>
                        <a:pt x="416640" y="20166"/>
                      </a:lnTo>
                      <a:lnTo>
                        <a:pt x="20166" y="20166"/>
                      </a:lnTo>
                      <a:close/>
                    </a:path>
                  </a:pathLst>
                </a:custGeom>
                <a:grpFill/>
                <a:ln w="502"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55" name="任意多边形: 形状 54"/>
                <p:cNvSpPr/>
                <p:nvPr/>
              </p:nvSpPr>
              <p:spPr>
                <a:xfrm>
                  <a:off x="2738145" y="4955458"/>
                  <a:ext cx="150996" cy="150947"/>
                </a:xfrm>
                <a:custGeom>
                  <a:avLst/>
                  <a:gdLst>
                    <a:gd name="connsiteX0" fmla="*/ 75473 w 150996"/>
                    <a:gd name="connsiteY0" fmla="*/ 150946 h 150946"/>
                    <a:gd name="connsiteX1" fmla="*/ 0 w 150996"/>
                    <a:gd name="connsiteY1" fmla="*/ 75473 h 150946"/>
                    <a:gd name="connsiteX2" fmla="*/ 75473 w 150996"/>
                    <a:gd name="connsiteY2" fmla="*/ 0 h 150946"/>
                    <a:gd name="connsiteX3" fmla="*/ 150997 w 150996"/>
                    <a:gd name="connsiteY3" fmla="*/ 75423 h 150946"/>
                    <a:gd name="connsiteX4" fmla="*/ 75473 w 150996"/>
                    <a:gd name="connsiteY4" fmla="*/ 150946 h 150946"/>
                    <a:gd name="connsiteX5" fmla="*/ 75473 w 150996"/>
                    <a:gd name="connsiteY5" fmla="*/ 20116 h 150946"/>
                    <a:gd name="connsiteX6" fmla="*/ 20166 w 150996"/>
                    <a:gd name="connsiteY6" fmla="*/ 75423 h 150946"/>
                    <a:gd name="connsiteX7" fmla="*/ 75473 w 150996"/>
                    <a:gd name="connsiteY7" fmla="*/ 130729 h 150946"/>
                    <a:gd name="connsiteX8" fmla="*/ 130780 w 150996"/>
                    <a:gd name="connsiteY8" fmla="*/ 75423 h 150946"/>
                    <a:gd name="connsiteX9" fmla="*/ 75473 w 150996"/>
                    <a:gd name="connsiteY9" fmla="*/ 20116 h 150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996" h="150946">
                      <a:moveTo>
                        <a:pt x="75473" y="150946"/>
                      </a:moveTo>
                      <a:cubicBezTo>
                        <a:pt x="33829" y="150946"/>
                        <a:pt x="0" y="117066"/>
                        <a:pt x="0" y="75473"/>
                      </a:cubicBezTo>
                      <a:cubicBezTo>
                        <a:pt x="0" y="33829"/>
                        <a:pt x="33880" y="0"/>
                        <a:pt x="75473" y="0"/>
                      </a:cubicBezTo>
                      <a:cubicBezTo>
                        <a:pt x="117066" y="0"/>
                        <a:pt x="150997" y="33829"/>
                        <a:pt x="150997" y="75423"/>
                      </a:cubicBezTo>
                      <a:cubicBezTo>
                        <a:pt x="150997" y="117066"/>
                        <a:pt x="117117" y="150946"/>
                        <a:pt x="75473" y="150946"/>
                      </a:cubicBezTo>
                      <a:close/>
                      <a:moveTo>
                        <a:pt x="75473" y="20116"/>
                      </a:moveTo>
                      <a:cubicBezTo>
                        <a:pt x="44971" y="20116"/>
                        <a:pt x="20166" y="44921"/>
                        <a:pt x="20166" y="75423"/>
                      </a:cubicBezTo>
                      <a:cubicBezTo>
                        <a:pt x="20166" y="105924"/>
                        <a:pt x="44971" y="130729"/>
                        <a:pt x="75473" y="130729"/>
                      </a:cubicBezTo>
                      <a:cubicBezTo>
                        <a:pt x="105975" y="130729"/>
                        <a:pt x="130780" y="105924"/>
                        <a:pt x="130780" y="75423"/>
                      </a:cubicBezTo>
                      <a:cubicBezTo>
                        <a:pt x="130780" y="44921"/>
                        <a:pt x="106025" y="20116"/>
                        <a:pt x="75473" y="20116"/>
                      </a:cubicBezTo>
                      <a:close/>
                    </a:path>
                  </a:pathLst>
                </a:custGeom>
                <a:grpFill/>
                <a:ln w="502"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56" name="任意多边形: 形状 55"/>
                <p:cNvSpPr/>
                <p:nvPr/>
              </p:nvSpPr>
              <p:spPr>
                <a:xfrm>
                  <a:off x="2684549" y="5086123"/>
                  <a:ext cx="252585" cy="157803"/>
                </a:xfrm>
                <a:custGeom>
                  <a:avLst/>
                  <a:gdLst>
                    <a:gd name="connsiteX0" fmla="*/ 252535 w 252585"/>
                    <a:gd name="connsiteY0" fmla="*/ 103353 h 157802"/>
                    <a:gd name="connsiteX1" fmla="*/ 0 w 252585"/>
                    <a:gd name="connsiteY1" fmla="*/ 103353 h 157802"/>
                    <a:gd name="connsiteX2" fmla="*/ 0 w 252585"/>
                    <a:gd name="connsiteY2" fmla="*/ 93270 h 157802"/>
                    <a:gd name="connsiteX3" fmla="*/ 38266 w 252585"/>
                    <a:gd name="connsiteY3" fmla="*/ 26267 h 157802"/>
                    <a:gd name="connsiteX4" fmla="*/ 126293 w 252585"/>
                    <a:gd name="connsiteY4" fmla="*/ 0 h 157802"/>
                    <a:gd name="connsiteX5" fmla="*/ 214319 w 252585"/>
                    <a:gd name="connsiteY5" fmla="*/ 26267 h 157802"/>
                    <a:gd name="connsiteX6" fmla="*/ 252585 w 252585"/>
                    <a:gd name="connsiteY6" fmla="*/ 93270 h 157802"/>
                    <a:gd name="connsiteX7" fmla="*/ 252585 w 252585"/>
                    <a:gd name="connsiteY7" fmla="*/ 103353 h 157802"/>
                    <a:gd name="connsiteX8" fmla="*/ 21175 w 252585"/>
                    <a:gd name="connsiteY8" fmla="*/ 83187 h 157802"/>
                    <a:gd name="connsiteX9" fmla="*/ 231360 w 252585"/>
                    <a:gd name="connsiteY9" fmla="*/ 83187 h 157802"/>
                    <a:gd name="connsiteX10" fmla="*/ 202572 w 252585"/>
                    <a:gd name="connsiteY10" fmla="*/ 42652 h 157802"/>
                    <a:gd name="connsiteX11" fmla="*/ 126293 w 252585"/>
                    <a:gd name="connsiteY11" fmla="*/ 20166 h 157802"/>
                    <a:gd name="connsiteX12" fmla="*/ 49962 w 252585"/>
                    <a:gd name="connsiteY12" fmla="*/ 42652 h 157802"/>
                    <a:gd name="connsiteX13" fmla="*/ 21175 w 252585"/>
                    <a:gd name="connsiteY13" fmla="*/ 83187 h 157802"/>
                    <a:gd name="connsiteX14" fmla="*/ 205597 w 252585"/>
                    <a:gd name="connsiteY14" fmla="*/ 157803 h 157802"/>
                    <a:gd name="connsiteX15" fmla="*/ 44719 w 252585"/>
                    <a:gd name="connsiteY15" fmla="*/ 157803 h 157802"/>
                    <a:gd name="connsiteX16" fmla="*/ 34636 w 252585"/>
                    <a:gd name="connsiteY16" fmla="*/ 147719 h 157802"/>
                    <a:gd name="connsiteX17" fmla="*/ 44719 w 252585"/>
                    <a:gd name="connsiteY17" fmla="*/ 137636 h 157802"/>
                    <a:gd name="connsiteX18" fmla="*/ 205597 w 252585"/>
                    <a:gd name="connsiteY18" fmla="*/ 137636 h 157802"/>
                    <a:gd name="connsiteX19" fmla="*/ 215681 w 252585"/>
                    <a:gd name="connsiteY19" fmla="*/ 147719 h 157802"/>
                    <a:gd name="connsiteX20" fmla="*/ 205597 w 252585"/>
                    <a:gd name="connsiteY20" fmla="*/ 157803 h 15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585" h="157802">
                      <a:moveTo>
                        <a:pt x="252535" y="103353"/>
                      </a:moveTo>
                      <a:lnTo>
                        <a:pt x="0" y="103353"/>
                      </a:lnTo>
                      <a:lnTo>
                        <a:pt x="0" y="93270"/>
                      </a:lnTo>
                      <a:cubicBezTo>
                        <a:pt x="0" y="67709"/>
                        <a:pt x="13562" y="43913"/>
                        <a:pt x="38266" y="26267"/>
                      </a:cubicBezTo>
                      <a:cubicBezTo>
                        <a:pt x="61911" y="9327"/>
                        <a:pt x="93169" y="0"/>
                        <a:pt x="126293" y="0"/>
                      </a:cubicBezTo>
                      <a:cubicBezTo>
                        <a:pt x="159416" y="0"/>
                        <a:pt x="190674" y="9327"/>
                        <a:pt x="214319" y="26267"/>
                      </a:cubicBezTo>
                      <a:cubicBezTo>
                        <a:pt x="238973" y="43913"/>
                        <a:pt x="252585" y="67709"/>
                        <a:pt x="252585" y="93270"/>
                      </a:cubicBezTo>
                      <a:lnTo>
                        <a:pt x="252585" y="103353"/>
                      </a:lnTo>
                      <a:close/>
                      <a:moveTo>
                        <a:pt x="21175" y="83187"/>
                      </a:moveTo>
                      <a:lnTo>
                        <a:pt x="231360" y="83187"/>
                      </a:lnTo>
                      <a:cubicBezTo>
                        <a:pt x="228285" y="68062"/>
                        <a:pt x="218353" y="53945"/>
                        <a:pt x="202572" y="42652"/>
                      </a:cubicBezTo>
                      <a:cubicBezTo>
                        <a:pt x="182305" y="28183"/>
                        <a:pt x="155232" y="20166"/>
                        <a:pt x="126293" y="20166"/>
                      </a:cubicBezTo>
                      <a:cubicBezTo>
                        <a:pt x="97354" y="20166"/>
                        <a:pt x="70230" y="28183"/>
                        <a:pt x="49962" y="42652"/>
                      </a:cubicBezTo>
                      <a:cubicBezTo>
                        <a:pt x="34233" y="53945"/>
                        <a:pt x="24250" y="68062"/>
                        <a:pt x="21175" y="83187"/>
                      </a:cubicBezTo>
                      <a:close/>
                      <a:moveTo>
                        <a:pt x="205597" y="157803"/>
                      </a:moveTo>
                      <a:lnTo>
                        <a:pt x="44719" y="157803"/>
                      </a:lnTo>
                      <a:cubicBezTo>
                        <a:pt x="39173" y="157803"/>
                        <a:pt x="34636" y="153265"/>
                        <a:pt x="34636" y="147719"/>
                      </a:cubicBezTo>
                      <a:cubicBezTo>
                        <a:pt x="34636" y="142174"/>
                        <a:pt x="39173" y="137636"/>
                        <a:pt x="44719" y="137636"/>
                      </a:cubicBezTo>
                      <a:lnTo>
                        <a:pt x="205597" y="137636"/>
                      </a:lnTo>
                      <a:cubicBezTo>
                        <a:pt x="211143" y="137636"/>
                        <a:pt x="215681" y="142174"/>
                        <a:pt x="215681" y="147719"/>
                      </a:cubicBezTo>
                      <a:cubicBezTo>
                        <a:pt x="215681" y="153265"/>
                        <a:pt x="211143" y="157803"/>
                        <a:pt x="205597" y="157803"/>
                      </a:cubicBezTo>
                      <a:close/>
                    </a:path>
                  </a:pathLst>
                </a:custGeom>
                <a:grpFill/>
                <a:ln w="502"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grpSp>
          <p:sp>
            <p:nvSpPr>
              <p:cNvPr id="38" name="图形 135"/>
              <p:cNvSpPr/>
              <p:nvPr/>
            </p:nvSpPr>
            <p:spPr>
              <a:xfrm>
                <a:off x="3397995" y="2037116"/>
                <a:ext cx="195597" cy="195605"/>
              </a:xfrm>
              <a:custGeom>
                <a:avLst/>
                <a:gdLst>
                  <a:gd name="connsiteX0" fmla="*/ 306686 w 350510"/>
                  <a:gd name="connsiteY0" fmla="*/ 0 h 350524"/>
                  <a:gd name="connsiteX1" fmla="*/ 185665 w 350510"/>
                  <a:gd name="connsiteY1" fmla="*/ 32865 h 350524"/>
                  <a:gd name="connsiteX2" fmla="*/ 163915 w 350510"/>
                  <a:gd name="connsiteY2" fmla="*/ 32865 h 350524"/>
                  <a:gd name="connsiteX3" fmla="*/ 43796 w 350510"/>
                  <a:gd name="connsiteY3" fmla="*/ 0 h 350524"/>
                  <a:gd name="connsiteX4" fmla="*/ 0 w 350510"/>
                  <a:gd name="connsiteY4" fmla="*/ 43839 h 350524"/>
                  <a:gd name="connsiteX5" fmla="*/ 0 w 350510"/>
                  <a:gd name="connsiteY5" fmla="*/ 273864 h 350524"/>
                  <a:gd name="connsiteX6" fmla="*/ 43796 w 350510"/>
                  <a:gd name="connsiteY6" fmla="*/ 317660 h 350524"/>
                  <a:gd name="connsiteX7" fmla="*/ 163915 w 350510"/>
                  <a:gd name="connsiteY7" fmla="*/ 350525 h 350524"/>
                  <a:gd name="connsiteX8" fmla="*/ 186102 w 350510"/>
                  <a:gd name="connsiteY8" fmla="*/ 350525 h 350524"/>
                  <a:gd name="connsiteX9" fmla="*/ 306672 w 350510"/>
                  <a:gd name="connsiteY9" fmla="*/ 317660 h 350524"/>
                  <a:gd name="connsiteX10" fmla="*/ 350511 w 350510"/>
                  <a:gd name="connsiteY10" fmla="*/ 273864 h 350524"/>
                  <a:gd name="connsiteX11" fmla="*/ 350511 w 350510"/>
                  <a:gd name="connsiteY11" fmla="*/ 43839 h 350524"/>
                  <a:gd name="connsiteX12" fmla="*/ 306686 w 350510"/>
                  <a:gd name="connsiteY12" fmla="*/ 0 h 350524"/>
                  <a:gd name="connsiteX13" fmla="*/ 164310 w 350510"/>
                  <a:gd name="connsiteY13" fmla="*/ 328591 h 350524"/>
                  <a:gd name="connsiteX14" fmla="*/ 43810 w 350510"/>
                  <a:gd name="connsiteY14" fmla="*/ 295727 h 350524"/>
                  <a:gd name="connsiteX15" fmla="*/ 21933 w 350510"/>
                  <a:gd name="connsiteY15" fmla="*/ 273850 h 350524"/>
                  <a:gd name="connsiteX16" fmla="*/ 21933 w 350510"/>
                  <a:gd name="connsiteY16" fmla="*/ 43839 h 350524"/>
                  <a:gd name="connsiteX17" fmla="*/ 43810 w 350510"/>
                  <a:gd name="connsiteY17" fmla="*/ 21919 h 350524"/>
                  <a:gd name="connsiteX18" fmla="*/ 164310 w 350510"/>
                  <a:gd name="connsiteY18" fmla="*/ 54784 h 350524"/>
                  <a:gd name="connsiteX19" fmla="*/ 164310 w 350510"/>
                  <a:gd name="connsiteY19" fmla="*/ 328591 h 350524"/>
                  <a:gd name="connsiteX20" fmla="*/ 328605 w 350510"/>
                  <a:gd name="connsiteY20" fmla="*/ 273850 h 350524"/>
                  <a:gd name="connsiteX21" fmla="*/ 306686 w 350510"/>
                  <a:gd name="connsiteY21" fmla="*/ 295727 h 350524"/>
                  <a:gd name="connsiteX22" fmla="*/ 186229 w 350510"/>
                  <a:gd name="connsiteY22" fmla="*/ 328338 h 350524"/>
                  <a:gd name="connsiteX23" fmla="*/ 186229 w 350510"/>
                  <a:gd name="connsiteY23" fmla="*/ 54770 h 350524"/>
                  <a:gd name="connsiteX24" fmla="*/ 306686 w 350510"/>
                  <a:gd name="connsiteY24" fmla="*/ 21905 h 350524"/>
                  <a:gd name="connsiteX25" fmla="*/ 328605 w 350510"/>
                  <a:gd name="connsiteY25" fmla="*/ 43824 h 350524"/>
                  <a:gd name="connsiteX26" fmla="*/ 328605 w 350510"/>
                  <a:gd name="connsiteY26" fmla="*/ 273850 h 350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0510" h="350524">
                    <a:moveTo>
                      <a:pt x="306686" y="0"/>
                    </a:moveTo>
                    <a:cubicBezTo>
                      <a:pt x="306686" y="0"/>
                      <a:pt x="243298" y="17476"/>
                      <a:pt x="185665" y="32865"/>
                    </a:cubicBezTo>
                    <a:cubicBezTo>
                      <a:pt x="178443" y="33175"/>
                      <a:pt x="171151" y="32865"/>
                      <a:pt x="163915" y="32865"/>
                    </a:cubicBezTo>
                    <a:cubicBezTo>
                      <a:pt x="109032" y="18167"/>
                      <a:pt x="43796" y="0"/>
                      <a:pt x="43796" y="0"/>
                    </a:cubicBezTo>
                    <a:cubicBezTo>
                      <a:pt x="19620" y="0"/>
                      <a:pt x="0" y="19620"/>
                      <a:pt x="0" y="43839"/>
                    </a:cubicBezTo>
                    <a:lnTo>
                      <a:pt x="0" y="273864"/>
                    </a:lnTo>
                    <a:cubicBezTo>
                      <a:pt x="0" y="298040"/>
                      <a:pt x="20636" y="310128"/>
                      <a:pt x="43796" y="317660"/>
                    </a:cubicBezTo>
                    <a:cubicBezTo>
                      <a:pt x="43796" y="317660"/>
                      <a:pt x="102882" y="334093"/>
                      <a:pt x="163915" y="350525"/>
                    </a:cubicBezTo>
                    <a:lnTo>
                      <a:pt x="186102" y="350525"/>
                    </a:lnTo>
                    <a:cubicBezTo>
                      <a:pt x="247657" y="334093"/>
                      <a:pt x="306672" y="317660"/>
                      <a:pt x="306672" y="317660"/>
                    </a:cubicBezTo>
                    <a:cubicBezTo>
                      <a:pt x="329184" y="311863"/>
                      <a:pt x="350511" y="298040"/>
                      <a:pt x="350511" y="273864"/>
                    </a:cubicBezTo>
                    <a:lnTo>
                      <a:pt x="350511" y="43839"/>
                    </a:lnTo>
                    <a:cubicBezTo>
                      <a:pt x="350525" y="19620"/>
                      <a:pt x="330891" y="0"/>
                      <a:pt x="306686" y="0"/>
                    </a:cubicBezTo>
                    <a:close/>
                    <a:moveTo>
                      <a:pt x="164310" y="328591"/>
                    </a:moveTo>
                    <a:cubicBezTo>
                      <a:pt x="104490" y="312512"/>
                      <a:pt x="43810" y="295727"/>
                      <a:pt x="43810" y="295727"/>
                    </a:cubicBezTo>
                    <a:cubicBezTo>
                      <a:pt x="31370" y="292328"/>
                      <a:pt x="21933" y="285938"/>
                      <a:pt x="21933" y="273850"/>
                    </a:cubicBezTo>
                    <a:lnTo>
                      <a:pt x="21933" y="43839"/>
                    </a:lnTo>
                    <a:cubicBezTo>
                      <a:pt x="21933" y="31708"/>
                      <a:pt x="31722" y="21919"/>
                      <a:pt x="43810" y="21919"/>
                    </a:cubicBezTo>
                    <a:lnTo>
                      <a:pt x="164310" y="54784"/>
                    </a:lnTo>
                    <a:lnTo>
                      <a:pt x="164310" y="328591"/>
                    </a:lnTo>
                    <a:close/>
                    <a:moveTo>
                      <a:pt x="328605" y="273850"/>
                    </a:moveTo>
                    <a:cubicBezTo>
                      <a:pt x="328605" y="285938"/>
                      <a:pt x="318464" y="291975"/>
                      <a:pt x="306686" y="295727"/>
                    </a:cubicBezTo>
                    <a:cubicBezTo>
                      <a:pt x="306686" y="295727"/>
                      <a:pt x="247078" y="312328"/>
                      <a:pt x="186229" y="328338"/>
                    </a:cubicBezTo>
                    <a:lnTo>
                      <a:pt x="186229" y="54770"/>
                    </a:lnTo>
                    <a:lnTo>
                      <a:pt x="306686" y="21905"/>
                    </a:lnTo>
                    <a:cubicBezTo>
                      <a:pt x="318817" y="21905"/>
                      <a:pt x="328605" y="31694"/>
                      <a:pt x="328605" y="43824"/>
                    </a:cubicBezTo>
                    <a:lnTo>
                      <a:pt x="328605" y="273850"/>
                    </a:lnTo>
                    <a:close/>
                  </a:path>
                </a:pathLst>
              </a:custGeom>
              <a:gradFill>
                <a:gsLst>
                  <a:gs pos="0">
                    <a:schemeClr val="accent1"/>
                  </a:gs>
                  <a:gs pos="100000">
                    <a:schemeClr val="accent1">
                      <a:lumMod val="75000"/>
                    </a:schemeClr>
                  </a:gs>
                </a:gsLst>
                <a:path path="circle">
                  <a:fillToRect r="100000" b="100000"/>
                </a:path>
              </a:gradFill>
              <a:ln w="381"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41" name="图形 146"/>
              <p:cNvSpPr>
                <a:spLocks noChangeAspect="1"/>
              </p:cNvSpPr>
              <p:nvPr/>
            </p:nvSpPr>
            <p:spPr>
              <a:xfrm>
                <a:off x="5128620" y="1205803"/>
                <a:ext cx="219574" cy="220981"/>
              </a:xfrm>
              <a:custGeom>
                <a:avLst/>
                <a:gdLst>
                  <a:gd name="connsiteX0" fmla="*/ 276785 w 447927"/>
                  <a:gd name="connsiteY0" fmla="*/ 0 h 450797"/>
                  <a:gd name="connsiteX1" fmla="*/ 172837 w 447927"/>
                  <a:gd name="connsiteY1" fmla="*/ 0 h 450797"/>
                  <a:gd name="connsiteX2" fmla="*/ 144610 w 447927"/>
                  <a:gd name="connsiteY2" fmla="*/ 28227 h 450797"/>
                  <a:gd name="connsiteX3" fmla="*/ 144610 w 447927"/>
                  <a:gd name="connsiteY3" fmla="*/ 132174 h 450797"/>
                  <a:gd name="connsiteX4" fmla="*/ 172837 w 447927"/>
                  <a:gd name="connsiteY4" fmla="*/ 160401 h 450797"/>
                  <a:gd name="connsiteX5" fmla="*/ 276785 w 447927"/>
                  <a:gd name="connsiteY5" fmla="*/ 160401 h 450797"/>
                  <a:gd name="connsiteX6" fmla="*/ 305011 w 447927"/>
                  <a:gd name="connsiteY6" fmla="*/ 132174 h 450797"/>
                  <a:gd name="connsiteX7" fmla="*/ 305011 w 447927"/>
                  <a:gd name="connsiteY7" fmla="*/ 28227 h 450797"/>
                  <a:gd name="connsiteX8" fmla="*/ 276785 w 447927"/>
                  <a:gd name="connsiteY8" fmla="*/ 0 h 450797"/>
                  <a:gd name="connsiteX9" fmla="*/ 172837 w 447927"/>
                  <a:gd name="connsiteY9" fmla="*/ 132174 h 450797"/>
                  <a:gd name="connsiteX10" fmla="*/ 172837 w 447927"/>
                  <a:gd name="connsiteY10" fmla="*/ 28227 h 450797"/>
                  <a:gd name="connsiteX11" fmla="*/ 276785 w 447927"/>
                  <a:gd name="connsiteY11" fmla="*/ 28227 h 450797"/>
                  <a:gd name="connsiteX12" fmla="*/ 276799 w 447927"/>
                  <a:gd name="connsiteY12" fmla="*/ 132174 h 450797"/>
                  <a:gd name="connsiteX13" fmla="*/ 172837 w 447927"/>
                  <a:gd name="connsiteY13" fmla="*/ 132174 h 450797"/>
                  <a:gd name="connsiteX14" fmla="*/ 276785 w 447927"/>
                  <a:gd name="connsiteY14" fmla="*/ 290397 h 450797"/>
                  <a:gd name="connsiteX15" fmla="*/ 172837 w 447927"/>
                  <a:gd name="connsiteY15" fmla="*/ 290397 h 450797"/>
                  <a:gd name="connsiteX16" fmla="*/ 144610 w 447927"/>
                  <a:gd name="connsiteY16" fmla="*/ 318623 h 450797"/>
                  <a:gd name="connsiteX17" fmla="*/ 144610 w 447927"/>
                  <a:gd name="connsiteY17" fmla="*/ 422571 h 450797"/>
                  <a:gd name="connsiteX18" fmla="*/ 172837 w 447927"/>
                  <a:gd name="connsiteY18" fmla="*/ 450798 h 450797"/>
                  <a:gd name="connsiteX19" fmla="*/ 276785 w 447927"/>
                  <a:gd name="connsiteY19" fmla="*/ 450798 h 450797"/>
                  <a:gd name="connsiteX20" fmla="*/ 305011 w 447927"/>
                  <a:gd name="connsiteY20" fmla="*/ 422571 h 450797"/>
                  <a:gd name="connsiteX21" fmla="*/ 305011 w 447927"/>
                  <a:gd name="connsiteY21" fmla="*/ 318623 h 450797"/>
                  <a:gd name="connsiteX22" fmla="*/ 276785 w 447927"/>
                  <a:gd name="connsiteY22" fmla="*/ 290397 h 450797"/>
                  <a:gd name="connsiteX23" fmla="*/ 172837 w 447927"/>
                  <a:gd name="connsiteY23" fmla="*/ 422571 h 450797"/>
                  <a:gd name="connsiteX24" fmla="*/ 172837 w 447927"/>
                  <a:gd name="connsiteY24" fmla="*/ 318623 h 450797"/>
                  <a:gd name="connsiteX25" fmla="*/ 276785 w 447927"/>
                  <a:gd name="connsiteY25" fmla="*/ 318623 h 450797"/>
                  <a:gd name="connsiteX26" fmla="*/ 276799 w 447927"/>
                  <a:gd name="connsiteY26" fmla="*/ 422571 h 450797"/>
                  <a:gd name="connsiteX27" fmla="*/ 172837 w 447927"/>
                  <a:gd name="connsiteY27" fmla="*/ 422571 h 450797"/>
                  <a:gd name="connsiteX28" fmla="*/ 98324 w 447927"/>
                  <a:gd name="connsiteY28" fmla="*/ 265136 h 450797"/>
                  <a:gd name="connsiteX29" fmla="*/ 84211 w 447927"/>
                  <a:gd name="connsiteY29" fmla="*/ 279249 h 450797"/>
                  <a:gd name="connsiteX30" fmla="*/ 84211 w 447927"/>
                  <a:gd name="connsiteY30" fmla="*/ 322677 h 450797"/>
                  <a:gd name="connsiteX31" fmla="*/ 34250 w 447927"/>
                  <a:gd name="connsiteY31" fmla="*/ 201042 h 450797"/>
                  <a:gd name="connsiteX32" fmla="*/ 102101 w 447927"/>
                  <a:gd name="connsiteY32" fmla="*/ 137408 h 450797"/>
                  <a:gd name="connsiteX33" fmla="*/ 111611 w 447927"/>
                  <a:gd name="connsiteY33" fmla="*/ 119849 h 450797"/>
                  <a:gd name="connsiteX34" fmla="*/ 94052 w 447927"/>
                  <a:gd name="connsiteY34" fmla="*/ 110339 h 450797"/>
                  <a:gd name="connsiteX35" fmla="*/ 7733 w 447927"/>
                  <a:gd name="connsiteY35" fmla="*/ 191394 h 450797"/>
                  <a:gd name="connsiteX36" fmla="*/ 68751 w 447927"/>
                  <a:gd name="connsiteY36" fmla="*/ 346522 h 450797"/>
                  <a:gd name="connsiteX37" fmla="*/ 14113 w 447927"/>
                  <a:gd name="connsiteY37" fmla="*/ 346522 h 450797"/>
                  <a:gd name="connsiteX38" fmla="*/ 0 w 447927"/>
                  <a:gd name="connsiteY38" fmla="*/ 360635 h 450797"/>
                  <a:gd name="connsiteX39" fmla="*/ 14113 w 447927"/>
                  <a:gd name="connsiteY39" fmla="*/ 374748 h 450797"/>
                  <a:gd name="connsiteX40" fmla="*/ 112437 w 447927"/>
                  <a:gd name="connsiteY40" fmla="*/ 374748 h 450797"/>
                  <a:gd name="connsiteX41" fmla="*/ 112437 w 447927"/>
                  <a:gd name="connsiteY41" fmla="*/ 279249 h 450797"/>
                  <a:gd name="connsiteX42" fmla="*/ 98324 w 447927"/>
                  <a:gd name="connsiteY42" fmla="*/ 265136 h 450797"/>
                  <a:gd name="connsiteX43" fmla="*/ 381862 w 447927"/>
                  <a:gd name="connsiteY43" fmla="*/ 137993 h 450797"/>
                  <a:gd name="connsiteX44" fmla="*/ 433814 w 447927"/>
                  <a:gd name="connsiteY44" fmla="*/ 137993 h 450797"/>
                  <a:gd name="connsiteX45" fmla="*/ 447927 w 447927"/>
                  <a:gd name="connsiteY45" fmla="*/ 123880 h 450797"/>
                  <a:gd name="connsiteX46" fmla="*/ 433814 w 447927"/>
                  <a:gd name="connsiteY46" fmla="*/ 109767 h 450797"/>
                  <a:gd name="connsiteX47" fmla="*/ 335490 w 447927"/>
                  <a:gd name="connsiteY47" fmla="*/ 109767 h 450797"/>
                  <a:gd name="connsiteX48" fmla="*/ 335490 w 447927"/>
                  <a:gd name="connsiteY48" fmla="*/ 205266 h 450797"/>
                  <a:gd name="connsiteX49" fmla="*/ 349603 w 447927"/>
                  <a:gd name="connsiteY49" fmla="*/ 219379 h 450797"/>
                  <a:gd name="connsiteX50" fmla="*/ 363716 w 447927"/>
                  <a:gd name="connsiteY50" fmla="*/ 205266 h 450797"/>
                  <a:gd name="connsiteX51" fmla="*/ 363716 w 447927"/>
                  <a:gd name="connsiteY51" fmla="*/ 160426 h 450797"/>
                  <a:gd name="connsiteX52" fmla="*/ 413678 w 447927"/>
                  <a:gd name="connsiteY52" fmla="*/ 282062 h 450797"/>
                  <a:gd name="connsiteX53" fmla="*/ 345826 w 447927"/>
                  <a:gd name="connsiteY53" fmla="*/ 345695 h 450797"/>
                  <a:gd name="connsiteX54" fmla="*/ 336316 w 447927"/>
                  <a:gd name="connsiteY54" fmla="*/ 363254 h 450797"/>
                  <a:gd name="connsiteX55" fmla="*/ 353875 w 447927"/>
                  <a:gd name="connsiteY55" fmla="*/ 372764 h 450797"/>
                  <a:gd name="connsiteX56" fmla="*/ 440195 w 447927"/>
                  <a:gd name="connsiteY56" fmla="*/ 291710 h 450797"/>
                  <a:gd name="connsiteX57" fmla="*/ 381862 w 447927"/>
                  <a:gd name="connsiteY57" fmla="*/ 137993 h 450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447927" h="450797">
                    <a:moveTo>
                      <a:pt x="276785" y="0"/>
                    </a:moveTo>
                    <a:lnTo>
                      <a:pt x="172837" y="0"/>
                    </a:lnTo>
                    <a:cubicBezTo>
                      <a:pt x="157270" y="0"/>
                      <a:pt x="144610" y="12666"/>
                      <a:pt x="144610" y="28227"/>
                    </a:cubicBezTo>
                    <a:lnTo>
                      <a:pt x="144610" y="132174"/>
                    </a:lnTo>
                    <a:cubicBezTo>
                      <a:pt x="144610" y="147735"/>
                      <a:pt x="157270" y="160401"/>
                      <a:pt x="172837" y="160401"/>
                    </a:cubicBezTo>
                    <a:lnTo>
                      <a:pt x="276785" y="160401"/>
                    </a:lnTo>
                    <a:cubicBezTo>
                      <a:pt x="292352" y="160401"/>
                      <a:pt x="305011" y="147735"/>
                      <a:pt x="305011" y="132174"/>
                    </a:cubicBezTo>
                    <a:lnTo>
                      <a:pt x="305011" y="28227"/>
                    </a:lnTo>
                    <a:cubicBezTo>
                      <a:pt x="305011" y="12666"/>
                      <a:pt x="292352" y="0"/>
                      <a:pt x="276785" y="0"/>
                    </a:cubicBezTo>
                    <a:close/>
                    <a:moveTo>
                      <a:pt x="172837" y="132174"/>
                    </a:moveTo>
                    <a:lnTo>
                      <a:pt x="172837" y="28227"/>
                    </a:lnTo>
                    <a:lnTo>
                      <a:pt x="276785" y="28227"/>
                    </a:lnTo>
                    <a:lnTo>
                      <a:pt x="276799" y="132174"/>
                    </a:lnTo>
                    <a:lnTo>
                      <a:pt x="172837" y="132174"/>
                    </a:lnTo>
                    <a:close/>
                    <a:moveTo>
                      <a:pt x="276785" y="290397"/>
                    </a:moveTo>
                    <a:lnTo>
                      <a:pt x="172837" y="290397"/>
                    </a:lnTo>
                    <a:cubicBezTo>
                      <a:pt x="157270" y="290397"/>
                      <a:pt x="144610" y="303063"/>
                      <a:pt x="144610" y="318623"/>
                    </a:cubicBezTo>
                    <a:lnTo>
                      <a:pt x="144610" y="422571"/>
                    </a:lnTo>
                    <a:cubicBezTo>
                      <a:pt x="144610" y="438131"/>
                      <a:pt x="157270" y="450798"/>
                      <a:pt x="172837" y="450798"/>
                    </a:cubicBezTo>
                    <a:lnTo>
                      <a:pt x="276785" y="450798"/>
                    </a:lnTo>
                    <a:cubicBezTo>
                      <a:pt x="292352" y="450798"/>
                      <a:pt x="305011" y="438131"/>
                      <a:pt x="305011" y="422571"/>
                    </a:cubicBezTo>
                    <a:lnTo>
                      <a:pt x="305011" y="318623"/>
                    </a:lnTo>
                    <a:cubicBezTo>
                      <a:pt x="305011" y="303063"/>
                      <a:pt x="292352" y="290397"/>
                      <a:pt x="276785" y="290397"/>
                    </a:cubicBezTo>
                    <a:close/>
                    <a:moveTo>
                      <a:pt x="172837" y="422571"/>
                    </a:moveTo>
                    <a:lnTo>
                      <a:pt x="172837" y="318623"/>
                    </a:lnTo>
                    <a:lnTo>
                      <a:pt x="276785" y="318623"/>
                    </a:lnTo>
                    <a:lnTo>
                      <a:pt x="276799" y="422571"/>
                    </a:lnTo>
                    <a:lnTo>
                      <a:pt x="172837" y="422571"/>
                    </a:lnTo>
                    <a:close/>
                    <a:moveTo>
                      <a:pt x="98324" y="265136"/>
                    </a:moveTo>
                    <a:cubicBezTo>
                      <a:pt x="90523" y="265136"/>
                      <a:pt x="84211" y="271448"/>
                      <a:pt x="84211" y="279249"/>
                    </a:cubicBezTo>
                    <a:lnTo>
                      <a:pt x="84211" y="322677"/>
                    </a:lnTo>
                    <a:cubicBezTo>
                      <a:pt x="39192" y="301394"/>
                      <a:pt x="16897" y="248757"/>
                      <a:pt x="34250" y="201042"/>
                    </a:cubicBezTo>
                    <a:cubicBezTo>
                      <a:pt x="45358" y="170514"/>
                      <a:pt x="70718" y="146725"/>
                      <a:pt x="102101" y="137408"/>
                    </a:cubicBezTo>
                    <a:cubicBezTo>
                      <a:pt x="109571" y="135176"/>
                      <a:pt x="113830" y="127320"/>
                      <a:pt x="111611" y="119849"/>
                    </a:cubicBezTo>
                    <a:cubicBezTo>
                      <a:pt x="109379" y="112379"/>
                      <a:pt x="101605" y="108162"/>
                      <a:pt x="94052" y="110339"/>
                    </a:cubicBezTo>
                    <a:cubicBezTo>
                      <a:pt x="54152" y="122206"/>
                      <a:pt x="21888" y="152500"/>
                      <a:pt x="7733" y="191394"/>
                    </a:cubicBezTo>
                    <a:cubicBezTo>
                      <a:pt x="-14210" y="251679"/>
                      <a:pt x="12990" y="318087"/>
                      <a:pt x="68751" y="346522"/>
                    </a:cubicBezTo>
                    <a:lnTo>
                      <a:pt x="14113" y="346522"/>
                    </a:lnTo>
                    <a:cubicBezTo>
                      <a:pt x="6312" y="346522"/>
                      <a:pt x="0" y="352834"/>
                      <a:pt x="0" y="360635"/>
                    </a:cubicBezTo>
                    <a:cubicBezTo>
                      <a:pt x="0" y="368436"/>
                      <a:pt x="6313" y="374748"/>
                      <a:pt x="14113" y="374748"/>
                    </a:cubicBezTo>
                    <a:lnTo>
                      <a:pt x="112437" y="374748"/>
                    </a:lnTo>
                    <a:lnTo>
                      <a:pt x="112437" y="279249"/>
                    </a:lnTo>
                    <a:cubicBezTo>
                      <a:pt x="112438" y="271449"/>
                      <a:pt x="106125" y="265136"/>
                      <a:pt x="98324" y="265136"/>
                    </a:cubicBezTo>
                    <a:close/>
                    <a:moveTo>
                      <a:pt x="381862" y="137993"/>
                    </a:moveTo>
                    <a:lnTo>
                      <a:pt x="433814" y="137993"/>
                    </a:lnTo>
                    <a:cubicBezTo>
                      <a:pt x="441615" y="137993"/>
                      <a:pt x="447927" y="131681"/>
                      <a:pt x="447927" y="123880"/>
                    </a:cubicBezTo>
                    <a:cubicBezTo>
                      <a:pt x="447927" y="116079"/>
                      <a:pt x="441615" y="109767"/>
                      <a:pt x="433814" y="109767"/>
                    </a:cubicBezTo>
                    <a:lnTo>
                      <a:pt x="335490" y="109767"/>
                    </a:lnTo>
                    <a:lnTo>
                      <a:pt x="335490" y="205266"/>
                    </a:lnTo>
                    <a:cubicBezTo>
                      <a:pt x="335490" y="213066"/>
                      <a:pt x="341803" y="219379"/>
                      <a:pt x="349603" y="219379"/>
                    </a:cubicBezTo>
                    <a:cubicBezTo>
                      <a:pt x="357404" y="219379"/>
                      <a:pt x="363716" y="213066"/>
                      <a:pt x="363716" y="205266"/>
                    </a:cubicBezTo>
                    <a:lnTo>
                      <a:pt x="363716" y="160426"/>
                    </a:lnTo>
                    <a:cubicBezTo>
                      <a:pt x="408736" y="181710"/>
                      <a:pt x="431030" y="234347"/>
                      <a:pt x="413678" y="282062"/>
                    </a:cubicBezTo>
                    <a:cubicBezTo>
                      <a:pt x="402569" y="312590"/>
                      <a:pt x="377210" y="336379"/>
                      <a:pt x="345826" y="345695"/>
                    </a:cubicBezTo>
                    <a:cubicBezTo>
                      <a:pt x="338356" y="347928"/>
                      <a:pt x="334098" y="355784"/>
                      <a:pt x="336316" y="363254"/>
                    </a:cubicBezTo>
                    <a:cubicBezTo>
                      <a:pt x="338549" y="370724"/>
                      <a:pt x="346322" y="374942"/>
                      <a:pt x="353875" y="372764"/>
                    </a:cubicBezTo>
                    <a:cubicBezTo>
                      <a:pt x="393776" y="360898"/>
                      <a:pt x="426040" y="330604"/>
                      <a:pt x="440195" y="291710"/>
                    </a:cubicBezTo>
                    <a:cubicBezTo>
                      <a:pt x="461783" y="232400"/>
                      <a:pt x="435804" y="167166"/>
                      <a:pt x="381862" y="137993"/>
                    </a:cubicBezTo>
                    <a:close/>
                  </a:path>
                </a:pathLst>
              </a:custGeom>
              <a:gradFill>
                <a:gsLst>
                  <a:gs pos="0">
                    <a:schemeClr val="accent1"/>
                  </a:gs>
                  <a:gs pos="100000">
                    <a:schemeClr val="accent1">
                      <a:lumMod val="75000"/>
                    </a:schemeClr>
                  </a:gs>
                </a:gsLst>
                <a:path path="circle">
                  <a:fillToRect r="100000" b="100000"/>
                </a:path>
              </a:gradFill>
              <a:ln w="502"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50" name="图形 189"/>
              <p:cNvSpPr/>
              <p:nvPr/>
            </p:nvSpPr>
            <p:spPr>
              <a:xfrm>
                <a:off x="6889000" y="1221842"/>
                <a:ext cx="214029" cy="188903"/>
              </a:xfrm>
              <a:custGeom>
                <a:avLst/>
                <a:gdLst>
                  <a:gd name="connsiteX0" fmla="*/ 192167 w 383541"/>
                  <a:gd name="connsiteY0" fmla="*/ 0 h 338516"/>
                  <a:gd name="connsiteX1" fmla="*/ 285582 w 383541"/>
                  <a:gd name="connsiteY1" fmla="*/ 93415 h 338516"/>
                  <a:gd name="connsiteX2" fmla="*/ 246437 w 383541"/>
                  <a:gd name="connsiteY2" fmla="*/ 169926 h 338516"/>
                  <a:gd name="connsiteX3" fmla="*/ 341630 w 383541"/>
                  <a:gd name="connsiteY3" fmla="*/ 271347 h 338516"/>
                  <a:gd name="connsiteX4" fmla="*/ 369210 w 383541"/>
                  <a:gd name="connsiteY4" fmla="*/ 268678 h 338516"/>
                  <a:gd name="connsiteX5" fmla="*/ 383445 w 383541"/>
                  <a:gd name="connsiteY5" fmla="*/ 281133 h 338516"/>
                  <a:gd name="connsiteX6" fmla="*/ 370989 w 383541"/>
                  <a:gd name="connsiteY6" fmla="*/ 295368 h 338516"/>
                  <a:gd name="connsiteX7" fmla="*/ 197505 w 383541"/>
                  <a:gd name="connsiteY7" fmla="*/ 337182 h 338516"/>
                  <a:gd name="connsiteX8" fmla="*/ 186829 w 383541"/>
                  <a:gd name="connsiteY8" fmla="*/ 337182 h 338516"/>
                  <a:gd name="connsiteX9" fmla="*/ 12455 w 383541"/>
                  <a:gd name="connsiteY9" fmla="*/ 295368 h 338516"/>
                  <a:gd name="connsiteX10" fmla="*/ 0 w 383541"/>
                  <a:gd name="connsiteY10" fmla="*/ 281133 h 338516"/>
                  <a:gd name="connsiteX11" fmla="*/ 14235 w 383541"/>
                  <a:gd name="connsiteY11" fmla="*/ 268678 h 338516"/>
                  <a:gd name="connsiteX12" fmla="*/ 41814 w 383541"/>
                  <a:gd name="connsiteY12" fmla="*/ 271347 h 338516"/>
                  <a:gd name="connsiteX13" fmla="*/ 137008 w 383541"/>
                  <a:gd name="connsiteY13" fmla="*/ 169036 h 338516"/>
                  <a:gd name="connsiteX14" fmla="*/ 97863 w 383541"/>
                  <a:gd name="connsiteY14" fmla="*/ 92525 h 338516"/>
                  <a:gd name="connsiteX15" fmla="*/ 192167 w 383541"/>
                  <a:gd name="connsiteY15" fmla="*/ 0 h 338516"/>
                  <a:gd name="connsiteX16" fmla="*/ 192167 w 383541"/>
                  <a:gd name="connsiteY16" fmla="*/ 186829 h 338516"/>
                  <a:gd name="connsiteX17" fmla="*/ 70283 w 383541"/>
                  <a:gd name="connsiteY17" fmla="*/ 275795 h 338516"/>
                  <a:gd name="connsiteX18" fmla="*/ 193057 w 383541"/>
                  <a:gd name="connsiteY18" fmla="*/ 310492 h 338516"/>
                  <a:gd name="connsiteX19" fmla="*/ 315830 w 383541"/>
                  <a:gd name="connsiteY19" fmla="*/ 275795 h 338516"/>
                  <a:gd name="connsiteX20" fmla="*/ 196615 w 383541"/>
                  <a:gd name="connsiteY20" fmla="*/ 187719 h 338516"/>
                  <a:gd name="connsiteX21" fmla="*/ 192167 w 383541"/>
                  <a:gd name="connsiteY21" fmla="*/ 186829 h 338516"/>
                  <a:gd name="connsiteX22" fmla="*/ 192167 w 383541"/>
                  <a:gd name="connsiteY22" fmla="*/ 26690 h 338516"/>
                  <a:gd name="connsiteX23" fmla="*/ 125442 w 383541"/>
                  <a:gd name="connsiteY23" fmla="*/ 93415 h 338516"/>
                  <a:gd name="connsiteX24" fmla="*/ 192167 w 383541"/>
                  <a:gd name="connsiteY24" fmla="*/ 160139 h 338516"/>
                  <a:gd name="connsiteX25" fmla="*/ 258892 w 383541"/>
                  <a:gd name="connsiteY25" fmla="*/ 93415 h 338516"/>
                  <a:gd name="connsiteX26" fmla="*/ 192167 w 383541"/>
                  <a:gd name="connsiteY26" fmla="*/ 26690 h 338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3541" h="338516">
                    <a:moveTo>
                      <a:pt x="192167" y="0"/>
                    </a:moveTo>
                    <a:cubicBezTo>
                      <a:pt x="243768" y="0"/>
                      <a:pt x="285582" y="41814"/>
                      <a:pt x="285582" y="93415"/>
                    </a:cubicBezTo>
                    <a:cubicBezTo>
                      <a:pt x="285582" y="124553"/>
                      <a:pt x="269568" y="153022"/>
                      <a:pt x="246437" y="169926"/>
                    </a:cubicBezTo>
                    <a:cubicBezTo>
                      <a:pt x="291809" y="186829"/>
                      <a:pt x="327396" y="224195"/>
                      <a:pt x="341630" y="271347"/>
                    </a:cubicBezTo>
                    <a:cubicBezTo>
                      <a:pt x="350527" y="270457"/>
                      <a:pt x="360313" y="269568"/>
                      <a:pt x="369210" y="268678"/>
                    </a:cubicBezTo>
                    <a:cubicBezTo>
                      <a:pt x="376327" y="267788"/>
                      <a:pt x="382555" y="273126"/>
                      <a:pt x="383445" y="281133"/>
                    </a:cubicBezTo>
                    <a:cubicBezTo>
                      <a:pt x="384334" y="289140"/>
                      <a:pt x="378996" y="294478"/>
                      <a:pt x="370989" y="295368"/>
                    </a:cubicBezTo>
                    <a:cubicBezTo>
                      <a:pt x="306934" y="300706"/>
                      <a:pt x="249106" y="314051"/>
                      <a:pt x="197505" y="337182"/>
                    </a:cubicBezTo>
                    <a:cubicBezTo>
                      <a:pt x="193946" y="338961"/>
                      <a:pt x="190388" y="338961"/>
                      <a:pt x="186829" y="337182"/>
                    </a:cubicBezTo>
                    <a:cubicBezTo>
                      <a:pt x="129891" y="314051"/>
                      <a:pt x="71173" y="299816"/>
                      <a:pt x="12455" y="295368"/>
                    </a:cubicBezTo>
                    <a:cubicBezTo>
                      <a:pt x="5338" y="294478"/>
                      <a:pt x="0" y="288251"/>
                      <a:pt x="0" y="281133"/>
                    </a:cubicBezTo>
                    <a:cubicBezTo>
                      <a:pt x="0" y="274016"/>
                      <a:pt x="7117" y="268678"/>
                      <a:pt x="14235" y="268678"/>
                    </a:cubicBezTo>
                    <a:cubicBezTo>
                      <a:pt x="23131" y="269568"/>
                      <a:pt x="32918" y="270457"/>
                      <a:pt x="41814" y="271347"/>
                    </a:cubicBezTo>
                    <a:cubicBezTo>
                      <a:pt x="56049" y="223305"/>
                      <a:pt x="91635" y="185939"/>
                      <a:pt x="137008" y="169036"/>
                    </a:cubicBezTo>
                    <a:cubicBezTo>
                      <a:pt x="112987" y="152132"/>
                      <a:pt x="97863" y="124553"/>
                      <a:pt x="97863" y="92525"/>
                    </a:cubicBezTo>
                    <a:cubicBezTo>
                      <a:pt x="98753" y="41814"/>
                      <a:pt x="140567" y="0"/>
                      <a:pt x="192167" y="0"/>
                    </a:cubicBezTo>
                    <a:close/>
                    <a:moveTo>
                      <a:pt x="192167" y="186829"/>
                    </a:moveTo>
                    <a:cubicBezTo>
                      <a:pt x="136118" y="186829"/>
                      <a:pt x="87187" y="223305"/>
                      <a:pt x="70283" y="275795"/>
                    </a:cubicBezTo>
                    <a:cubicBezTo>
                      <a:pt x="111208" y="282913"/>
                      <a:pt x="152132" y="294478"/>
                      <a:pt x="193057" y="310492"/>
                    </a:cubicBezTo>
                    <a:cubicBezTo>
                      <a:pt x="231312" y="294478"/>
                      <a:pt x="272237" y="282913"/>
                      <a:pt x="315830" y="275795"/>
                    </a:cubicBezTo>
                    <a:cubicBezTo>
                      <a:pt x="298927" y="224195"/>
                      <a:pt x="251775" y="188608"/>
                      <a:pt x="196615" y="187719"/>
                    </a:cubicBezTo>
                    <a:lnTo>
                      <a:pt x="192167" y="186829"/>
                    </a:lnTo>
                    <a:close/>
                    <a:moveTo>
                      <a:pt x="192167" y="26690"/>
                    </a:moveTo>
                    <a:cubicBezTo>
                      <a:pt x="155691" y="26690"/>
                      <a:pt x="125442" y="56938"/>
                      <a:pt x="125442" y="93415"/>
                    </a:cubicBezTo>
                    <a:cubicBezTo>
                      <a:pt x="125442" y="129891"/>
                      <a:pt x="155691" y="160139"/>
                      <a:pt x="192167" y="160139"/>
                    </a:cubicBezTo>
                    <a:cubicBezTo>
                      <a:pt x="228643" y="160139"/>
                      <a:pt x="258892" y="129891"/>
                      <a:pt x="258892" y="93415"/>
                    </a:cubicBezTo>
                    <a:cubicBezTo>
                      <a:pt x="258892" y="56938"/>
                      <a:pt x="228643" y="26690"/>
                      <a:pt x="192167" y="26690"/>
                    </a:cubicBezTo>
                    <a:close/>
                  </a:path>
                </a:pathLst>
              </a:custGeom>
              <a:gradFill>
                <a:gsLst>
                  <a:gs pos="0">
                    <a:schemeClr val="accent1"/>
                  </a:gs>
                  <a:gs pos="100000">
                    <a:schemeClr val="accent1">
                      <a:lumMod val="75000"/>
                    </a:schemeClr>
                  </a:gs>
                </a:gsLst>
                <a:path path="circle">
                  <a:fillToRect r="100000" b="100000"/>
                </a:path>
              </a:gradFill>
              <a:ln w="409"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grpSp>
            <p:nvGrpSpPr>
              <p:cNvPr id="44" name="组合 43"/>
              <p:cNvGrpSpPr>
                <a:grpSpLocks noChangeAspect="1"/>
              </p:cNvGrpSpPr>
              <p:nvPr/>
            </p:nvGrpSpPr>
            <p:grpSpPr>
              <a:xfrm>
                <a:off x="8600562" y="2108254"/>
                <a:ext cx="200923" cy="200896"/>
                <a:chOff x="10321203" y="2740007"/>
                <a:chExt cx="437392" cy="437334"/>
              </a:xfrm>
              <a:gradFill>
                <a:gsLst>
                  <a:gs pos="0">
                    <a:schemeClr val="accent1"/>
                  </a:gs>
                  <a:gs pos="100000">
                    <a:schemeClr val="accent1">
                      <a:lumMod val="75000"/>
                    </a:schemeClr>
                  </a:gs>
                </a:gsLst>
                <a:path path="circle">
                  <a:fillToRect r="100000" b="100000"/>
                </a:path>
              </a:gradFill>
            </p:grpSpPr>
            <p:sp>
              <p:nvSpPr>
                <p:cNvPr id="45" name="任意多边形: 形状 44"/>
                <p:cNvSpPr/>
                <p:nvPr/>
              </p:nvSpPr>
              <p:spPr>
                <a:xfrm>
                  <a:off x="10321203" y="2768093"/>
                  <a:ext cx="409202" cy="409248"/>
                </a:xfrm>
                <a:custGeom>
                  <a:avLst/>
                  <a:gdLst>
                    <a:gd name="connsiteX0" fmla="*/ 204580 w 409203"/>
                    <a:gd name="connsiteY0" fmla="*/ 409247 h 409247"/>
                    <a:gd name="connsiteX1" fmla="*/ 59898 w 409203"/>
                    <a:gd name="connsiteY1" fmla="*/ 349327 h 409247"/>
                    <a:gd name="connsiteX2" fmla="*/ 0 w 409203"/>
                    <a:gd name="connsiteY2" fmla="*/ 204602 h 409247"/>
                    <a:gd name="connsiteX3" fmla="*/ 59920 w 409203"/>
                    <a:gd name="connsiteY3" fmla="*/ 59920 h 409247"/>
                    <a:gd name="connsiteX4" fmla="*/ 204580 w 409203"/>
                    <a:gd name="connsiteY4" fmla="*/ 0 h 409247"/>
                    <a:gd name="connsiteX5" fmla="*/ 218445 w 409203"/>
                    <a:gd name="connsiteY5" fmla="*/ 13887 h 409247"/>
                    <a:gd name="connsiteX6" fmla="*/ 218445 w 409203"/>
                    <a:gd name="connsiteY6" fmla="*/ 191371 h 409247"/>
                    <a:gd name="connsiteX7" fmla="*/ 395820 w 409203"/>
                    <a:gd name="connsiteY7" fmla="*/ 191371 h 409247"/>
                    <a:gd name="connsiteX8" fmla="*/ 409203 w 409203"/>
                    <a:gd name="connsiteY8" fmla="*/ 204755 h 409247"/>
                    <a:gd name="connsiteX9" fmla="*/ 393108 w 409203"/>
                    <a:gd name="connsiteY9" fmla="*/ 284356 h 409247"/>
                    <a:gd name="connsiteX10" fmla="*/ 349262 w 409203"/>
                    <a:gd name="connsiteY10" fmla="*/ 349393 h 409247"/>
                    <a:gd name="connsiteX11" fmla="*/ 204580 w 409203"/>
                    <a:gd name="connsiteY11" fmla="*/ 409247 h 409247"/>
                    <a:gd name="connsiteX12" fmla="*/ 191678 w 409203"/>
                    <a:gd name="connsiteY12" fmla="*/ 27161 h 409247"/>
                    <a:gd name="connsiteX13" fmla="*/ 78836 w 409203"/>
                    <a:gd name="connsiteY13" fmla="*/ 78814 h 409247"/>
                    <a:gd name="connsiteX14" fmla="*/ 26724 w 409203"/>
                    <a:gd name="connsiteY14" fmla="*/ 204558 h 409247"/>
                    <a:gd name="connsiteX15" fmla="*/ 78836 w 409203"/>
                    <a:gd name="connsiteY15" fmla="*/ 330302 h 409247"/>
                    <a:gd name="connsiteX16" fmla="*/ 204580 w 409203"/>
                    <a:gd name="connsiteY16" fmla="*/ 382414 h 409247"/>
                    <a:gd name="connsiteX17" fmla="*/ 330324 w 409203"/>
                    <a:gd name="connsiteY17" fmla="*/ 330367 h 409247"/>
                    <a:gd name="connsiteX18" fmla="*/ 381933 w 409203"/>
                    <a:gd name="connsiteY18" fmla="*/ 218051 h 409247"/>
                    <a:gd name="connsiteX19" fmla="*/ 213546 w 409203"/>
                    <a:gd name="connsiteY19" fmla="*/ 218051 h 409247"/>
                    <a:gd name="connsiteX20" fmla="*/ 191678 w 409203"/>
                    <a:gd name="connsiteY20" fmla="*/ 196182 h 409247"/>
                    <a:gd name="connsiteX21" fmla="*/ 191678 w 409203"/>
                    <a:gd name="connsiteY21" fmla="*/ 27161 h 409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09203" h="409247">
                      <a:moveTo>
                        <a:pt x="204580" y="409247"/>
                      </a:moveTo>
                      <a:cubicBezTo>
                        <a:pt x="150291" y="409374"/>
                        <a:pt x="98201" y="387801"/>
                        <a:pt x="59898" y="349327"/>
                      </a:cubicBezTo>
                      <a:cubicBezTo>
                        <a:pt x="21469" y="310978"/>
                        <a:pt x="-88" y="258892"/>
                        <a:pt x="0" y="204602"/>
                      </a:cubicBezTo>
                      <a:cubicBezTo>
                        <a:pt x="-119" y="150314"/>
                        <a:pt x="21452" y="98227"/>
                        <a:pt x="59920" y="59920"/>
                      </a:cubicBezTo>
                      <a:cubicBezTo>
                        <a:pt x="98236" y="21478"/>
                        <a:pt x="150304" y="-89"/>
                        <a:pt x="204580" y="0"/>
                      </a:cubicBezTo>
                      <a:cubicBezTo>
                        <a:pt x="212234" y="0"/>
                        <a:pt x="218445" y="6211"/>
                        <a:pt x="218445" y="13887"/>
                      </a:cubicBezTo>
                      <a:lnTo>
                        <a:pt x="218445" y="191371"/>
                      </a:lnTo>
                      <a:lnTo>
                        <a:pt x="395820" y="191371"/>
                      </a:lnTo>
                      <a:cubicBezTo>
                        <a:pt x="403211" y="191371"/>
                        <a:pt x="409203" y="197363"/>
                        <a:pt x="409203" y="204755"/>
                      </a:cubicBezTo>
                      <a:cubicBezTo>
                        <a:pt x="409203" y="232331"/>
                        <a:pt x="403758" y="259163"/>
                        <a:pt x="393108" y="284356"/>
                      </a:cubicBezTo>
                      <a:cubicBezTo>
                        <a:pt x="382826" y="308661"/>
                        <a:pt x="367937" y="330746"/>
                        <a:pt x="349262" y="349393"/>
                      </a:cubicBezTo>
                      <a:cubicBezTo>
                        <a:pt x="310922" y="387804"/>
                        <a:pt x="258851" y="409345"/>
                        <a:pt x="204580" y="409247"/>
                      </a:cubicBezTo>
                      <a:close/>
                      <a:moveTo>
                        <a:pt x="191678" y="27161"/>
                      </a:moveTo>
                      <a:cubicBezTo>
                        <a:pt x="149051" y="30149"/>
                        <a:pt x="108956" y="48503"/>
                        <a:pt x="78836" y="78814"/>
                      </a:cubicBezTo>
                      <a:cubicBezTo>
                        <a:pt x="45371" y="112088"/>
                        <a:pt x="26606" y="157366"/>
                        <a:pt x="26724" y="204558"/>
                      </a:cubicBezTo>
                      <a:cubicBezTo>
                        <a:pt x="26724" y="252078"/>
                        <a:pt x="45224" y="296733"/>
                        <a:pt x="78836" y="330302"/>
                      </a:cubicBezTo>
                      <a:cubicBezTo>
                        <a:pt x="112120" y="363753"/>
                        <a:pt x="157392" y="382515"/>
                        <a:pt x="204580" y="382414"/>
                      </a:cubicBezTo>
                      <a:cubicBezTo>
                        <a:pt x="252035" y="382414"/>
                        <a:pt x="296690" y="363913"/>
                        <a:pt x="330324" y="330367"/>
                      </a:cubicBezTo>
                      <a:cubicBezTo>
                        <a:pt x="360499" y="300371"/>
                        <a:pt x="378827" y="260485"/>
                        <a:pt x="381933" y="218051"/>
                      </a:cubicBezTo>
                      <a:lnTo>
                        <a:pt x="213546" y="218051"/>
                      </a:lnTo>
                      <a:cubicBezTo>
                        <a:pt x="201468" y="218051"/>
                        <a:pt x="191678" y="208260"/>
                        <a:pt x="191678" y="196182"/>
                      </a:cubicBezTo>
                      <a:lnTo>
                        <a:pt x="191678" y="27161"/>
                      </a:lnTo>
                      <a:close/>
                    </a:path>
                  </a:pathLst>
                </a:custGeom>
                <a:grpFill/>
                <a:ln w="419"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46" name="任意多边形: 形状 45"/>
                <p:cNvSpPr/>
                <p:nvPr/>
              </p:nvSpPr>
              <p:spPr>
                <a:xfrm>
                  <a:off x="10564207" y="2740007"/>
                  <a:ext cx="194388" cy="194302"/>
                </a:xfrm>
                <a:custGeom>
                  <a:avLst/>
                  <a:gdLst>
                    <a:gd name="connsiteX0" fmla="*/ 181858 w 194389"/>
                    <a:gd name="connsiteY0" fmla="*/ 194302 h 194301"/>
                    <a:gd name="connsiteX1" fmla="*/ 21869 w 194389"/>
                    <a:gd name="connsiteY1" fmla="*/ 194302 h 194301"/>
                    <a:gd name="connsiteX2" fmla="*/ 0 w 194389"/>
                    <a:gd name="connsiteY2" fmla="*/ 172433 h 194301"/>
                    <a:gd name="connsiteX3" fmla="*/ 0 w 194389"/>
                    <a:gd name="connsiteY3" fmla="*/ 12487 h 194301"/>
                    <a:gd name="connsiteX4" fmla="*/ 12443 w 194389"/>
                    <a:gd name="connsiteY4" fmla="*/ 0 h 194301"/>
                    <a:gd name="connsiteX5" fmla="*/ 12531 w 194389"/>
                    <a:gd name="connsiteY5" fmla="*/ 0 h 194301"/>
                    <a:gd name="connsiteX6" fmla="*/ 141117 w 194389"/>
                    <a:gd name="connsiteY6" fmla="*/ 53359 h 194301"/>
                    <a:gd name="connsiteX7" fmla="*/ 180087 w 194389"/>
                    <a:gd name="connsiteY7" fmla="*/ 111092 h 194301"/>
                    <a:gd name="connsiteX8" fmla="*/ 194389 w 194389"/>
                    <a:gd name="connsiteY8" fmla="*/ 181705 h 194301"/>
                    <a:gd name="connsiteX9" fmla="*/ 194389 w 194389"/>
                    <a:gd name="connsiteY9" fmla="*/ 181793 h 194301"/>
                    <a:gd name="connsiteX10" fmla="*/ 181924 w 194389"/>
                    <a:gd name="connsiteY10" fmla="*/ 194258 h 194301"/>
                    <a:gd name="connsiteX11" fmla="*/ 181858 w 194389"/>
                    <a:gd name="connsiteY11" fmla="*/ 194258 h 194301"/>
                    <a:gd name="connsiteX12" fmla="*/ 27139 w 194389"/>
                    <a:gd name="connsiteY12" fmla="*/ 169350 h 194301"/>
                    <a:gd name="connsiteX13" fmla="*/ 166507 w 194389"/>
                    <a:gd name="connsiteY13" fmla="*/ 169328 h 194301"/>
                    <a:gd name="connsiteX14" fmla="*/ 168682 w 194389"/>
                    <a:gd name="connsiteY14" fmla="*/ 167130 h 194301"/>
                    <a:gd name="connsiteX15" fmla="*/ 168672 w 194389"/>
                    <a:gd name="connsiteY15" fmla="*/ 166922 h 194301"/>
                    <a:gd name="connsiteX16" fmla="*/ 123426 w 194389"/>
                    <a:gd name="connsiteY16" fmla="*/ 70963 h 194301"/>
                    <a:gd name="connsiteX17" fmla="*/ 27467 w 194389"/>
                    <a:gd name="connsiteY17" fmla="*/ 25739 h 194301"/>
                    <a:gd name="connsiteX18" fmla="*/ 24977 w 194389"/>
                    <a:gd name="connsiteY18" fmla="*/ 27573 h 194301"/>
                    <a:gd name="connsiteX19" fmla="*/ 24952 w 194389"/>
                    <a:gd name="connsiteY19" fmla="*/ 27926 h 194301"/>
                    <a:gd name="connsiteX20" fmla="*/ 24952 w 194389"/>
                    <a:gd name="connsiteY20" fmla="*/ 167163 h 194301"/>
                    <a:gd name="connsiteX21" fmla="*/ 27139 w 194389"/>
                    <a:gd name="connsiteY21" fmla="*/ 169350 h 194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4389" h="194301">
                      <a:moveTo>
                        <a:pt x="181858" y="194302"/>
                      </a:moveTo>
                      <a:lnTo>
                        <a:pt x="21869" y="194302"/>
                      </a:lnTo>
                      <a:cubicBezTo>
                        <a:pt x="9791" y="194302"/>
                        <a:pt x="0" y="184511"/>
                        <a:pt x="0" y="172433"/>
                      </a:cubicBezTo>
                      <a:lnTo>
                        <a:pt x="0" y="12487"/>
                      </a:lnTo>
                      <a:cubicBezTo>
                        <a:pt x="-12" y="5603"/>
                        <a:pt x="5559" y="12"/>
                        <a:pt x="12443" y="0"/>
                      </a:cubicBezTo>
                      <a:cubicBezTo>
                        <a:pt x="12472" y="0"/>
                        <a:pt x="12501" y="0"/>
                        <a:pt x="12531" y="0"/>
                      </a:cubicBezTo>
                      <a:cubicBezTo>
                        <a:pt x="60767" y="60"/>
                        <a:pt x="107010" y="19250"/>
                        <a:pt x="141117" y="53359"/>
                      </a:cubicBezTo>
                      <a:cubicBezTo>
                        <a:pt x="157735" y="69889"/>
                        <a:pt x="170971" y="89499"/>
                        <a:pt x="180087" y="111092"/>
                      </a:cubicBezTo>
                      <a:cubicBezTo>
                        <a:pt x="189565" y="133425"/>
                        <a:pt x="194430" y="157444"/>
                        <a:pt x="194389" y="181705"/>
                      </a:cubicBezTo>
                      <a:lnTo>
                        <a:pt x="194389" y="181793"/>
                      </a:lnTo>
                      <a:cubicBezTo>
                        <a:pt x="194389" y="188677"/>
                        <a:pt x="188808" y="194258"/>
                        <a:pt x="181924" y="194258"/>
                      </a:cubicBezTo>
                      <a:cubicBezTo>
                        <a:pt x="181902" y="194258"/>
                        <a:pt x="181880" y="194258"/>
                        <a:pt x="181858" y="194258"/>
                      </a:cubicBezTo>
                      <a:close/>
                      <a:moveTo>
                        <a:pt x="27139" y="169350"/>
                      </a:moveTo>
                      <a:lnTo>
                        <a:pt x="166507" y="169328"/>
                      </a:lnTo>
                      <a:cubicBezTo>
                        <a:pt x="167714" y="169322"/>
                        <a:pt x="168688" y="168338"/>
                        <a:pt x="168682" y="167130"/>
                      </a:cubicBezTo>
                      <a:cubicBezTo>
                        <a:pt x="168682" y="167061"/>
                        <a:pt x="168678" y="166991"/>
                        <a:pt x="168672" y="166922"/>
                      </a:cubicBezTo>
                      <a:cubicBezTo>
                        <a:pt x="164779" y="127865"/>
                        <a:pt x="149712" y="95850"/>
                        <a:pt x="123426" y="70963"/>
                      </a:cubicBezTo>
                      <a:cubicBezTo>
                        <a:pt x="97183" y="46099"/>
                        <a:pt x="65190" y="31032"/>
                        <a:pt x="27467" y="25739"/>
                      </a:cubicBezTo>
                      <a:cubicBezTo>
                        <a:pt x="26273" y="25558"/>
                        <a:pt x="25158" y="26379"/>
                        <a:pt x="24977" y="27573"/>
                      </a:cubicBezTo>
                      <a:cubicBezTo>
                        <a:pt x="24959" y="27690"/>
                        <a:pt x="24951" y="27808"/>
                        <a:pt x="24952" y="27926"/>
                      </a:cubicBezTo>
                      <a:lnTo>
                        <a:pt x="24952" y="167163"/>
                      </a:lnTo>
                      <a:cubicBezTo>
                        <a:pt x="24952" y="168371"/>
                        <a:pt x="25931" y="169350"/>
                        <a:pt x="27139" y="169350"/>
                      </a:cubicBezTo>
                      <a:close/>
                    </a:path>
                  </a:pathLst>
                </a:custGeom>
                <a:grpFill/>
                <a:ln w="419"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grpSp>
          <p:sp>
            <p:nvSpPr>
              <p:cNvPr id="57" name="图形 189"/>
              <p:cNvSpPr/>
              <p:nvPr/>
            </p:nvSpPr>
            <p:spPr>
              <a:xfrm>
                <a:off x="6848742" y="2931816"/>
                <a:ext cx="214029" cy="188903"/>
              </a:xfrm>
              <a:custGeom>
                <a:avLst/>
                <a:gdLst>
                  <a:gd name="connsiteX0" fmla="*/ 192167 w 383541"/>
                  <a:gd name="connsiteY0" fmla="*/ 0 h 338516"/>
                  <a:gd name="connsiteX1" fmla="*/ 285582 w 383541"/>
                  <a:gd name="connsiteY1" fmla="*/ 93415 h 338516"/>
                  <a:gd name="connsiteX2" fmla="*/ 246437 w 383541"/>
                  <a:gd name="connsiteY2" fmla="*/ 169926 h 338516"/>
                  <a:gd name="connsiteX3" fmla="*/ 341630 w 383541"/>
                  <a:gd name="connsiteY3" fmla="*/ 271347 h 338516"/>
                  <a:gd name="connsiteX4" fmla="*/ 369210 w 383541"/>
                  <a:gd name="connsiteY4" fmla="*/ 268678 h 338516"/>
                  <a:gd name="connsiteX5" fmla="*/ 383445 w 383541"/>
                  <a:gd name="connsiteY5" fmla="*/ 281133 h 338516"/>
                  <a:gd name="connsiteX6" fmla="*/ 370989 w 383541"/>
                  <a:gd name="connsiteY6" fmla="*/ 295368 h 338516"/>
                  <a:gd name="connsiteX7" fmla="*/ 197505 w 383541"/>
                  <a:gd name="connsiteY7" fmla="*/ 337182 h 338516"/>
                  <a:gd name="connsiteX8" fmla="*/ 186829 w 383541"/>
                  <a:gd name="connsiteY8" fmla="*/ 337182 h 338516"/>
                  <a:gd name="connsiteX9" fmla="*/ 12455 w 383541"/>
                  <a:gd name="connsiteY9" fmla="*/ 295368 h 338516"/>
                  <a:gd name="connsiteX10" fmla="*/ 0 w 383541"/>
                  <a:gd name="connsiteY10" fmla="*/ 281133 h 338516"/>
                  <a:gd name="connsiteX11" fmla="*/ 14235 w 383541"/>
                  <a:gd name="connsiteY11" fmla="*/ 268678 h 338516"/>
                  <a:gd name="connsiteX12" fmla="*/ 41814 w 383541"/>
                  <a:gd name="connsiteY12" fmla="*/ 271347 h 338516"/>
                  <a:gd name="connsiteX13" fmla="*/ 137008 w 383541"/>
                  <a:gd name="connsiteY13" fmla="*/ 169036 h 338516"/>
                  <a:gd name="connsiteX14" fmla="*/ 97863 w 383541"/>
                  <a:gd name="connsiteY14" fmla="*/ 92525 h 338516"/>
                  <a:gd name="connsiteX15" fmla="*/ 192167 w 383541"/>
                  <a:gd name="connsiteY15" fmla="*/ 0 h 338516"/>
                  <a:gd name="connsiteX16" fmla="*/ 192167 w 383541"/>
                  <a:gd name="connsiteY16" fmla="*/ 186829 h 338516"/>
                  <a:gd name="connsiteX17" fmla="*/ 70283 w 383541"/>
                  <a:gd name="connsiteY17" fmla="*/ 275795 h 338516"/>
                  <a:gd name="connsiteX18" fmla="*/ 193057 w 383541"/>
                  <a:gd name="connsiteY18" fmla="*/ 310492 h 338516"/>
                  <a:gd name="connsiteX19" fmla="*/ 315830 w 383541"/>
                  <a:gd name="connsiteY19" fmla="*/ 275795 h 338516"/>
                  <a:gd name="connsiteX20" fmla="*/ 196615 w 383541"/>
                  <a:gd name="connsiteY20" fmla="*/ 187719 h 338516"/>
                  <a:gd name="connsiteX21" fmla="*/ 192167 w 383541"/>
                  <a:gd name="connsiteY21" fmla="*/ 186829 h 338516"/>
                  <a:gd name="connsiteX22" fmla="*/ 192167 w 383541"/>
                  <a:gd name="connsiteY22" fmla="*/ 26690 h 338516"/>
                  <a:gd name="connsiteX23" fmla="*/ 125442 w 383541"/>
                  <a:gd name="connsiteY23" fmla="*/ 93415 h 338516"/>
                  <a:gd name="connsiteX24" fmla="*/ 192167 w 383541"/>
                  <a:gd name="connsiteY24" fmla="*/ 160139 h 338516"/>
                  <a:gd name="connsiteX25" fmla="*/ 258892 w 383541"/>
                  <a:gd name="connsiteY25" fmla="*/ 93415 h 338516"/>
                  <a:gd name="connsiteX26" fmla="*/ 192167 w 383541"/>
                  <a:gd name="connsiteY26" fmla="*/ 26690 h 338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3541" h="338516">
                    <a:moveTo>
                      <a:pt x="192167" y="0"/>
                    </a:moveTo>
                    <a:cubicBezTo>
                      <a:pt x="243768" y="0"/>
                      <a:pt x="285582" y="41814"/>
                      <a:pt x="285582" y="93415"/>
                    </a:cubicBezTo>
                    <a:cubicBezTo>
                      <a:pt x="285582" y="124553"/>
                      <a:pt x="269568" y="153022"/>
                      <a:pt x="246437" y="169926"/>
                    </a:cubicBezTo>
                    <a:cubicBezTo>
                      <a:pt x="291809" y="186829"/>
                      <a:pt x="327396" y="224195"/>
                      <a:pt x="341630" y="271347"/>
                    </a:cubicBezTo>
                    <a:cubicBezTo>
                      <a:pt x="350527" y="270457"/>
                      <a:pt x="360313" y="269568"/>
                      <a:pt x="369210" y="268678"/>
                    </a:cubicBezTo>
                    <a:cubicBezTo>
                      <a:pt x="376327" y="267788"/>
                      <a:pt x="382555" y="273126"/>
                      <a:pt x="383445" y="281133"/>
                    </a:cubicBezTo>
                    <a:cubicBezTo>
                      <a:pt x="384334" y="289140"/>
                      <a:pt x="378996" y="294478"/>
                      <a:pt x="370989" y="295368"/>
                    </a:cubicBezTo>
                    <a:cubicBezTo>
                      <a:pt x="306934" y="300706"/>
                      <a:pt x="249106" y="314051"/>
                      <a:pt x="197505" y="337182"/>
                    </a:cubicBezTo>
                    <a:cubicBezTo>
                      <a:pt x="193946" y="338961"/>
                      <a:pt x="190388" y="338961"/>
                      <a:pt x="186829" y="337182"/>
                    </a:cubicBezTo>
                    <a:cubicBezTo>
                      <a:pt x="129891" y="314051"/>
                      <a:pt x="71173" y="299816"/>
                      <a:pt x="12455" y="295368"/>
                    </a:cubicBezTo>
                    <a:cubicBezTo>
                      <a:pt x="5338" y="294478"/>
                      <a:pt x="0" y="288251"/>
                      <a:pt x="0" y="281133"/>
                    </a:cubicBezTo>
                    <a:cubicBezTo>
                      <a:pt x="0" y="274016"/>
                      <a:pt x="7117" y="268678"/>
                      <a:pt x="14235" y="268678"/>
                    </a:cubicBezTo>
                    <a:cubicBezTo>
                      <a:pt x="23131" y="269568"/>
                      <a:pt x="32918" y="270457"/>
                      <a:pt x="41814" y="271347"/>
                    </a:cubicBezTo>
                    <a:cubicBezTo>
                      <a:pt x="56049" y="223305"/>
                      <a:pt x="91635" y="185939"/>
                      <a:pt x="137008" y="169036"/>
                    </a:cubicBezTo>
                    <a:cubicBezTo>
                      <a:pt x="112987" y="152132"/>
                      <a:pt x="97863" y="124553"/>
                      <a:pt x="97863" y="92525"/>
                    </a:cubicBezTo>
                    <a:cubicBezTo>
                      <a:pt x="98753" y="41814"/>
                      <a:pt x="140567" y="0"/>
                      <a:pt x="192167" y="0"/>
                    </a:cubicBezTo>
                    <a:close/>
                    <a:moveTo>
                      <a:pt x="192167" y="186829"/>
                    </a:moveTo>
                    <a:cubicBezTo>
                      <a:pt x="136118" y="186829"/>
                      <a:pt x="87187" y="223305"/>
                      <a:pt x="70283" y="275795"/>
                    </a:cubicBezTo>
                    <a:cubicBezTo>
                      <a:pt x="111208" y="282913"/>
                      <a:pt x="152132" y="294478"/>
                      <a:pt x="193057" y="310492"/>
                    </a:cubicBezTo>
                    <a:cubicBezTo>
                      <a:pt x="231312" y="294478"/>
                      <a:pt x="272237" y="282913"/>
                      <a:pt x="315830" y="275795"/>
                    </a:cubicBezTo>
                    <a:cubicBezTo>
                      <a:pt x="298927" y="224195"/>
                      <a:pt x="251775" y="188608"/>
                      <a:pt x="196615" y="187719"/>
                    </a:cubicBezTo>
                    <a:lnTo>
                      <a:pt x="192167" y="186829"/>
                    </a:lnTo>
                    <a:close/>
                    <a:moveTo>
                      <a:pt x="192167" y="26690"/>
                    </a:moveTo>
                    <a:cubicBezTo>
                      <a:pt x="155691" y="26690"/>
                      <a:pt x="125442" y="56938"/>
                      <a:pt x="125442" y="93415"/>
                    </a:cubicBezTo>
                    <a:cubicBezTo>
                      <a:pt x="125442" y="129891"/>
                      <a:pt x="155691" y="160139"/>
                      <a:pt x="192167" y="160139"/>
                    </a:cubicBezTo>
                    <a:cubicBezTo>
                      <a:pt x="228643" y="160139"/>
                      <a:pt x="258892" y="129891"/>
                      <a:pt x="258892" y="93415"/>
                    </a:cubicBezTo>
                    <a:cubicBezTo>
                      <a:pt x="258892" y="56938"/>
                      <a:pt x="228643" y="26690"/>
                      <a:pt x="192167" y="26690"/>
                    </a:cubicBezTo>
                    <a:close/>
                  </a:path>
                </a:pathLst>
              </a:custGeom>
              <a:gradFill>
                <a:gsLst>
                  <a:gs pos="0">
                    <a:schemeClr val="accent1"/>
                  </a:gs>
                  <a:gs pos="100000">
                    <a:schemeClr val="accent1">
                      <a:lumMod val="75000"/>
                    </a:schemeClr>
                  </a:gs>
                </a:gsLst>
                <a:path path="circle">
                  <a:fillToRect r="100000" b="100000"/>
                </a:path>
              </a:gradFill>
              <a:ln w="409" cap="flat">
                <a:noFill/>
                <a:prstDash val="solid"/>
                <a:miter/>
              </a:ln>
            </p:spPr>
            <p:txBody>
              <a:bodyPr rtlCol="0" anchor="ctr"/>
              <a:lstStyle/>
              <a:p>
                <a:endParaRPr lang="zh-CN" altLang="en-US" dirty="0">
                  <a:latin typeface="+mj-ea"/>
                  <a:ea typeface="+mj-ea"/>
                  <a:cs typeface="思源宋体 CN Heavy" panose="02020900000000000000" pitchFamily="18" charset="-122"/>
                </a:endParaRPr>
              </a:p>
            </p:txBody>
          </p:sp>
          <p:sp>
            <p:nvSpPr>
              <p:cNvPr id="318" name="Object23"/>
              <p:cNvSpPr/>
              <p:nvPr/>
            </p:nvSpPr>
            <p:spPr>
              <a:xfrm>
                <a:off x="5187097" y="2241370"/>
                <a:ext cx="1817805" cy="369332"/>
              </a:xfrm>
              <a:prstGeom prst="rect">
                <a:avLst/>
              </a:prstGeom>
              <a:noFill/>
              <a:effectLst/>
            </p:spPr>
            <p:txBody>
              <a:bodyPr wrap="none" lIns="0" tIns="0" rIns="0" bIns="0" rtlCol="0" anchor="ctr">
                <a:spAutoFit/>
              </a:bodyPr>
              <a:lstStyle/>
              <a:p>
                <a:pPr algn="ctr" defTabSz="731520"/>
                <a:r>
                  <a:rPr lang="zh-CN" altLang="en-US" sz="2400" dirty="0">
                    <a:gradFill>
                      <a:gsLst>
                        <a:gs pos="0">
                          <a:schemeClr val="accent1"/>
                        </a:gs>
                        <a:gs pos="100000">
                          <a:schemeClr val="accent2"/>
                        </a:gs>
                      </a:gsLst>
                      <a:lin ang="2700000" scaled="0"/>
                    </a:gradFill>
                    <a:latin typeface="+mj-ea"/>
                    <a:ea typeface="+mj-ea"/>
                    <a:cs typeface="思源宋体 CN Heavy" panose="02020900000000000000" pitchFamily="18" charset="-122"/>
                  </a:rPr>
                  <a:t>构建多元体系</a:t>
                </a:r>
              </a:p>
            </p:txBody>
          </p:sp>
        </p:grpSp>
      </p:grpSp>
      <p:grpSp>
        <p:nvGrpSpPr>
          <p:cNvPr id="59" name="组合 58"/>
          <p:cNvGrpSpPr/>
          <p:nvPr/>
        </p:nvGrpSpPr>
        <p:grpSpPr>
          <a:xfrm>
            <a:off x="583974" y="765263"/>
            <a:ext cx="2441411" cy="2812874"/>
            <a:chOff x="583974" y="685800"/>
            <a:chExt cx="2441411" cy="2812874"/>
          </a:xfrm>
        </p:grpSpPr>
        <p:sp>
          <p:nvSpPr>
            <p:cNvPr id="2" name="椭圆 1"/>
            <p:cNvSpPr>
              <a:spLocks noChangeAspect="1"/>
            </p:cNvSpPr>
            <p:nvPr/>
          </p:nvSpPr>
          <p:spPr>
            <a:xfrm>
              <a:off x="583974" y="1526111"/>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进给伺服驱动系统</a:t>
              </a:r>
              <a:endParaRPr lang="zh-CN" altLang="en-US" sz="1600" dirty="0">
                <a:solidFill>
                  <a:schemeClr val="accent1">
                    <a:lumMod val="75000"/>
                  </a:schemeClr>
                </a:solidFill>
                <a:latin typeface="+mj-ea"/>
                <a:ea typeface="+mj-ea"/>
                <a:cs typeface="思源宋体 CN Heavy" panose="02020900000000000000" pitchFamily="18" charset="-122"/>
              </a:endParaRPr>
            </a:p>
          </p:txBody>
        </p:sp>
        <p:sp>
          <p:nvSpPr>
            <p:cNvPr id="3" name="椭圆 2"/>
            <p:cNvSpPr>
              <a:spLocks noChangeAspect="1"/>
            </p:cNvSpPr>
            <p:nvPr/>
          </p:nvSpPr>
          <p:spPr>
            <a:xfrm>
              <a:off x="1892140" y="685800"/>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计算机数控装置</a:t>
              </a:r>
              <a:endParaRPr lang="zh-CN" altLang="en-US" sz="1600" dirty="0">
                <a:solidFill>
                  <a:schemeClr val="accent1">
                    <a:lumMod val="75000"/>
                  </a:schemeClr>
                </a:solidFill>
                <a:latin typeface="+mj-ea"/>
                <a:ea typeface="+mj-ea"/>
                <a:cs typeface="思源宋体 CN Heavy" panose="02020900000000000000" pitchFamily="18" charset="-122"/>
              </a:endParaRPr>
            </a:p>
          </p:txBody>
        </p:sp>
        <p:sp>
          <p:nvSpPr>
            <p:cNvPr id="4" name="椭圆 3"/>
            <p:cNvSpPr>
              <a:spLocks noChangeAspect="1"/>
            </p:cNvSpPr>
            <p:nvPr/>
          </p:nvSpPr>
          <p:spPr>
            <a:xfrm>
              <a:off x="1892140" y="2366423"/>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进给运动系统</a:t>
              </a:r>
              <a:endParaRPr lang="zh-CN" altLang="en-US" sz="1600" dirty="0">
                <a:solidFill>
                  <a:schemeClr val="accent1">
                    <a:lumMod val="75000"/>
                  </a:schemeClr>
                </a:solidFill>
                <a:latin typeface="+mj-ea"/>
                <a:ea typeface="+mj-ea"/>
                <a:cs typeface="思源宋体 CN Heavy" panose="02020900000000000000" pitchFamily="18" charset="-122"/>
              </a:endParaRPr>
            </a:p>
          </p:txBody>
        </p:sp>
      </p:grpSp>
      <p:grpSp>
        <p:nvGrpSpPr>
          <p:cNvPr id="8" name="组合 7"/>
          <p:cNvGrpSpPr/>
          <p:nvPr/>
        </p:nvGrpSpPr>
        <p:grpSpPr>
          <a:xfrm flipH="1">
            <a:off x="9251179" y="765263"/>
            <a:ext cx="2441411" cy="2812874"/>
            <a:chOff x="8793979" y="685800"/>
            <a:chExt cx="2441411" cy="2812874"/>
          </a:xfrm>
        </p:grpSpPr>
        <p:sp>
          <p:nvSpPr>
            <p:cNvPr id="5" name="椭圆 4"/>
            <p:cNvSpPr>
              <a:spLocks noChangeAspect="1"/>
            </p:cNvSpPr>
            <p:nvPr/>
          </p:nvSpPr>
          <p:spPr>
            <a:xfrm>
              <a:off x="8793979" y="1526111"/>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数控铣床</a:t>
              </a:r>
              <a:endParaRPr lang="zh-CN" altLang="en-US" sz="1600" dirty="0">
                <a:solidFill>
                  <a:schemeClr val="accent1">
                    <a:lumMod val="75000"/>
                  </a:schemeClr>
                </a:solidFill>
                <a:latin typeface="+mj-ea"/>
                <a:ea typeface="+mj-ea"/>
                <a:cs typeface="思源宋体 CN Heavy" panose="02020900000000000000" pitchFamily="18" charset="-122"/>
              </a:endParaRPr>
            </a:p>
          </p:txBody>
        </p:sp>
        <p:sp>
          <p:nvSpPr>
            <p:cNvPr id="6" name="椭圆 5"/>
            <p:cNvSpPr>
              <a:spLocks noChangeAspect="1"/>
            </p:cNvSpPr>
            <p:nvPr/>
          </p:nvSpPr>
          <p:spPr>
            <a:xfrm>
              <a:off x="10102145" y="685800"/>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数控车床</a:t>
              </a:r>
              <a:endParaRPr lang="zh-CN" altLang="en-US" sz="1600" dirty="0">
                <a:solidFill>
                  <a:schemeClr val="accent1">
                    <a:lumMod val="75000"/>
                  </a:schemeClr>
                </a:solidFill>
                <a:latin typeface="+mj-ea"/>
                <a:ea typeface="+mj-ea"/>
                <a:cs typeface="思源宋体 CN Heavy" panose="02020900000000000000" pitchFamily="18" charset="-122"/>
              </a:endParaRPr>
            </a:p>
          </p:txBody>
        </p:sp>
        <p:sp>
          <p:nvSpPr>
            <p:cNvPr id="7" name="椭圆 6"/>
            <p:cNvSpPr>
              <a:spLocks noChangeAspect="1"/>
            </p:cNvSpPr>
            <p:nvPr/>
          </p:nvSpPr>
          <p:spPr>
            <a:xfrm>
              <a:off x="10102145" y="2366423"/>
              <a:ext cx="1133245" cy="1132251"/>
            </a:xfrm>
            <a:prstGeom prst="ellipse">
              <a:avLst/>
            </a:prstGeom>
            <a:gradFill flip="none" rotWithShape="1">
              <a:gsLst>
                <a:gs pos="0">
                  <a:schemeClr val="accent1">
                    <a:lumMod val="20000"/>
                    <a:lumOff val="80000"/>
                  </a:schemeClr>
                </a:gs>
                <a:gs pos="100000">
                  <a:schemeClr val="accent1">
                    <a:lumMod val="80000"/>
                    <a:lumOff val="20000"/>
                  </a:schemeClr>
                </a:gs>
              </a:gsLst>
              <a:path path="circle">
                <a:fillToRect r="100000" b="100000"/>
              </a:path>
              <a:tileRect l="-100000" t="-100000"/>
            </a:gradFill>
            <a:ln>
              <a:noFill/>
            </a:ln>
            <a:effectLst>
              <a:outerShdw blurRad="381000" dist="254000" dir="5400000" sx="102000" sy="102000" algn="ctr" rotWithShape="0">
                <a:schemeClr val="accent1">
                  <a:alpha val="20000"/>
                </a:schemeClr>
              </a:outerShdw>
            </a:effectLst>
            <a:scene3d>
              <a:camera prst="orthographicFront"/>
              <a:lightRig rig="contrasting" dir="t">
                <a:rot lat="0" lon="0" rev="5400000"/>
              </a:lightRig>
            </a:scene3d>
            <a:sp3d prstMaterial="powder">
              <a:bevelT w="38100" h="38100"/>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72000" rtlCol="0" anchor="ctr"/>
            <a:lstStyle/>
            <a:p>
              <a:pPr algn="ctr">
                <a:lnSpc>
                  <a:spcPct val="130000"/>
                </a:lnSpc>
              </a:pPr>
              <a:r>
                <a:rPr lang="zh-CN" altLang="en-US" sz="1600" b="1" dirty="0">
                  <a:solidFill>
                    <a:schemeClr val="accent1">
                      <a:lumMod val="75000"/>
                    </a:schemeClr>
                  </a:solidFill>
                  <a:latin typeface="+mj-ea"/>
                  <a:ea typeface="+mj-ea"/>
                  <a:cs typeface="思源宋体 CN Heavy" panose="02020900000000000000" pitchFamily="18" charset="-122"/>
                </a:rPr>
                <a:t>加工中心</a:t>
              </a:r>
              <a:endParaRPr lang="zh-CN" altLang="en-US" sz="1600" dirty="0">
                <a:solidFill>
                  <a:schemeClr val="accent1">
                    <a:lumMod val="75000"/>
                  </a:schemeClr>
                </a:solidFill>
                <a:latin typeface="+mj-ea"/>
                <a:ea typeface="+mj-ea"/>
                <a:cs typeface="思源宋体 CN Heavy" panose="02020900000000000000" pitchFamily="18" charset="-122"/>
              </a:endParaRPr>
            </a:p>
          </p:txBody>
        </p:sp>
      </p:grpSp>
      <p:sp>
        <p:nvSpPr>
          <p:cNvPr id="32" name="箭头: V 形 31"/>
          <p:cNvSpPr/>
          <p:nvPr/>
        </p:nvSpPr>
        <p:spPr>
          <a:xfrm>
            <a:off x="3972949" y="5392375"/>
            <a:ext cx="239252" cy="277762"/>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34" name="箭头: V 形 33"/>
          <p:cNvSpPr/>
          <p:nvPr/>
        </p:nvSpPr>
        <p:spPr>
          <a:xfrm>
            <a:off x="7979799" y="5328875"/>
            <a:ext cx="239252" cy="277762"/>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282" name="组合 281"/>
          <p:cNvGrpSpPr/>
          <p:nvPr/>
        </p:nvGrpSpPr>
        <p:grpSpPr>
          <a:xfrm>
            <a:off x="304800" y="3671395"/>
            <a:ext cx="3568700" cy="2843705"/>
            <a:chOff x="304800" y="3671395"/>
            <a:chExt cx="3568700" cy="2843705"/>
          </a:xfrm>
        </p:grpSpPr>
        <p:sp>
          <p:nvSpPr>
            <p:cNvPr id="26" name="矩形 25"/>
            <p:cNvSpPr/>
            <p:nvPr/>
          </p:nvSpPr>
          <p:spPr>
            <a:xfrm>
              <a:off x="304800" y="4241800"/>
              <a:ext cx="3568700" cy="2273300"/>
            </a:xfrm>
            <a:prstGeom prst="rect">
              <a:avLst/>
            </a:prstGeom>
            <a:solidFill>
              <a:schemeClr val="bg1"/>
            </a:solidFill>
            <a:ln>
              <a:noFill/>
            </a:ln>
            <a:effectLst>
              <a:outerShdw blurRad="101600" dist="38100" dir="16200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cxnSp>
          <p:nvCxnSpPr>
            <p:cNvPr id="27" name="直接连接符 26"/>
            <p:cNvCxnSpPr/>
            <p:nvPr/>
          </p:nvCxnSpPr>
          <p:spPr>
            <a:xfrm>
              <a:off x="856114" y="6515100"/>
              <a:ext cx="2466073" cy="0"/>
            </a:xfrm>
            <a:prstGeom prst="line">
              <a:avLst/>
            </a:prstGeom>
            <a:ln w="44450"/>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2045697" y="3671395"/>
              <a:ext cx="86906" cy="557471"/>
              <a:chOff x="9985822" y="4175592"/>
              <a:chExt cx="86906" cy="557471"/>
            </a:xfrm>
          </p:grpSpPr>
          <p:cxnSp>
            <p:nvCxnSpPr>
              <p:cNvPr id="29" name="直接连接符 28"/>
              <p:cNvCxnSpPr/>
              <p:nvPr/>
            </p:nvCxnSpPr>
            <p:spPr>
              <a:xfrm>
                <a:off x="10029275" y="4175592"/>
                <a:ext cx="0" cy="501045"/>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0" name="椭圆 29"/>
              <p:cNvSpPr/>
              <p:nvPr/>
            </p:nvSpPr>
            <p:spPr>
              <a:xfrm>
                <a:off x="9985822" y="4646157"/>
                <a:ext cx="86906" cy="8690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258" name="文本框 257"/>
            <p:cNvSpPr txBox="1"/>
            <p:nvPr/>
          </p:nvSpPr>
          <p:spPr>
            <a:xfrm>
              <a:off x="612624" y="4392613"/>
              <a:ext cx="2953053" cy="340221"/>
            </a:xfrm>
            <a:prstGeom prst="rect">
              <a:avLst/>
            </a:prstGeom>
            <a:noFill/>
          </p:spPr>
          <p:txBody>
            <a:bodyPr wrap="none">
              <a:spAutoFit/>
            </a:bodyPr>
            <a:lstStyle/>
            <a:p>
              <a:pPr algn="l" fontAlgn="base">
                <a:lnSpc>
                  <a:spcPts val="1800"/>
                </a:lnSpc>
              </a:pPr>
              <a:r>
                <a:rPr lang="zh-CN" altLang="en-US" sz="2000" i="0" dirty="0">
                  <a:solidFill>
                    <a:schemeClr val="accent1">
                      <a:lumMod val="75000"/>
                    </a:schemeClr>
                  </a:solidFill>
                  <a:effectLst/>
                  <a:latin typeface="+mj-ea"/>
                  <a:ea typeface="+mj-ea"/>
                  <a:cs typeface="思源宋体 CN Heavy" panose="02020900000000000000" pitchFamily="18" charset="-122"/>
                </a:rPr>
                <a:t>教学理念与课程目标创新</a:t>
              </a:r>
            </a:p>
          </p:txBody>
        </p:sp>
        <p:sp>
          <p:nvSpPr>
            <p:cNvPr id="261" name="矩形 260"/>
            <p:cNvSpPr/>
            <p:nvPr/>
          </p:nvSpPr>
          <p:spPr>
            <a:xfrm>
              <a:off x="485685" y="4762501"/>
              <a:ext cx="3206931" cy="1572986"/>
            </a:xfrm>
            <a:prstGeom prst="rect">
              <a:avLst/>
            </a:prstGeom>
            <a:solidFill>
              <a:srgbClr val="F8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宋体 CN Heavy" panose="02020900000000000000" pitchFamily="18" charset="-122"/>
              </a:endParaRPr>
            </a:p>
          </p:txBody>
        </p:sp>
        <p:sp>
          <p:nvSpPr>
            <p:cNvPr id="265" name="文本框 264"/>
            <p:cNvSpPr txBox="1"/>
            <p:nvPr/>
          </p:nvSpPr>
          <p:spPr>
            <a:xfrm>
              <a:off x="466680" y="4813024"/>
              <a:ext cx="3244941" cy="1010277"/>
            </a:xfrm>
            <a:prstGeom prst="rect">
              <a:avLst/>
            </a:prstGeom>
            <a:noFill/>
          </p:spPr>
          <p:txBody>
            <a:bodyPr wrap="square">
              <a:spAutoFit/>
            </a:bodyPr>
            <a:lstStyle/>
            <a:p>
              <a:pPr algn="l" fontAlgn="base">
                <a:lnSpc>
                  <a:spcPts val="1800"/>
                </a:lnSpc>
              </a:pPr>
              <a:r>
                <a:rPr lang="zh-CN" altLang="en-US" sz="1400" b="1" i="0" dirty="0">
                  <a:solidFill>
                    <a:schemeClr val="accent1"/>
                  </a:solidFill>
                  <a:effectLst/>
                  <a:latin typeface="+mj-ea"/>
                  <a:ea typeface="+mj-ea"/>
                  <a:cs typeface="思源宋体 CN Heavy" panose="02020900000000000000" pitchFamily="18" charset="-122"/>
                </a:rPr>
                <a:t>多维度课程目标</a:t>
              </a:r>
              <a:r>
                <a:rPr lang="zh-CN" altLang="en-US" sz="1400" b="0" i="0" dirty="0">
                  <a:solidFill>
                    <a:schemeClr val="accent1"/>
                  </a:solidFill>
                  <a:effectLst/>
                  <a:latin typeface="+mj-ea"/>
                  <a:ea typeface="+mj-ea"/>
                  <a:cs typeface="思源宋体 CN Heavy" panose="02020900000000000000" pitchFamily="18" charset="-122"/>
                </a:rPr>
                <a:t>：</a:t>
              </a:r>
              <a:r>
                <a:rPr lang="zh-CN" altLang="en-US" sz="1400" b="0" i="0" dirty="0">
                  <a:solidFill>
                    <a:srgbClr val="060607"/>
                  </a:solidFill>
                  <a:effectLst/>
                  <a:latin typeface="+mn-ea"/>
                  <a:cs typeface="思源宋体 CN Heavy" panose="02020900000000000000" pitchFamily="18" charset="-122"/>
                </a:rPr>
                <a:t>注重知识传授，强调能力培养和价值观塑造。</a:t>
              </a:r>
              <a:endParaRPr lang="en-US" altLang="zh-CN" sz="1400" b="0" i="0" dirty="0">
                <a:solidFill>
                  <a:srgbClr val="060607"/>
                </a:solidFill>
                <a:effectLst/>
                <a:latin typeface="+mn-ea"/>
                <a:cs typeface="思源宋体 CN Heavy" panose="02020900000000000000" pitchFamily="18" charset="-122"/>
              </a:endParaRPr>
            </a:p>
            <a:p>
              <a:pPr algn="l" fontAlgn="base">
                <a:lnSpc>
                  <a:spcPts val="1800"/>
                </a:lnSpc>
              </a:pPr>
              <a:r>
                <a:rPr lang="zh-CN" altLang="en-US" sz="1400" b="1" i="0" dirty="0">
                  <a:solidFill>
                    <a:schemeClr val="accent1"/>
                  </a:solidFill>
                  <a:effectLst/>
                  <a:latin typeface="+mj-ea"/>
                  <a:ea typeface="+mj-ea"/>
                  <a:cs typeface="思源宋体 CN Heavy" panose="02020900000000000000" pitchFamily="18" charset="-122"/>
                </a:rPr>
                <a:t>课程思政融合</a:t>
              </a:r>
              <a:r>
                <a:rPr lang="zh-CN" altLang="en-US" sz="1400" b="0" i="0" dirty="0">
                  <a:solidFill>
                    <a:schemeClr val="accent1"/>
                  </a:solidFill>
                  <a:effectLst/>
                  <a:latin typeface="+mj-ea"/>
                  <a:ea typeface="+mj-ea"/>
                  <a:cs typeface="思源宋体 CN Heavy" panose="02020900000000000000" pitchFamily="18" charset="-122"/>
                </a:rPr>
                <a:t>：</a:t>
              </a:r>
              <a:r>
                <a:rPr lang="zh-CN" altLang="en-US" sz="1400" b="0" i="0" dirty="0">
                  <a:solidFill>
                    <a:srgbClr val="060607"/>
                  </a:solidFill>
                  <a:effectLst/>
                  <a:latin typeface="+mn-ea"/>
                  <a:cs typeface="思源宋体 CN Heavy" panose="02020900000000000000" pitchFamily="18" charset="-122"/>
                </a:rPr>
                <a:t>强化学生的价值观教育</a:t>
              </a:r>
              <a:r>
                <a:rPr lang="zh-CN" altLang="en-US" sz="1400" dirty="0">
                  <a:solidFill>
                    <a:srgbClr val="060607"/>
                  </a:solidFill>
                  <a:latin typeface="+mn-ea"/>
                  <a:cs typeface="思源宋体 CN Heavy" panose="02020900000000000000" pitchFamily="18" charset="-122"/>
                </a:rPr>
                <a:t>，</a:t>
              </a:r>
              <a:r>
                <a:rPr lang="zh-CN" altLang="en-US" sz="1400" b="0" i="0" dirty="0">
                  <a:solidFill>
                    <a:srgbClr val="060607"/>
                  </a:solidFill>
                  <a:effectLst/>
                  <a:latin typeface="+mn-ea"/>
                  <a:cs typeface="思源宋体 CN Heavy" panose="02020900000000000000" pitchFamily="18" charset="-122"/>
                </a:rPr>
                <a:t>激发学生的爱国情怀</a:t>
              </a:r>
            </a:p>
          </p:txBody>
        </p:sp>
        <p:grpSp>
          <p:nvGrpSpPr>
            <p:cNvPr id="268" name="组合 267"/>
            <p:cNvGrpSpPr/>
            <p:nvPr/>
          </p:nvGrpSpPr>
          <p:grpSpPr>
            <a:xfrm>
              <a:off x="795682" y="5861769"/>
              <a:ext cx="2586936" cy="345103"/>
              <a:chOff x="750624" y="5854696"/>
              <a:chExt cx="2586936" cy="345103"/>
            </a:xfrm>
          </p:grpSpPr>
          <p:sp>
            <p:nvSpPr>
              <p:cNvPr id="266" name="矩形: 圆角 265"/>
              <p:cNvSpPr/>
              <p:nvPr/>
            </p:nvSpPr>
            <p:spPr>
              <a:xfrm>
                <a:off x="750624" y="5854696"/>
                <a:ext cx="1176147" cy="345103"/>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大国制造</a:t>
                </a:r>
              </a:p>
            </p:txBody>
          </p:sp>
          <p:sp>
            <p:nvSpPr>
              <p:cNvPr id="267" name="矩形: 圆角 266"/>
              <p:cNvSpPr/>
              <p:nvPr/>
            </p:nvSpPr>
            <p:spPr>
              <a:xfrm>
                <a:off x="2161413" y="5854696"/>
                <a:ext cx="1176147" cy="345103"/>
              </a:xfrm>
              <a:prstGeom prst="roundRect">
                <a:avLst>
                  <a:gd name="adj" fmla="val 4000"/>
                </a:avLst>
              </a:prstGeom>
              <a:gradFill flip="none" rotWithShape="1">
                <a:gsLst>
                  <a:gs pos="0">
                    <a:schemeClr val="bg1"/>
                  </a:gs>
                  <a:gs pos="50000">
                    <a:schemeClr val="bg1"/>
                  </a:gs>
                  <a:gs pos="100000">
                    <a:schemeClr val="bg1"/>
                  </a:gs>
                </a:gsLst>
                <a:lin ang="2700000" scaled="1"/>
                <a:tileRect/>
              </a:gradFill>
              <a:ln>
                <a:solidFill>
                  <a:schemeClr val="bg1">
                    <a:lumMod val="85000"/>
                  </a:schemeClr>
                </a:solidFill>
              </a:ln>
              <a:effectLst>
                <a:outerShdw blurRad="38100" dist="25400" dir="270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65000"/>
                        <a:lumOff val="35000"/>
                      </a:prstClr>
                    </a:solidFill>
                    <a:effectLst/>
                    <a:uLnTx/>
                    <a:uFillTx/>
                    <a:latin typeface="+mj-ea"/>
                    <a:ea typeface="+mj-ea"/>
                    <a:cs typeface="+mn-ea"/>
                    <a:sym typeface="+mn-lt"/>
                  </a:rPr>
                  <a:t>中国故事</a:t>
                </a:r>
              </a:p>
            </p:txBody>
          </p:sp>
        </p:grpSp>
      </p:grpSp>
      <p:grpSp>
        <p:nvGrpSpPr>
          <p:cNvPr id="283" name="组合 282"/>
          <p:cNvGrpSpPr/>
          <p:nvPr/>
        </p:nvGrpSpPr>
        <p:grpSpPr>
          <a:xfrm>
            <a:off x="4311650" y="3671395"/>
            <a:ext cx="3568700" cy="2843705"/>
            <a:chOff x="4311650" y="3671395"/>
            <a:chExt cx="3568700" cy="2843705"/>
          </a:xfrm>
        </p:grpSpPr>
        <p:sp>
          <p:nvSpPr>
            <p:cNvPr id="20" name="矩形 19"/>
            <p:cNvSpPr/>
            <p:nvPr/>
          </p:nvSpPr>
          <p:spPr>
            <a:xfrm>
              <a:off x="4311650" y="4241800"/>
              <a:ext cx="3568700" cy="2273300"/>
            </a:xfrm>
            <a:prstGeom prst="rect">
              <a:avLst/>
            </a:prstGeom>
            <a:solidFill>
              <a:schemeClr val="bg1"/>
            </a:solidFill>
            <a:ln>
              <a:noFill/>
            </a:ln>
            <a:effectLst>
              <a:outerShdw blurRad="101600" dist="38100" dir="16200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cxnSp>
          <p:nvCxnSpPr>
            <p:cNvPr id="21" name="直接连接符 20"/>
            <p:cNvCxnSpPr/>
            <p:nvPr/>
          </p:nvCxnSpPr>
          <p:spPr>
            <a:xfrm>
              <a:off x="4862964" y="6515100"/>
              <a:ext cx="2466073" cy="0"/>
            </a:xfrm>
            <a:prstGeom prst="line">
              <a:avLst/>
            </a:prstGeom>
            <a:ln w="44450"/>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6052547" y="3671395"/>
              <a:ext cx="86906" cy="557471"/>
              <a:chOff x="9985822" y="4175592"/>
              <a:chExt cx="86906" cy="557471"/>
            </a:xfrm>
          </p:grpSpPr>
          <p:cxnSp>
            <p:nvCxnSpPr>
              <p:cNvPr id="23" name="直接连接符 22"/>
              <p:cNvCxnSpPr/>
              <p:nvPr/>
            </p:nvCxnSpPr>
            <p:spPr>
              <a:xfrm>
                <a:off x="10029275" y="4175592"/>
                <a:ext cx="0" cy="501045"/>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9985822" y="4646157"/>
                <a:ext cx="86906" cy="8690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259" name="文本框 258"/>
            <p:cNvSpPr txBox="1"/>
            <p:nvPr/>
          </p:nvSpPr>
          <p:spPr>
            <a:xfrm>
              <a:off x="4871145" y="4392613"/>
              <a:ext cx="2449710" cy="340221"/>
            </a:xfrm>
            <a:prstGeom prst="rect">
              <a:avLst/>
            </a:prstGeom>
            <a:noFill/>
          </p:spPr>
          <p:txBody>
            <a:bodyPr wrap="none">
              <a:spAutoFit/>
            </a:bodyPr>
            <a:lstStyle/>
            <a:p>
              <a:pPr algn="l" fontAlgn="base">
                <a:lnSpc>
                  <a:spcPts val="1800"/>
                </a:lnSpc>
              </a:pPr>
              <a:r>
                <a:rPr lang="zh-CN" altLang="en-US" sz="2000" i="0" dirty="0">
                  <a:solidFill>
                    <a:schemeClr val="accent1">
                      <a:lumMod val="75000"/>
                    </a:schemeClr>
                  </a:solidFill>
                  <a:effectLst/>
                  <a:latin typeface="+mj-ea"/>
                  <a:ea typeface="+mj-ea"/>
                  <a:cs typeface="思源宋体 CN Heavy" panose="02020900000000000000" pitchFamily="18" charset="-122"/>
                </a:rPr>
                <a:t>教学体系与方法创新</a:t>
              </a:r>
            </a:p>
          </p:txBody>
        </p:sp>
        <p:sp>
          <p:nvSpPr>
            <p:cNvPr id="262" name="矩形 261"/>
            <p:cNvSpPr/>
            <p:nvPr/>
          </p:nvSpPr>
          <p:spPr>
            <a:xfrm>
              <a:off x="4492535" y="4762501"/>
              <a:ext cx="3206931" cy="1572986"/>
            </a:xfrm>
            <a:prstGeom prst="rect">
              <a:avLst/>
            </a:prstGeom>
            <a:solidFill>
              <a:srgbClr val="F8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CN Heavy" panose="02020900000000000000" pitchFamily="18" charset="-122"/>
              </a:endParaRPr>
            </a:p>
          </p:txBody>
        </p:sp>
        <p:sp>
          <p:nvSpPr>
            <p:cNvPr id="280" name="文本框 279"/>
            <p:cNvSpPr txBox="1"/>
            <p:nvPr/>
          </p:nvSpPr>
          <p:spPr>
            <a:xfrm>
              <a:off x="4504486" y="4813024"/>
              <a:ext cx="3183028" cy="1471941"/>
            </a:xfrm>
            <a:prstGeom prst="rect">
              <a:avLst/>
            </a:prstGeom>
            <a:noFill/>
          </p:spPr>
          <p:txBody>
            <a:bodyPr wrap="square">
              <a:spAutoFit/>
            </a:bodyPr>
            <a:lstStyle/>
            <a:p>
              <a:pPr algn="l" fontAlgn="base">
                <a:lnSpc>
                  <a:spcPts val="1800"/>
                </a:lnSpc>
              </a:pPr>
              <a:r>
                <a:rPr lang="zh-CN" altLang="en-US" sz="1400" i="0" dirty="0">
                  <a:solidFill>
                    <a:schemeClr val="accent1"/>
                  </a:solidFill>
                  <a:effectLst/>
                  <a:latin typeface="+mj-ea"/>
                  <a:ea typeface="+mj-ea"/>
                  <a:cs typeface="思源宋体 CN Heavy" panose="02020900000000000000" pitchFamily="18" charset="-122"/>
                </a:rPr>
                <a:t>产教融合教学体系：</a:t>
              </a:r>
              <a:r>
                <a:rPr lang="zh-CN" altLang="en-US" sz="1400" i="0" dirty="0">
                  <a:effectLst/>
                  <a:latin typeface="+mn-ea"/>
                  <a:cs typeface="思源宋体 CN Heavy" panose="02020900000000000000" pitchFamily="18" charset="-122"/>
                </a:rPr>
                <a:t>与企业的深度合作，构建紧密对接产业需求的课程体系。</a:t>
              </a:r>
              <a:endParaRPr lang="en-US" altLang="zh-CN" sz="1400" i="0" dirty="0">
                <a:effectLst/>
                <a:latin typeface="+mn-ea"/>
                <a:cs typeface="思源宋体 CN Heavy" panose="02020900000000000000" pitchFamily="18" charset="-122"/>
              </a:endParaRPr>
            </a:p>
            <a:p>
              <a:pPr algn="l" fontAlgn="base">
                <a:lnSpc>
                  <a:spcPts val="1800"/>
                </a:lnSpc>
              </a:pPr>
              <a:r>
                <a:rPr lang="zh-CN" altLang="en-US" sz="1400" dirty="0">
                  <a:solidFill>
                    <a:schemeClr val="accent1"/>
                  </a:solidFill>
                  <a:latin typeface="+mj-ea"/>
                  <a:ea typeface="+mj-ea"/>
                  <a:cs typeface="思源宋体 CN Heavy" panose="02020900000000000000" pitchFamily="18" charset="-122"/>
                </a:rPr>
                <a:t>线上线下混合式教学：</a:t>
              </a:r>
              <a:r>
                <a:rPr lang="zh-CN" altLang="en-US" sz="1400" i="0" dirty="0">
                  <a:effectLst/>
                  <a:latin typeface="+mn-ea"/>
                  <a:cs typeface="思源宋体 CN Heavy" panose="02020900000000000000" pitchFamily="18" charset="-122"/>
                </a:rPr>
                <a:t>利用在线平台，结合线下教学资源，实现全周期互动。</a:t>
              </a:r>
            </a:p>
            <a:p>
              <a:pPr algn="l" fontAlgn="base">
                <a:lnSpc>
                  <a:spcPts val="1800"/>
                </a:lnSpc>
              </a:pPr>
              <a:r>
                <a:rPr lang="zh-CN" altLang="en-US" sz="1400" dirty="0">
                  <a:solidFill>
                    <a:schemeClr val="accent1"/>
                  </a:solidFill>
                  <a:latin typeface="+mj-ea"/>
                  <a:ea typeface="+mj-ea"/>
                  <a:cs typeface="思源宋体 CN Heavy" panose="02020900000000000000" pitchFamily="18" charset="-122"/>
                </a:rPr>
                <a:t>项目驱动与实践教学：</a:t>
              </a:r>
              <a:r>
                <a:rPr lang="zh-CN" altLang="en-US" sz="1400" i="0" dirty="0">
                  <a:effectLst/>
                  <a:latin typeface="+mn-ea"/>
                  <a:cs typeface="思源宋体 CN Heavy" panose="02020900000000000000" pitchFamily="18" charset="-122"/>
                </a:rPr>
                <a:t>以项目为载体，引入企业真实案例。</a:t>
              </a:r>
            </a:p>
          </p:txBody>
        </p:sp>
      </p:grpSp>
      <p:grpSp>
        <p:nvGrpSpPr>
          <p:cNvPr id="284" name="组合 283"/>
          <p:cNvGrpSpPr/>
          <p:nvPr/>
        </p:nvGrpSpPr>
        <p:grpSpPr>
          <a:xfrm>
            <a:off x="8318500" y="3671395"/>
            <a:ext cx="3568700" cy="2843705"/>
            <a:chOff x="8318500" y="3671395"/>
            <a:chExt cx="3568700" cy="2843705"/>
          </a:xfrm>
        </p:grpSpPr>
        <p:sp>
          <p:nvSpPr>
            <p:cNvPr id="12" name="矩形 11"/>
            <p:cNvSpPr/>
            <p:nvPr/>
          </p:nvSpPr>
          <p:spPr>
            <a:xfrm>
              <a:off x="8318500" y="4241800"/>
              <a:ext cx="3568700" cy="2273300"/>
            </a:xfrm>
            <a:prstGeom prst="rect">
              <a:avLst/>
            </a:prstGeom>
            <a:solidFill>
              <a:schemeClr val="bg1"/>
            </a:solidFill>
            <a:ln>
              <a:noFill/>
            </a:ln>
            <a:effectLst>
              <a:outerShdw blurRad="101600" dist="38100" dir="16200000"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cxnSp>
          <p:nvCxnSpPr>
            <p:cNvPr id="14" name="直接连接符 13"/>
            <p:cNvCxnSpPr/>
            <p:nvPr/>
          </p:nvCxnSpPr>
          <p:spPr>
            <a:xfrm>
              <a:off x="8869814" y="6515100"/>
              <a:ext cx="2466073" cy="0"/>
            </a:xfrm>
            <a:prstGeom prst="line">
              <a:avLst/>
            </a:prstGeom>
            <a:ln w="44450"/>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10059397" y="3671395"/>
              <a:ext cx="86906" cy="557471"/>
              <a:chOff x="9985822" y="4175592"/>
              <a:chExt cx="86906" cy="557471"/>
            </a:xfrm>
          </p:grpSpPr>
          <p:cxnSp>
            <p:nvCxnSpPr>
              <p:cNvPr id="16" name="直接连接符 15"/>
              <p:cNvCxnSpPr/>
              <p:nvPr/>
            </p:nvCxnSpPr>
            <p:spPr>
              <a:xfrm>
                <a:off x="10029275" y="4175592"/>
                <a:ext cx="0" cy="501045"/>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9985822" y="4646157"/>
                <a:ext cx="86906" cy="86906"/>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sp>
          <p:nvSpPr>
            <p:cNvPr id="260" name="文本框 259"/>
            <p:cNvSpPr txBox="1"/>
            <p:nvPr/>
          </p:nvSpPr>
          <p:spPr>
            <a:xfrm>
              <a:off x="8877995" y="4392613"/>
              <a:ext cx="2449710" cy="340221"/>
            </a:xfrm>
            <a:prstGeom prst="rect">
              <a:avLst/>
            </a:prstGeom>
            <a:noFill/>
          </p:spPr>
          <p:txBody>
            <a:bodyPr wrap="none">
              <a:spAutoFit/>
            </a:bodyPr>
            <a:lstStyle/>
            <a:p>
              <a:pPr algn="l" fontAlgn="base">
                <a:lnSpc>
                  <a:spcPts val="1800"/>
                </a:lnSpc>
              </a:pPr>
              <a:r>
                <a:rPr lang="zh-CN" altLang="en-US" sz="2000" i="0" dirty="0">
                  <a:solidFill>
                    <a:schemeClr val="accent1">
                      <a:lumMod val="75000"/>
                    </a:schemeClr>
                  </a:solidFill>
                  <a:effectLst/>
                  <a:latin typeface="+mj-ea"/>
                  <a:ea typeface="+mj-ea"/>
                  <a:cs typeface="思源宋体 CN Heavy" panose="02020900000000000000" pitchFamily="18" charset="-122"/>
                </a:rPr>
                <a:t>教学内容与资源创新</a:t>
              </a:r>
            </a:p>
          </p:txBody>
        </p:sp>
        <p:sp>
          <p:nvSpPr>
            <p:cNvPr id="263" name="矩形 262"/>
            <p:cNvSpPr/>
            <p:nvPr/>
          </p:nvSpPr>
          <p:spPr>
            <a:xfrm>
              <a:off x="8499385" y="4762501"/>
              <a:ext cx="3206931" cy="1572986"/>
            </a:xfrm>
            <a:prstGeom prst="rect">
              <a:avLst/>
            </a:prstGeom>
            <a:solidFill>
              <a:srgbClr val="F8F4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思源宋体 CN Heavy" panose="02020900000000000000" pitchFamily="18" charset="-122"/>
              </a:endParaRPr>
            </a:p>
          </p:txBody>
        </p:sp>
        <p:sp>
          <p:nvSpPr>
            <p:cNvPr id="281" name="文本框 280"/>
            <p:cNvSpPr txBox="1"/>
            <p:nvPr/>
          </p:nvSpPr>
          <p:spPr>
            <a:xfrm>
              <a:off x="8574836" y="4813024"/>
              <a:ext cx="3056028" cy="1471941"/>
            </a:xfrm>
            <a:prstGeom prst="rect">
              <a:avLst/>
            </a:prstGeom>
            <a:noFill/>
          </p:spPr>
          <p:txBody>
            <a:bodyPr wrap="square">
              <a:spAutoFit/>
            </a:bodyPr>
            <a:lstStyle/>
            <a:p>
              <a:pPr algn="l" fontAlgn="base">
                <a:lnSpc>
                  <a:spcPts val="1800"/>
                </a:lnSpc>
              </a:pPr>
              <a:r>
                <a:rPr lang="zh-CN" altLang="en-US" sz="1400" dirty="0">
                  <a:solidFill>
                    <a:schemeClr val="accent1"/>
                  </a:solidFill>
                  <a:latin typeface="+mj-ea"/>
                  <a:ea typeface="+mj-ea"/>
                  <a:cs typeface="思源宋体 CN Heavy" panose="02020900000000000000" pitchFamily="18" charset="-122"/>
                </a:rPr>
                <a:t>前沿技术融入：</a:t>
              </a:r>
              <a:r>
                <a:rPr lang="zh-CN" altLang="en-US" sz="1400" i="0" dirty="0">
                  <a:effectLst/>
                  <a:latin typeface="+mn-ea"/>
                  <a:cs typeface="思源宋体 CN Heavy" panose="02020900000000000000" pitchFamily="18" charset="-122"/>
                </a:rPr>
                <a:t>及时将智能制造、人工智能等前沿技术融入课程内容，保持课程的先进性和实用性。</a:t>
              </a:r>
            </a:p>
            <a:p>
              <a:pPr algn="l" fontAlgn="base">
                <a:lnSpc>
                  <a:spcPts val="1800"/>
                </a:lnSpc>
              </a:pPr>
              <a:r>
                <a:rPr lang="zh-CN" altLang="en-US" sz="1400" dirty="0">
                  <a:solidFill>
                    <a:schemeClr val="accent1"/>
                  </a:solidFill>
                  <a:latin typeface="+mj-ea"/>
                  <a:ea typeface="+mj-ea"/>
                  <a:cs typeface="思源宋体 CN Heavy" panose="02020900000000000000" pitchFamily="18" charset="-122"/>
                </a:rPr>
                <a:t>数字化教学资源建设：</a:t>
              </a:r>
              <a:r>
                <a:rPr lang="zh-CN" altLang="en-US" sz="1400" i="0" dirty="0">
                  <a:effectLst/>
                  <a:latin typeface="+mn-ea"/>
                  <a:cs typeface="思源宋体 CN Heavy" panose="02020900000000000000" pitchFamily="18" charset="-122"/>
                </a:rPr>
                <a:t>通过编写修订教材、开发在线课程等方式，丰富教学资源。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750"/>
                                        <p:tgtEl>
                                          <p:spTgt spid="9"/>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fade">
                                      <p:cBhvr>
                                        <p:cTn id="11" dur="750"/>
                                        <p:tgtEl>
                                          <p:spTgt spid="59"/>
                                        </p:tgtEl>
                                      </p:cBhvr>
                                    </p:animEffect>
                                    <p:anim calcmode="lin" valueType="num">
                                      <p:cBhvr>
                                        <p:cTn id="12" dur="750" fill="hold"/>
                                        <p:tgtEl>
                                          <p:spTgt spid="59"/>
                                        </p:tgtEl>
                                        <p:attrNameLst>
                                          <p:attrName>ppt_x</p:attrName>
                                        </p:attrNameLst>
                                      </p:cBhvr>
                                      <p:tavLst>
                                        <p:tav tm="0">
                                          <p:val>
                                            <p:strVal val="#ppt_x"/>
                                          </p:val>
                                        </p:tav>
                                        <p:tav tm="100000">
                                          <p:val>
                                            <p:strVal val="#ppt_x"/>
                                          </p:val>
                                        </p:tav>
                                      </p:tavLst>
                                    </p:anim>
                                    <p:anim calcmode="lin" valueType="num">
                                      <p:cBhvr>
                                        <p:cTn id="13" dur="750" fill="hold"/>
                                        <p:tgtEl>
                                          <p:spTgt spid="59"/>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750"/>
                                        <p:tgtEl>
                                          <p:spTgt spid="8"/>
                                        </p:tgtEl>
                                      </p:cBhvr>
                                    </p:animEffect>
                                    <p:anim calcmode="lin" valueType="num">
                                      <p:cBhvr>
                                        <p:cTn id="17" dur="750" fill="hold"/>
                                        <p:tgtEl>
                                          <p:spTgt spid="8"/>
                                        </p:tgtEl>
                                        <p:attrNameLst>
                                          <p:attrName>ppt_x</p:attrName>
                                        </p:attrNameLst>
                                      </p:cBhvr>
                                      <p:tavLst>
                                        <p:tav tm="0">
                                          <p:val>
                                            <p:strVal val="#ppt_x"/>
                                          </p:val>
                                        </p:tav>
                                        <p:tav tm="100000">
                                          <p:val>
                                            <p:strVal val="#ppt_x"/>
                                          </p:val>
                                        </p:tav>
                                      </p:tavLst>
                                    </p:anim>
                                    <p:anim calcmode="lin" valueType="num">
                                      <p:cBhvr>
                                        <p:cTn id="18" dur="750" fill="hold"/>
                                        <p:tgtEl>
                                          <p:spTgt spid="8"/>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47" presetClass="entr" presetSubtype="0" fill="hold" nodeType="afterEffect">
                                  <p:stCondLst>
                                    <p:cond delay="0"/>
                                  </p:stCondLst>
                                  <p:childTnLst>
                                    <p:set>
                                      <p:cBhvr>
                                        <p:cTn id="21" dur="1" fill="hold">
                                          <p:stCondLst>
                                            <p:cond delay="0"/>
                                          </p:stCondLst>
                                        </p:cTn>
                                        <p:tgtEl>
                                          <p:spTgt spid="282"/>
                                        </p:tgtEl>
                                        <p:attrNameLst>
                                          <p:attrName>style.visibility</p:attrName>
                                        </p:attrNameLst>
                                      </p:cBhvr>
                                      <p:to>
                                        <p:strVal val="visible"/>
                                      </p:to>
                                    </p:set>
                                    <p:animEffect transition="in" filter="fade">
                                      <p:cBhvr>
                                        <p:cTn id="22" dur="750"/>
                                        <p:tgtEl>
                                          <p:spTgt spid="282"/>
                                        </p:tgtEl>
                                      </p:cBhvr>
                                    </p:animEffect>
                                    <p:anim calcmode="lin" valueType="num">
                                      <p:cBhvr>
                                        <p:cTn id="23" dur="750" fill="hold"/>
                                        <p:tgtEl>
                                          <p:spTgt spid="282"/>
                                        </p:tgtEl>
                                        <p:attrNameLst>
                                          <p:attrName>ppt_x</p:attrName>
                                        </p:attrNameLst>
                                      </p:cBhvr>
                                      <p:tavLst>
                                        <p:tav tm="0">
                                          <p:val>
                                            <p:strVal val="#ppt_x"/>
                                          </p:val>
                                        </p:tav>
                                        <p:tav tm="100000">
                                          <p:val>
                                            <p:strVal val="#ppt_x"/>
                                          </p:val>
                                        </p:tav>
                                      </p:tavLst>
                                    </p:anim>
                                    <p:anim calcmode="lin" valueType="num">
                                      <p:cBhvr>
                                        <p:cTn id="24" dur="750" fill="hold"/>
                                        <p:tgtEl>
                                          <p:spTgt spid="282"/>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0"/>
                                  </p:stCondLst>
                                  <p:childTnLst>
                                    <p:set>
                                      <p:cBhvr>
                                        <p:cTn id="26" dur="1" fill="hold">
                                          <p:stCondLst>
                                            <p:cond delay="0"/>
                                          </p:stCondLst>
                                        </p:cTn>
                                        <p:tgtEl>
                                          <p:spTgt spid="283"/>
                                        </p:tgtEl>
                                        <p:attrNameLst>
                                          <p:attrName>style.visibility</p:attrName>
                                        </p:attrNameLst>
                                      </p:cBhvr>
                                      <p:to>
                                        <p:strVal val="visible"/>
                                      </p:to>
                                    </p:set>
                                    <p:animEffect transition="in" filter="fade">
                                      <p:cBhvr>
                                        <p:cTn id="27" dur="750"/>
                                        <p:tgtEl>
                                          <p:spTgt spid="283"/>
                                        </p:tgtEl>
                                      </p:cBhvr>
                                    </p:animEffect>
                                    <p:anim calcmode="lin" valueType="num">
                                      <p:cBhvr>
                                        <p:cTn id="28" dur="750" fill="hold"/>
                                        <p:tgtEl>
                                          <p:spTgt spid="283"/>
                                        </p:tgtEl>
                                        <p:attrNameLst>
                                          <p:attrName>ppt_x</p:attrName>
                                        </p:attrNameLst>
                                      </p:cBhvr>
                                      <p:tavLst>
                                        <p:tav tm="0">
                                          <p:val>
                                            <p:strVal val="#ppt_x"/>
                                          </p:val>
                                        </p:tav>
                                        <p:tav tm="100000">
                                          <p:val>
                                            <p:strVal val="#ppt_x"/>
                                          </p:val>
                                        </p:tav>
                                      </p:tavLst>
                                    </p:anim>
                                    <p:anim calcmode="lin" valueType="num">
                                      <p:cBhvr>
                                        <p:cTn id="29" dur="750" fill="hold"/>
                                        <p:tgtEl>
                                          <p:spTgt spid="283"/>
                                        </p:tgtEl>
                                        <p:attrNameLst>
                                          <p:attrName>ppt_y</p:attrName>
                                        </p:attrNameLst>
                                      </p:cBhvr>
                                      <p:tavLst>
                                        <p:tav tm="0">
                                          <p:val>
                                            <p:strVal val="#ppt_y-.1"/>
                                          </p:val>
                                        </p:tav>
                                        <p:tav tm="100000">
                                          <p:val>
                                            <p:strVal val="#ppt_y"/>
                                          </p:val>
                                        </p:tav>
                                      </p:tavLst>
                                    </p:anim>
                                  </p:childTnLst>
                                </p:cTn>
                              </p:par>
                              <p:par>
                                <p:cTn id="30" presetID="47" presetClass="entr" presetSubtype="0" fill="hold" nodeType="withEffect">
                                  <p:stCondLst>
                                    <p:cond delay="0"/>
                                  </p:stCondLst>
                                  <p:childTnLst>
                                    <p:set>
                                      <p:cBhvr>
                                        <p:cTn id="31" dur="1" fill="hold">
                                          <p:stCondLst>
                                            <p:cond delay="0"/>
                                          </p:stCondLst>
                                        </p:cTn>
                                        <p:tgtEl>
                                          <p:spTgt spid="284"/>
                                        </p:tgtEl>
                                        <p:attrNameLst>
                                          <p:attrName>style.visibility</p:attrName>
                                        </p:attrNameLst>
                                      </p:cBhvr>
                                      <p:to>
                                        <p:strVal val="visible"/>
                                      </p:to>
                                    </p:set>
                                    <p:animEffect transition="in" filter="fade">
                                      <p:cBhvr>
                                        <p:cTn id="32" dur="750"/>
                                        <p:tgtEl>
                                          <p:spTgt spid="284"/>
                                        </p:tgtEl>
                                      </p:cBhvr>
                                    </p:animEffect>
                                    <p:anim calcmode="lin" valueType="num">
                                      <p:cBhvr>
                                        <p:cTn id="33" dur="750" fill="hold"/>
                                        <p:tgtEl>
                                          <p:spTgt spid="284"/>
                                        </p:tgtEl>
                                        <p:attrNameLst>
                                          <p:attrName>ppt_x</p:attrName>
                                        </p:attrNameLst>
                                      </p:cBhvr>
                                      <p:tavLst>
                                        <p:tav tm="0">
                                          <p:val>
                                            <p:strVal val="#ppt_x"/>
                                          </p:val>
                                        </p:tav>
                                        <p:tav tm="100000">
                                          <p:val>
                                            <p:strVal val="#ppt_x"/>
                                          </p:val>
                                        </p:tav>
                                      </p:tavLst>
                                    </p:anim>
                                    <p:anim calcmode="lin" valueType="num">
                                      <p:cBhvr>
                                        <p:cTn id="34" dur="750" fill="hold"/>
                                        <p:tgtEl>
                                          <p:spTgt spid="284"/>
                                        </p:tgtEl>
                                        <p:attrNameLst>
                                          <p:attrName>ppt_y</p:attrName>
                                        </p:attrNameLst>
                                      </p:cBhvr>
                                      <p:tavLst>
                                        <p:tav tm="0">
                                          <p:val>
                                            <p:strVal val="#ppt_y-.1"/>
                                          </p:val>
                                        </p:tav>
                                        <p:tav tm="100000">
                                          <p:val>
                                            <p:strVal val="#ppt_y"/>
                                          </p:val>
                                        </p:tav>
                                      </p:tavLst>
                                    </p:anim>
                                  </p:childTnLst>
                                </p:cTn>
                              </p:par>
                              <p:par>
                                <p:cTn id="35" presetID="22" presetClass="entr" presetSubtype="8"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750"/>
                                        <p:tgtEl>
                                          <p:spTgt spid="32"/>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ipe(left)">
                                      <p:cBhvr>
                                        <p:cTn id="40" dur="7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p:bldP spid="34"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直角三角形 22"/>
          <p:cNvSpPr/>
          <p:nvPr/>
        </p:nvSpPr>
        <p:spPr>
          <a:xfrm>
            <a:off x="1133474" y="1408935"/>
            <a:ext cx="6269594" cy="4291222"/>
          </a:xfrm>
          <a:prstGeom prst="rtTriangle">
            <a:avLst/>
          </a:prstGeom>
          <a:solidFill>
            <a:schemeClr val="accent3">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4" name="直角三角形 23"/>
          <p:cNvSpPr/>
          <p:nvPr/>
        </p:nvSpPr>
        <p:spPr>
          <a:xfrm flipH="1" flipV="1">
            <a:off x="4780323" y="1408935"/>
            <a:ext cx="6269594" cy="4291222"/>
          </a:xfrm>
          <a:prstGeom prst="rtTriangle">
            <a:avLst/>
          </a:prstGeom>
          <a:solidFill>
            <a:schemeClr val="accent3">
              <a:lumMod val="20000"/>
              <a:lumOff val="8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nvGrpSpPr>
          <p:cNvPr id="5" name="组合 4"/>
          <p:cNvGrpSpPr/>
          <p:nvPr/>
        </p:nvGrpSpPr>
        <p:grpSpPr>
          <a:xfrm>
            <a:off x="5704731" y="1542498"/>
            <a:ext cx="5191969" cy="469289"/>
            <a:chOff x="5704731" y="1542498"/>
            <a:chExt cx="5191969" cy="469289"/>
          </a:xfrm>
        </p:grpSpPr>
        <p:sp>
          <p:nvSpPr>
            <p:cNvPr id="34" name="矩形: 圆角 33"/>
            <p:cNvSpPr/>
            <p:nvPr/>
          </p:nvSpPr>
          <p:spPr>
            <a:xfrm>
              <a:off x="8318721" y="1542498"/>
              <a:ext cx="991115"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能力</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雷达图</a:t>
              </a:r>
            </a:p>
          </p:txBody>
        </p:sp>
        <p:sp>
          <p:nvSpPr>
            <p:cNvPr id="35" name="矩形: 圆角 34"/>
            <p:cNvSpPr/>
            <p:nvPr/>
          </p:nvSpPr>
          <p:spPr>
            <a:xfrm>
              <a:off x="6749902" y="1542498"/>
              <a:ext cx="971642"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应用</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三维度</a:t>
              </a:r>
            </a:p>
          </p:txBody>
        </p:sp>
        <p:sp>
          <p:nvSpPr>
            <p:cNvPr id="36" name="矩形: 圆角 35"/>
            <p:cNvSpPr/>
            <p:nvPr/>
          </p:nvSpPr>
          <p:spPr>
            <a:xfrm>
              <a:off x="9905586" y="1542498"/>
              <a:ext cx="991114"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变化</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函数图像</a:t>
              </a:r>
            </a:p>
          </p:txBody>
        </p:sp>
        <p:cxnSp>
          <p:nvCxnSpPr>
            <p:cNvPr id="37" name="直接连接符 36"/>
            <p:cNvCxnSpPr>
              <a:stCxn id="38" idx="6"/>
              <a:endCxn id="35" idx="1"/>
            </p:cNvCxnSpPr>
            <p:nvPr/>
          </p:nvCxnSpPr>
          <p:spPr>
            <a:xfrm>
              <a:off x="6342752" y="1777143"/>
              <a:ext cx="407150" cy="0"/>
            </a:xfrm>
            <a:prstGeom prst="line">
              <a:avLst/>
            </a:prstGeom>
            <a:ln w="127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8" name="椭圆 37"/>
            <p:cNvSpPr/>
            <p:nvPr/>
          </p:nvSpPr>
          <p:spPr>
            <a:xfrm>
              <a:off x="5704731" y="1542498"/>
              <a:ext cx="638021" cy="469289"/>
            </a:xfrm>
            <a:prstGeom prst="ellipse">
              <a:avLst/>
            </a:prstGeom>
            <a:solidFill>
              <a:schemeClr val="bg1"/>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600">
                  <a:solidFill>
                    <a:schemeClr val="tx1"/>
                  </a:solidFill>
                  <a:latin typeface="+mj-ea"/>
                  <a:ea typeface="+mj-ea"/>
                  <a:cs typeface="+mn-ea"/>
                  <a:sym typeface="+mn-lt"/>
                </a:rPr>
                <a:t>迭代</a:t>
              </a:r>
              <a:endParaRPr lang="zh-CN" altLang="en-US" sz="1600" dirty="0">
                <a:solidFill>
                  <a:schemeClr val="tx1"/>
                </a:solidFill>
                <a:latin typeface="+mj-ea"/>
                <a:ea typeface="+mj-ea"/>
                <a:cs typeface="+mn-ea"/>
                <a:sym typeface="+mn-lt"/>
              </a:endParaRPr>
            </a:p>
          </p:txBody>
        </p:sp>
        <p:sp>
          <p:nvSpPr>
            <p:cNvPr id="39" name="箭头: 上 38"/>
            <p:cNvSpPr/>
            <p:nvPr/>
          </p:nvSpPr>
          <p:spPr>
            <a:xfrm rot="16200000" flipH="1" flipV="1">
              <a:off x="7914766" y="1534349"/>
              <a:ext cx="210734" cy="485587"/>
            </a:xfrm>
            <a:prstGeom prst="upArrow">
              <a:avLst/>
            </a:prstGeom>
            <a:gradFill flip="none" rotWithShape="1">
              <a:gsLst>
                <a:gs pos="20000">
                  <a:schemeClr val="accent3">
                    <a:alpha val="0"/>
                  </a:schemeClr>
                </a:gs>
                <a:gs pos="100000">
                  <a:schemeClr val="accent3"/>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mn-ea"/>
                <a:sym typeface="+mn-lt"/>
              </a:endParaRPr>
            </a:p>
          </p:txBody>
        </p:sp>
        <p:sp>
          <p:nvSpPr>
            <p:cNvPr id="40" name="箭头: 上 39"/>
            <p:cNvSpPr/>
            <p:nvPr/>
          </p:nvSpPr>
          <p:spPr>
            <a:xfrm rot="16200000" flipH="1" flipV="1">
              <a:off x="9503059" y="1534349"/>
              <a:ext cx="210734" cy="485587"/>
            </a:xfrm>
            <a:prstGeom prst="upArrow">
              <a:avLst/>
            </a:prstGeom>
            <a:gradFill flip="none" rotWithShape="1">
              <a:gsLst>
                <a:gs pos="20000">
                  <a:schemeClr val="accent3">
                    <a:alpha val="0"/>
                  </a:schemeClr>
                </a:gs>
                <a:gs pos="100000">
                  <a:schemeClr val="accent3"/>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mn-ea"/>
                <a:sym typeface="+mn-lt"/>
              </a:endParaRPr>
            </a:p>
          </p:txBody>
        </p:sp>
      </p:grpSp>
      <p:grpSp>
        <p:nvGrpSpPr>
          <p:cNvPr id="22" name="组合 21"/>
          <p:cNvGrpSpPr/>
          <p:nvPr/>
        </p:nvGrpSpPr>
        <p:grpSpPr>
          <a:xfrm>
            <a:off x="1130300" y="2766916"/>
            <a:ext cx="10020300" cy="1371600"/>
            <a:chOff x="1130300" y="2766916"/>
            <a:chExt cx="10020300" cy="1371600"/>
          </a:xfrm>
        </p:grpSpPr>
        <p:cxnSp>
          <p:nvCxnSpPr>
            <p:cNvPr id="28" name="直接连接符 27"/>
            <p:cNvCxnSpPr/>
            <p:nvPr/>
          </p:nvCxnSpPr>
          <p:spPr>
            <a:xfrm>
              <a:off x="1130300" y="2766916"/>
              <a:ext cx="1002030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130300" y="4138516"/>
              <a:ext cx="10020300"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1286692" y="2769671"/>
              <a:ext cx="9610008" cy="1366091"/>
              <a:chOff x="1286692" y="2769671"/>
              <a:chExt cx="9610008" cy="1366091"/>
            </a:xfrm>
          </p:grpSpPr>
          <p:sp>
            <p:nvSpPr>
              <p:cNvPr id="53" name="矩形: 圆角 52"/>
              <p:cNvSpPr/>
              <p:nvPr/>
            </p:nvSpPr>
            <p:spPr>
              <a:xfrm>
                <a:off x="6984694" y="2769671"/>
                <a:ext cx="3912006" cy="561860"/>
              </a:xfrm>
              <a:prstGeom prst="roundRect">
                <a:avLst>
                  <a:gd name="adj" fmla="val 0"/>
                </a:avLst>
              </a:prstGeom>
              <a:gradFill flip="none" rotWithShape="1">
                <a:gsLst>
                  <a:gs pos="0">
                    <a:schemeClr val="accent3">
                      <a:alpha val="0"/>
                    </a:schemeClr>
                  </a:gs>
                  <a:gs pos="100000">
                    <a:schemeClr val="accent3">
                      <a:alpha val="10000"/>
                    </a:schemeClr>
                  </a:gs>
                </a:gsLst>
                <a:lin ang="0" scaled="1"/>
                <a:tileRect/>
              </a:gradFill>
              <a:ln>
                <a:gradFill flip="none" rotWithShape="1">
                  <a:gsLst>
                    <a:gs pos="0">
                      <a:schemeClr val="accent3">
                        <a:alpha val="0"/>
                      </a:schemeClr>
                    </a:gs>
                    <a:gs pos="100000">
                      <a:schemeClr val="accent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4" name="矩形: 圆角 53"/>
              <p:cNvSpPr/>
              <p:nvPr/>
            </p:nvSpPr>
            <p:spPr>
              <a:xfrm>
                <a:off x="7810959" y="3573902"/>
                <a:ext cx="3085740" cy="561860"/>
              </a:xfrm>
              <a:prstGeom prst="roundRect">
                <a:avLst>
                  <a:gd name="adj" fmla="val 0"/>
                </a:avLst>
              </a:prstGeom>
              <a:gradFill flip="none" rotWithShape="1">
                <a:gsLst>
                  <a:gs pos="0">
                    <a:schemeClr val="accent3">
                      <a:alpha val="0"/>
                    </a:schemeClr>
                  </a:gs>
                  <a:gs pos="100000">
                    <a:schemeClr val="accent3">
                      <a:alpha val="10000"/>
                    </a:schemeClr>
                  </a:gs>
                </a:gsLst>
                <a:lin ang="0" scaled="1"/>
                <a:tileRect/>
              </a:gradFill>
              <a:ln>
                <a:gradFill flip="none" rotWithShape="1">
                  <a:gsLst>
                    <a:gs pos="0">
                      <a:schemeClr val="accent3">
                        <a:alpha val="0"/>
                      </a:schemeClr>
                    </a:gs>
                    <a:gs pos="100000">
                      <a:schemeClr val="accent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7" name="矩形: 圆角 56"/>
              <p:cNvSpPr/>
              <p:nvPr/>
            </p:nvSpPr>
            <p:spPr>
              <a:xfrm flipH="1">
                <a:off x="1286692" y="2769671"/>
                <a:ext cx="3912006" cy="561860"/>
              </a:xfrm>
              <a:prstGeom prst="roundRect">
                <a:avLst>
                  <a:gd name="adj" fmla="val 0"/>
                </a:avLst>
              </a:prstGeom>
              <a:gradFill flip="none" rotWithShape="1">
                <a:gsLst>
                  <a:gs pos="0">
                    <a:schemeClr val="accent3">
                      <a:alpha val="0"/>
                    </a:schemeClr>
                  </a:gs>
                  <a:gs pos="100000">
                    <a:schemeClr val="accent3">
                      <a:alpha val="10000"/>
                    </a:schemeClr>
                  </a:gs>
                </a:gsLst>
                <a:lin ang="0" scaled="1"/>
                <a:tileRect/>
              </a:gradFill>
              <a:ln>
                <a:gradFill flip="none" rotWithShape="1">
                  <a:gsLst>
                    <a:gs pos="0">
                      <a:schemeClr val="accent3">
                        <a:alpha val="0"/>
                      </a:schemeClr>
                    </a:gs>
                    <a:gs pos="100000">
                      <a:schemeClr val="accent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58" name="矩形: 圆角 57"/>
              <p:cNvSpPr/>
              <p:nvPr/>
            </p:nvSpPr>
            <p:spPr>
              <a:xfrm flipH="1">
                <a:off x="1286693" y="3573902"/>
                <a:ext cx="3085740" cy="561860"/>
              </a:xfrm>
              <a:prstGeom prst="roundRect">
                <a:avLst>
                  <a:gd name="adj" fmla="val 0"/>
                </a:avLst>
              </a:prstGeom>
              <a:gradFill flip="none" rotWithShape="1">
                <a:gsLst>
                  <a:gs pos="0">
                    <a:schemeClr val="accent3">
                      <a:alpha val="0"/>
                    </a:schemeClr>
                  </a:gs>
                  <a:gs pos="100000">
                    <a:schemeClr val="accent3">
                      <a:alpha val="10000"/>
                    </a:schemeClr>
                  </a:gs>
                </a:gsLst>
                <a:lin ang="0" scaled="1"/>
                <a:tileRect/>
              </a:gradFill>
              <a:ln>
                <a:gradFill flip="none" rotWithShape="1">
                  <a:gsLst>
                    <a:gs pos="0">
                      <a:schemeClr val="accent3">
                        <a:alpha val="0"/>
                      </a:schemeClr>
                    </a:gs>
                    <a:gs pos="100000">
                      <a:schemeClr val="accent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06" name="文本框 105"/>
              <p:cNvSpPr txBox="1"/>
              <p:nvPr/>
            </p:nvSpPr>
            <p:spPr>
              <a:xfrm>
                <a:off x="1534445" y="2934135"/>
                <a:ext cx="1384995" cy="276999"/>
              </a:xfrm>
              <a:prstGeom prst="rect">
                <a:avLst/>
              </a:prstGeom>
              <a:noFill/>
            </p:spPr>
            <p:txBody>
              <a:bodyPr wrap="none" lIns="0" tIns="0" rIns="0" bIns="0">
                <a:spAutoFit/>
              </a:bodyPr>
              <a:lstStyle/>
              <a:p>
                <a:pPr algn="ctr"/>
                <a:r>
                  <a:rPr lang="zh-CN" altLang="en-US" b="0" i="0" dirty="0">
                    <a:solidFill>
                      <a:schemeClr val="accent3">
                        <a:lumMod val="50000"/>
                      </a:schemeClr>
                    </a:solidFill>
                    <a:effectLst/>
                    <a:latin typeface="+mj-ea"/>
                    <a:ea typeface="+mj-ea"/>
                  </a:rPr>
                  <a:t>单位变动成本</a:t>
                </a:r>
                <a:endParaRPr lang="zh-CN" altLang="en-US" dirty="0">
                  <a:solidFill>
                    <a:schemeClr val="accent3">
                      <a:lumMod val="50000"/>
                    </a:schemeClr>
                  </a:solidFill>
                  <a:latin typeface="+mj-ea"/>
                  <a:ea typeface="+mj-ea"/>
                </a:endParaRPr>
              </a:p>
            </p:txBody>
          </p:sp>
          <p:sp>
            <p:nvSpPr>
              <p:cNvPr id="107" name="文本框 106"/>
              <p:cNvSpPr txBox="1"/>
              <p:nvPr/>
            </p:nvSpPr>
            <p:spPr>
              <a:xfrm>
                <a:off x="1534445" y="3716333"/>
                <a:ext cx="2769989" cy="276999"/>
              </a:xfrm>
              <a:prstGeom prst="rect">
                <a:avLst/>
              </a:prstGeom>
              <a:noFill/>
            </p:spPr>
            <p:txBody>
              <a:bodyPr wrap="none" lIns="0" tIns="0" rIns="0" bIns="0">
                <a:spAutoFit/>
              </a:bodyPr>
              <a:lstStyle/>
              <a:p>
                <a:pPr algn="ctr"/>
                <a:r>
                  <a:rPr lang="zh-CN" altLang="en-US" b="0" i="0" dirty="0">
                    <a:solidFill>
                      <a:schemeClr val="accent3">
                        <a:lumMod val="50000"/>
                      </a:schemeClr>
                    </a:solidFill>
                    <a:effectLst/>
                    <a:latin typeface="+mj-ea"/>
                    <a:ea typeface="+mj-ea"/>
                  </a:rPr>
                  <a:t>一次函数在成本控制中应用</a:t>
                </a:r>
                <a:endParaRPr lang="zh-CN" altLang="en-US" dirty="0">
                  <a:solidFill>
                    <a:schemeClr val="accent3">
                      <a:lumMod val="50000"/>
                    </a:schemeClr>
                  </a:solidFill>
                  <a:latin typeface="+mj-ea"/>
                  <a:ea typeface="+mj-ea"/>
                </a:endParaRPr>
              </a:p>
            </p:txBody>
          </p:sp>
          <p:sp>
            <p:nvSpPr>
              <p:cNvPr id="108" name="文本框 107"/>
              <p:cNvSpPr txBox="1"/>
              <p:nvPr/>
            </p:nvSpPr>
            <p:spPr>
              <a:xfrm>
                <a:off x="9115575" y="2934135"/>
                <a:ext cx="1615827" cy="276999"/>
              </a:xfrm>
              <a:prstGeom prst="rect">
                <a:avLst/>
              </a:prstGeom>
              <a:noFill/>
            </p:spPr>
            <p:txBody>
              <a:bodyPr wrap="none" lIns="0" tIns="0" rIns="0" bIns="0">
                <a:spAutoFit/>
              </a:bodyPr>
              <a:lstStyle/>
              <a:p>
                <a:pPr algn="ctr"/>
                <a:r>
                  <a:rPr lang="zh-CN" altLang="en-US" b="0" i="0">
                    <a:solidFill>
                      <a:schemeClr val="accent3">
                        <a:lumMod val="50000"/>
                      </a:schemeClr>
                    </a:solidFill>
                    <a:effectLst/>
                    <a:latin typeface="+mj-ea"/>
                    <a:ea typeface="+mj-ea"/>
                  </a:rPr>
                  <a:t>数据可视化工具</a:t>
                </a:r>
                <a:endParaRPr lang="zh-CN" altLang="en-US" dirty="0">
                  <a:solidFill>
                    <a:schemeClr val="accent3">
                      <a:lumMod val="50000"/>
                    </a:schemeClr>
                  </a:solidFill>
                  <a:latin typeface="+mj-ea"/>
                  <a:ea typeface="+mj-ea"/>
                </a:endParaRPr>
              </a:p>
            </p:txBody>
          </p:sp>
          <p:sp>
            <p:nvSpPr>
              <p:cNvPr id="109" name="文本框 108"/>
              <p:cNvSpPr txBox="1"/>
              <p:nvPr/>
            </p:nvSpPr>
            <p:spPr>
              <a:xfrm>
                <a:off x="8653910" y="3716333"/>
                <a:ext cx="2077492" cy="276999"/>
              </a:xfrm>
              <a:prstGeom prst="rect">
                <a:avLst/>
              </a:prstGeom>
              <a:noFill/>
            </p:spPr>
            <p:txBody>
              <a:bodyPr wrap="none" lIns="0" tIns="0" rIns="0" bIns="0">
                <a:spAutoFit/>
              </a:bodyPr>
              <a:lstStyle/>
              <a:p>
                <a:pPr algn="ctr"/>
                <a:r>
                  <a:rPr lang="zh-CN" altLang="en-US" b="0" i="0" dirty="0">
                    <a:solidFill>
                      <a:schemeClr val="accent3">
                        <a:lumMod val="50000"/>
                      </a:schemeClr>
                    </a:solidFill>
                    <a:effectLst/>
                    <a:latin typeface="+mj-ea"/>
                    <a:ea typeface="+mj-ea"/>
                  </a:rPr>
                  <a:t>推送真实成本数据表</a:t>
                </a:r>
                <a:endParaRPr lang="zh-CN" altLang="en-US" dirty="0">
                  <a:solidFill>
                    <a:schemeClr val="accent3">
                      <a:lumMod val="50000"/>
                    </a:schemeClr>
                  </a:solidFill>
                  <a:latin typeface="+mj-ea"/>
                  <a:ea typeface="+mj-ea"/>
                </a:endParaRPr>
              </a:p>
            </p:txBody>
          </p:sp>
        </p:grpSp>
      </p:grpSp>
      <p:grpSp>
        <p:nvGrpSpPr>
          <p:cNvPr id="6" name="组合 5"/>
          <p:cNvGrpSpPr/>
          <p:nvPr/>
        </p:nvGrpSpPr>
        <p:grpSpPr>
          <a:xfrm>
            <a:off x="1286692" y="5089930"/>
            <a:ext cx="5191969" cy="469289"/>
            <a:chOff x="1286692" y="5089930"/>
            <a:chExt cx="5191969" cy="469289"/>
          </a:xfrm>
        </p:grpSpPr>
        <p:sp>
          <p:nvSpPr>
            <p:cNvPr id="43" name="矩形: 圆角 42"/>
            <p:cNvSpPr/>
            <p:nvPr/>
          </p:nvSpPr>
          <p:spPr>
            <a:xfrm flipH="1">
              <a:off x="2873556" y="5089930"/>
              <a:ext cx="991115"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学生</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操作轨迹</a:t>
              </a:r>
            </a:p>
          </p:txBody>
        </p:sp>
        <p:sp>
          <p:nvSpPr>
            <p:cNvPr id="44" name="矩形: 圆角 43"/>
            <p:cNvSpPr/>
            <p:nvPr/>
          </p:nvSpPr>
          <p:spPr>
            <a:xfrm flipH="1">
              <a:off x="4461848" y="5089930"/>
              <a:ext cx="971642"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课堂</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自动记录</a:t>
              </a:r>
            </a:p>
          </p:txBody>
        </p:sp>
        <p:sp>
          <p:nvSpPr>
            <p:cNvPr id="45" name="矩形: 圆角 44"/>
            <p:cNvSpPr/>
            <p:nvPr/>
          </p:nvSpPr>
          <p:spPr>
            <a:xfrm flipH="1">
              <a:off x="1286692" y="5089930"/>
              <a:ext cx="991114" cy="46928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j-ea"/>
                  <a:ea typeface="+mj-ea"/>
                  <a:cs typeface="+mn-ea"/>
                  <a:sym typeface="+mn-lt"/>
                </a:rPr>
                <a:t>函数</a:t>
              </a:r>
              <a:endParaRPr lang="en-US" altLang="zh-CN" sz="1400" dirty="0">
                <a:solidFill>
                  <a:schemeClr val="bg1"/>
                </a:solidFill>
                <a:latin typeface="+mj-ea"/>
                <a:ea typeface="+mj-ea"/>
                <a:cs typeface="+mn-ea"/>
                <a:sym typeface="+mn-lt"/>
              </a:endParaRPr>
            </a:p>
            <a:p>
              <a:pPr algn="ctr"/>
              <a:r>
                <a:rPr lang="zh-CN" altLang="en-US" sz="1400" dirty="0">
                  <a:solidFill>
                    <a:schemeClr val="bg1"/>
                  </a:solidFill>
                  <a:latin typeface="+mj-ea"/>
                  <a:ea typeface="+mj-ea"/>
                  <a:cs typeface="+mn-ea"/>
                  <a:sym typeface="+mn-lt"/>
                </a:rPr>
                <a:t>图像绘制</a:t>
              </a:r>
            </a:p>
          </p:txBody>
        </p:sp>
        <p:cxnSp>
          <p:nvCxnSpPr>
            <p:cNvPr id="46" name="直接连接符 45"/>
            <p:cNvCxnSpPr>
              <a:stCxn id="47" idx="6"/>
              <a:endCxn id="44" idx="1"/>
            </p:cNvCxnSpPr>
            <p:nvPr/>
          </p:nvCxnSpPr>
          <p:spPr>
            <a:xfrm flipH="1">
              <a:off x="5433490" y="5324575"/>
              <a:ext cx="407150" cy="0"/>
            </a:xfrm>
            <a:prstGeom prst="line">
              <a:avLst/>
            </a:prstGeom>
            <a:ln w="127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7" name="椭圆 46"/>
            <p:cNvSpPr/>
            <p:nvPr/>
          </p:nvSpPr>
          <p:spPr>
            <a:xfrm flipH="1">
              <a:off x="5840640" y="5089930"/>
              <a:ext cx="638021" cy="469289"/>
            </a:xfrm>
            <a:prstGeom prst="ellipse">
              <a:avLst/>
            </a:prstGeom>
            <a:solidFill>
              <a:schemeClr val="bg1"/>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600">
                  <a:solidFill>
                    <a:schemeClr val="tx1"/>
                  </a:solidFill>
                  <a:latin typeface="+mj-ea"/>
                  <a:ea typeface="+mj-ea"/>
                  <a:cs typeface="+mn-ea"/>
                  <a:sym typeface="+mn-lt"/>
                </a:rPr>
                <a:t>评估</a:t>
              </a:r>
              <a:endParaRPr lang="zh-CN" altLang="en-US" sz="1600" dirty="0">
                <a:solidFill>
                  <a:schemeClr val="tx1"/>
                </a:solidFill>
                <a:latin typeface="+mj-ea"/>
                <a:ea typeface="+mj-ea"/>
                <a:cs typeface="+mn-ea"/>
                <a:sym typeface="+mn-lt"/>
              </a:endParaRPr>
            </a:p>
          </p:txBody>
        </p:sp>
        <p:sp>
          <p:nvSpPr>
            <p:cNvPr id="48" name="箭头: 上 47"/>
            <p:cNvSpPr/>
            <p:nvPr/>
          </p:nvSpPr>
          <p:spPr>
            <a:xfrm rot="5400000" flipV="1">
              <a:off x="4057892" y="5081781"/>
              <a:ext cx="210734" cy="485587"/>
            </a:xfrm>
            <a:prstGeom prst="upArrow">
              <a:avLst/>
            </a:prstGeom>
            <a:gradFill flip="none" rotWithShape="1">
              <a:gsLst>
                <a:gs pos="20000">
                  <a:schemeClr val="accent3">
                    <a:alpha val="0"/>
                  </a:schemeClr>
                </a:gs>
                <a:gs pos="100000">
                  <a:schemeClr val="accent3"/>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mn-ea"/>
                <a:sym typeface="+mn-lt"/>
              </a:endParaRPr>
            </a:p>
          </p:txBody>
        </p:sp>
        <p:sp>
          <p:nvSpPr>
            <p:cNvPr id="49" name="箭头: 上 48"/>
            <p:cNvSpPr/>
            <p:nvPr/>
          </p:nvSpPr>
          <p:spPr>
            <a:xfrm rot="5400000" flipV="1">
              <a:off x="2469599" y="5081781"/>
              <a:ext cx="210734" cy="485587"/>
            </a:xfrm>
            <a:prstGeom prst="upArrow">
              <a:avLst/>
            </a:prstGeom>
            <a:gradFill flip="none" rotWithShape="1">
              <a:gsLst>
                <a:gs pos="20000">
                  <a:schemeClr val="accent3">
                    <a:alpha val="0"/>
                  </a:schemeClr>
                </a:gs>
                <a:gs pos="100000">
                  <a:schemeClr val="accent3"/>
                </a:gs>
              </a:gsLst>
              <a:lin ang="162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j-ea"/>
                <a:ea typeface="+mj-ea"/>
                <a:cs typeface="+mn-ea"/>
                <a:sym typeface="+mn-lt"/>
              </a:endParaRPr>
            </a:p>
          </p:txBody>
        </p:sp>
      </p:grpSp>
      <p:grpSp>
        <p:nvGrpSpPr>
          <p:cNvPr id="4" name="组合 3"/>
          <p:cNvGrpSpPr/>
          <p:nvPr/>
        </p:nvGrpSpPr>
        <p:grpSpPr>
          <a:xfrm>
            <a:off x="1133474" y="6048260"/>
            <a:ext cx="9916443" cy="441440"/>
            <a:chOff x="1133474" y="6048260"/>
            <a:chExt cx="9916443" cy="441440"/>
          </a:xfrm>
        </p:grpSpPr>
        <p:sp>
          <p:nvSpPr>
            <p:cNvPr id="120" name="矩形 119"/>
            <p:cNvSpPr/>
            <p:nvPr/>
          </p:nvSpPr>
          <p:spPr>
            <a:xfrm>
              <a:off x="1133474" y="6048260"/>
              <a:ext cx="2379346" cy="44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mj-ea"/>
                <a:ea typeface="+mj-ea"/>
              </a:endParaRPr>
            </a:p>
          </p:txBody>
        </p:sp>
        <p:sp>
          <p:nvSpPr>
            <p:cNvPr id="121" name="矩形 120"/>
            <p:cNvSpPr/>
            <p:nvPr/>
          </p:nvSpPr>
          <p:spPr>
            <a:xfrm>
              <a:off x="3645840" y="6048260"/>
              <a:ext cx="2379346" cy="44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mj-ea"/>
                <a:ea typeface="+mj-ea"/>
              </a:endParaRPr>
            </a:p>
          </p:txBody>
        </p:sp>
        <p:sp>
          <p:nvSpPr>
            <p:cNvPr id="122" name="矩形 121"/>
            <p:cNvSpPr/>
            <p:nvPr/>
          </p:nvSpPr>
          <p:spPr>
            <a:xfrm>
              <a:off x="6158206" y="6048260"/>
              <a:ext cx="2379346" cy="44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mj-ea"/>
                <a:ea typeface="+mj-ea"/>
              </a:endParaRPr>
            </a:p>
          </p:txBody>
        </p:sp>
        <p:sp>
          <p:nvSpPr>
            <p:cNvPr id="123" name="矩形 122"/>
            <p:cNvSpPr/>
            <p:nvPr/>
          </p:nvSpPr>
          <p:spPr>
            <a:xfrm>
              <a:off x="8670571" y="6048260"/>
              <a:ext cx="2379346" cy="44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mj-ea"/>
                <a:ea typeface="+mj-ea"/>
              </a:endParaRPr>
            </a:p>
          </p:txBody>
        </p:sp>
        <p:sp>
          <p:nvSpPr>
            <p:cNvPr id="128" name="文本框 127"/>
            <p:cNvSpPr txBox="1"/>
            <p:nvPr/>
          </p:nvSpPr>
          <p:spPr>
            <a:xfrm>
              <a:off x="1543174" y="6130481"/>
              <a:ext cx="1615827" cy="276999"/>
            </a:xfrm>
            <a:prstGeom prst="rect">
              <a:avLst/>
            </a:prstGeom>
            <a:noFill/>
          </p:spPr>
          <p:txBody>
            <a:bodyPr wrap="none" lIns="0" tIns="0" rIns="0" bIns="0">
              <a:spAutoFit/>
            </a:bodyPr>
            <a:lstStyle/>
            <a:p>
              <a:pPr algn="ctr"/>
              <a:r>
                <a:rPr lang="zh-CN" altLang="en-US" b="0" i="0" dirty="0">
                  <a:solidFill>
                    <a:schemeClr val="bg1"/>
                  </a:solidFill>
                  <a:effectLst>
                    <a:outerShdw blurRad="38100" dist="38100" dir="2700000" algn="tl">
                      <a:srgbClr val="000000">
                        <a:alpha val="43137"/>
                      </a:srgbClr>
                    </a:outerShdw>
                  </a:effectLst>
                  <a:latin typeface="+mj-ea"/>
                  <a:ea typeface="+mj-ea"/>
                </a:rPr>
                <a:t>资源库动态更新</a:t>
              </a:r>
              <a:endParaRPr lang="zh-CN" altLang="en-US" dirty="0">
                <a:solidFill>
                  <a:schemeClr val="bg1"/>
                </a:solidFill>
                <a:effectLst>
                  <a:outerShdw blurRad="38100" dist="38100" dir="2700000" algn="tl">
                    <a:srgbClr val="000000">
                      <a:alpha val="43137"/>
                    </a:srgbClr>
                  </a:outerShdw>
                </a:effectLst>
                <a:latin typeface="+mj-ea"/>
                <a:ea typeface="+mj-ea"/>
              </a:endParaRPr>
            </a:p>
          </p:txBody>
        </p:sp>
        <p:sp>
          <p:nvSpPr>
            <p:cNvPr id="129" name="文本框 128"/>
            <p:cNvSpPr txBox="1"/>
            <p:nvPr/>
          </p:nvSpPr>
          <p:spPr>
            <a:xfrm>
              <a:off x="4000624" y="6130481"/>
              <a:ext cx="1615827" cy="276999"/>
            </a:xfrm>
            <a:prstGeom prst="rect">
              <a:avLst/>
            </a:prstGeom>
            <a:noFill/>
          </p:spPr>
          <p:txBody>
            <a:bodyPr wrap="none" lIns="0" tIns="0" rIns="0" bIns="0">
              <a:spAutoFit/>
            </a:bodyPr>
            <a:lstStyle/>
            <a:p>
              <a:pPr algn="ctr"/>
              <a:r>
                <a:rPr lang="zh-CN" altLang="en-US" b="0" i="0">
                  <a:solidFill>
                    <a:schemeClr val="bg1"/>
                  </a:solidFill>
                  <a:effectLst>
                    <a:outerShdw blurRad="38100" dist="38100" dir="2700000" algn="tl">
                      <a:srgbClr val="000000">
                        <a:alpha val="43137"/>
                      </a:srgbClr>
                    </a:outerShdw>
                  </a:effectLst>
                  <a:latin typeface="+mj-ea"/>
                  <a:ea typeface="+mj-ea"/>
                </a:rPr>
                <a:t>自适应学习路径</a:t>
              </a:r>
              <a:endParaRPr lang="zh-CN" altLang="en-US" dirty="0">
                <a:solidFill>
                  <a:schemeClr val="bg1"/>
                </a:solidFill>
                <a:effectLst>
                  <a:outerShdw blurRad="38100" dist="38100" dir="2700000" algn="tl">
                    <a:srgbClr val="000000">
                      <a:alpha val="43137"/>
                    </a:srgbClr>
                  </a:outerShdw>
                </a:effectLst>
                <a:latin typeface="+mj-ea"/>
                <a:ea typeface="+mj-ea"/>
              </a:endParaRPr>
            </a:p>
          </p:txBody>
        </p:sp>
        <p:sp>
          <p:nvSpPr>
            <p:cNvPr id="130" name="文本框 129"/>
            <p:cNvSpPr txBox="1"/>
            <p:nvPr/>
          </p:nvSpPr>
          <p:spPr>
            <a:xfrm>
              <a:off x="6309133" y="6130481"/>
              <a:ext cx="2077492" cy="276999"/>
            </a:xfrm>
            <a:prstGeom prst="rect">
              <a:avLst/>
            </a:prstGeom>
            <a:noFill/>
          </p:spPr>
          <p:txBody>
            <a:bodyPr wrap="none" lIns="0" tIns="0" rIns="0" bIns="0">
              <a:spAutoFit/>
            </a:bodyPr>
            <a:lstStyle/>
            <a:p>
              <a:pPr algn="ctr"/>
              <a:r>
                <a:rPr lang="zh-CN" altLang="en-US" b="0" i="0">
                  <a:solidFill>
                    <a:schemeClr val="bg1"/>
                  </a:solidFill>
                  <a:effectLst>
                    <a:outerShdw blurRad="38100" dist="38100" dir="2700000" algn="tl">
                      <a:srgbClr val="000000">
                        <a:alpha val="43137"/>
                      </a:srgbClr>
                    </a:outerShdw>
                  </a:effectLst>
                  <a:latin typeface="+mj-ea"/>
                  <a:ea typeface="+mj-ea"/>
                </a:rPr>
                <a:t>行为数据的策略优化</a:t>
              </a:r>
              <a:endParaRPr lang="zh-CN" altLang="en-US" dirty="0">
                <a:solidFill>
                  <a:schemeClr val="bg1"/>
                </a:solidFill>
                <a:effectLst>
                  <a:outerShdw blurRad="38100" dist="38100" dir="2700000" algn="tl">
                    <a:srgbClr val="000000">
                      <a:alpha val="43137"/>
                    </a:srgbClr>
                  </a:outerShdw>
                </a:effectLst>
                <a:latin typeface="+mj-ea"/>
                <a:ea typeface="+mj-ea"/>
              </a:endParaRPr>
            </a:p>
          </p:txBody>
        </p:sp>
        <p:sp>
          <p:nvSpPr>
            <p:cNvPr id="131" name="文本框 130"/>
            <p:cNvSpPr txBox="1"/>
            <p:nvPr/>
          </p:nvSpPr>
          <p:spPr>
            <a:xfrm>
              <a:off x="9052331" y="6130481"/>
              <a:ext cx="1615827" cy="276999"/>
            </a:xfrm>
            <a:prstGeom prst="rect">
              <a:avLst/>
            </a:prstGeom>
            <a:noFill/>
          </p:spPr>
          <p:txBody>
            <a:bodyPr wrap="none" lIns="0" tIns="0" rIns="0" bIns="0">
              <a:spAutoFit/>
            </a:bodyPr>
            <a:lstStyle/>
            <a:p>
              <a:pPr algn="ctr"/>
              <a:r>
                <a:rPr lang="zh-CN" altLang="en-US" b="0" i="0" dirty="0">
                  <a:solidFill>
                    <a:schemeClr val="bg1"/>
                  </a:solidFill>
                  <a:effectLst>
                    <a:outerShdw blurRad="38100" dist="38100" dir="2700000" algn="tl">
                      <a:srgbClr val="000000">
                        <a:alpha val="43137"/>
                      </a:srgbClr>
                    </a:outerShdw>
                  </a:effectLst>
                  <a:latin typeface="+mj-ea"/>
                  <a:ea typeface="+mj-ea"/>
                </a:rPr>
                <a:t>教学路径的调整</a:t>
              </a:r>
              <a:endParaRPr lang="zh-CN" altLang="en-US" dirty="0">
                <a:solidFill>
                  <a:schemeClr val="bg1"/>
                </a:solidFill>
                <a:effectLst>
                  <a:outerShdw blurRad="38100" dist="38100" dir="2700000" algn="tl">
                    <a:srgbClr val="000000">
                      <a:alpha val="43137"/>
                    </a:srgbClr>
                  </a:outerShdw>
                </a:effectLst>
                <a:latin typeface="+mj-ea"/>
                <a:ea typeface="+mj-ea"/>
              </a:endParaRPr>
            </a:p>
          </p:txBody>
        </p:sp>
      </p:grpSp>
      <p:grpSp>
        <p:nvGrpSpPr>
          <p:cNvPr id="2" name="组合 1"/>
          <p:cNvGrpSpPr/>
          <p:nvPr/>
        </p:nvGrpSpPr>
        <p:grpSpPr>
          <a:xfrm>
            <a:off x="442913" y="534761"/>
            <a:ext cx="11306175" cy="729796"/>
            <a:chOff x="442913" y="549275"/>
            <a:chExt cx="11306175" cy="729796"/>
          </a:xfrm>
        </p:grpSpPr>
        <p:sp>
          <p:nvSpPr>
            <p:cNvPr id="14" name="流程图: 摘录 13"/>
            <p:cNvSpPr/>
            <p:nvPr/>
          </p:nvSpPr>
          <p:spPr>
            <a:xfrm>
              <a:off x="442913" y="549275"/>
              <a:ext cx="11306175" cy="729796"/>
            </a:xfrm>
            <a:prstGeom prst="flowChartExtract">
              <a:avLst/>
            </a:prstGeom>
            <a:solidFill>
              <a:schemeClr val="accent1">
                <a:lumMod val="20000"/>
                <a:lumOff val="80000"/>
              </a:schemeClr>
            </a:solidFill>
            <a:ln>
              <a:gradFill>
                <a:gsLst>
                  <a:gs pos="0">
                    <a:schemeClr val="accent1"/>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32" name="文本框 131"/>
            <p:cNvSpPr txBox="1"/>
            <p:nvPr/>
          </p:nvSpPr>
          <p:spPr>
            <a:xfrm>
              <a:off x="5583039" y="634278"/>
              <a:ext cx="1025922" cy="307777"/>
            </a:xfrm>
            <a:prstGeom prst="rect">
              <a:avLst/>
            </a:prstGeom>
            <a:noFill/>
          </p:spPr>
          <p:txBody>
            <a:bodyPr wrap="none" lIns="0" tIns="0" rIns="0" bIns="0" rtlCol="0" anchor="t">
              <a:spAutoFit/>
            </a:bodyPr>
            <a:lstStyle/>
            <a:p>
              <a:r>
                <a:rPr lang="zh-CN" altLang="en-US" sz="2000" b="1" dirty="0">
                  <a:solidFill>
                    <a:srgbClr val="C00000"/>
                  </a:solidFill>
                  <a:effectLst>
                    <a:glow rad="127000">
                      <a:prstClr val="white"/>
                    </a:glow>
                  </a:effectLst>
                  <a:latin typeface="+mj-ea"/>
                  <a:ea typeface="+mj-ea"/>
                  <a:cs typeface="+mn-ea"/>
                  <a:sym typeface="+mn-ea"/>
                </a:rPr>
                <a:t>典型案例</a:t>
              </a:r>
            </a:p>
          </p:txBody>
        </p:sp>
        <p:sp>
          <p:nvSpPr>
            <p:cNvPr id="133" name="文本框 132"/>
            <p:cNvSpPr txBox="1"/>
            <p:nvPr/>
          </p:nvSpPr>
          <p:spPr>
            <a:xfrm>
              <a:off x="4967486" y="986981"/>
              <a:ext cx="2257028" cy="246221"/>
            </a:xfrm>
            <a:prstGeom prst="rect">
              <a:avLst/>
            </a:prstGeom>
            <a:noFill/>
          </p:spPr>
          <p:txBody>
            <a:bodyPr wrap="none" lIns="0" tIns="0" rIns="0" bIns="0">
              <a:spAutoFit/>
            </a:bodyPr>
            <a:lstStyle/>
            <a:p>
              <a:pPr algn="ctr"/>
              <a:r>
                <a:rPr lang="zh-CN" altLang="en-US" sz="1600" b="0" i="0" dirty="0">
                  <a:effectLst/>
                  <a:latin typeface="+mj-ea"/>
                  <a:ea typeface="+mj-ea"/>
                </a:rPr>
                <a:t>函数教学目标的精准设计</a:t>
              </a:r>
              <a:endParaRPr lang="zh-CN" altLang="en-US" sz="1600" dirty="0">
                <a:latin typeface="+mj-ea"/>
                <a:ea typeface="+mj-ea"/>
              </a:endParaRPr>
            </a:p>
          </p:txBody>
        </p:sp>
      </p:grpSp>
      <p:grpSp>
        <p:nvGrpSpPr>
          <p:cNvPr id="3" name="组合 2"/>
          <p:cNvGrpSpPr/>
          <p:nvPr/>
        </p:nvGrpSpPr>
        <p:grpSpPr>
          <a:xfrm>
            <a:off x="442914" y="1283251"/>
            <a:ext cx="11306177" cy="5206452"/>
            <a:chOff x="442914" y="1283251"/>
            <a:chExt cx="11306177" cy="5206452"/>
          </a:xfrm>
        </p:grpSpPr>
        <p:sp>
          <p:nvSpPr>
            <p:cNvPr id="8" name="箭头: 五边形 7"/>
            <p:cNvSpPr/>
            <p:nvPr/>
          </p:nvSpPr>
          <p:spPr>
            <a:xfrm rot="5400000" flipV="1">
              <a:off x="-31635" y="1757800"/>
              <a:ext cx="1534885" cy="585787"/>
            </a:xfrm>
            <a:prstGeom prst="homePlate">
              <a:avLst>
                <a:gd name="adj" fmla="val 391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9" name="箭头: V 形 8"/>
            <p:cNvSpPr/>
            <p:nvPr/>
          </p:nvSpPr>
          <p:spPr>
            <a:xfrm rot="5400000" flipV="1">
              <a:off x="-31635" y="3220680"/>
              <a:ext cx="1534886" cy="585787"/>
            </a:xfrm>
            <a:prstGeom prst="chevron">
              <a:avLst>
                <a:gd name="adj" fmla="val 3970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10" name="箭头: V 形 9"/>
            <p:cNvSpPr/>
            <p:nvPr/>
          </p:nvSpPr>
          <p:spPr>
            <a:xfrm rot="5400000" flipV="1">
              <a:off x="-404535" y="5056463"/>
              <a:ext cx="2280692" cy="585787"/>
            </a:xfrm>
            <a:prstGeom prst="chevron">
              <a:avLst>
                <a:gd name="adj" fmla="val 3970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11" name="箭头: 五边形 10"/>
            <p:cNvSpPr/>
            <p:nvPr/>
          </p:nvSpPr>
          <p:spPr>
            <a:xfrm rot="5400000" flipV="1">
              <a:off x="10688752" y="1757800"/>
              <a:ext cx="1534885" cy="585787"/>
            </a:xfrm>
            <a:prstGeom prst="homePlate">
              <a:avLst>
                <a:gd name="adj" fmla="val 391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2" name="箭头: V 形 11"/>
            <p:cNvSpPr/>
            <p:nvPr/>
          </p:nvSpPr>
          <p:spPr>
            <a:xfrm rot="5400000" flipV="1">
              <a:off x="10688754" y="3220680"/>
              <a:ext cx="1534886" cy="585787"/>
            </a:xfrm>
            <a:prstGeom prst="chevron">
              <a:avLst>
                <a:gd name="adj" fmla="val 3970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13" name="箭头: V 形 12"/>
            <p:cNvSpPr/>
            <p:nvPr/>
          </p:nvSpPr>
          <p:spPr>
            <a:xfrm rot="5400000" flipV="1">
              <a:off x="10315852" y="5056462"/>
              <a:ext cx="2280691" cy="585787"/>
            </a:xfrm>
            <a:prstGeom prst="chevron">
              <a:avLst>
                <a:gd name="adj" fmla="val 3970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endParaRPr>
            </a:p>
          </p:txBody>
        </p:sp>
        <p:sp>
          <p:nvSpPr>
            <p:cNvPr id="134" name="文本框 133"/>
            <p:cNvSpPr txBox="1"/>
            <p:nvPr/>
          </p:nvSpPr>
          <p:spPr>
            <a:xfrm>
              <a:off x="11272592" y="1452245"/>
              <a:ext cx="367204" cy="1107996"/>
            </a:xfrm>
            <a:prstGeom prst="rect">
              <a:avLst/>
            </a:prstGeom>
            <a:noFill/>
          </p:spPr>
          <p:txBody>
            <a:bodyPr wrap="square" lIns="0" tIns="0" rIns="0" bIns="0">
              <a:spAutoFit/>
            </a:bodyPr>
            <a:lstStyle/>
            <a:p>
              <a:pPr algn="ctr"/>
              <a:r>
                <a:rPr lang="zh-CN" altLang="en-US" b="0" i="0" dirty="0">
                  <a:solidFill>
                    <a:schemeClr val="bg1"/>
                  </a:solidFill>
                  <a:effectLst/>
                  <a:latin typeface="+mj-ea"/>
                  <a:ea typeface="+mj-ea"/>
                </a:rPr>
                <a:t>过程评估</a:t>
              </a:r>
              <a:endParaRPr lang="zh-CN" altLang="en-US" dirty="0">
                <a:solidFill>
                  <a:schemeClr val="bg1"/>
                </a:solidFill>
                <a:latin typeface="+mj-ea"/>
                <a:ea typeface="+mj-ea"/>
              </a:endParaRPr>
            </a:p>
          </p:txBody>
        </p:sp>
        <p:sp>
          <p:nvSpPr>
            <p:cNvPr id="135" name="文本框 134"/>
            <p:cNvSpPr txBox="1"/>
            <p:nvPr/>
          </p:nvSpPr>
          <p:spPr>
            <a:xfrm>
              <a:off x="11272595" y="3042125"/>
              <a:ext cx="367204" cy="1107996"/>
            </a:xfrm>
            <a:prstGeom prst="rect">
              <a:avLst/>
            </a:prstGeom>
            <a:noFill/>
          </p:spPr>
          <p:txBody>
            <a:bodyPr wrap="square" lIns="0" tIns="0" rIns="0" bIns="0">
              <a:spAutoFit/>
            </a:bodyPr>
            <a:lstStyle/>
            <a:p>
              <a:pPr algn="ctr"/>
              <a:r>
                <a:rPr lang="zh-CN" altLang="en-US" b="0" i="0" dirty="0">
                  <a:solidFill>
                    <a:schemeClr val="bg1"/>
                  </a:solidFill>
                  <a:effectLst/>
                  <a:latin typeface="+mj-ea"/>
                  <a:ea typeface="+mj-ea"/>
                </a:rPr>
                <a:t>结果评估</a:t>
              </a:r>
              <a:endParaRPr lang="zh-CN" altLang="en-US" dirty="0">
                <a:solidFill>
                  <a:schemeClr val="bg1"/>
                </a:solidFill>
                <a:latin typeface="+mj-ea"/>
                <a:ea typeface="+mj-ea"/>
              </a:endParaRPr>
            </a:p>
          </p:txBody>
        </p:sp>
        <p:sp>
          <p:nvSpPr>
            <p:cNvPr id="136" name="文本框 135"/>
            <p:cNvSpPr txBox="1"/>
            <p:nvPr/>
          </p:nvSpPr>
          <p:spPr>
            <a:xfrm>
              <a:off x="11272595" y="4802345"/>
              <a:ext cx="367204" cy="1107996"/>
            </a:xfrm>
            <a:prstGeom prst="rect">
              <a:avLst/>
            </a:prstGeom>
            <a:noFill/>
          </p:spPr>
          <p:txBody>
            <a:bodyPr wrap="square" lIns="0" tIns="0" rIns="0" bIns="0">
              <a:spAutoFit/>
            </a:bodyPr>
            <a:lstStyle/>
            <a:p>
              <a:pPr algn="ctr"/>
              <a:r>
                <a:rPr lang="zh-CN" altLang="en-US" b="0" i="0">
                  <a:solidFill>
                    <a:schemeClr val="bg1"/>
                  </a:solidFill>
                  <a:effectLst/>
                  <a:latin typeface="+mj-ea"/>
                  <a:ea typeface="+mj-ea"/>
                </a:rPr>
                <a:t>动态调整</a:t>
              </a:r>
              <a:endParaRPr lang="zh-CN" altLang="en-US" dirty="0">
                <a:solidFill>
                  <a:schemeClr val="bg1"/>
                </a:solidFill>
                <a:latin typeface="+mj-ea"/>
                <a:ea typeface="+mj-ea"/>
              </a:endParaRPr>
            </a:p>
          </p:txBody>
        </p:sp>
        <p:sp>
          <p:nvSpPr>
            <p:cNvPr id="137" name="文本框 136"/>
            <p:cNvSpPr txBox="1"/>
            <p:nvPr/>
          </p:nvSpPr>
          <p:spPr>
            <a:xfrm>
              <a:off x="552206" y="1452245"/>
              <a:ext cx="367204" cy="1107996"/>
            </a:xfrm>
            <a:prstGeom prst="rect">
              <a:avLst/>
            </a:prstGeom>
            <a:noFill/>
          </p:spPr>
          <p:txBody>
            <a:bodyPr wrap="square" lIns="0" tIns="0" rIns="0" bIns="0">
              <a:spAutoFit/>
            </a:bodyPr>
            <a:lstStyle/>
            <a:p>
              <a:pPr algn="ctr"/>
              <a:r>
                <a:rPr lang="zh-CN" altLang="en-US" b="0" i="0">
                  <a:solidFill>
                    <a:schemeClr val="bg1"/>
                  </a:solidFill>
                  <a:effectLst/>
                  <a:latin typeface="+mj-ea"/>
                  <a:ea typeface="+mj-ea"/>
                </a:rPr>
                <a:t>知识目标</a:t>
              </a:r>
              <a:endParaRPr lang="zh-CN" altLang="en-US" dirty="0">
                <a:solidFill>
                  <a:schemeClr val="bg1"/>
                </a:solidFill>
                <a:latin typeface="+mj-ea"/>
                <a:ea typeface="+mj-ea"/>
              </a:endParaRPr>
            </a:p>
          </p:txBody>
        </p:sp>
        <p:sp>
          <p:nvSpPr>
            <p:cNvPr id="138" name="文本框 137"/>
            <p:cNvSpPr txBox="1"/>
            <p:nvPr/>
          </p:nvSpPr>
          <p:spPr>
            <a:xfrm>
              <a:off x="552206" y="3042125"/>
              <a:ext cx="367204" cy="1107996"/>
            </a:xfrm>
            <a:prstGeom prst="rect">
              <a:avLst/>
            </a:prstGeom>
            <a:noFill/>
          </p:spPr>
          <p:txBody>
            <a:bodyPr wrap="square" lIns="0" tIns="0" rIns="0" bIns="0">
              <a:spAutoFit/>
            </a:bodyPr>
            <a:lstStyle/>
            <a:p>
              <a:pPr algn="ctr"/>
              <a:r>
                <a:rPr lang="zh-CN" altLang="en-US" b="0" i="0">
                  <a:solidFill>
                    <a:schemeClr val="bg1"/>
                  </a:solidFill>
                  <a:effectLst/>
                  <a:latin typeface="+mj-ea"/>
                  <a:ea typeface="+mj-ea"/>
                </a:rPr>
                <a:t>能力目标</a:t>
              </a:r>
              <a:endParaRPr lang="zh-CN" altLang="en-US" dirty="0">
                <a:solidFill>
                  <a:schemeClr val="bg1"/>
                </a:solidFill>
                <a:latin typeface="+mj-ea"/>
                <a:ea typeface="+mj-ea"/>
              </a:endParaRPr>
            </a:p>
          </p:txBody>
        </p:sp>
        <p:sp>
          <p:nvSpPr>
            <p:cNvPr id="139" name="文本框 138"/>
            <p:cNvSpPr txBox="1"/>
            <p:nvPr/>
          </p:nvSpPr>
          <p:spPr>
            <a:xfrm>
              <a:off x="552206" y="4802345"/>
              <a:ext cx="367204" cy="1107996"/>
            </a:xfrm>
            <a:prstGeom prst="rect">
              <a:avLst/>
            </a:prstGeom>
            <a:noFill/>
          </p:spPr>
          <p:txBody>
            <a:bodyPr wrap="square" lIns="0" tIns="0" rIns="0" bIns="0">
              <a:spAutoFit/>
            </a:bodyPr>
            <a:lstStyle/>
            <a:p>
              <a:pPr algn="ctr"/>
              <a:r>
                <a:rPr lang="zh-CN" altLang="en-US" b="0" i="0">
                  <a:solidFill>
                    <a:schemeClr val="bg1"/>
                  </a:solidFill>
                  <a:effectLst/>
                  <a:latin typeface="+mj-ea"/>
                  <a:ea typeface="+mj-ea"/>
                </a:rPr>
                <a:t>能力目标</a:t>
              </a:r>
              <a:endParaRPr lang="zh-CN" altLang="en-US" dirty="0">
                <a:solidFill>
                  <a:schemeClr val="bg1"/>
                </a:solidFill>
                <a:latin typeface="+mj-ea"/>
                <a:ea typeface="+mj-ea"/>
              </a:endParaRPr>
            </a:p>
          </p:txBody>
        </p:sp>
      </p:grpSp>
      <p:grpSp>
        <p:nvGrpSpPr>
          <p:cNvPr id="15" name="组合 14"/>
          <p:cNvGrpSpPr/>
          <p:nvPr/>
        </p:nvGrpSpPr>
        <p:grpSpPr>
          <a:xfrm>
            <a:off x="6167438" y="2170338"/>
            <a:ext cx="4700587" cy="682400"/>
            <a:chOff x="6167438" y="2170338"/>
            <a:chExt cx="4700587" cy="682400"/>
          </a:xfrm>
        </p:grpSpPr>
        <p:grpSp>
          <p:nvGrpSpPr>
            <p:cNvPr id="140" name="组合 139"/>
            <p:cNvGrpSpPr/>
            <p:nvPr/>
          </p:nvGrpSpPr>
          <p:grpSpPr>
            <a:xfrm flipV="1">
              <a:off x="6167438" y="2520950"/>
              <a:ext cx="4700587" cy="331788"/>
              <a:chOff x="4900613" y="5677126"/>
              <a:chExt cx="4700587" cy="331788"/>
            </a:xfrm>
          </p:grpSpPr>
          <p:cxnSp>
            <p:nvCxnSpPr>
              <p:cNvPr id="141" name="直接连接符 140"/>
              <p:cNvCxnSpPr/>
              <p:nvPr/>
            </p:nvCxnSpPr>
            <p:spPr>
              <a:xfrm>
                <a:off x="4900613" y="5677126"/>
                <a:ext cx="1006701" cy="331788"/>
              </a:xfrm>
              <a:prstGeom prst="line">
                <a:avLst/>
              </a:prstGeom>
              <a:ln w="25400">
                <a:solidFill>
                  <a:schemeClr val="accent2"/>
                </a:solidFill>
                <a:headEnd type="ova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flipV="1">
                <a:off x="5899150" y="6007100"/>
                <a:ext cx="3702050" cy="0"/>
              </a:xfrm>
              <a:prstGeom prst="line">
                <a:avLst/>
              </a:prstGeom>
              <a:ln w="25400">
                <a:solidFill>
                  <a:schemeClr val="accent2"/>
                </a:solidFill>
                <a:headEnd type="none"/>
              </a:ln>
            </p:spPr>
            <p:style>
              <a:lnRef idx="1">
                <a:schemeClr val="accent1"/>
              </a:lnRef>
              <a:fillRef idx="0">
                <a:schemeClr val="accent1"/>
              </a:fillRef>
              <a:effectRef idx="0">
                <a:schemeClr val="accent1"/>
              </a:effectRef>
              <a:fontRef idx="minor">
                <a:schemeClr val="tx1"/>
              </a:fontRef>
            </p:style>
          </p:cxnSp>
        </p:grpSp>
        <p:sp>
          <p:nvSpPr>
            <p:cNvPr id="144" name="文本框 143"/>
            <p:cNvSpPr txBox="1"/>
            <p:nvPr/>
          </p:nvSpPr>
          <p:spPr>
            <a:xfrm>
              <a:off x="8272910" y="2170338"/>
              <a:ext cx="2539158" cy="276999"/>
            </a:xfrm>
            <a:prstGeom prst="rect">
              <a:avLst/>
            </a:prstGeom>
            <a:noFill/>
          </p:spPr>
          <p:txBody>
            <a:bodyPr wrap="none" lIns="0" tIns="0" rIns="0" bIns="0">
              <a:spAutoFit/>
            </a:bodyPr>
            <a:lstStyle/>
            <a:p>
              <a:pPr algn="ctr"/>
              <a:r>
                <a:rPr lang="zh-CN" altLang="en-US" dirty="0">
                  <a:latin typeface="+mj-ea"/>
                  <a:ea typeface="+mj-ea"/>
                </a:rPr>
                <a:t>报告中的数学符号规范性</a:t>
              </a:r>
            </a:p>
          </p:txBody>
        </p:sp>
      </p:grpSp>
      <p:grpSp>
        <p:nvGrpSpPr>
          <p:cNvPr id="7" name="组合 6"/>
          <p:cNvGrpSpPr/>
          <p:nvPr/>
        </p:nvGrpSpPr>
        <p:grpSpPr>
          <a:xfrm>
            <a:off x="1286693" y="3838575"/>
            <a:ext cx="4485457" cy="906463"/>
            <a:chOff x="1286693" y="3838575"/>
            <a:chExt cx="4485457" cy="906463"/>
          </a:xfrm>
        </p:grpSpPr>
        <p:grpSp>
          <p:nvGrpSpPr>
            <p:cNvPr id="145" name="组合 144"/>
            <p:cNvGrpSpPr/>
            <p:nvPr/>
          </p:nvGrpSpPr>
          <p:grpSpPr>
            <a:xfrm flipH="1">
              <a:off x="1286693" y="3838575"/>
              <a:ext cx="4485457" cy="906463"/>
              <a:chOff x="5115743" y="5102451"/>
              <a:chExt cx="4485457" cy="906463"/>
            </a:xfrm>
          </p:grpSpPr>
          <p:cxnSp>
            <p:nvCxnSpPr>
              <p:cNvPr id="146" name="直接连接符 145"/>
              <p:cNvCxnSpPr/>
              <p:nvPr/>
            </p:nvCxnSpPr>
            <p:spPr>
              <a:xfrm>
                <a:off x="5115743" y="5102451"/>
                <a:ext cx="791570" cy="906463"/>
              </a:xfrm>
              <a:prstGeom prst="line">
                <a:avLst/>
              </a:prstGeom>
              <a:ln w="25400">
                <a:solidFill>
                  <a:schemeClr val="accent2"/>
                </a:solidFill>
                <a:headEnd type="ova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flipV="1">
                <a:off x="5899150" y="6007100"/>
                <a:ext cx="3702050" cy="0"/>
              </a:xfrm>
              <a:prstGeom prst="line">
                <a:avLst/>
              </a:prstGeom>
              <a:ln w="25400">
                <a:solidFill>
                  <a:schemeClr val="accent2"/>
                </a:solidFill>
                <a:headEnd type="none"/>
              </a:ln>
            </p:spPr>
            <p:style>
              <a:lnRef idx="1">
                <a:schemeClr val="accent1"/>
              </a:lnRef>
              <a:fillRef idx="0">
                <a:schemeClr val="accent1"/>
              </a:fillRef>
              <a:effectRef idx="0">
                <a:schemeClr val="accent1"/>
              </a:effectRef>
              <a:fontRef idx="minor">
                <a:schemeClr val="tx1"/>
              </a:fontRef>
            </p:style>
          </p:cxnSp>
        </p:grpSp>
        <p:sp>
          <p:nvSpPr>
            <p:cNvPr id="149" name="文本框 148"/>
            <p:cNvSpPr txBox="1"/>
            <p:nvPr/>
          </p:nvSpPr>
          <p:spPr>
            <a:xfrm>
              <a:off x="1344524" y="4369235"/>
              <a:ext cx="2507931" cy="276999"/>
            </a:xfrm>
            <a:prstGeom prst="rect">
              <a:avLst/>
            </a:prstGeom>
            <a:noFill/>
          </p:spPr>
          <p:txBody>
            <a:bodyPr wrap="none" lIns="0" tIns="0" rIns="0" bIns="0">
              <a:spAutoFit/>
            </a:bodyPr>
            <a:lstStyle/>
            <a:p>
              <a:pPr algn="ctr"/>
              <a:r>
                <a:rPr lang="en-US" altLang="zh-CN" b="0" i="0" dirty="0">
                  <a:effectLst/>
                  <a:latin typeface="+mj-ea"/>
                  <a:ea typeface="+mj-ea"/>
                </a:rPr>
                <a:t>GeoGebra</a:t>
              </a:r>
              <a:r>
                <a:rPr lang="zh-CN" altLang="en-US" b="0" i="0" dirty="0">
                  <a:effectLst/>
                  <a:latin typeface="+mj-ea"/>
                  <a:ea typeface="+mj-ea"/>
                </a:rPr>
                <a:t>作图流程记录</a:t>
              </a:r>
              <a:endParaRPr lang="zh-CN" altLang="en-US" dirty="0">
                <a:latin typeface="+mj-ea"/>
                <a:ea typeface="+mj-ea"/>
              </a:endParaRPr>
            </a:p>
          </p:txBody>
        </p:sp>
      </p:grpSp>
      <p:grpSp>
        <p:nvGrpSpPr>
          <p:cNvPr id="21" name="组合 20"/>
          <p:cNvGrpSpPr/>
          <p:nvPr/>
        </p:nvGrpSpPr>
        <p:grpSpPr>
          <a:xfrm>
            <a:off x="3478307" y="1451248"/>
            <a:ext cx="5065709" cy="3858125"/>
            <a:chOff x="3478307" y="1451248"/>
            <a:chExt cx="5065709" cy="3858125"/>
          </a:xfrm>
        </p:grpSpPr>
        <p:sp>
          <p:nvSpPr>
            <p:cNvPr id="114" name="文本框 113"/>
            <p:cNvSpPr txBox="1"/>
            <p:nvPr/>
          </p:nvSpPr>
          <p:spPr>
            <a:xfrm rot="1674584" flipH="1" flipV="1">
              <a:off x="3851851" y="2049141"/>
              <a:ext cx="2077492" cy="1333304"/>
            </a:xfrm>
            <a:prstGeom prst="rect">
              <a:avLst/>
            </a:prstGeom>
            <a:noFill/>
          </p:spPr>
          <p:txBody>
            <a:bodyPr wrap="square" lIns="0" tIns="0" rIns="0" bIns="0">
              <a:prstTxWarp prst="textArchUp">
                <a:avLst/>
              </a:prstTxWarp>
              <a:spAutoFit/>
            </a:bodyPr>
            <a:lstStyle/>
            <a:p>
              <a:pPr algn="ctr"/>
              <a:r>
                <a:rPr lang="zh-CN" altLang="en-US" sz="1600" b="0" i="0">
                  <a:solidFill>
                    <a:schemeClr val="accent2">
                      <a:lumMod val="75000"/>
                    </a:schemeClr>
                  </a:solidFill>
                  <a:effectLst/>
                  <a:latin typeface="+mj-ea"/>
                  <a:ea typeface="+mj-ea"/>
                </a:rPr>
                <a:t>技能应用</a:t>
              </a:r>
              <a:endParaRPr lang="zh-CN" altLang="en-US" sz="1600" dirty="0">
                <a:solidFill>
                  <a:schemeClr val="accent2">
                    <a:lumMod val="75000"/>
                  </a:schemeClr>
                </a:solidFill>
                <a:latin typeface="+mj-ea"/>
                <a:ea typeface="+mj-ea"/>
              </a:endParaRPr>
            </a:p>
          </p:txBody>
        </p:sp>
        <p:sp>
          <p:nvSpPr>
            <p:cNvPr id="115" name="文本框 114"/>
            <p:cNvSpPr txBox="1"/>
            <p:nvPr/>
          </p:nvSpPr>
          <p:spPr>
            <a:xfrm rot="2751121">
              <a:off x="3940366" y="2085903"/>
              <a:ext cx="2077492" cy="1143126"/>
            </a:xfrm>
            <a:prstGeom prst="rect">
              <a:avLst/>
            </a:prstGeom>
            <a:noFill/>
          </p:spPr>
          <p:txBody>
            <a:bodyPr wrap="square" lIns="0" tIns="0" rIns="0" bIns="0">
              <a:prstTxWarp prst="textArchUp">
                <a:avLst/>
              </a:prstTxWarp>
              <a:spAutoFit/>
            </a:bodyPr>
            <a:lstStyle/>
            <a:p>
              <a:pPr algn="ctr"/>
              <a:r>
                <a:rPr lang="zh-CN" altLang="en-US" sz="1600" b="0" i="0">
                  <a:solidFill>
                    <a:schemeClr val="accent2">
                      <a:lumMod val="75000"/>
                    </a:schemeClr>
                  </a:solidFill>
                  <a:effectLst/>
                  <a:latin typeface="+mj-ea"/>
                  <a:ea typeface="+mj-ea"/>
                </a:rPr>
                <a:t>知识掌握</a:t>
              </a:r>
              <a:endParaRPr lang="zh-CN" altLang="en-US" sz="1600" dirty="0">
                <a:solidFill>
                  <a:schemeClr val="accent2">
                    <a:lumMod val="75000"/>
                  </a:schemeClr>
                </a:solidFill>
                <a:latin typeface="+mj-ea"/>
                <a:ea typeface="+mj-ea"/>
              </a:endParaRPr>
            </a:p>
          </p:txBody>
        </p:sp>
        <p:sp>
          <p:nvSpPr>
            <p:cNvPr id="118" name="文本框 117"/>
            <p:cNvSpPr txBox="1"/>
            <p:nvPr/>
          </p:nvSpPr>
          <p:spPr>
            <a:xfrm rot="1674584" flipH="1" flipV="1">
              <a:off x="5720709" y="3357740"/>
              <a:ext cx="2077492" cy="1333304"/>
            </a:xfrm>
            <a:prstGeom prst="rect">
              <a:avLst/>
            </a:prstGeom>
            <a:noFill/>
          </p:spPr>
          <p:txBody>
            <a:bodyPr wrap="square" lIns="0" tIns="0" rIns="0" bIns="0">
              <a:prstTxWarp prst="textArchUp">
                <a:avLst/>
              </a:prstTxWarp>
              <a:spAutoFit/>
            </a:bodyPr>
            <a:lstStyle/>
            <a:p>
              <a:pPr algn="ctr"/>
              <a:r>
                <a:rPr lang="zh-CN" altLang="en-US" sz="1600" b="0" i="0">
                  <a:solidFill>
                    <a:schemeClr val="accent2">
                      <a:lumMod val="75000"/>
                    </a:schemeClr>
                  </a:solidFill>
                  <a:effectLst/>
                  <a:latin typeface="+mj-ea"/>
                  <a:ea typeface="+mj-ea"/>
                </a:rPr>
                <a:t>职业素养</a:t>
              </a:r>
              <a:endParaRPr lang="zh-CN" altLang="en-US" sz="1600" dirty="0">
                <a:solidFill>
                  <a:schemeClr val="accent2">
                    <a:lumMod val="75000"/>
                  </a:schemeClr>
                </a:solidFill>
                <a:latin typeface="+mj-ea"/>
                <a:ea typeface="+mj-ea"/>
              </a:endParaRPr>
            </a:p>
          </p:txBody>
        </p:sp>
        <p:sp>
          <p:nvSpPr>
            <p:cNvPr id="119" name="文本框 118"/>
            <p:cNvSpPr txBox="1"/>
            <p:nvPr/>
          </p:nvSpPr>
          <p:spPr>
            <a:xfrm rot="2751121">
              <a:off x="5809224" y="3394502"/>
              <a:ext cx="2077492" cy="1143126"/>
            </a:xfrm>
            <a:prstGeom prst="rect">
              <a:avLst/>
            </a:prstGeom>
            <a:noFill/>
          </p:spPr>
          <p:txBody>
            <a:bodyPr wrap="square" lIns="0" tIns="0" rIns="0" bIns="0">
              <a:prstTxWarp prst="textArchUp">
                <a:avLst/>
              </a:prstTxWarp>
              <a:spAutoFit/>
            </a:bodyPr>
            <a:lstStyle/>
            <a:p>
              <a:pPr algn="ctr"/>
              <a:r>
                <a:rPr lang="zh-CN" altLang="en-US" sz="1600" b="0" i="0">
                  <a:solidFill>
                    <a:schemeClr val="accent2">
                      <a:lumMod val="75000"/>
                    </a:schemeClr>
                  </a:solidFill>
                  <a:effectLst/>
                  <a:latin typeface="+mj-ea"/>
                  <a:ea typeface="+mj-ea"/>
                </a:rPr>
                <a:t>学习行为</a:t>
              </a:r>
              <a:endParaRPr lang="zh-CN" altLang="en-US" sz="1600" dirty="0">
                <a:solidFill>
                  <a:schemeClr val="accent2">
                    <a:lumMod val="75000"/>
                  </a:schemeClr>
                </a:solidFill>
                <a:latin typeface="+mj-ea"/>
                <a:ea typeface="+mj-ea"/>
              </a:endParaRPr>
            </a:p>
          </p:txBody>
        </p:sp>
        <p:cxnSp>
          <p:nvCxnSpPr>
            <p:cNvPr id="152" name="直接箭头连接符 151"/>
            <p:cNvCxnSpPr/>
            <p:nvPr/>
          </p:nvCxnSpPr>
          <p:spPr>
            <a:xfrm>
              <a:off x="6489521" y="3840480"/>
              <a:ext cx="787579" cy="570717"/>
            </a:xfrm>
            <a:prstGeom prst="straightConnector1">
              <a:avLst/>
            </a:prstGeom>
            <a:ln w="444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rot="21428260">
              <a:off x="3478307" y="1451248"/>
              <a:ext cx="1320800" cy="1320800"/>
            </a:xfrm>
            <a:prstGeom prst="ellipse">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7" name="椭圆 16"/>
            <p:cNvSpPr/>
            <p:nvPr/>
          </p:nvSpPr>
          <p:spPr>
            <a:xfrm rot="21428260">
              <a:off x="5350762" y="2719911"/>
              <a:ext cx="1320800" cy="1320800"/>
            </a:xfrm>
            <a:prstGeom prst="ellipse">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8" name="椭圆 17"/>
            <p:cNvSpPr/>
            <p:nvPr/>
          </p:nvSpPr>
          <p:spPr>
            <a:xfrm rot="21428260">
              <a:off x="7223216" y="3988573"/>
              <a:ext cx="1320800" cy="1320800"/>
            </a:xfrm>
            <a:prstGeom prst="ellipse">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grpSp>
          <p:nvGrpSpPr>
            <p:cNvPr id="62" name="组合 61"/>
            <p:cNvGrpSpPr/>
            <p:nvPr/>
          </p:nvGrpSpPr>
          <p:grpSpPr>
            <a:xfrm rot="21428260">
              <a:off x="3710959" y="1683812"/>
              <a:ext cx="2336800" cy="2076450"/>
              <a:chOff x="3735388" y="1911350"/>
              <a:chExt cx="2336800" cy="2076450"/>
            </a:xfrm>
          </p:grpSpPr>
          <p:sp>
            <p:nvSpPr>
              <p:cNvPr id="59" name="弧形 58"/>
              <p:cNvSpPr/>
              <p:nvPr/>
            </p:nvSpPr>
            <p:spPr>
              <a:xfrm>
                <a:off x="3735388" y="2006600"/>
                <a:ext cx="2133600" cy="1981200"/>
              </a:xfrm>
              <a:prstGeom prst="arc">
                <a:avLst/>
              </a:prstGeom>
              <a:ln w="19050">
                <a:solidFill>
                  <a:schemeClr val="accent2"/>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mj-ea"/>
                  <a:ea typeface="+mj-ea"/>
                </a:endParaRPr>
              </a:p>
            </p:txBody>
          </p:sp>
          <p:sp>
            <p:nvSpPr>
              <p:cNvPr id="61" name="弧形 60"/>
              <p:cNvSpPr/>
              <p:nvPr/>
            </p:nvSpPr>
            <p:spPr>
              <a:xfrm flipH="1" flipV="1">
                <a:off x="3938588" y="1911350"/>
                <a:ext cx="2133600" cy="1981200"/>
              </a:xfrm>
              <a:prstGeom prst="arc">
                <a:avLst>
                  <a:gd name="adj1" fmla="val 14895668"/>
                  <a:gd name="adj2" fmla="val 0"/>
                </a:avLst>
              </a:prstGeom>
              <a:ln w="19050">
                <a:solidFill>
                  <a:schemeClr val="accent2"/>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grpSp>
        <p:grpSp>
          <p:nvGrpSpPr>
            <p:cNvPr id="63" name="组合 62"/>
            <p:cNvGrpSpPr/>
            <p:nvPr/>
          </p:nvGrpSpPr>
          <p:grpSpPr>
            <a:xfrm rot="21428260">
              <a:off x="5577430" y="2963804"/>
              <a:ext cx="2336800" cy="2076450"/>
              <a:chOff x="3735388" y="1911350"/>
              <a:chExt cx="2336800" cy="2076450"/>
            </a:xfrm>
          </p:grpSpPr>
          <p:sp>
            <p:nvSpPr>
              <p:cNvPr id="64" name="弧形 63"/>
              <p:cNvSpPr/>
              <p:nvPr/>
            </p:nvSpPr>
            <p:spPr>
              <a:xfrm>
                <a:off x="3735388" y="2006600"/>
                <a:ext cx="2133600" cy="1981200"/>
              </a:xfrm>
              <a:prstGeom prst="arc">
                <a:avLst/>
              </a:prstGeom>
              <a:ln w="19050">
                <a:solidFill>
                  <a:schemeClr val="accent2"/>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sp>
            <p:nvSpPr>
              <p:cNvPr id="65" name="弧形 64"/>
              <p:cNvSpPr/>
              <p:nvPr/>
            </p:nvSpPr>
            <p:spPr>
              <a:xfrm flipH="1" flipV="1">
                <a:off x="3938588" y="1911350"/>
                <a:ext cx="2133600" cy="1981200"/>
              </a:xfrm>
              <a:prstGeom prst="arc">
                <a:avLst>
                  <a:gd name="adj1" fmla="val 14895668"/>
                  <a:gd name="adj2" fmla="val 0"/>
                </a:avLst>
              </a:prstGeom>
              <a:ln w="19050">
                <a:solidFill>
                  <a:schemeClr val="accent2"/>
                </a:solidFill>
                <a:prstDash val="dash"/>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grpSp>
        <p:sp>
          <p:nvSpPr>
            <p:cNvPr id="110" name="文本框 109"/>
            <p:cNvSpPr txBox="1"/>
            <p:nvPr/>
          </p:nvSpPr>
          <p:spPr>
            <a:xfrm>
              <a:off x="3657708" y="1790727"/>
              <a:ext cx="961997" cy="641842"/>
            </a:xfrm>
            <a:prstGeom prst="rect">
              <a:avLst/>
            </a:prstGeom>
            <a:noFill/>
          </p:spPr>
          <p:txBody>
            <a:bodyPr wrap="square" lIns="0" tIns="0" rIns="0" bIns="0">
              <a:spAutoFit/>
            </a:bodyPr>
            <a:lstStyle/>
            <a:p>
              <a:pPr algn="ctr">
                <a:lnSpc>
                  <a:spcPct val="120000"/>
                </a:lnSpc>
              </a:pPr>
              <a:r>
                <a:rPr lang="en-US" altLang="zh-CN" b="1" dirty="0">
                  <a:effectLst>
                    <a:glow rad="127000">
                      <a:prstClr val="white"/>
                    </a:glow>
                  </a:effectLst>
                  <a:latin typeface="+mj-ea"/>
                  <a:ea typeface="+mj-ea"/>
                  <a:cs typeface="+mn-ea"/>
                </a:rPr>
                <a:t>AI</a:t>
              </a:r>
              <a:r>
                <a:rPr lang="zh-CN" altLang="en-US" b="1" dirty="0">
                  <a:effectLst>
                    <a:glow rad="127000">
                      <a:prstClr val="white"/>
                    </a:glow>
                  </a:effectLst>
                  <a:latin typeface="+mj-ea"/>
                  <a:ea typeface="+mj-ea"/>
                  <a:cs typeface="+mn-ea"/>
                </a:rPr>
                <a:t>题库</a:t>
              </a:r>
              <a:endParaRPr lang="en-US" altLang="zh-CN" b="1" dirty="0">
                <a:effectLst>
                  <a:glow rad="127000">
                    <a:prstClr val="white"/>
                  </a:glow>
                </a:effectLst>
                <a:latin typeface="+mj-ea"/>
                <a:ea typeface="+mj-ea"/>
                <a:cs typeface="+mn-ea"/>
              </a:endParaRPr>
            </a:p>
            <a:p>
              <a:pPr algn="ctr">
                <a:lnSpc>
                  <a:spcPct val="120000"/>
                </a:lnSpc>
              </a:pPr>
              <a:r>
                <a:rPr lang="zh-CN" altLang="en-US" b="1" dirty="0">
                  <a:effectLst>
                    <a:glow rad="127000">
                      <a:prstClr val="white"/>
                    </a:glow>
                  </a:effectLst>
                  <a:latin typeface="+mj-ea"/>
                  <a:ea typeface="+mj-ea"/>
                  <a:cs typeface="+mn-ea"/>
                </a:rPr>
                <a:t>自动批改</a:t>
              </a:r>
            </a:p>
          </p:txBody>
        </p:sp>
        <p:sp>
          <p:nvSpPr>
            <p:cNvPr id="111" name="文本框 110"/>
            <p:cNvSpPr txBox="1"/>
            <p:nvPr/>
          </p:nvSpPr>
          <p:spPr>
            <a:xfrm>
              <a:off x="5530164" y="3059390"/>
              <a:ext cx="961997" cy="641842"/>
            </a:xfrm>
            <a:prstGeom prst="rect">
              <a:avLst/>
            </a:prstGeom>
            <a:noFill/>
          </p:spPr>
          <p:txBody>
            <a:bodyPr wrap="square" lIns="0" tIns="0" rIns="0" bIns="0">
              <a:spAutoFit/>
            </a:bodyPr>
            <a:lstStyle/>
            <a:p>
              <a:pPr algn="ctr">
                <a:lnSpc>
                  <a:spcPct val="120000"/>
                </a:lnSpc>
              </a:pPr>
              <a:r>
                <a:rPr lang="zh-CN" altLang="en-US" b="1" dirty="0">
                  <a:effectLst>
                    <a:glow rad="127000">
                      <a:prstClr val="white"/>
                    </a:glow>
                  </a:effectLst>
                  <a:latin typeface="+mj-ea"/>
                  <a:ea typeface="+mj-ea"/>
                  <a:cs typeface="+mn-ea"/>
                </a:rPr>
                <a:t>错题</a:t>
              </a:r>
              <a:endParaRPr lang="en-US" altLang="zh-CN" b="1" dirty="0">
                <a:effectLst>
                  <a:glow rad="127000">
                    <a:prstClr val="white"/>
                  </a:glow>
                </a:effectLst>
                <a:latin typeface="+mj-ea"/>
                <a:ea typeface="+mj-ea"/>
                <a:cs typeface="+mn-ea"/>
              </a:endParaRPr>
            </a:p>
            <a:p>
              <a:pPr algn="ctr">
                <a:lnSpc>
                  <a:spcPct val="120000"/>
                </a:lnSpc>
              </a:pPr>
              <a:r>
                <a:rPr lang="zh-CN" altLang="en-US" b="1" dirty="0">
                  <a:effectLst>
                    <a:glow rad="127000">
                      <a:prstClr val="white"/>
                    </a:glow>
                  </a:effectLst>
                  <a:latin typeface="+mj-ea"/>
                  <a:ea typeface="+mj-ea"/>
                  <a:cs typeface="+mn-ea"/>
                </a:rPr>
                <a:t>归因分析</a:t>
              </a:r>
            </a:p>
          </p:txBody>
        </p:sp>
        <p:sp>
          <p:nvSpPr>
            <p:cNvPr id="112" name="文本框 111"/>
            <p:cNvSpPr txBox="1"/>
            <p:nvPr/>
          </p:nvSpPr>
          <p:spPr>
            <a:xfrm>
              <a:off x="7402618" y="4328051"/>
              <a:ext cx="961997" cy="641842"/>
            </a:xfrm>
            <a:prstGeom prst="rect">
              <a:avLst/>
            </a:prstGeom>
            <a:noFill/>
          </p:spPr>
          <p:txBody>
            <a:bodyPr wrap="square" lIns="0" tIns="0" rIns="0" bIns="0">
              <a:spAutoFit/>
            </a:bodyPr>
            <a:lstStyle/>
            <a:p>
              <a:pPr algn="ctr">
                <a:lnSpc>
                  <a:spcPct val="120000"/>
                </a:lnSpc>
              </a:pPr>
              <a:r>
                <a:rPr lang="zh-CN" altLang="en-US" b="1" dirty="0">
                  <a:effectLst>
                    <a:glow rad="127000">
                      <a:prstClr val="white"/>
                    </a:glow>
                  </a:effectLst>
                  <a:latin typeface="+mj-ea"/>
                  <a:ea typeface="+mj-ea"/>
                  <a:cs typeface="+mn-ea"/>
                </a:rPr>
                <a:t>设备</a:t>
              </a:r>
              <a:endParaRPr lang="en-US" altLang="zh-CN" b="1" dirty="0">
                <a:effectLst>
                  <a:glow rad="127000">
                    <a:prstClr val="white"/>
                  </a:glow>
                </a:effectLst>
                <a:latin typeface="+mj-ea"/>
                <a:ea typeface="+mj-ea"/>
                <a:cs typeface="+mn-ea"/>
              </a:endParaRPr>
            </a:p>
            <a:p>
              <a:pPr algn="ctr">
                <a:lnSpc>
                  <a:spcPct val="120000"/>
                </a:lnSpc>
              </a:pPr>
              <a:r>
                <a:rPr lang="zh-CN" altLang="en-US" b="1" dirty="0">
                  <a:effectLst>
                    <a:glow rad="127000">
                      <a:prstClr val="white"/>
                    </a:glow>
                  </a:effectLst>
                  <a:latin typeface="+mj-ea"/>
                  <a:ea typeface="+mj-ea"/>
                  <a:cs typeface="+mn-ea"/>
                </a:rPr>
                <a:t>采集数据</a:t>
              </a:r>
            </a:p>
          </p:txBody>
        </p:sp>
        <p:cxnSp>
          <p:nvCxnSpPr>
            <p:cNvPr id="158" name="Straight Arrow Connector 151+"/>
            <p:cNvCxnSpPr/>
            <p:nvPr/>
          </p:nvCxnSpPr>
          <p:spPr>
            <a:xfrm>
              <a:off x="4659830" y="2514600"/>
              <a:ext cx="780850" cy="565841"/>
            </a:xfrm>
            <a:prstGeom prst="straightConnector1">
              <a:avLst/>
            </a:prstGeom>
            <a:ln w="444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250"/>
                                        <p:tgtEl>
                                          <p:spTgt spid="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250"/>
                                        <p:tgtEl>
                                          <p:spTgt spid="24"/>
                                        </p:tgtEl>
                                      </p:cBhvr>
                                    </p:animEffect>
                                  </p:childTnLst>
                                </p:cTn>
                              </p:par>
                              <p:par>
                                <p:cTn id="24" presetID="22" presetClass="entr" presetSubtype="2"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right)">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strips(downRight)">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left)">
                                      <p:cBhvr>
                                        <p:cTn id="36" dur="500"/>
                                        <p:tgtEl>
                                          <p:spTgt spid="15"/>
                                        </p:tgtEl>
                                      </p:cBhvr>
                                    </p:animEffect>
                                  </p:childTnLst>
                                </p:cTn>
                              </p:par>
                              <p:par>
                                <p:cTn id="37" presetID="22" presetClass="entr" presetSubtype="2"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right)">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37" fill="hold"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barn(outVertical)">
                                      <p:cBhvr>
                                        <p:cTn id="44" dur="500"/>
                                        <p:tgtEl>
                                          <p:spTgt spid="22"/>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additive="base">
                                        <p:cTn id="49" dur="500" fill="hold"/>
                                        <p:tgtEl>
                                          <p:spTgt spid="4"/>
                                        </p:tgtEl>
                                        <p:attrNameLst>
                                          <p:attrName>ppt_x</p:attrName>
                                        </p:attrNameLst>
                                      </p:cBhvr>
                                      <p:tavLst>
                                        <p:tav tm="0">
                                          <p:val>
                                            <p:strVal val="#ppt_x"/>
                                          </p:val>
                                        </p:tav>
                                        <p:tav tm="100000">
                                          <p:val>
                                            <p:strVal val="#ppt_x"/>
                                          </p:val>
                                        </p:tav>
                                      </p:tavLst>
                                    </p:anim>
                                    <p:anim calcmode="lin" valueType="num">
                                      <p:cBhvr additive="base">
                                        <p:cTn id="5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915577" y="1928013"/>
            <a:ext cx="266431" cy="3992100"/>
            <a:chOff x="2915577" y="1928013"/>
            <a:chExt cx="266431" cy="3992100"/>
          </a:xfrm>
        </p:grpSpPr>
        <p:grpSp>
          <p:nvGrpSpPr>
            <p:cNvPr id="53" name="组合 52"/>
            <p:cNvGrpSpPr>
              <a:grpSpLocks noChangeAspect="1"/>
            </p:cNvGrpSpPr>
            <p:nvPr/>
          </p:nvGrpSpPr>
          <p:grpSpPr>
            <a:xfrm>
              <a:off x="2915577" y="1928013"/>
              <a:ext cx="266431" cy="144000"/>
              <a:chOff x="5736606" y="3806764"/>
              <a:chExt cx="592347" cy="320150"/>
            </a:xfrm>
          </p:grpSpPr>
          <p:sp>
            <p:nvSpPr>
              <p:cNvPr id="54" name="L 形 53"/>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55" name="L 形 54"/>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56" name="组合 55"/>
            <p:cNvGrpSpPr>
              <a:grpSpLocks noChangeAspect="1"/>
            </p:cNvGrpSpPr>
            <p:nvPr/>
          </p:nvGrpSpPr>
          <p:grpSpPr>
            <a:xfrm>
              <a:off x="2915577" y="3210713"/>
              <a:ext cx="266431" cy="144000"/>
              <a:chOff x="5736606" y="3806764"/>
              <a:chExt cx="592347" cy="320150"/>
            </a:xfrm>
          </p:grpSpPr>
          <p:sp>
            <p:nvSpPr>
              <p:cNvPr id="57" name="L 形 56"/>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58" name="L 形 57"/>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59" name="组合 58"/>
            <p:cNvGrpSpPr>
              <a:grpSpLocks noChangeAspect="1"/>
            </p:cNvGrpSpPr>
            <p:nvPr/>
          </p:nvGrpSpPr>
          <p:grpSpPr>
            <a:xfrm>
              <a:off x="2915577" y="4493413"/>
              <a:ext cx="266431" cy="144000"/>
              <a:chOff x="5736606" y="3806764"/>
              <a:chExt cx="592347" cy="320150"/>
            </a:xfrm>
          </p:grpSpPr>
          <p:sp>
            <p:nvSpPr>
              <p:cNvPr id="60" name="L 形 59"/>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61" name="L 形 60"/>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nvGrpSpPr>
            <p:cNvPr id="62" name="组合 61"/>
            <p:cNvGrpSpPr>
              <a:grpSpLocks noChangeAspect="1"/>
            </p:cNvGrpSpPr>
            <p:nvPr/>
          </p:nvGrpSpPr>
          <p:grpSpPr>
            <a:xfrm>
              <a:off x="2915577" y="5776113"/>
              <a:ext cx="266431" cy="144000"/>
              <a:chOff x="5736606" y="3806764"/>
              <a:chExt cx="592347" cy="320150"/>
            </a:xfrm>
          </p:grpSpPr>
          <p:sp>
            <p:nvSpPr>
              <p:cNvPr id="63" name="L 形 62"/>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26" name="L 形 325"/>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ln>
              <a:effectLst>
                <a:outerShdw blurRad="152400" algn="ctr" rotWithShape="0">
                  <a:schemeClr val="accent1">
                    <a:alpha val="20000"/>
                  </a:schemeClr>
                </a:outerShdw>
              </a:effectLst>
            </p:spPr>
            <p:txBody>
              <a:bodyPr vert="horz" wrap="square" lIns="91440" tIns="45720" rIns="91440" bIns="45720" numCol="1" anchor="t" anchorCtr="0" compatLnSpc="1"/>
              <a:lstStyle/>
              <a:p>
                <a:endParaRPr lang="zh-CN" altLang="en-US" dirty="0">
                  <a:solidFill>
                    <a:schemeClr val="tx1"/>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grpSp>
      </p:grpSp>
      <p:grpSp>
        <p:nvGrpSpPr>
          <p:cNvPr id="408" name="组合 407"/>
          <p:cNvGrpSpPr/>
          <p:nvPr/>
        </p:nvGrpSpPr>
        <p:grpSpPr>
          <a:xfrm>
            <a:off x="3481748" y="1409227"/>
            <a:ext cx="3746414" cy="4874754"/>
            <a:chOff x="3481748" y="1409227"/>
            <a:chExt cx="3746414" cy="4874754"/>
          </a:xfrm>
        </p:grpSpPr>
        <p:grpSp>
          <p:nvGrpSpPr>
            <p:cNvPr id="396" name="组合 395"/>
            <p:cNvGrpSpPr/>
            <p:nvPr/>
          </p:nvGrpSpPr>
          <p:grpSpPr>
            <a:xfrm>
              <a:off x="3481748" y="1409227"/>
              <a:ext cx="3746414" cy="1183070"/>
              <a:chOff x="3481748" y="1525618"/>
              <a:chExt cx="3746414" cy="1183070"/>
            </a:xfrm>
          </p:grpSpPr>
          <p:sp>
            <p:nvSpPr>
              <p:cNvPr id="30" name="椭圆 29"/>
              <p:cNvSpPr>
                <a:spLocks noChangeAspect="1"/>
              </p:cNvSpPr>
              <p:nvPr/>
            </p:nvSpPr>
            <p:spPr>
              <a:xfrm>
                <a:off x="3481748" y="1525618"/>
                <a:ext cx="3746414" cy="1183070"/>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335" name="文本框 334"/>
              <p:cNvSpPr txBox="1"/>
              <p:nvPr/>
            </p:nvSpPr>
            <p:spPr>
              <a:xfrm>
                <a:off x="3669237" y="1939273"/>
                <a:ext cx="3371437" cy="369332"/>
              </a:xfrm>
              <a:prstGeom prst="rect">
                <a:avLst/>
              </a:prstGeom>
              <a:noFill/>
            </p:spPr>
            <p:txBody>
              <a:bodyPr wrap="none" rtlCol="0">
                <a:spAutoFit/>
              </a:bodyPr>
              <a:lstStyle/>
              <a:p>
                <a:pPr algn="ctr"/>
                <a:r>
                  <a:rPr lang="zh-CN" altLang="en-US" dirty="0">
                    <a:solidFill>
                      <a:srgbClr val="9864B8"/>
                    </a:solidFill>
                    <a:latin typeface="+mj-ea"/>
                    <a:ea typeface="+mj-ea"/>
                    <a:cs typeface="思源宋体 CN Heavy" panose="02020900000000000000" pitchFamily="18" charset="-122"/>
                  </a:rPr>
                  <a:t>提升学生的实践能力和综合素质</a:t>
                </a:r>
              </a:p>
            </p:txBody>
          </p:sp>
        </p:grpSp>
        <p:grpSp>
          <p:nvGrpSpPr>
            <p:cNvPr id="397" name="组合 396"/>
            <p:cNvGrpSpPr/>
            <p:nvPr/>
          </p:nvGrpSpPr>
          <p:grpSpPr>
            <a:xfrm>
              <a:off x="3580338" y="2722312"/>
              <a:ext cx="3549235" cy="1120803"/>
              <a:chOff x="3580338" y="2958537"/>
              <a:chExt cx="3549235" cy="1120803"/>
            </a:xfrm>
          </p:grpSpPr>
          <p:sp>
            <p:nvSpPr>
              <p:cNvPr id="31" name="椭圆 30"/>
              <p:cNvSpPr>
                <a:spLocks noChangeAspect="1"/>
              </p:cNvSpPr>
              <p:nvPr/>
            </p:nvSpPr>
            <p:spPr>
              <a:xfrm>
                <a:off x="3580338" y="2958537"/>
                <a:ext cx="3549235" cy="1120803"/>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338" name="文本框 337"/>
              <p:cNvSpPr txBox="1"/>
              <p:nvPr/>
            </p:nvSpPr>
            <p:spPr>
              <a:xfrm>
                <a:off x="3783051" y="3267136"/>
                <a:ext cx="3143809" cy="369332"/>
              </a:xfrm>
              <a:prstGeom prst="rect">
                <a:avLst/>
              </a:prstGeom>
              <a:noFill/>
            </p:spPr>
            <p:txBody>
              <a:bodyPr wrap="none" rtlCol="0">
                <a:spAutoFit/>
              </a:bodyPr>
              <a:lstStyle/>
              <a:p>
                <a:pPr algn="ctr"/>
                <a:r>
                  <a:rPr lang="zh-CN" altLang="en-US" dirty="0">
                    <a:solidFill>
                      <a:srgbClr val="9864B8"/>
                    </a:solidFill>
                    <a:latin typeface="+mj-ea"/>
                    <a:ea typeface="+mj-ea"/>
                    <a:cs typeface="思源宋体 CN Heavy" panose="02020900000000000000" pitchFamily="18" charset="-122"/>
                  </a:rPr>
                  <a:t>拓宽就业方向和职业发展空间</a:t>
                </a:r>
              </a:p>
            </p:txBody>
          </p:sp>
        </p:grpSp>
        <p:grpSp>
          <p:nvGrpSpPr>
            <p:cNvPr id="398" name="组合 397"/>
            <p:cNvGrpSpPr/>
            <p:nvPr/>
          </p:nvGrpSpPr>
          <p:grpSpPr>
            <a:xfrm>
              <a:off x="3777517" y="4067278"/>
              <a:ext cx="3154876" cy="996270"/>
              <a:chOff x="3777517" y="4266922"/>
              <a:chExt cx="3154876" cy="996270"/>
            </a:xfrm>
          </p:grpSpPr>
          <p:sp>
            <p:nvSpPr>
              <p:cNvPr id="32" name="椭圆 31"/>
              <p:cNvSpPr>
                <a:spLocks noChangeAspect="1"/>
              </p:cNvSpPr>
              <p:nvPr/>
            </p:nvSpPr>
            <p:spPr>
              <a:xfrm>
                <a:off x="3777517" y="4266922"/>
                <a:ext cx="3154876" cy="996270"/>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341" name="文本框 340"/>
              <p:cNvSpPr txBox="1"/>
              <p:nvPr/>
            </p:nvSpPr>
            <p:spPr>
              <a:xfrm>
                <a:off x="3896864" y="4448038"/>
                <a:ext cx="2916183" cy="369332"/>
              </a:xfrm>
              <a:prstGeom prst="rect">
                <a:avLst/>
              </a:prstGeom>
              <a:noFill/>
            </p:spPr>
            <p:txBody>
              <a:bodyPr wrap="none" rtlCol="0">
                <a:spAutoFit/>
              </a:bodyPr>
              <a:lstStyle/>
              <a:p>
                <a:pPr algn="ctr"/>
                <a:r>
                  <a:rPr lang="zh-CN" altLang="en-US" dirty="0">
                    <a:solidFill>
                      <a:srgbClr val="9864B8"/>
                    </a:solidFill>
                    <a:latin typeface="+mj-ea"/>
                    <a:ea typeface="+mj-ea"/>
                    <a:cs typeface="思源宋体 CN Heavy" panose="02020900000000000000" pitchFamily="18" charset="-122"/>
                  </a:rPr>
                  <a:t>满足行业高技能人才的需求</a:t>
                </a:r>
              </a:p>
            </p:txBody>
          </p:sp>
        </p:grpSp>
        <p:grpSp>
          <p:nvGrpSpPr>
            <p:cNvPr id="395" name="组合 394"/>
            <p:cNvGrpSpPr/>
            <p:nvPr/>
          </p:nvGrpSpPr>
          <p:grpSpPr>
            <a:xfrm>
              <a:off x="3974697" y="5412246"/>
              <a:ext cx="2760516" cy="871735"/>
              <a:chOff x="3974697" y="5450774"/>
              <a:chExt cx="2760516" cy="871735"/>
            </a:xfrm>
          </p:grpSpPr>
          <p:sp>
            <p:nvSpPr>
              <p:cNvPr id="33" name="椭圆 32"/>
              <p:cNvSpPr>
                <a:spLocks noChangeAspect="1"/>
              </p:cNvSpPr>
              <p:nvPr/>
            </p:nvSpPr>
            <p:spPr>
              <a:xfrm>
                <a:off x="3974697" y="5450774"/>
                <a:ext cx="2760516" cy="871735"/>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cs typeface="思源宋体 CN Heavy" panose="02020900000000000000" pitchFamily="18" charset="-122"/>
                </a:endParaRPr>
              </a:p>
            </p:txBody>
          </p:sp>
          <p:sp>
            <p:nvSpPr>
              <p:cNvPr id="344" name="文本框 343"/>
              <p:cNvSpPr txBox="1"/>
              <p:nvPr/>
            </p:nvSpPr>
            <p:spPr>
              <a:xfrm>
                <a:off x="4465930" y="5640147"/>
                <a:ext cx="1778051" cy="369332"/>
              </a:xfrm>
              <a:prstGeom prst="rect">
                <a:avLst/>
              </a:prstGeom>
              <a:noFill/>
            </p:spPr>
            <p:txBody>
              <a:bodyPr wrap="none" rtlCol="0">
                <a:spAutoFit/>
              </a:bodyPr>
              <a:lstStyle/>
              <a:p>
                <a:pPr algn="ctr"/>
                <a:r>
                  <a:rPr lang="zh-CN" altLang="en-US" dirty="0">
                    <a:solidFill>
                      <a:srgbClr val="9864B8"/>
                    </a:solidFill>
                    <a:latin typeface="+mj-ea"/>
                    <a:ea typeface="+mj-ea"/>
                    <a:cs typeface="思源宋体 CN Heavy" panose="02020900000000000000" pitchFamily="18" charset="-122"/>
                  </a:rPr>
                  <a:t>增强就业竞争力</a:t>
                </a:r>
              </a:p>
            </p:txBody>
          </p:sp>
        </p:grpSp>
      </p:grpSp>
      <p:grpSp>
        <p:nvGrpSpPr>
          <p:cNvPr id="407" name="组合 406"/>
          <p:cNvGrpSpPr/>
          <p:nvPr/>
        </p:nvGrpSpPr>
        <p:grpSpPr>
          <a:xfrm>
            <a:off x="3205273" y="685800"/>
            <a:ext cx="4233752" cy="553805"/>
            <a:chOff x="3205273" y="685800"/>
            <a:chExt cx="4233752" cy="553805"/>
          </a:xfrm>
        </p:grpSpPr>
        <p:sp>
          <p:nvSpPr>
            <p:cNvPr id="381" name="文本框 380"/>
            <p:cNvSpPr txBox="1"/>
            <p:nvPr/>
          </p:nvSpPr>
          <p:spPr>
            <a:xfrm>
              <a:off x="3407987" y="685800"/>
              <a:ext cx="1515001" cy="303873"/>
            </a:xfrm>
            <a:prstGeom prst="roundRect">
              <a:avLst>
                <a:gd name="adj" fmla="val 50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dirty="0">
                  <a:solidFill>
                    <a:srgbClr val="9864B8"/>
                  </a:solidFill>
                  <a:latin typeface="+mj-ea"/>
                  <a:ea typeface="+mj-ea"/>
                  <a:cs typeface="+mn-ea"/>
                  <a:sym typeface="+mn-lt"/>
                </a:rPr>
                <a:t>智能化数控系统</a:t>
              </a:r>
              <a:endParaRPr kumimoji="0" lang="zh-CN" altLang="en-US" i="0" u="none" strike="noStrike" kern="1200" cap="none" spc="0" normalizeH="0" baseline="0" noProof="0" dirty="0">
                <a:ln>
                  <a:noFill/>
                </a:ln>
                <a:solidFill>
                  <a:srgbClr val="9864B8"/>
                </a:solidFill>
                <a:effectLst/>
                <a:uLnTx/>
                <a:uFillTx/>
                <a:latin typeface="+mj-ea"/>
                <a:ea typeface="+mj-ea"/>
                <a:cs typeface="+mn-ea"/>
                <a:sym typeface="+mn-lt"/>
              </a:endParaRPr>
            </a:p>
          </p:txBody>
        </p:sp>
        <p:sp>
          <p:nvSpPr>
            <p:cNvPr id="382" name="文本框 381"/>
            <p:cNvSpPr txBox="1"/>
            <p:nvPr/>
          </p:nvSpPr>
          <p:spPr>
            <a:xfrm>
              <a:off x="5125662" y="685800"/>
              <a:ext cx="1515001" cy="303873"/>
            </a:xfrm>
            <a:prstGeom prst="roundRect">
              <a:avLst>
                <a:gd name="adj" fmla="val 50000"/>
              </a:avLst>
            </a:prstGeom>
            <a:gradFill flip="none" rotWithShape="1">
              <a:gsLst>
                <a:gs pos="0">
                  <a:schemeClr val="bg1"/>
                </a:gs>
                <a:gs pos="50000">
                  <a:schemeClr val="bg1"/>
                </a:gs>
                <a:gs pos="100000">
                  <a:schemeClr val="bg1"/>
                </a:gs>
              </a:gsLst>
              <a:lin ang="2700000" scaled="1"/>
              <a:tileRect/>
            </a:gradFill>
            <a:ln>
              <a:solidFill>
                <a:schemeClr val="accent1"/>
              </a:solidFill>
            </a:ln>
            <a:effectLst>
              <a:outerShdw blurRad="1270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algn="ctr">
                <a:lnSpc>
                  <a:spcPct val="120000"/>
                </a:lnSpc>
                <a:defRPr sz="1400">
                  <a:solidFill>
                    <a:schemeClr val="tx1">
                      <a:lumMod val="65000"/>
                      <a:lumOff val="3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dirty="0">
                  <a:solidFill>
                    <a:srgbClr val="9864B8"/>
                  </a:solidFill>
                  <a:latin typeface="+mj-ea"/>
                  <a:ea typeface="+mj-ea"/>
                  <a:cs typeface="+mn-ea"/>
                  <a:sym typeface="+mn-lt"/>
                </a:rPr>
                <a:t>智能化数控系统</a:t>
              </a:r>
              <a:endParaRPr kumimoji="0" lang="zh-CN" altLang="en-US" i="0" u="none" strike="noStrike" kern="1200" cap="none" spc="0" normalizeH="0" baseline="0" noProof="0" dirty="0">
                <a:ln>
                  <a:noFill/>
                </a:ln>
                <a:solidFill>
                  <a:srgbClr val="9864B8"/>
                </a:solidFill>
                <a:effectLst/>
                <a:uLnTx/>
                <a:uFillTx/>
                <a:latin typeface="+mj-ea"/>
                <a:ea typeface="+mj-ea"/>
                <a:cs typeface="+mn-ea"/>
                <a:sym typeface="+mn-lt"/>
              </a:endParaRPr>
            </a:p>
          </p:txBody>
        </p:sp>
        <p:grpSp>
          <p:nvGrpSpPr>
            <p:cNvPr id="387" name="组合 386"/>
            <p:cNvGrpSpPr/>
            <p:nvPr/>
          </p:nvGrpSpPr>
          <p:grpSpPr>
            <a:xfrm>
              <a:off x="3205273" y="928455"/>
              <a:ext cx="4233752" cy="311150"/>
              <a:chOff x="3205273" y="631108"/>
              <a:chExt cx="4233752" cy="311150"/>
            </a:xfrm>
          </p:grpSpPr>
          <p:sp>
            <p:nvSpPr>
              <p:cNvPr id="383" name="矩形 382"/>
              <p:cNvSpPr/>
              <p:nvPr/>
            </p:nvSpPr>
            <p:spPr>
              <a:xfrm>
                <a:off x="3205273" y="812800"/>
                <a:ext cx="3756899" cy="129458"/>
              </a:xfrm>
              <a:prstGeom prst="rect">
                <a:avLst/>
              </a:prstGeom>
              <a:gradFill flip="none" rotWithShape="1">
                <a:gsLst>
                  <a:gs pos="1000">
                    <a:schemeClr val="accent2">
                      <a:lumMod val="60000"/>
                      <a:lumOff val="40000"/>
                    </a:schemeClr>
                  </a:gs>
                  <a:gs pos="92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mj-ea"/>
                  <a:ea typeface="+mj-ea"/>
                  <a:cs typeface="思源宋体 CN Heavy" panose="02020900000000000000" pitchFamily="18" charset="-122"/>
                </a:endParaRPr>
              </a:p>
            </p:txBody>
          </p:sp>
          <p:sp>
            <p:nvSpPr>
              <p:cNvPr id="385" name="直角三角形 384"/>
              <p:cNvSpPr/>
              <p:nvPr/>
            </p:nvSpPr>
            <p:spPr>
              <a:xfrm>
                <a:off x="6864350" y="631108"/>
                <a:ext cx="574675" cy="311150"/>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prstClr val="white"/>
                  </a:solidFill>
                  <a:latin typeface="+mj-ea"/>
                  <a:ea typeface="+mj-ea"/>
                  <a:cs typeface="思源宋体 CN Heavy" panose="02020900000000000000" pitchFamily="18" charset="-122"/>
                </a:endParaRPr>
              </a:p>
            </p:txBody>
          </p:sp>
        </p:grpSp>
      </p:grpSp>
      <p:grpSp>
        <p:nvGrpSpPr>
          <p:cNvPr id="405" name="组合 404"/>
          <p:cNvGrpSpPr/>
          <p:nvPr/>
        </p:nvGrpSpPr>
        <p:grpSpPr>
          <a:xfrm>
            <a:off x="304800" y="685800"/>
            <a:ext cx="2477183" cy="5829300"/>
            <a:chOff x="304800" y="685800"/>
            <a:chExt cx="2477183" cy="5829300"/>
          </a:xfrm>
        </p:grpSpPr>
        <p:sp>
          <p:nvSpPr>
            <p:cNvPr id="362" name="矩形: 圆角 361"/>
            <p:cNvSpPr/>
            <p:nvPr/>
          </p:nvSpPr>
          <p:spPr>
            <a:xfrm>
              <a:off x="304800" y="685800"/>
              <a:ext cx="2477183" cy="5829300"/>
            </a:xfrm>
            <a:prstGeom prst="roundRect">
              <a:avLst>
                <a:gd name="adj" fmla="val 2000"/>
              </a:avLst>
            </a:prstGeom>
            <a:solidFill>
              <a:srgbClr val="F3FAF0"/>
            </a:solidFill>
            <a:ln w="9525">
              <a:no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355" name="矩形: 圆角 354"/>
            <p:cNvSpPr/>
            <p:nvPr/>
          </p:nvSpPr>
          <p:spPr>
            <a:xfrm>
              <a:off x="393013" y="1409227"/>
              <a:ext cx="2300756" cy="1181573"/>
            </a:xfrm>
            <a:prstGeom prst="roundRect">
              <a:avLst>
                <a:gd name="adj" fmla="val 4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68" name="矩形 367"/>
            <p:cNvSpPr/>
            <p:nvPr/>
          </p:nvSpPr>
          <p:spPr>
            <a:xfrm>
              <a:off x="304800" y="685800"/>
              <a:ext cx="2477183" cy="553805"/>
            </a:xfrm>
            <a:prstGeom prst="rect">
              <a:avLst/>
            </a:prstGeom>
            <a:gradFill>
              <a:gsLst>
                <a:gs pos="0">
                  <a:schemeClr val="accent1">
                    <a:lumMod val="75000"/>
                  </a:schemeClr>
                </a:gs>
                <a:gs pos="100000">
                  <a:schemeClr val="accent1"/>
                </a:gs>
              </a:gsLst>
              <a:path path="circle">
                <a:fillToRect l="100000" t="100000"/>
              </a:path>
            </a:gradFill>
            <a:ln>
              <a:noFill/>
            </a:ln>
            <a:effectLst>
              <a:outerShdw blurRad="469900" dist="139700" dir="5400000" algn="t" rotWithShape="0">
                <a:schemeClr val="accent2">
                  <a:alpha val="2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cs typeface="思源宋体 CN Heavy" panose="02020900000000000000" pitchFamily="18" charset="-122"/>
                </a:rPr>
                <a:t>创新影响</a:t>
              </a:r>
              <a:endParaRPr lang="zh-CN" altLang="en-US" sz="2000" dirty="0">
                <a:solidFill>
                  <a:schemeClr val="bg1"/>
                </a:solidFill>
                <a:latin typeface="+mj-ea"/>
                <a:ea typeface="+mj-ea"/>
                <a:cs typeface="思源宋体 CN Heavy" panose="02020900000000000000" pitchFamily="18" charset="-122"/>
              </a:endParaRPr>
            </a:p>
          </p:txBody>
        </p:sp>
        <p:sp>
          <p:nvSpPr>
            <p:cNvPr id="369" name="矩形: 圆角 368"/>
            <p:cNvSpPr/>
            <p:nvPr/>
          </p:nvSpPr>
          <p:spPr>
            <a:xfrm>
              <a:off x="393013" y="2691927"/>
              <a:ext cx="2300756" cy="1181573"/>
            </a:xfrm>
            <a:prstGeom prst="roundRect">
              <a:avLst>
                <a:gd name="adj" fmla="val 4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0" name="矩形: 圆角 369"/>
            <p:cNvSpPr/>
            <p:nvPr/>
          </p:nvSpPr>
          <p:spPr>
            <a:xfrm>
              <a:off x="393013" y="3974627"/>
              <a:ext cx="2300756" cy="1181573"/>
            </a:xfrm>
            <a:prstGeom prst="roundRect">
              <a:avLst>
                <a:gd name="adj" fmla="val 4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1" name="矩形: 圆角 370"/>
            <p:cNvSpPr/>
            <p:nvPr/>
          </p:nvSpPr>
          <p:spPr>
            <a:xfrm>
              <a:off x="393013" y="5257327"/>
              <a:ext cx="2300756" cy="1181573"/>
            </a:xfrm>
            <a:prstGeom prst="roundRect">
              <a:avLst>
                <a:gd name="adj" fmla="val 4000"/>
              </a:avLst>
            </a:prstGeom>
            <a:solidFill>
              <a:schemeClr val="bg1"/>
            </a:solidFill>
            <a:ln w="9525">
              <a:solidFill>
                <a:schemeClr val="accent1"/>
              </a:solidFill>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91" name="文本框 390"/>
            <p:cNvSpPr txBox="1"/>
            <p:nvPr/>
          </p:nvSpPr>
          <p:spPr>
            <a:xfrm>
              <a:off x="768179" y="5477467"/>
              <a:ext cx="1550424" cy="741293"/>
            </a:xfrm>
            <a:prstGeom prst="rect">
              <a:avLst/>
            </a:prstGeom>
            <a:noFill/>
          </p:spPr>
          <p:txBody>
            <a:bodyPr wrap="none">
              <a:spAutoFit/>
            </a:bodyPr>
            <a:lstStyle/>
            <a:p>
              <a:pPr algn="ctr">
                <a:lnSpc>
                  <a:spcPct val="120000"/>
                </a:lnSpc>
              </a:pPr>
              <a:r>
                <a:rPr lang="zh-CN" altLang="en-US" b="1" i="0" dirty="0">
                  <a:solidFill>
                    <a:srgbClr val="9864B8"/>
                  </a:solidFill>
                  <a:effectLst/>
                  <a:latin typeface="+mj-ea"/>
                  <a:ea typeface="+mj-ea"/>
                  <a:cs typeface="思源宋体 CN Heavy" panose="02020900000000000000" pitchFamily="18" charset="-122"/>
                </a:rPr>
                <a:t>前沿技术融入</a:t>
              </a:r>
              <a:endParaRPr lang="en-US" altLang="zh-CN" b="1" i="0" dirty="0">
                <a:solidFill>
                  <a:srgbClr val="9864B8"/>
                </a:solidFill>
                <a:effectLst/>
                <a:latin typeface="+mj-ea"/>
                <a:ea typeface="+mj-ea"/>
                <a:cs typeface="思源宋体 CN Heavy" panose="02020900000000000000" pitchFamily="18" charset="-122"/>
              </a:endParaRPr>
            </a:p>
            <a:p>
              <a:pPr algn="ctr">
                <a:lnSpc>
                  <a:spcPct val="120000"/>
                </a:lnSpc>
              </a:pPr>
              <a:r>
                <a:rPr lang="zh-CN" altLang="en-US" dirty="0">
                  <a:solidFill>
                    <a:srgbClr val="9864B8"/>
                  </a:solidFill>
                  <a:latin typeface="+mj-ea"/>
                  <a:ea typeface="+mj-ea"/>
                  <a:cs typeface="思源宋体 CN Heavy" panose="02020900000000000000" pitchFamily="18" charset="-122"/>
                </a:rPr>
                <a:t>行业需求匹配</a:t>
              </a:r>
            </a:p>
          </p:txBody>
        </p:sp>
        <p:sp>
          <p:nvSpPr>
            <p:cNvPr id="392" name="文本框 391"/>
            <p:cNvSpPr txBox="1"/>
            <p:nvPr/>
          </p:nvSpPr>
          <p:spPr>
            <a:xfrm>
              <a:off x="768179" y="4194767"/>
              <a:ext cx="1550424" cy="741293"/>
            </a:xfrm>
            <a:prstGeom prst="rect">
              <a:avLst/>
            </a:prstGeom>
            <a:noFill/>
          </p:spPr>
          <p:txBody>
            <a:bodyPr wrap="none">
              <a:spAutoFit/>
            </a:bodyPr>
            <a:lstStyle/>
            <a:p>
              <a:pPr algn="ctr">
                <a:lnSpc>
                  <a:spcPct val="120000"/>
                </a:lnSpc>
              </a:pPr>
              <a:r>
                <a:rPr lang="zh-CN" altLang="en-US" b="1" i="0" dirty="0">
                  <a:solidFill>
                    <a:srgbClr val="9864B8"/>
                  </a:solidFill>
                  <a:effectLst/>
                  <a:latin typeface="+mj-ea"/>
                  <a:ea typeface="+mj-ea"/>
                  <a:cs typeface="思源宋体 CN Heavy" panose="02020900000000000000" pitchFamily="18" charset="-122"/>
                </a:rPr>
                <a:t>行业需求增长</a:t>
              </a:r>
              <a:endParaRPr lang="en-US" altLang="zh-CN" b="1" i="0" dirty="0">
                <a:solidFill>
                  <a:srgbClr val="9864B8"/>
                </a:solidFill>
                <a:effectLst/>
                <a:latin typeface="+mj-ea"/>
                <a:ea typeface="+mj-ea"/>
                <a:cs typeface="思源宋体 CN Heavy" panose="02020900000000000000" pitchFamily="18" charset="-122"/>
              </a:endParaRPr>
            </a:p>
            <a:p>
              <a:pPr algn="ctr">
                <a:lnSpc>
                  <a:spcPct val="120000"/>
                </a:lnSpc>
              </a:pPr>
              <a:r>
                <a:rPr lang="zh-CN" altLang="en-US" b="1" i="0" dirty="0">
                  <a:solidFill>
                    <a:srgbClr val="9864B8"/>
                  </a:solidFill>
                  <a:effectLst/>
                  <a:latin typeface="+mj-ea"/>
                  <a:ea typeface="+mj-ea"/>
                  <a:cs typeface="思源宋体 CN Heavy" panose="02020900000000000000" pitchFamily="18" charset="-122"/>
                </a:rPr>
                <a:t>缓解人才短缺</a:t>
              </a:r>
              <a:endParaRPr lang="zh-CN" altLang="en-US" dirty="0">
                <a:solidFill>
                  <a:srgbClr val="9864B8"/>
                </a:solidFill>
                <a:latin typeface="+mj-ea"/>
                <a:ea typeface="+mj-ea"/>
                <a:cs typeface="思源宋体 CN Heavy" panose="02020900000000000000" pitchFamily="18" charset="-122"/>
              </a:endParaRPr>
            </a:p>
          </p:txBody>
        </p:sp>
        <p:sp>
          <p:nvSpPr>
            <p:cNvPr id="393" name="文本框 392"/>
            <p:cNvSpPr txBox="1"/>
            <p:nvPr/>
          </p:nvSpPr>
          <p:spPr>
            <a:xfrm>
              <a:off x="490402" y="2912067"/>
              <a:ext cx="2105978" cy="741293"/>
            </a:xfrm>
            <a:prstGeom prst="rect">
              <a:avLst/>
            </a:prstGeom>
            <a:noFill/>
          </p:spPr>
          <p:txBody>
            <a:bodyPr wrap="square">
              <a:noAutofit/>
            </a:bodyPr>
            <a:lstStyle/>
            <a:p>
              <a:pPr algn="ctr">
                <a:lnSpc>
                  <a:spcPct val="120000"/>
                </a:lnSpc>
              </a:pPr>
              <a:r>
                <a:rPr lang="zh-CN" altLang="en-US" b="1" i="0" dirty="0">
                  <a:solidFill>
                    <a:srgbClr val="9864B8"/>
                  </a:solidFill>
                  <a:effectLst/>
                  <a:latin typeface="+mj-ea"/>
                  <a:ea typeface="+mj-ea"/>
                  <a:cs typeface="思源宋体 CN Heavy" panose="02020900000000000000" pitchFamily="18" charset="-122"/>
                </a:rPr>
                <a:t>就业方向多样化</a:t>
              </a:r>
              <a:endParaRPr lang="en-US" altLang="zh-CN" b="1" i="0" dirty="0">
                <a:solidFill>
                  <a:srgbClr val="9864B8"/>
                </a:solidFill>
                <a:effectLst/>
                <a:latin typeface="+mj-ea"/>
                <a:ea typeface="+mj-ea"/>
                <a:cs typeface="思源宋体 CN Heavy" panose="02020900000000000000" pitchFamily="18" charset="-122"/>
              </a:endParaRPr>
            </a:p>
            <a:p>
              <a:pPr algn="ctr">
                <a:lnSpc>
                  <a:spcPct val="120000"/>
                </a:lnSpc>
              </a:pPr>
              <a:r>
                <a:rPr lang="zh-CN" altLang="en-US" dirty="0">
                  <a:solidFill>
                    <a:srgbClr val="9864B8"/>
                  </a:solidFill>
                  <a:latin typeface="+mj-ea"/>
                  <a:ea typeface="+mj-ea"/>
                  <a:cs typeface="思源宋体 CN Heavy" panose="02020900000000000000" pitchFamily="18" charset="-122"/>
                </a:rPr>
                <a:t>职业发展路径清晰</a:t>
              </a:r>
            </a:p>
          </p:txBody>
        </p:sp>
        <p:sp>
          <p:nvSpPr>
            <p:cNvPr id="394" name="文本框 393"/>
            <p:cNvSpPr txBox="1"/>
            <p:nvPr/>
          </p:nvSpPr>
          <p:spPr>
            <a:xfrm>
              <a:off x="548694" y="1629367"/>
              <a:ext cx="1989395" cy="741293"/>
            </a:xfrm>
            <a:prstGeom prst="rect">
              <a:avLst/>
            </a:prstGeom>
            <a:noFill/>
          </p:spPr>
          <p:txBody>
            <a:bodyPr wrap="square">
              <a:spAutoFit/>
            </a:bodyPr>
            <a:lstStyle/>
            <a:p>
              <a:pPr algn="ctr">
                <a:lnSpc>
                  <a:spcPct val="120000"/>
                </a:lnSpc>
              </a:pPr>
              <a:r>
                <a:rPr lang="zh-CN" altLang="en-US" b="1" i="0" dirty="0">
                  <a:solidFill>
                    <a:srgbClr val="9864B8"/>
                  </a:solidFill>
                  <a:effectLst/>
                  <a:latin typeface="+mj-ea"/>
                  <a:ea typeface="+mj-ea"/>
                  <a:cs typeface="思源宋体 CN Heavy" panose="02020900000000000000" pitchFamily="18" charset="-122"/>
                </a:rPr>
                <a:t>产教融合项目驱动</a:t>
              </a:r>
              <a:endParaRPr lang="en-US" altLang="zh-CN" b="1" i="0" dirty="0">
                <a:solidFill>
                  <a:srgbClr val="9864B8"/>
                </a:solidFill>
                <a:effectLst/>
                <a:latin typeface="+mj-ea"/>
                <a:ea typeface="+mj-ea"/>
                <a:cs typeface="思源宋体 CN Heavy" panose="02020900000000000000" pitchFamily="18" charset="-122"/>
              </a:endParaRPr>
            </a:p>
            <a:p>
              <a:pPr algn="ctr">
                <a:lnSpc>
                  <a:spcPct val="120000"/>
                </a:lnSpc>
              </a:pPr>
              <a:r>
                <a:rPr lang="zh-CN" altLang="en-US" dirty="0">
                  <a:solidFill>
                    <a:srgbClr val="9864B8"/>
                  </a:solidFill>
                  <a:latin typeface="+mj-ea"/>
                  <a:ea typeface="+mj-ea"/>
                  <a:cs typeface="思源宋体 CN Heavy" panose="02020900000000000000" pitchFamily="18" charset="-122"/>
                </a:rPr>
                <a:t>多元化评价体系</a:t>
              </a:r>
            </a:p>
          </p:txBody>
        </p:sp>
      </p:grpSp>
      <p:grpSp>
        <p:nvGrpSpPr>
          <p:cNvPr id="406" name="组合 405"/>
          <p:cNvGrpSpPr/>
          <p:nvPr/>
        </p:nvGrpSpPr>
        <p:grpSpPr>
          <a:xfrm>
            <a:off x="8235262" y="685800"/>
            <a:ext cx="3651937" cy="5829300"/>
            <a:chOff x="8235262" y="685800"/>
            <a:chExt cx="3651937" cy="5829300"/>
          </a:xfrm>
        </p:grpSpPr>
        <p:sp>
          <p:nvSpPr>
            <p:cNvPr id="373" name="矩形: 圆角 372"/>
            <p:cNvSpPr/>
            <p:nvPr/>
          </p:nvSpPr>
          <p:spPr>
            <a:xfrm>
              <a:off x="8235262" y="685800"/>
              <a:ext cx="3651937" cy="1333500"/>
            </a:xfrm>
            <a:prstGeom prst="roundRect">
              <a:avLst>
                <a:gd name="adj" fmla="val 4000"/>
              </a:avLst>
            </a:prstGeom>
            <a:solidFill>
              <a:srgbClr val="F8F4FA"/>
            </a:solidFill>
            <a:ln w="9525">
              <a:solidFill>
                <a:schemeClr val="accent1"/>
              </a:solidFill>
              <a:prstDash val="lgDash"/>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4" name="矩形: 圆角 373"/>
            <p:cNvSpPr/>
            <p:nvPr/>
          </p:nvSpPr>
          <p:spPr>
            <a:xfrm>
              <a:off x="8235262" y="5181600"/>
              <a:ext cx="3651937" cy="1333500"/>
            </a:xfrm>
            <a:prstGeom prst="roundRect">
              <a:avLst>
                <a:gd name="adj" fmla="val 4000"/>
              </a:avLst>
            </a:prstGeom>
            <a:solidFill>
              <a:srgbClr val="F8F4FA"/>
            </a:solidFill>
            <a:ln w="9525">
              <a:solidFill>
                <a:schemeClr val="accent1"/>
              </a:solidFill>
              <a:prstDash val="lgDash"/>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5" name="矩形: 圆角 374"/>
            <p:cNvSpPr/>
            <p:nvPr/>
          </p:nvSpPr>
          <p:spPr>
            <a:xfrm>
              <a:off x="8235262" y="3683000"/>
              <a:ext cx="3651937" cy="1333500"/>
            </a:xfrm>
            <a:prstGeom prst="roundRect">
              <a:avLst>
                <a:gd name="adj" fmla="val 4000"/>
              </a:avLst>
            </a:prstGeom>
            <a:solidFill>
              <a:srgbClr val="F8F4FA"/>
            </a:solidFill>
            <a:ln w="9525">
              <a:solidFill>
                <a:schemeClr val="accent1"/>
              </a:solidFill>
              <a:prstDash val="lgDash"/>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sp>
          <p:nvSpPr>
            <p:cNvPr id="376" name="矩形: 圆角 375"/>
            <p:cNvSpPr/>
            <p:nvPr/>
          </p:nvSpPr>
          <p:spPr>
            <a:xfrm>
              <a:off x="8235262" y="2184400"/>
              <a:ext cx="3651937" cy="1333500"/>
            </a:xfrm>
            <a:prstGeom prst="roundRect">
              <a:avLst>
                <a:gd name="adj" fmla="val 4000"/>
              </a:avLst>
            </a:prstGeom>
            <a:solidFill>
              <a:srgbClr val="F8F4FA"/>
            </a:solidFill>
            <a:ln w="9525">
              <a:solidFill>
                <a:schemeClr val="accent1"/>
              </a:solidFill>
              <a:prstDash val="lgDash"/>
              <a:miter lim="400000"/>
            </a:ln>
            <a:effectLst>
              <a:outerShdw blurRad="190500" dist="63500" dir="5400000" algn="ctr" rotWithShape="0">
                <a:schemeClr val="accent1">
                  <a:alpha val="13000"/>
                </a:schemeClr>
              </a:outerShdw>
            </a:effectLst>
          </p:spPr>
          <p:txBody>
            <a:bodyPr lIns="15844" tIns="15844" rIns="15844" bIns="15844" anchor="ctr"/>
            <a:lstStyle/>
            <a:p>
              <a:pPr defTabSz="309880"/>
              <a:endParaRPr lang="zh-CN" altLang="en-US" sz="1000" dirty="0">
                <a:solidFill>
                  <a:srgbClr val="FFFFFF"/>
                </a:solidFill>
                <a:latin typeface="+mj-ea"/>
                <a:ea typeface="+mj-ea"/>
                <a:cs typeface="思源宋体 CN Heavy" panose="02020900000000000000" pitchFamily="18" charset="-122"/>
              </a:endParaRPr>
            </a:p>
          </p:txBody>
        </p:sp>
        <p:pic>
          <p:nvPicPr>
            <p:cNvPr id="350" name="图片 349"/>
            <p:cNvPicPr/>
            <p:nvPr/>
          </p:nvPicPr>
          <p:blipFill>
            <a:blip r:embed="rId2" cstate="print">
              <a:extLst>
                <a:ext uri="{28A0092B-C50C-407E-A947-70E740481C1C}">
                  <a14:useLocalDpi xmlns:a14="http://schemas.microsoft.com/office/drawing/2010/main" val="0"/>
                </a:ext>
              </a:extLst>
            </a:blip>
            <a:stretch>
              <a:fillRect/>
            </a:stretch>
          </p:blipFill>
          <p:spPr>
            <a:xfrm>
              <a:off x="10115550" y="3758964"/>
              <a:ext cx="1695450" cy="1181573"/>
            </a:xfrm>
            <a:prstGeom prst="roundRect">
              <a:avLst>
                <a:gd name="adj" fmla="val 4000"/>
              </a:avLst>
            </a:prstGeom>
            <a:ln>
              <a:solidFill>
                <a:schemeClr val="accent1"/>
              </a:solidFill>
            </a:ln>
          </p:spPr>
        </p:pic>
        <p:pic>
          <p:nvPicPr>
            <p:cNvPr id="351" name="图片 350"/>
            <p:cNvPicPr/>
            <p:nvPr/>
          </p:nvPicPr>
          <p:blipFill>
            <a:blip r:embed="rId3" cstate="print">
              <a:extLst>
                <a:ext uri="{28A0092B-C50C-407E-A947-70E740481C1C}">
                  <a14:useLocalDpi xmlns:a14="http://schemas.microsoft.com/office/drawing/2010/main" val="0"/>
                </a:ext>
              </a:extLst>
            </a:blip>
            <a:stretch>
              <a:fillRect/>
            </a:stretch>
          </p:blipFill>
          <p:spPr>
            <a:xfrm>
              <a:off x="10115550" y="2260364"/>
              <a:ext cx="1695450" cy="1181573"/>
            </a:xfrm>
            <a:prstGeom prst="roundRect">
              <a:avLst>
                <a:gd name="adj" fmla="val 4000"/>
              </a:avLst>
            </a:prstGeom>
            <a:ln>
              <a:solidFill>
                <a:schemeClr val="accent1"/>
              </a:solidFill>
            </a:ln>
          </p:spPr>
        </p:pic>
        <p:pic>
          <p:nvPicPr>
            <p:cNvPr id="352" name="图片 351"/>
            <p:cNvPicPr/>
            <p:nvPr/>
          </p:nvPicPr>
          <p:blipFill>
            <a:blip r:embed="rId4" cstate="print">
              <a:extLst>
                <a:ext uri="{BEBA8EAE-BF5A-486C-A8C5-ECC9F3942E4B}">
                  <a14:imgProps xmlns:a14="http://schemas.microsoft.com/office/drawing/2010/main">
                    <a14:imgLayer r:embed="rId5">
                      <a14:imgEffect>
                        <a14:artisticBlur/>
                      </a14:imgEffect>
                    </a14:imgLayer>
                  </a14:imgProps>
                </a:ext>
                <a:ext uri="{28A0092B-C50C-407E-A947-70E740481C1C}">
                  <a14:useLocalDpi xmlns:a14="http://schemas.microsoft.com/office/drawing/2010/main" val="0"/>
                </a:ext>
              </a:extLst>
            </a:blip>
            <a:stretch>
              <a:fillRect/>
            </a:stretch>
          </p:blipFill>
          <p:spPr>
            <a:xfrm>
              <a:off x="10115550" y="761764"/>
              <a:ext cx="1695450" cy="1181573"/>
            </a:xfrm>
            <a:prstGeom prst="roundRect">
              <a:avLst>
                <a:gd name="adj" fmla="val 4000"/>
              </a:avLst>
            </a:prstGeom>
            <a:ln>
              <a:solidFill>
                <a:schemeClr val="accent1"/>
              </a:solidFill>
            </a:ln>
          </p:spPr>
        </p:pic>
        <p:pic>
          <p:nvPicPr>
            <p:cNvPr id="353" name="图片 352"/>
            <p:cNvPicPr/>
            <p:nvPr/>
          </p:nvPicPr>
          <p:blipFill>
            <a:blip r:embed="rId6" cstate="print">
              <a:extLst>
                <a:ext uri="{BEBA8EAE-BF5A-486C-A8C5-ECC9F3942E4B}">
                  <a14:imgProps xmlns:a14="http://schemas.microsoft.com/office/drawing/2010/main">
                    <a14:imgLayer r:embed="rId7">
                      <a14:imgEffect>
                        <a14:artisticBlur/>
                      </a14:imgEffect>
                    </a14:imgLayer>
                  </a14:imgProps>
                </a:ext>
                <a:ext uri="{28A0092B-C50C-407E-A947-70E740481C1C}">
                  <a14:useLocalDpi xmlns:a14="http://schemas.microsoft.com/office/drawing/2010/main" val="0"/>
                </a:ext>
              </a:extLst>
            </a:blip>
            <a:stretch>
              <a:fillRect/>
            </a:stretch>
          </p:blipFill>
          <p:spPr>
            <a:xfrm>
              <a:off x="10115550" y="5257564"/>
              <a:ext cx="1695450" cy="1181573"/>
            </a:xfrm>
            <a:prstGeom prst="roundRect">
              <a:avLst>
                <a:gd name="adj" fmla="val 4000"/>
              </a:avLst>
            </a:prstGeom>
            <a:ln>
              <a:solidFill>
                <a:schemeClr val="accent1"/>
              </a:solidFill>
            </a:ln>
          </p:spPr>
        </p:pic>
        <p:sp>
          <p:nvSpPr>
            <p:cNvPr id="400" name="文本框 399"/>
            <p:cNvSpPr txBox="1"/>
            <p:nvPr/>
          </p:nvSpPr>
          <p:spPr>
            <a:xfrm>
              <a:off x="8350723" y="815704"/>
              <a:ext cx="1611339" cy="1073692"/>
            </a:xfrm>
            <a:prstGeom prst="rect">
              <a:avLst/>
            </a:prstGeom>
            <a:noFill/>
          </p:spPr>
          <p:txBody>
            <a:bodyPr wrap="none">
              <a:spAutoFit/>
            </a:bodyPr>
            <a:lstStyle/>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智能制造</a:t>
              </a:r>
              <a:endParaRPr lang="en-US" altLang="zh-CN" b="0" i="0" dirty="0">
                <a:solidFill>
                  <a:schemeClr val="tx1">
                    <a:lumMod val="75000"/>
                    <a:lumOff val="25000"/>
                  </a:schemeClr>
                </a:solidFill>
                <a:effectLst/>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人工智能</a:t>
              </a:r>
              <a:endParaRPr lang="en-US" altLang="zh-CN" dirty="0">
                <a:solidFill>
                  <a:schemeClr val="tx1">
                    <a:lumMod val="75000"/>
                    <a:lumOff val="25000"/>
                  </a:schemeClr>
                </a:solidFill>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工业互联网</a:t>
              </a:r>
              <a:endParaRPr lang="zh-CN" altLang="en-US" dirty="0">
                <a:solidFill>
                  <a:schemeClr val="tx1">
                    <a:lumMod val="75000"/>
                    <a:lumOff val="25000"/>
                  </a:schemeClr>
                </a:solidFill>
                <a:latin typeface="+mj-ea"/>
                <a:ea typeface="+mj-ea"/>
                <a:cs typeface="思源宋体 CN Heavy" panose="02020900000000000000" pitchFamily="18" charset="-122"/>
              </a:endParaRPr>
            </a:p>
          </p:txBody>
        </p:sp>
        <p:sp>
          <p:nvSpPr>
            <p:cNvPr id="401" name="文本框 400"/>
            <p:cNvSpPr txBox="1"/>
            <p:nvPr/>
          </p:nvSpPr>
          <p:spPr>
            <a:xfrm>
              <a:off x="8350723" y="2314304"/>
              <a:ext cx="1611339" cy="1073692"/>
            </a:xfrm>
            <a:prstGeom prst="rect">
              <a:avLst/>
            </a:prstGeom>
            <a:noFill/>
          </p:spPr>
          <p:txBody>
            <a:bodyPr wrap="none">
              <a:spAutoFit/>
            </a:bodyPr>
            <a:lstStyle/>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智能制造</a:t>
              </a:r>
              <a:endParaRPr lang="en-US" altLang="zh-CN" b="0" i="0" dirty="0">
                <a:solidFill>
                  <a:schemeClr val="tx1">
                    <a:lumMod val="75000"/>
                    <a:lumOff val="25000"/>
                  </a:schemeClr>
                </a:solidFill>
                <a:effectLst/>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人工智能</a:t>
              </a:r>
              <a:endParaRPr lang="en-US" altLang="zh-CN" dirty="0">
                <a:solidFill>
                  <a:schemeClr val="tx1">
                    <a:lumMod val="75000"/>
                    <a:lumOff val="25000"/>
                  </a:schemeClr>
                </a:solidFill>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工业互联网</a:t>
              </a:r>
              <a:endParaRPr lang="zh-CN" altLang="en-US" dirty="0">
                <a:solidFill>
                  <a:schemeClr val="tx1">
                    <a:lumMod val="75000"/>
                    <a:lumOff val="25000"/>
                  </a:schemeClr>
                </a:solidFill>
                <a:latin typeface="+mj-ea"/>
                <a:ea typeface="+mj-ea"/>
                <a:cs typeface="思源宋体 CN Heavy" panose="02020900000000000000" pitchFamily="18" charset="-122"/>
              </a:endParaRPr>
            </a:p>
          </p:txBody>
        </p:sp>
        <p:sp>
          <p:nvSpPr>
            <p:cNvPr id="402" name="文本框 401"/>
            <p:cNvSpPr txBox="1"/>
            <p:nvPr/>
          </p:nvSpPr>
          <p:spPr>
            <a:xfrm>
              <a:off x="8350723" y="3812904"/>
              <a:ext cx="1611339" cy="1073692"/>
            </a:xfrm>
            <a:prstGeom prst="rect">
              <a:avLst/>
            </a:prstGeom>
            <a:noFill/>
          </p:spPr>
          <p:txBody>
            <a:bodyPr wrap="none">
              <a:spAutoFit/>
            </a:bodyPr>
            <a:lstStyle/>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智能制造</a:t>
              </a:r>
              <a:endParaRPr lang="en-US" altLang="zh-CN" b="0" i="0" dirty="0">
                <a:solidFill>
                  <a:schemeClr val="tx1">
                    <a:lumMod val="75000"/>
                    <a:lumOff val="25000"/>
                  </a:schemeClr>
                </a:solidFill>
                <a:effectLst/>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人工智能</a:t>
              </a:r>
              <a:endParaRPr lang="en-US" altLang="zh-CN" dirty="0">
                <a:solidFill>
                  <a:schemeClr val="tx1">
                    <a:lumMod val="75000"/>
                    <a:lumOff val="25000"/>
                  </a:schemeClr>
                </a:solidFill>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工业互联网</a:t>
              </a:r>
              <a:endParaRPr lang="zh-CN" altLang="en-US" dirty="0">
                <a:solidFill>
                  <a:schemeClr val="tx1">
                    <a:lumMod val="75000"/>
                    <a:lumOff val="25000"/>
                  </a:schemeClr>
                </a:solidFill>
                <a:latin typeface="+mj-ea"/>
                <a:ea typeface="+mj-ea"/>
                <a:cs typeface="思源宋体 CN Heavy" panose="02020900000000000000" pitchFamily="18" charset="-122"/>
              </a:endParaRPr>
            </a:p>
          </p:txBody>
        </p:sp>
        <p:sp>
          <p:nvSpPr>
            <p:cNvPr id="403" name="文本框 402"/>
            <p:cNvSpPr txBox="1"/>
            <p:nvPr/>
          </p:nvSpPr>
          <p:spPr>
            <a:xfrm>
              <a:off x="8350723" y="5311504"/>
              <a:ext cx="1611339" cy="1073692"/>
            </a:xfrm>
            <a:prstGeom prst="rect">
              <a:avLst/>
            </a:prstGeom>
            <a:noFill/>
          </p:spPr>
          <p:txBody>
            <a:bodyPr wrap="none">
              <a:spAutoFit/>
            </a:bodyPr>
            <a:lstStyle/>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智能制造</a:t>
              </a:r>
              <a:endParaRPr lang="en-US" altLang="zh-CN" b="0" i="0" dirty="0">
                <a:solidFill>
                  <a:schemeClr val="tx1">
                    <a:lumMod val="75000"/>
                    <a:lumOff val="25000"/>
                  </a:schemeClr>
                </a:solidFill>
                <a:effectLst/>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人工智能</a:t>
              </a:r>
              <a:endParaRPr lang="en-US" altLang="zh-CN" dirty="0">
                <a:solidFill>
                  <a:schemeClr val="tx1">
                    <a:lumMod val="75000"/>
                    <a:lumOff val="25000"/>
                  </a:schemeClr>
                </a:solidFill>
                <a:latin typeface="+mj-ea"/>
                <a:ea typeface="+mj-ea"/>
                <a:cs typeface="思源宋体 CN Heavy" panose="02020900000000000000" pitchFamily="18" charset="-122"/>
              </a:endParaRPr>
            </a:p>
            <a:p>
              <a:pPr marL="285750" indent="-285750">
                <a:lnSpc>
                  <a:spcPct val="120000"/>
                </a:lnSpc>
                <a:buFont typeface="思源宋体 CN Heavy" panose="02020900000000000000" pitchFamily="18" charset="-122"/>
                <a:buChar char="•"/>
              </a:pPr>
              <a:r>
                <a:rPr lang="zh-CN" altLang="en-US" b="0" i="0" dirty="0">
                  <a:solidFill>
                    <a:schemeClr val="tx1">
                      <a:lumMod val="75000"/>
                      <a:lumOff val="25000"/>
                    </a:schemeClr>
                  </a:solidFill>
                  <a:effectLst/>
                  <a:latin typeface="+mj-ea"/>
                  <a:ea typeface="+mj-ea"/>
                  <a:cs typeface="思源宋体 CN Heavy" panose="02020900000000000000" pitchFamily="18" charset="-122"/>
                </a:rPr>
                <a:t>工业互联网</a:t>
              </a:r>
              <a:endParaRPr lang="zh-CN" altLang="en-US" dirty="0">
                <a:solidFill>
                  <a:schemeClr val="tx1">
                    <a:lumMod val="75000"/>
                    <a:lumOff val="25000"/>
                  </a:schemeClr>
                </a:solidFill>
                <a:latin typeface="+mj-ea"/>
                <a:ea typeface="+mj-ea"/>
                <a:cs typeface="思源宋体 CN Heavy" panose="02020900000000000000" pitchFamily="18" charset="-122"/>
              </a:endParaRPr>
            </a:p>
          </p:txBody>
        </p:sp>
      </p:grpSp>
      <p:sp>
        <p:nvSpPr>
          <p:cNvPr id="404" name="箭头: 五边形 403"/>
          <p:cNvSpPr/>
          <p:nvPr/>
        </p:nvSpPr>
        <p:spPr>
          <a:xfrm rot="5400000">
            <a:off x="4983020" y="3335482"/>
            <a:ext cx="5829301" cy="52994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zh-CN" altLang="en-US">
                <a:latin typeface="+mj-ea"/>
                <a:ea typeface="+mj-ea"/>
                <a:cs typeface="思源宋体 CN Heavy" panose="02020900000000000000" pitchFamily="18" charset="-122"/>
              </a:rPr>
              <a:t>为学生未来的职业发展奠定了坚实的基础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05"/>
                                        </p:tgtEl>
                                        <p:attrNameLst>
                                          <p:attrName>style.visibility</p:attrName>
                                        </p:attrNameLst>
                                      </p:cBhvr>
                                      <p:to>
                                        <p:strVal val="visible"/>
                                      </p:to>
                                    </p:set>
                                    <p:animEffect transition="in" filter="fade">
                                      <p:cBhvr>
                                        <p:cTn id="7" dur="750"/>
                                        <p:tgtEl>
                                          <p:spTgt spid="405"/>
                                        </p:tgtEl>
                                      </p:cBhvr>
                                    </p:animEffect>
                                    <p:anim calcmode="lin" valueType="num">
                                      <p:cBhvr>
                                        <p:cTn id="8" dur="750" fill="hold"/>
                                        <p:tgtEl>
                                          <p:spTgt spid="405"/>
                                        </p:tgtEl>
                                        <p:attrNameLst>
                                          <p:attrName>ppt_x</p:attrName>
                                        </p:attrNameLst>
                                      </p:cBhvr>
                                      <p:tavLst>
                                        <p:tav tm="0">
                                          <p:val>
                                            <p:strVal val="#ppt_x"/>
                                          </p:val>
                                        </p:tav>
                                        <p:tav tm="100000">
                                          <p:val>
                                            <p:strVal val="#ppt_x"/>
                                          </p:val>
                                        </p:tav>
                                      </p:tavLst>
                                    </p:anim>
                                    <p:anim calcmode="lin" valueType="num">
                                      <p:cBhvr>
                                        <p:cTn id="9" dur="750" fill="hold"/>
                                        <p:tgtEl>
                                          <p:spTgt spid="40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408"/>
                                        </p:tgtEl>
                                        <p:attrNameLst>
                                          <p:attrName>style.visibility</p:attrName>
                                        </p:attrNameLst>
                                      </p:cBhvr>
                                      <p:to>
                                        <p:strVal val="visible"/>
                                      </p:to>
                                    </p:set>
                                    <p:animEffect transition="in" filter="fade">
                                      <p:cBhvr>
                                        <p:cTn id="17" dur="750"/>
                                        <p:tgtEl>
                                          <p:spTgt spid="408"/>
                                        </p:tgtEl>
                                      </p:cBhvr>
                                    </p:animEffect>
                                    <p:anim calcmode="lin" valueType="num">
                                      <p:cBhvr>
                                        <p:cTn id="18" dur="750" fill="hold"/>
                                        <p:tgtEl>
                                          <p:spTgt spid="408"/>
                                        </p:tgtEl>
                                        <p:attrNameLst>
                                          <p:attrName>ppt_x</p:attrName>
                                        </p:attrNameLst>
                                      </p:cBhvr>
                                      <p:tavLst>
                                        <p:tav tm="0">
                                          <p:val>
                                            <p:strVal val="#ppt_x"/>
                                          </p:val>
                                        </p:tav>
                                        <p:tav tm="100000">
                                          <p:val>
                                            <p:strVal val="#ppt_x"/>
                                          </p:val>
                                        </p:tav>
                                      </p:tavLst>
                                    </p:anim>
                                    <p:anim calcmode="lin" valueType="num">
                                      <p:cBhvr>
                                        <p:cTn id="19" dur="750" fill="hold"/>
                                        <p:tgtEl>
                                          <p:spTgt spid="40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22" presetClass="entr" presetSubtype="8" fill="hold" nodeType="afterEffect">
                                  <p:stCondLst>
                                    <p:cond delay="0"/>
                                  </p:stCondLst>
                                  <p:childTnLst>
                                    <p:set>
                                      <p:cBhvr>
                                        <p:cTn id="22" dur="1" fill="hold">
                                          <p:stCondLst>
                                            <p:cond delay="0"/>
                                          </p:stCondLst>
                                        </p:cTn>
                                        <p:tgtEl>
                                          <p:spTgt spid="407"/>
                                        </p:tgtEl>
                                        <p:attrNameLst>
                                          <p:attrName>style.visibility</p:attrName>
                                        </p:attrNameLst>
                                      </p:cBhvr>
                                      <p:to>
                                        <p:strVal val="visible"/>
                                      </p:to>
                                    </p:set>
                                    <p:animEffect transition="in" filter="wipe(left)">
                                      <p:cBhvr>
                                        <p:cTn id="23" dur="500"/>
                                        <p:tgtEl>
                                          <p:spTgt spid="407"/>
                                        </p:tgtEl>
                                      </p:cBhvr>
                                    </p:animEffect>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404"/>
                                        </p:tgtEl>
                                        <p:attrNameLst>
                                          <p:attrName>style.visibility</p:attrName>
                                        </p:attrNameLst>
                                      </p:cBhvr>
                                      <p:to>
                                        <p:strVal val="visible"/>
                                      </p:to>
                                    </p:set>
                                    <p:animEffect transition="in" filter="wipe(up)">
                                      <p:cBhvr>
                                        <p:cTn id="27" dur="750"/>
                                        <p:tgtEl>
                                          <p:spTgt spid="404"/>
                                        </p:tgtEl>
                                      </p:cBhvr>
                                    </p:animEffect>
                                  </p:childTnLst>
                                </p:cTn>
                              </p:par>
                              <p:par>
                                <p:cTn id="28" presetID="22" presetClass="entr" presetSubtype="8" fill="hold" nodeType="withEffect">
                                  <p:stCondLst>
                                    <p:cond delay="0"/>
                                  </p:stCondLst>
                                  <p:childTnLst>
                                    <p:set>
                                      <p:cBhvr>
                                        <p:cTn id="29" dur="1" fill="hold">
                                          <p:stCondLst>
                                            <p:cond delay="0"/>
                                          </p:stCondLst>
                                        </p:cTn>
                                        <p:tgtEl>
                                          <p:spTgt spid="406"/>
                                        </p:tgtEl>
                                        <p:attrNameLst>
                                          <p:attrName>style.visibility</p:attrName>
                                        </p:attrNameLst>
                                      </p:cBhvr>
                                      <p:to>
                                        <p:strVal val="visible"/>
                                      </p:to>
                                    </p:set>
                                    <p:animEffect transition="in" filter="wipe(left)">
                                      <p:cBhvr>
                                        <p:cTn id="30" dur="500"/>
                                        <p:tgtEl>
                                          <p:spTgt spid="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851760" y="549275"/>
            <a:ext cx="4901000" cy="3641725"/>
            <a:chOff x="6851760" y="549275"/>
            <a:chExt cx="4901000" cy="3641725"/>
          </a:xfrm>
        </p:grpSpPr>
        <p:sp>
          <p:nvSpPr>
            <p:cNvPr id="66" name="幻云PPT-演示军团29"/>
            <p:cNvSpPr/>
            <p:nvPr>
              <p:custDataLst>
                <p:tags r:id="rId18"/>
              </p:custDataLst>
            </p:nvPr>
          </p:nvSpPr>
          <p:spPr>
            <a:xfrm>
              <a:off x="9364337" y="2076245"/>
              <a:ext cx="2388423" cy="537643"/>
            </a:xfrm>
            <a:prstGeom prst="roundRect">
              <a:avLst/>
            </a:prstGeom>
            <a:solidFill>
              <a:schemeClr val="accent3">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74" name="幻云PPT-演示军团29"/>
            <p:cNvSpPr/>
            <p:nvPr>
              <p:custDataLst>
                <p:tags r:id="rId19"/>
              </p:custDataLst>
            </p:nvPr>
          </p:nvSpPr>
          <p:spPr>
            <a:xfrm flipH="1">
              <a:off x="9364336" y="857045"/>
              <a:ext cx="2388423" cy="537643"/>
            </a:xfrm>
            <a:prstGeom prst="roundRect">
              <a:avLst/>
            </a:prstGeom>
            <a:solidFill>
              <a:schemeClr val="accent3">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76" name="幻云PPT-演示军团29"/>
            <p:cNvSpPr/>
            <p:nvPr>
              <p:custDataLst>
                <p:tags r:id="rId20"/>
              </p:custDataLst>
            </p:nvPr>
          </p:nvSpPr>
          <p:spPr>
            <a:xfrm flipH="1">
              <a:off x="9364336" y="3295445"/>
              <a:ext cx="2388423" cy="537643"/>
            </a:xfrm>
            <a:prstGeom prst="roundRect">
              <a:avLst/>
            </a:prstGeom>
            <a:solidFill>
              <a:schemeClr val="accent3">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12" name="泪滴形 11"/>
            <p:cNvSpPr/>
            <p:nvPr/>
          </p:nvSpPr>
          <p:spPr>
            <a:xfrm rot="13500000">
              <a:off x="6904896" y="589855"/>
              <a:ext cx="3404151" cy="3510424"/>
            </a:xfrm>
            <a:prstGeom prst="teardrop">
              <a:avLst/>
            </a:prstGeom>
            <a:solidFill>
              <a:schemeClr val="accent3"/>
            </a:solidFill>
            <a:ln w="152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1" name="幻云PPT-演示军团28"/>
            <p:cNvSpPr txBox="1"/>
            <p:nvPr>
              <p:custDataLst>
                <p:tags r:id="rId21"/>
              </p:custDataLst>
            </p:nvPr>
          </p:nvSpPr>
          <p:spPr>
            <a:xfrm flipH="1">
              <a:off x="10515703" y="2185022"/>
              <a:ext cx="1173655"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3">
                      <a:lumMod val="75000"/>
                    </a:schemeClr>
                  </a:solidFill>
                  <a:latin typeface="+mj-ea"/>
                  <a:ea typeface="+mj-ea"/>
                  <a:cs typeface="OPPOSans R" panose="00020600040101010101" pitchFamily="18" charset="-122"/>
                </a:rPr>
                <a:t>交互式讲解</a:t>
              </a:r>
            </a:p>
          </p:txBody>
        </p:sp>
        <p:sp>
          <p:nvSpPr>
            <p:cNvPr id="73" name="幻云PPT-演示军团28"/>
            <p:cNvSpPr txBox="1"/>
            <p:nvPr>
              <p:custDataLst>
                <p:tags r:id="rId22"/>
              </p:custDataLst>
            </p:nvPr>
          </p:nvSpPr>
          <p:spPr>
            <a:xfrm flipH="1">
              <a:off x="10165064" y="980920"/>
              <a:ext cx="1584024"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3">
                      <a:lumMod val="75000"/>
                    </a:schemeClr>
                  </a:solidFill>
                  <a:latin typeface="+mj-ea"/>
                  <a:ea typeface="+mj-ea"/>
                  <a:cs typeface="OPPOSans R" panose="00020600040101010101" pitchFamily="18" charset="-122"/>
                </a:rPr>
                <a:t>忽略定义域限制</a:t>
              </a:r>
            </a:p>
          </p:txBody>
        </p:sp>
        <p:sp>
          <p:nvSpPr>
            <p:cNvPr id="75" name="幻云PPT-演示军团28"/>
            <p:cNvSpPr txBox="1"/>
            <p:nvPr>
              <p:custDataLst>
                <p:tags r:id="rId23"/>
              </p:custDataLst>
            </p:nvPr>
          </p:nvSpPr>
          <p:spPr>
            <a:xfrm flipH="1">
              <a:off x="9959879" y="3404222"/>
              <a:ext cx="1789209"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3">
                      <a:lumMod val="75000"/>
                    </a:schemeClr>
                  </a:solidFill>
                  <a:latin typeface="+mj-ea"/>
                  <a:ea typeface="+mj-ea"/>
                  <a:cs typeface="OPPOSans R" panose="00020600040101010101" pitchFamily="18" charset="-122"/>
                </a:rPr>
                <a:t>二次函数最值应用</a:t>
              </a:r>
            </a:p>
          </p:txBody>
        </p:sp>
        <p:sp>
          <p:nvSpPr>
            <p:cNvPr id="87" name="弧形 86"/>
            <p:cNvSpPr/>
            <p:nvPr/>
          </p:nvSpPr>
          <p:spPr>
            <a:xfrm>
              <a:off x="7174537" y="942787"/>
              <a:ext cx="2848928" cy="2807912"/>
            </a:xfrm>
            <a:prstGeom prst="arc">
              <a:avLst>
                <a:gd name="adj1" fmla="val 14848572"/>
                <a:gd name="adj2" fmla="val 6723738"/>
              </a:avLst>
            </a:prstGeom>
            <a:ln w="82550">
              <a:solidFill>
                <a:schemeClr val="bg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sp>
          <p:nvSpPr>
            <p:cNvPr id="37" name="椭圆 36"/>
            <p:cNvSpPr/>
            <p:nvPr/>
          </p:nvSpPr>
          <p:spPr>
            <a:xfrm>
              <a:off x="7488238" y="549275"/>
              <a:ext cx="631825" cy="631825"/>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38" name="椭圆 37"/>
            <p:cNvSpPr/>
            <p:nvPr/>
          </p:nvSpPr>
          <p:spPr>
            <a:xfrm>
              <a:off x="7488238" y="3559175"/>
              <a:ext cx="631825" cy="631825"/>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7" name="Freeform 16"/>
            <p:cNvSpPr/>
            <p:nvPr/>
          </p:nvSpPr>
          <p:spPr bwMode="auto">
            <a:xfrm>
              <a:off x="8148329" y="1575798"/>
              <a:ext cx="1534513" cy="1538537"/>
            </a:xfrm>
            <a:custGeom>
              <a:avLst/>
              <a:gdLst>
                <a:gd name="T0" fmla="*/ 1242 w 2288"/>
                <a:gd name="T1" fmla="*/ 4 h 2294"/>
                <a:gd name="T2" fmla="*/ 1432 w 2288"/>
                <a:gd name="T3" fmla="*/ 36 h 2294"/>
                <a:gd name="T4" fmla="*/ 1610 w 2288"/>
                <a:gd name="T5" fmla="*/ 98 h 2294"/>
                <a:gd name="T6" fmla="*/ 1773 w 2288"/>
                <a:gd name="T7" fmla="*/ 189 h 2294"/>
                <a:gd name="T8" fmla="*/ 1920 w 2288"/>
                <a:gd name="T9" fmla="*/ 304 h 2294"/>
                <a:gd name="T10" fmla="*/ 2044 w 2288"/>
                <a:gd name="T11" fmla="*/ 440 h 2294"/>
                <a:gd name="T12" fmla="*/ 2147 w 2288"/>
                <a:gd name="T13" fmla="*/ 595 h 2294"/>
                <a:gd name="T14" fmla="*/ 2223 w 2288"/>
                <a:gd name="T15" fmla="*/ 767 h 2294"/>
                <a:gd name="T16" fmla="*/ 2271 w 2288"/>
                <a:gd name="T17" fmla="*/ 951 h 2294"/>
                <a:gd name="T18" fmla="*/ 2288 w 2288"/>
                <a:gd name="T19" fmla="*/ 1147 h 2294"/>
                <a:gd name="T20" fmla="*/ 2271 w 2288"/>
                <a:gd name="T21" fmla="*/ 1342 h 2294"/>
                <a:gd name="T22" fmla="*/ 2223 w 2288"/>
                <a:gd name="T23" fmla="*/ 1527 h 2294"/>
                <a:gd name="T24" fmla="*/ 2147 w 2288"/>
                <a:gd name="T25" fmla="*/ 1699 h 2294"/>
                <a:gd name="T26" fmla="*/ 2044 w 2288"/>
                <a:gd name="T27" fmla="*/ 1854 h 2294"/>
                <a:gd name="T28" fmla="*/ 1920 w 2288"/>
                <a:gd name="T29" fmla="*/ 1990 h 2294"/>
                <a:gd name="T30" fmla="*/ 1773 w 2288"/>
                <a:gd name="T31" fmla="*/ 2105 h 2294"/>
                <a:gd name="T32" fmla="*/ 1610 w 2288"/>
                <a:gd name="T33" fmla="*/ 2194 h 2294"/>
                <a:gd name="T34" fmla="*/ 1432 w 2288"/>
                <a:gd name="T35" fmla="*/ 2258 h 2294"/>
                <a:gd name="T36" fmla="*/ 1242 w 2288"/>
                <a:gd name="T37" fmla="*/ 2290 h 2294"/>
                <a:gd name="T38" fmla="*/ 1045 w 2288"/>
                <a:gd name="T39" fmla="*/ 2290 h 2294"/>
                <a:gd name="T40" fmla="*/ 855 w 2288"/>
                <a:gd name="T41" fmla="*/ 2258 h 2294"/>
                <a:gd name="T42" fmla="*/ 677 w 2288"/>
                <a:gd name="T43" fmla="*/ 2194 h 2294"/>
                <a:gd name="T44" fmla="*/ 514 w 2288"/>
                <a:gd name="T45" fmla="*/ 2105 h 2294"/>
                <a:gd name="T46" fmla="*/ 369 w 2288"/>
                <a:gd name="T47" fmla="*/ 1990 h 2294"/>
                <a:gd name="T48" fmla="*/ 243 w 2288"/>
                <a:gd name="T49" fmla="*/ 1854 h 2294"/>
                <a:gd name="T50" fmla="*/ 141 w 2288"/>
                <a:gd name="T51" fmla="*/ 1699 h 2294"/>
                <a:gd name="T52" fmla="*/ 65 w 2288"/>
                <a:gd name="T53" fmla="*/ 1527 h 2294"/>
                <a:gd name="T54" fmla="*/ 16 w 2288"/>
                <a:gd name="T55" fmla="*/ 1342 h 2294"/>
                <a:gd name="T56" fmla="*/ 0 w 2288"/>
                <a:gd name="T57" fmla="*/ 1147 h 2294"/>
                <a:gd name="T58" fmla="*/ 16 w 2288"/>
                <a:gd name="T59" fmla="*/ 951 h 2294"/>
                <a:gd name="T60" fmla="*/ 65 w 2288"/>
                <a:gd name="T61" fmla="*/ 767 h 2294"/>
                <a:gd name="T62" fmla="*/ 141 w 2288"/>
                <a:gd name="T63" fmla="*/ 595 h 2294"/>
                <a:gd name="T64" fmla="*/ 243 w 2288"/>
                <a:gd name="T65" fmla="*/ 440 h 2294"/>
                <a:gd name="T66" fmla="*/ 369 w 2288"/>
                <a:gd name="T67" fmla="*/ 304 h 2294"/>
                <a:gd name="T68" fmla="*/ 514 w 2288"/>
                <a:gd name="T69" fmla="*/ 189 h 2294"/>
                <a:gd name="T70" fmla="*/ 677 w 2288"/>
                <a:gd name="T71" fmla="*/ 98 h 2294"/>
                <a:gd name="T72" fmla="*/ 855 w 2288"/>
                <a:gd name="T73" fmla="*/ 36 h 2294"/>
                <a:gd name="T74" fmla="*/ 1045 w 2288"/>
                <a:gd name="T75" fmla="*/ 4 h 2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88" h="2294">
                  <a:moveTo>
                    <a:pt x="1144" y="0"/>
                  </a:moveTo>
                  <a:lnTo>
                    <a:pt x="1242" y="4"/>
                  </a:lnTo>
                  <a:lnTo>
                    <a:pt x="1339" y="17"/>
                  </a:lnTo>
                  <a:lnTo>
                    <a:pt x="1432" y="36"/>
                  </a:lnTo>
                  <a:lnTo>
                    <a:pt x="1523" y="64"/>
                  </a:lnTo>
                  <a:lnTo>
                    <a:pt x="1610" y="98"/>
                  </a:lnTo>
                  <a:lnTo>
                    <a:pt x="1695" y="141"/>
                  </a:lnTo>
                  <a:lnTo>
                    <a:pt x="1773" y="189"/>
                  </a:lnTo>
                  <a:lnTo>
                    <a:pt x="1849" y="243"/>
                  </a:lnTo>
                  <a:lnTo>
                    <a:pt x="1920" y="304"/>
                  </a:lnTo>
                  <a:lnTo>
                    <a:pt x="1985" y="369"/>
                  </a:lnTo>
                  <a:lnTo>
                    <a:pt x="2044" y="440"/>
                  </a:lnTo>
                  <a:lnTo>
                    <a:pt x="2098" y="515"/>
                  </a:lnTo>
                  <a:lnTo>
                    <a:pt x="2147" y="595"/>
                  </a:lnTo>
                  <a:lnTo>
                    <a:pt x="2188" y="678"/>
                  </a:lnTo>
                  <a:lnTo>
                    <a:pt x="2223" y="767"/>
                  </a:lnTo>
                  <a:lnTo>
                    <a:pt x="2250" y="857"/>
                  </a:lnTo>
                  <a:lnTo>
                    <a:pt x="2271" y="951"/>
                  </a:lnTo>
                  <a:lnTo>
                    <a:pt x="2283" y="1048"/>
                  </a:lnTo>
                  <a:lnTo>
                    <a:pt x="2288" y="1147"/>
                  </a:lnTo>
                  <a:lnTo>
                    <a:pt x="2283" y="1245"/>
                  </a:lnTo>
                  <a:lnTo>
                    <a:pt x="2271" y="1342"/>
                  </a:lnTo>
                  <a:lnTo>
                    <a:pt x="2250" y="1437"/>
                  </a:lnTo>
                  <a:lnTo>
                    <a:pt x="2223" y="1527"/>
                  </a:lnTo>
                  <a:lnTo>
                    <a:pt x="2188" y="1614"/>
                  </a:lnTo>
                  <a:lnTo>
                    <a:pt x="2147" y="1699"/>
                  </a:lnTo>
                  <a:lnTo>
                    <a:pt x="2098" y="1778"/>
                  </a:lnTo>
                  <a:lnTo>
                    <a:pt x="2044" y="1854"/>
                  </a:lnTo>
                  <a:lnTo>
                    <a:pt x="1985" y="1925"/>
                  </a:lnTo>
                  <a:lnTo>
                    <a:pt x="1920" y="1990"/>
                  </a:lnTo>
                  <a:lnTo>
                    <a:pt x="1849" y="2050"/>
                  </a:lnTo>
                  <a:lnTo>
                    <a:pt x="1773" y="2105"/>
                  </a:lnTo>
                  <a:lnTo>
                    <a:pt x="1695" y="2152"/>
                  </a:lnTo>
                  <a:lnTo>
                    <a:pt x="1610" y="2194"/>
                  </a:lnTo>
                  <a:lnTo>
                    <a:pt x="1523" y="2230"/>
                  </a:lnTo>
                  <a:lnTo>
                    <a:pt x="1432" y="2258"/>
                  </a:lnTo>
                  <a:lnTo>
                    <a:pt x="1339" y="2277"/>
                  </a:lnTo>
                  <a:lnTo>
                    <a:pt x="1242" y="2290"/>
                  </a:lnTo>
                  <a:lnTo>
                    <a:pt x="1144" y="2294"/>
                  </a:lnTo>
                  <a:lnTo>
                    <a:pt x="1045" y="2290"/>
                  </a:lnTo>
                  <a:lnTo>
                    <a:pt x="949" y="2277"/>
                  </a:lnTo>
                  <a:lnTo>
                    <a:pt x="855" y="2258"/>
                  </a:lnTo>
                  <a:lnTo>
                    <a:pt x="764" y="2230"/>
                  </a:lnTo>
                  <a:lnTo>
                    <a:pt x="677" y="2194"/>
                  </a:lnTo>
                  <a:lnTo>
                    <a:pt x="594" y="2152"/>
                  </a:lnTo>
                  <a:lnTo>
                    <a:pt x="514" y="2105"/>
                  </a:lnTo>
                  <a:lnTo>
                    <a:pt x="439" y="2050"/>
                  </a:lnTo>
                  <a:lnTo>
                    <a:pt x="369" y="1990"/>
                  </a:lnTo>
                  <a:lnTo>
                    <a:pt x="304" y="1925"/>
                  </a:lnTo>
                  <a:lnTo>
                    <a:pt x="243" y="1854"/>
                  </a:lnTo>
                  <a:lnTo>
                    <a:pt x="189" y="1778"/>
                  </a:lnTo>
                  <a:lnTo>
                    <a:pt x="141" y="1699"/>
                  </a:lnTo>
                  <a:lnTo>
                    <a:pt x="99" y="1614"/>
                  </a:lnTo>
                  <a:lnTo>
                    <a:pt x="65" y="1527"/>
                  </a:lnTo>
                  <a:lnTo>
                    <a:pt x="37" y="1437"/>
                  </a:lnTo>
                  <a:lnTo>
                    <a:pt x="16" y="1342"/>
                  </a:lnTo>
                  <a:lnTo>
                    <a:pt x="4" y="1245"/>
                  </a:lnTo>
                  <a:lnTo>
                    <a:pt x="0" y="1147"/>
                  </a:lnTo>
                  <a:lnTo>
                    <a:pt x="4" y="1048"/>
                  </a:lnTo>
                  <a:lnTo>
                    <a:pt x="16" y="951"/>
                  </a:lnTo>
                  <a:lnTo>
                    <a:pt x="37" y="857"/>
                  </a:lnTo>
                  <a:lnTo>
                    <a:pt x="65" y="767"/>
                  </a:lnTo>
                  <a:lnTo>
                    <a:pt x="99" y="678"/>
                  </a:lnTo>
                  <a:lnTo>
                    <a:pt x="141" y="595"/>
                  </a:lnTo>
                  <a:lnTo>
                    <a:pt x="189" y="515"/>
                  </a:lnTo>
                  <a:lnTo>
                    <a:pt x="243" y="440"/>
                  </a:lnTo>
                  <a:lnTo>
                    <a:pt x="304" y="369"/>
                  </a:lnTo>
                  <a:lnTo>
                    <a:pt x="369" y="304"/>
                  </a:lnTo>
                  <a:lnTo>
                    <a:pt x="439" y="243"/>
                  </a:lnTo>
                  <a:lnTo>
                    <a:pt x="514" y="189"/>
                  </a:lnTo>
                  <a:lnTo>
                    <a:pt x="594" y="141"/>
                  </a:lnTo>
                  <a:lnTo>
                    <a:pt x="677" y="98"/>
                  </a:lnTo>
                  <a:lnTo>
                    <a:pt x="764" y="64"/>
                  </a:lnTo>
                  <a:lnTo>
                    <a:pt x="855" y="36"/>
                  </a:lnTo>
                  <a:lnTo>
                    <a:pt x="949" y="17"/>
                  </a:lnTo>
                  <a:lnTo>
                    <a:pt x="1045" y="4"/>
                  </a:lnTo>
                  <a:lnTo>
                    <a:pt x="1144" y="0"/>
                  </a:lnTo>
                  <a:close/>
                </a:path>
              </a:pathLst>
            </a:custGeom>
            <a:solidFill>
              <a:schemeClr val="bg1"/>
            </a:solidFill>
            <a:ln w="15875">
              <a:noFill/>
              <a:prstDash val="lgDash"/>
              <a:round/>
            </a:ln>
            <a:effectLst/>
          </p:spPr>
          <p:txBody>
            <a:bodyPr vert="horz" wrap="square" lIns="91440" tIns="45720" rIns="91440" bIns="45720" numCol="1" anchor="ctr" anchorCtr="0" compatLnSpc="1"/>
            <a:lstStyle/>
            <a:p>
              <a:pPr algn="ctr"/>
              <a:r>
                <a:rPr lang="zh-CN" altLang="en-US" sz="2400" b="1" i="0">
                  <a:solidFill>
                    <a:schemeClr val="accent3"/>
                  </a:solidFill>
                  <a:effectLst/>
                  <a:latin typeface="+mj-ea"/>
                  <a:ea typeface="+mj-ea"/>
                </a:rPr>
                <a:t>智能</a:t>
              </a:r>
            </a:p>
            <a:p>
              <a:pPr algn="ctr"/>
              <a:r>
                <a:rPr lang="zh-CN" altLang="en-US" sz="2400" b="1" i="0">
                  <a:solidFill>
                    <a:schemeClr val="accent3"/>
                  </a:solidFill>
                  <a:effectLst/>
                  <a:latin typeface="+mj-ea"/>
                  <a:ea typeface="+mj-ea"/>
                </a:rPr>
                <a:t>巩固系统</a:t>
              </a:r>
              <a:endParaRPr lang="zh-CN" altLang="en-US" sz="2400" b="1" i="0" dirty="0">
                <a:solidFill>
                  <a:schemeClr val="accent3"/>
                </a:solidFill>
                <a:effectLst/>
                <a:latin typeface="+mj-ea"/>
                <a:ea typeface="+mj-ea"/>
              </a:endParaRPr>
            </a:p>
          </p:txBody>
        </p:sp>
        <p:pic>
          <p:nvPicPr>
            <p:cNvPr id="21" name="图形 20"/>
            <p:cNvPicPr>
              <a:picLocks noChangeAspect="1"/>
            </p:cNvPicPr>
            <p:nvPr/>
          </p:nvPicPr>
          <p:blipFill>
            <a:blip r:embed="rId26"/>
            <a:stretch>
              <a:fillRect/>
            </a:stretch>
          </p:blipFill>
          <p:spPr>
            <a:xfrm>
              <a:off x="7554346" y="3729429"/>
              <a:ext cx="499609" cy="291317"/>
            </a:xfrm>
            <a:prstGeom prst="rect">
              <a:avLst/>
            </a:prstGeom>
          </p:spPr>
        </p:pic>
        <p:pic>
          <p:nvPicPr>
            <p:cNvPr id="23" name="图形 22"/>
            <p:cNvPicPr>
              <a:picLocks noChangeAspect="1"/>
            </p:cNvPicPr>
            <p:nvPr/>
          </p:nvPicPr>
          <p:blipFill>
            <a:blip r:embed="rId26"/>
            <a:stretch>
              <a:fillRect/>
            </a:stretch>
          </p:blipFill>
          <p:spPr>
            <a:xfrm>
              <a:off x="7554346" y="719529"/>
              <a:ext cx="499609" cy="291317"/>
            </a:xfrm>
            <a:prstGeom prst="rect">
              <a:avLst/>
            </a:prstGeom>
          </p:spPr>
        </p:pic>
      </p:grpSp>
      <p:grpSp>
        <p:nvGrpSpPr>
          <p:cNvPr id="68" name="组合 67"/>
          <p:cNvGrpSpPr/>
          <p:nvPr/>
        </p:nvGrpSpPr>
        <p:grpSpPr>
          <a:xfrm>
            <a:off x="442913" y="4343400"/>
            <a:ext cx="11306175" cy="759266"/>
            <a:chOff x="442913" y="4343400"/>
            <a:chExt cx="11306175" cy="759266"/>
          </a:xfrm>
        </p:grpSpPr>
        <p:sp>
          <p:nvSpPr>
            <p:cNvPr id="10" name="矩形: 圆角 9"/>
            <p:cNvSpPr/>
            <p:nvPr/>
          </p:nvSpPr>
          <p:spPr>
            <a:xfrm>
              <a:off x="442913" y="4343400"/>
              <a:ext cx="11306175" cy="759266"/>
            </a:xfrm>
            <a:prstGeom prst="roundRect">
              <a:avLst>
                <a:gd name="adj" fmla="val 0"/>
              </a:avLst>
            </a:prstGeom>
            <a:solidFill>
              <a:schemeClr val="bg1"/>
            </a:solidFill>
            <a:ln>
              <a:gradFill flip="none" rotWithShape="1">
                <a:gsLst>
                  <a:gs pos="0">
                    <a:schemeClr val="accent1"/>
                  </a:gs>
                  <a:gs pos="50000">
                    <a:schemeClr val="accent1">
                      <a:alpha val="0"/>
                    </a:schemeClr>
                  </a:gs>
                  <a:gs pos="100000">
                    <a:schemeClr val="accent1"/>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47" name="Rectangle 28"/>
            <p:cNvSpPr>
              <a:spLocks noChangeArrowheads="1"/>
            </p:cNvSpPr>
            <p:nvPr/>
          </p:nvSpPr>
          <p:spPr bwMode="white">
            <a:xfrm>
              <a:off x="869907" y="4584534"/>
              <a:ext cx="4190250" cy="276999"/>
            </a:xfrm>
            <a:prstGeom prst="rect">
              <a:avLst/>
            </a:prstGeom>
            <a:noFill/>
            <a:ln w="9525">
              <a:noFill/>
              <a:miter lim="800000"/>
            </a:ln>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defRPr/>
              </a:pPr>
              <a:r>
                <a:rPr lang="zh-CN" altLang="en-US" dirty="0">
                  <a:latin typeface="+mj-ea"/>
                  <a:ea typeface="+mj-ea"/>
                  <a:cs typeface="+mn-ea"/>
                  <a:sym typeface="+mn-lt"/>
                </a:rPr>
                <a:t>错题学生获得</a:t>
              </a:r>
              <a:r>
                <a:rPr lang="en-US" altLang="zh-CN" dirty="0">
                  <a:latin typeface="+mj-ea"/>
                  <a:ea typeface="+mj-ea"/>
                  <a:cs typeface="+mn-ea"/>
                  <a:sym typeface="+mn-lt"/>
                </a:rPr>
                <a:t>"</a:t>
              </a:r>
              <a:r>
                <a:rPr lang="zh-CN" altLang="en-US" dirty="0">
                  <a:latin typeface="+mj-ea"/>
                  <a:ea typeface="+mj-ea"/>
                  <a:cs typeface="+mn-ea"/>
                  <a:sym typeface="+mn-lt"/>
                </a:rPr>
                <a:t>超市销售数据清洗</a:t>
              </a:r>
              <a:r>
                <a:rPr lang="en-US" altLang="zh-CN" dirty="0">
                  <a:latin typeface="+mj-ea"/>
                  <a:ea typeface="+mj-ea"/>
                  <a:cs typeface="+mn-ea"/>
                  <a:sym typeface="+mn-lt"/>
                </a:rPr>
                <a:t>"</a:t>
              </a:r>
              <a:r>
                <a:rPr lang="zh-CN" altLang="en-US" dirty="0">
                  <a:latin typeface="+mj-ea"/>
                  <a:ea typeface="+mj-ea"/>
                  <a:cs typeface="+mn-ea"/>
                  <a:sym typeface="+mn-lt"/>
                </a:rPr>
                <a:t>练习包</a:t>
              </a:r>
              <a:endParaRPr lang="en-US" altLang="zh-CN" dirty="0">
                <a:latin typeface="+mj-ea"/>
                <a:ea typeface="+mj-ea"/>
                <a:cs typeface="+mn-ea"/>
                <a:sym typeface="+mn-lt"/>
              </a:endParaRPr>
            </a:p>
          </p:txBody>
        </p:sp>
        <p:sp>
          <p:nvSpPr>
            <p:cNvPr id="88" name="Rectangle 28"/>
            <p:cNvSpPr>
              <a:spLocks noChangeArrowheads="1"/>
            </p:cNvSpPr>
            <p:nvPr/>
          </p:nvSpPr>
          <p:spPr bwMode="white">
            <a:xfrm>
              <a:off x="7308807" y="4584534"/>
              <a:ext cx="3924151" cy="276999"/>
            </a:xfrm>
            <a:prstGeom prst="rect">
              <a:avLst/>
            </a:prstGeom>
            <a:noFill/>
            <a:ln w="9525">
              <a:noFill/>
              <a:miter lim="800000"/>
            </a:ln>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defRPr/>
              </a:pPr>
              <a:r>
                <a:rPr lang="zh-CN" altLang="en-US">
                  <a:latin typeface="+mj-ea"/>
                  <a:ea typeface="+mj-ea"/>
                  <a:cs typeface="+mn-ea"/>
                  <a:sym typeface="+mn-lt"/>
                </a:rPr>
                <a:t>分组完成合作物流公司货损率分析报告</a:t>
              </a:r>
              <a:endParaRPr lang="en-US" altLang="zh-CN" dirty="0">
                <a:latin typeface="+mj-ea"/>
                <a:ea typeface="+mj-ea"/>
                <a:cs typeface="+mn-ea"/>
                <a:sym typeface="+mn-lt"/>
              </a:endParaRPr>
            </a:p>
          </p:txBody>
        </p:sp>
      </p:grpSp>
      <p:grpSp>
        <p:nvGrpSpPr>
          <p:cNvPr id="62" name="组合 61"/>
          <p:cNvGrpSpPr/>
          <p:nvPr/>
        </p:nvGrpSpPr>
        <p:grpSpPr>
          <a:xfrm>
            <a:off x="442913" y="549275"/>
            <a:ext cx="4897327" cy="3641725"/>
            <a:chOff x="442913" y="549275"/>
            <a:chExt cx="4897327" cy="3641725"/>
          </a:xfrm>
        </p:grpSpPr>
        <p:sp>
          <p:nvSpPr>
            <p:cNvPr id="72" name="幻云PPT-演示军团29"/>
            <p:cNvSpPr/>
            <p:nvPr>
              <p:custDataLst>
                <p:tags r:id="rId12"/>
              </p:custDataLst>
            </p:nvPr>
          </p:nvSpPr>
          <p:spPr>
            <a:xfrm flipH="1">
              <a:off x="442913" y="2076245"/>
              <a:ext cx="2388423" cy="537643"/>
            </a:xfrm>
            <a:prstGeom prst="roundRect">
              <a:avLst/>
            </a:prstGeom>
            <a:solidFill>
              <a:schemeClr val="accent1">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77" name="幻云PPT-演示军团29"/>
            <p:cNvSpPr/>
            <p:nvPr>
              <p:custDataLst>
                <p:tags r:id="rId13"/>
              </p:custDataLst>
            </p:nvPr>
          </p:nvSpPr>
          <p:spPr>
            <a:xfrm>
              <a:off x="442914" y="857045"/>
              <a:ext cx="2388423" cy="537643"/>
            </a:xfrm>
            <a:prstGeom prst="roundRect">
              <a:avLst/>
            </a:prstGeom>
            <a:solidFill>
              <a:schemeClr val="accent1">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83" name="幻云PPT-演示军团29"/>
            <p:cNvSpPr/>
            <p:nvPr>
              <p:custDataLst>
                <p:tags r:id="rId14"/>
              </p:custDataLst>
            </p:nvPr>
          </p:nvSpPr>
          <p:spPr>
            <a:xfrm>
              <a:off x="442914" y="3295445"/>
              <a:ext cx="2388423" cy="537643"/>
            </a:xfrm>
            <a:prstGeom prst="roundRect">
              <a:avLst/>
            </a:prstGeom>
            <a:solidFill>
              <a:schemeClr val="accent1">
                <a:lumMod val="20000"/>
                <a:lumOff val="80000"/>
              </a:schemeClr>
            </a:solidFill>
            <a:ln w="57150" cap="rnd">
              <a:noFill/>
              <a:prstDash val="solid"/>
              <a:round/>
            </a:ln>
            <a:effectLst>
              <a:outerShdw blurRad="60960" dist="40640" dir="5400000" algn="ctr"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36576" rIns="73152" bIns="36576"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zh-CN" altLang="en-US" sz="1280" dirty="0">
                <a:solidFill>
                  <a:srgbClr val="FFFFFF"/>
                </a:solidFill>
                <a:latin typeface="+mj-ea"/>
                <a:ea typeface="+mj-ea"/>
              </a:endParaRPr>
            </a:p>
          </p:txBody>
        </p:sp>
        <p:sp>
          <p:nvSpPr>
            <p:cNvPr id="84" name="幻云PPT-演示军团28"/>
            <p:cNvSpPr txBox="1"/>
            <p:nvPr>
              <p:custDataLst>
                <p:tags r:id="rId15"/>
              </p:custDataLst>
            </p:nvPr>
          </p:nvSpPr>
          <p:spPr>
            <a:xfrm>
              <a:off x="577157" y="2185022"/>
              <a:ext cx="1173656"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1">
                      <a:lumMod val="75000"/>
                    </a:schemeClr>
                  </a:solidFill>
                  <a:latin typeface="+mj-ea"/>
                  <a:ea typeface="+mj-ea"/>
                  <a:cs typeface="OPPOSans R" panose="00020600040101010101" pitchFamily="18" charset="-122"/>
                </a:rPr>
                <a:t>数据集分析</a:t>
              </a:r>
            </a:p>
          </p:txBody>
        </p:sp>
        <p:sp>
          <p:nvSpPr>
            <p:cNvPr id="85" name="幻云PPT-演示军团28"/>
            <p:cNvSpPr txBox="1"/>
            <p:nvPr>
              <p:custDataLst>
                <p:tags r:id="rId16"/>
              </p:custDataLst>
            </p:nvPr>
          </p:nvSpPr>
          <p:spPr>
            <a:xfrm>
              <a:off x="577157" y="965822"/>
              <a:ext cx="1378840"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1">
                      <a:lumMod val="75000"/>
                    </a:schemeClr>
                  </a:solidFill>
                  <a:latin typeface="+mj-ea"/>
                  <a:ea typeface="+mj-ea"/>
                  <a:cs typeface="OPPOSans R" panose="00020600040101010101" pitchFamily="18" charset="-122"/>
                </a:rPr>
                <a:t>企业工单对接</a:t>
              </a:r>
            </a:p>
          </p:txBody>
        </p:sp>
        <p:sp>
          <p:nvSpPr>
            <p:cNvPr id="86" name="幻云PPT-演示军团28"/>
            <p:cNvSpPr txBox="1"/>
            <p:nvPr>
              <p:custDataLst>
                <p:tags r:id="rId17"/>
              </p:custDataLst>
            </p:nvPr>
          </p:nvSpPr>
          <p:spPr>
            <a:xfrm>
              <a:off x="577157" y="3404222"/>
              <a:ext cx="1378840" cy="320088"/>
            </a:xfrm>
            <a:prstGeom prst="rect">
              <a:avLst/>
            </a:prstGeom>
            <a:noFill/>
            <a:effectLst/>
          </p:spPr>
          <p:txBody>
            <a:bodyPr wrap="none" lIns="73152" tIns="36576" rIns="73152" bIns="36576"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1600" dirty="0">
                  <a:solidFill>
                    <a:schemeClr val="accent1">
                      <a:lumMod val="75000"/>
                    </a:schemeClr>
                  </a:solidFill>
                  <a:latin typeface="+mj-ea"/>
                  <a:ea typeface="+mj-ea"/>
                  <a:cs typeface="OPPOSans R" panose="00020600040101010101" pitchFamily="18" charset="-122"/>
                </a:rPr>
                <a:t>虚拟职业认证</a:t>
              </a:r>
            </a:p>
          </p:txBody>
        </p:sp>
        <p:sp>
          <p:nvSpPr>
            <p:cNvPr id="13" name="泪滴形 12"/>
            <p:cNvSpPr/>
            <p:nvPr/>
          </p:nvSpPr>
          <p:spPr>
            <a:xfrm rot="8100000" flipH="1">
              <a:off x="1829816" y="642991"/>
              <a:ext cx="3510424" cy="3404151"/>
            </a:xfrm>
            <a:prstGeom prst="teardrop">
              <a:avLst/>
            </a:prstGeom>
            <a:solidFill>
              <a:schemeClr val="accent1"/>
            </a:solidFill>
            <a:ln w="152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4" name="弧形 23"/>
            <p:cNvSpPr/>
            <p:nvPr/>
          </p:nvSpPr>
          <p:spPr>
            <a:xfrm flipH="1">
              <a:off x="2169792" y="961539"/>
              <a:ext cx="2848928" cy="2807912"/>
            </a:xfrm>
            <a:prstGeom prst="arc">
              <a:avLst>
                <a:gd name="adj1" fmla="val 14848572"/>
                <a:gd name="adj2" fmla="val 6723738"/>
              </a:avLst>
            </a:prstGeom>
            <a:ln w="82550">
              <a:solidFill>
                <a:schemeClr val="bg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j-ea"/>
                <a:ea typeface="+mj-ea"/>
              </a:endParaRPr>
            </a:p>
          </p:txBody>
        </p:sp>
        <p:sp>
          <p:nvSpPr>
            <p:cNvPr id="39" name="椭圆 38"/>
            <p:cNvSpPr/>
            <p:nvPr/>
          </p:nvSpPr>
          <p:spPr>
            <a:xfrm>
              <a:off x="4071938" y="549275"/>
              <a:ext cx="631825" cy="63182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40" name="椭圆 39"/>
            <p:cNvSpPr/>
            <p:nvPr/>
          </p:nvSpPr>
          <p:spPr>
            <a:xfrm>
              <a:off x="4071938" y="3559175"/>
              <a:ext cx="631825" cy="631825"/>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69" name="Freeform 16"/>
            <p:cNvSpPr/>
            <p:nvPr/>
          </p:nvSpPr>
          <p:spPr bwMode="auto">
            <a:xfrm>
              <a:off x="2618386" y="1575798"/>
              <a:ext cx="1534513" cy="1538537"/>
            </a:xfrm>
            <a:custGeom>
              <a:avLst/>
              <a:gdLst>
                <a:gd name="T0" fmla="*/ 1242 w 2288"/>
                <a:gd name="T1" fmla="*/ 4 h 2294"/>
                <a:gd name="T2" fmla="*/ 1432 w 2288"/>
                <a:gd name="T3" fmla="*/ 36 h 2294"/>
                <a:gd name="T4" fmla="*/ 1610 w 2288"/>
                <a:gd name="T5" fmla="*/ 98 h 2294"/>
                <a:gd name="T6" fmla="*/ 1773 w 2288"/>
                <a:gd name="T7" fmla="*/ 189 h 2294"/>
                <a:gd name="T8" fmla="*/ 1920 w 2288"/>
                <a:gd name="T9" fmla="*/ 304 h 2294"/>
                <a:gd name="T10" fmla="*/ 2044 w 2288"/>
                <a:gd name="T11" fmla="*/ 440 h 2294"/>
                <a:gd name="T12" fmla="*/ 2147 w 2288"/>
                <a:gd name="T13" fmla="*/ 595 h 2294"/>
                <a:gd name="T14" fmla="*/ 2223 w 2288"/>
                <a:gd name="T15" fmla="*/ 767 h 2294"/>
                <a:gd name="T16" fmla="*/ 2271 w 2288"/>
                <a:gd name="T17" fmla="*/ 951 h 2294"/>
                <a:gd name="T18" fmla="*/ 2288 w 2288"/>
                <a:gd name="T19" fmla="*/ 1147 h 2294"/>
                <a:gd name="T20" fmla="*/ 2271 w 2288"/>
                <a:gd name="T21" fmla="*/ 1342 h 2294"/>
                <a:gd name="T22" fmla="*/ 2223 w 2288"/>
                <a:gd name="T23" fmla="*/ 1527 h 2294"/>
                <a:gd name="T24" fmla="*/ 2147 w 2288"/>
                <a:gd name="T25" fmla="*/ 1699 h 2294"/>
                <a:gd name="T26" fmla="*/ 2044 w 2288"/>
                <a:gd name="T27" fmla="*/ 1854 h 2294"/>
                <a:gd name="T28" fmla="*/ 1920 w 2288"/>
                <a:gd name="T29" fmla="*/ 1990 h 2294"/>
                <a:gd name="T30" fmla="*/ 1773 w 2288"/>
                <a:gd name="T31" fmla="*/ 2105 h 2294"/>
                <a:gd name="T32" fmla="*/ 1610 w 2288"/>
                <a:gd name="T33" fmla="*/ 2194 h 2294"/>
                <a:gd name="T34" fmla="*/ 1432 w 2288"/>
                <a:gd name="T35" fmla="*/ 2258 h 2294"/>
                <a:gd name="T36" fmla="*/ 1242 w 2288"/>
                <a:gd name="T37" fmla="*/ 2290 h 2294"/>
                <a:gd name="T38" fmla="*/ 1045 w 2288"/>
                <a:gd name="T39" fmla="*/ 2290 h 2294"/>
                <a:gd name="T40" fmla="*/ 855 w 2288"/>
                <a:gd name="T41" fmla="*/ 2258 h 2294"/>
                <a:gd name="T42" fmla="*/ 677 w 2288"/>
                <a:gd name="T43" fmla="*/ 2194 h 2294"/>
                <a:gd name="T44" fmla="*/ 514 w 2288"/>
                <a:gd name="T45" fmla="*/ 2105 h 2294"/>
                <a:gd name="T46" fmla="*/ 369 w 2288"/>
                <a:gd name="T47" fmla="*/ 1990 h 2294"/>
                <a:gd name="T48" fmla="*/ 243 w 2288"/>
                <a:gd name="T49" fmla="*/ 1854 h 2294"/>
                <a:gd name="T50" fmla="*/ 141 w 2288"/>
                <a:gd name="T51" fmla="*/ 1699 h 2294"/>
                <a:gd name="T52" fmla="*/ 65 w 2288"/>
                <a:gd name="T53" fmla="*/ 1527 h 2294"/>
                <a:gd name="T54" fmla="*/ 16 w 2288"/>
                <a:gd name="T55" fmla="*/ 1342 h 2294"/>
                <a:gd name="T56" fmla="*/ 0 w 2288"/>
                <a:gd name="T57" fmla="*/ 1147 h 2294"/>
                <a:gd name="T58" fmla="*/ 16 w 2288"/>
                <a:gd name="T59" fmla="*/ 951 h 2294"/>
                <a:gd name="T60" fmla="*/ 65 w 2288"/>
                <a:gd name="T61" fmla="*/ 767 h 2294"/>
                <a:gd name="T62" fmla="*/ 141 w 2288"/>
                <a:gd name="T63" fmla="*/ 595 h 2294"/>
                <a:gd name="T64" fmla="*/ 243 w 2288"/>
                <a:gd name="T65" fmla="*/ 440 h 2294"/>
                <a:gd name="T66" fmla="*/ 369 w 2288"/>
                <a:gd name="T67" fmla="*/ 304 h 2294"/>
                <a:gd name="T68" fmla="*/ 514 w 2288"/>
                <a:gd name="T69" fmla="*/ 189 h 2294"/>
                <a:gd name="T70" fmla="*/ 677 w 2288"/>
                <a:gd name="T71" fmla="*/ 98 h 2294"/>
                <a:gd name="T72" fmla="*/ 855 w 2288"/>
                <a:gd name="T73" fmla="*/ 36 h 2294"/>
                <a:gd name="T74" fmla="*/ 1045 w 2288"/>
                <a:gd name="T75" fmla="*/ 4 h 2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88" h="2294">
                  <a:moveTo>
                    <a:pt x="1144" y="0"/>
                  </a:moveTo>
                  <a:lnTo>
                    <a:pt x="1242" y="4"/>
                  </a:lnTo>
                  <a:lnTo>
                    <a:pt x="1339" y="17"/>
                  </a:lnTo>
                  <a:lnTo>
                    <a:pt x="1432" y="36"/>
                  </a:lnTo>
                  <a:lnTo>
                    <a:pt x="1523" y="64"/>
                  </a:lnTo>
                  <a:lnTo>
                    <a:pt x="1610" y="98"/>
                  </a:lnTo>
                  <a:lnTo>
                    <a:pt x="1695" y="141"/>
                  </a:lnTo>
                  <a:lnTo>
                    <a:pt x="1773" y="189"/>
                  </a:lnTo>
                  <a:lnTo>
                    <a:pt x="1849" y="243"/>
                  </a:lnTo>
                  <a:lnTo>
                    <a:pt x="1920" y="304"/>
                  </a:lnTo>
                  <a:lnTo>
                    <a:pt x="1985" y="369"/>
                  </a:lnTo>
                  <a:lnTo>
                    <a:pt x="2044" y="440"/>
                  </a:lnTo>
                  <a:lnTo>
                    <a:pt x="2098" y="515"/>
                  </a:lnTo>
                  <a:lnTo>
                    <a:pt x="2147" y="595"/>
                  </a:lnTo>
                  <a:lnTo>
                    <a:pt x="2188" y="678"/>
                  </a:lnTo>
                  <a:lnTo>
                    <a:pt x="2223" y="767"/>
                  </a:lnTo>
                  <a:lnTo>
                    <a:pt x="2250" y="857"/>
                  </a:lnTo>
                  <a:lnTo>
                    <a:pt x="2271" y="951"/>
                  </a:lnTo>
                  <a:lnTo>
                    <a:pt x="2283" y="1048"/>
                  </a:lnTo>
                  <a:lnTo>
                    <a:pt x="2288" y="1147"/>
                  </a:lnTo>
                  <a:lnTo>
                    <a:pt x="2283" y="1245"/>
                  </a:lnTo>
                  <a:lnTo>
                    <a:pt x="2271" y="1342"/>
                  </a:lnTo>
                  <a:lnTo>
                    <a:pt x="2250" y="1437"/>
                  </a:lnTo>
                  <a:lnTo>
                    <a:pt x="2223" y="1527"/>
                  </a:lnTo>
                  <a:lnTo>
                    <a:pt x="2188" y="1614"/>
                  </a:lnTo>
                  <a:lnTo>
                    <a:pt x="2147" y="1699"/>
                  </a:lnTo>
                  <a:lnTo>
                    <a:pt x="2098" y="1778"/>
                  </a:lnTo>
                  <a:lnTo>
                    <a:pt x="2044" y="1854"/>
                  </a:lnTo>
                  <a:lnTo>
                    <a:pt x="1985" y="1925"/>
                  </a:lnTo>
                  <a:lnTo>
                    <a:pt x="1920" y="1990"/>
                  </a:lnTo>
                  <a:lnTo>
                    <a:pt x="1849" y="2050"/>
                  </a:lnTo>
                  <a:lnTo>
                    <a:pt x="1773" y="2105"/>
                  </a:lnTo>
                  <a:lnTo>
                    <a:pt x="1695" y="2152"/>
                  </a:lnTo>
                  <a:lnTo>
                    <a:pt x="1610" y="2194"/>
                  </a:lnTo>
                  <a:lnTo>
                    <a:pt x="1523" y="2230"/>
                  </a:lnTo>
                  <a:lnTo>
                    <a:pt x="1432" y="2258"/>
                  </a:lnTo>
                  <a:lnTo>
                    <a:pt x="1339" y="2277"/>
                  </a:lnTo>
                  <a:lnTo>
                    <a:pt x="1242" y="2290"/>
                  </a:lnTo>
                  <a:lnTo>
                    <a:pt x="1144" y="2294"/>
                  </a:lnTo>
                  <a:lnTo>
                    <a:pt x="1045" y="2290"/>
                  </a:lnTo>
                  <a:lnTo>
                    <a:pt x="949" y="2277"/>
                  </a:lnTo>
                  <a:lnTo>
                    <a:pt x="855" y="2258"/>
                  </a:lnTo>
                  <a:lnTo>
                    <a:pt x="764" y="2230"/>
                  </a:lnTo>
                  <a:lnTo>
                    <a:pt x="677" y="2194"/>
                  </a:lnTo>
                  <a:lnTo>
                    <a:pt x="594" y="2152"/>
                  </a:lnTo>
                  <a:lnTo>
                    <a:pt x="514" y="2105"/>
                  </a:lnTo>
                  <a:lnTo>
                    <a:pt x="439" y="2050"/>
                  </a:lnTo>
                  <a:lnTo>
                    <a:pt x="369" y="1990"/>
                  </a:lnTo>
                  <a:lnTo>
                    <a:pt x="304" y="1925"/>
                  </a:lnTo>
                  <a:lnTo>
                    <a:pt x="243" y="1854"/>
                  </a:lnTo>
                  <a:lnTo>
                    <a:pt x="189" y="1778"/>
                  </a:lnTo>
                  <a:lnTo>
                    <a:pt x="141" y="1699"/>
                  </a:lnTo>
                  <a:lnTo>
                    <a:pt x="99" y="1614"/>
                  </a:lnTo>
                  <a:lnTo>
                    <a:pt x="65" y="1527"/>
                  </a:lnTo>
                  <a:lnTo>
                    <a:pt x="37" y="1437"/>
                  </a:lnTo>
                  <a:lnTo>
                    <a:pt x="16" y="1342"/>
                  </a:lnTo>
                  <a:lnTo>
                    <a:pt x="4" y="1245"/>
                  </a:lnTo>
                  <a:lnTo>
                    <a:pt x="0" y="1147"/>
                  </a:lnTo>
                  <a:lnTo>
                    <a:pt x="4" y="1048"/>
                  </a:lnTo>
                  <a:lnTo>
                    <a:pt x="16" y="951"/>
                  </a:lnTo>
                  <a:lnTo>
                    <a:pt x="37" y="857"/>
                  </a:lnTo>
                  <a:lnTo>
                    <a:pt x="65" y="767"/>
                  </a:lnTo>
                  <a:lnTo>
                    <a:pt x="99" y="678"/>
                  </a:lnTo>
                  <a:lnTo>
                    <a:pt x="141" y="595"/>
                  </a:lnTo>
                  <a:lnTo>
                    <a:pt x="189" y="515"/>
                  </a:lnTo>
                  <a:lnTo>
                    <a:pt x="243" y="440"/>
                  </a:lnTo>
                  <a:lnTo>
                    <a:pt x="304" y="369"/>
                  </a:lnTo>
                  <a:lnTo>
                    <a:pt x="369" y="304"/>
                  </a:lnTo>
                  <a:lnTo>
                    <a:pt x="439" y="243"/>
                  </a:lnTo>
                  <a:lnTo>
                    <a:pt x="514" y="189"/>
                  </a:lnTo>
                  <a:lnTo>
                    <a:pt x="594" y="141"/>
                  </a:lnTo>
                  <a:lnTo>
                    <a:pt x="677" y="98"/>
                  </a:lnTo>
                  <a:lnTo>
                    <a:pt x="764" y="64"/>
                  </a:lnTo>
                  <a:lnTo>
                    <a:pt x="855" y="36"/>
                  </a:lnTo>
                  <a:lnTo>
                    <a:pt x="949" y="17"/>
                  </a:lnTo>
                  <a:lnTo>
                    <a:pt x="1045" y="4"/>
                  </a:lnTo>
                  <a:lnTo>
                    <a:pt x="1144" y="0"/>
                  </a:lnTo>
                  <a:close/>
                </a:path>
              </a:pathLst>
            </a:custGeom>
            <a:solidFill>
              <a:schemeClr val="bg1"/>
            </a:solidFill>
            <a:ln w="15875">
              <a:noFill/>
              <a:prstDash val="lgDash"/>
              <a:round/>
            </a:ln>
            <a:effectLst/>
          </p:spPr>
          <p:txBody>
            <a:bodyPr vert="horz" wrap="square" lIns="91440" tIns="45720" rIns="91440" bIns="45720" numCol="1" anchor="ctr" anchorCtr="0" compatLnSpc="1"/>
            <a:lstStyle/>
            <a:p>
              <a:pPr algn="ctr"/>
              <a:r>
                <a:rPr lang="zh-CN" altLang="en-US" sz="2400" b="1" i="0">
                  <a:solidFill>
                    <a:schemeClr val="accent1"/>
                  </a:solidFill>
                  <a:effectLst/>
                  <a:latin typeface="+mj-ea"/>
                  <a:ea typeface="+mj-ea"/>
                </a:rPr>
                <a:t>职业</a:t>
              </a:r>
            </a:p>
            <a:p>
              <a:pPr algn="ctr"/>
              <a:r>
                <a:rPr lang="zh-CN" altLang="en-US" sz="2400" b="1" i="0">
                  <a:solidFill>
                    <a:schemeClr val="accent1"/>
                  </a:solidFill>
                  <a:effectLst/>
                  <a:latin typeface="+mj-ea"/>
                  <a:ea typeface="+mj-ea"/>
                </a:rPr>
                <a:t>能力延伸</a:t>
              </a:r>
              <a:endParaRPr lang="zh-CN" altLang="en-US" sz="2400" b="1" i="0" dirty="0">
                <a:solidFill>
                  <a:schemeClr val="accent1"/>
                </a:solidFill>
                <a:effectLst/>
                <a:latin typeface="+mj-ea"/>
                <a:ea typeface="+mj-ea"/>
              </a:endParaRPr>
            </a:p>
          </p:txBody>
        </p:sp>
        <p:pic>
          <p:nvPicPr>
            <p:cNvPr id="3" name="图形 2"/>
            <p:cNvPicPr>
              <a:picLocks noChangeAspect="1"/>
            </p:cNvPicPr>
            <p:nvPr/>
          </p:nvPicPr>
          <p:blipFill>
            <a:blip r:embed="rId26"/>
            <a:stretch>
              <a:fillRect/>
            </a:stretch>
          </p:blipFill>
          <p:spPr>
            <a:xfrm>
              <a:off x="4138046" y="719529"/>
              <a:ext cx="499609" cy="291317"/>
            </a:xfrm>
            <a:prstGeom prst="rect">
              <a:avLst/>
            </a:prstGeom>
          </p:spPr>
        </p:pic>
        <p:pic>
          <p:nvPicPr>
            <p:cNvPr id="17" name="图形 16"/>
            <p:cNvPicPr>
              <a:picLocks noChangeAspect="1"/>
            </p:cNvPicPr>
            <p:nvPr/>
          </p:nvPicPr>
          <p:blipFill>
            <a:blip r:embed="rId26"/>
            <a:stretch>
              <a:fillRect/>
            </a:stretch>
          </p:blipFill>
          <p:spPr>
            <a:xfrm>
              <a:off x="4138046" y="3729429"/>
              <a:ext cx="499609" cy="291317"/>
            </a:xfrm>
            <a:prstGeom prst="rect">
              <a:avLst/>
            </a:prstGeom>
          </p:spPr>
        </p:pic>
      </p:grpSp>
      <p:grpSp>
        <p:nvGrpSpPr>
          <p:cNvPr id="78" name="组合 77"/>
          <p:cNvGrpSpPr/>
          <p:nvPr/>
        </p:nvGrpSpPr>
        <p:grpSpPr>
          <a:xfrm>
            <a:off x="442913" y="5391572"/>
            <a:ext cx="11306175" cy="1098128"/>
            <a:chOff x="442913" y="5391572"/>
            <a:chExt cx="11306175" cy="1098128"/>
          </a:xfrm>
        </p:grpSpPr>
        <p:sp>
          <p:nvSpPr>
            <p:cNvPr id="4" name="矩形 3"/>
            <p:cNvSpPr/>
            <p:nvPr/>
          </p:nvSpPr>
          <p:spPr>
            <a:xfrm>
              <a:off x="1101778" y="5391572"/>
              <a:ext cx="1996869" cy="420553"/>
            </a:xfrm>
            <a:prstGeom prst="rect">
              <a:avLst/>
            </a:prstGeom>
            <a:solidFill>
              <a:schemeClr val="accent3">
                <a:lumMod val="60000"/>
                <a:lumOff val="40000"/>
              </a:schemeClr>
            </a:solidFill>
            <a:ln w="3175">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effectLst>
                    <a:outerShdw blurRad="38100" dist="38100" dir="2700000" algn="tl">
                      <a:srgbClr val="000000">
                        <a:alpha val="43137"/>
                      </a:srgbClr>
                    </a:outerShdw>
                  </a:effectLst>
                  <a:latin typeface="+mj-ea"/>
                  <a:ea typeface="+mj-ea"/>
                  <a:cs typeface="+mn-ea"/>
                  <a:sym typeface="+mn-lt"/>
                </a:rPr>
                <a:t>测量误差计算</a:t>
              </a:r>
              <a:endParaRPr lang="zh-CN" altLang="en-US" dirty="0">
                <a:solidFill>
                  <a:schemeClr val="bg1"/>
                </a:solidFill>
                <a:effectLst>
                  <a:outerShdw blurRad="38100" dist="38100" dir="2700000" algn="tl">
                    <a:srgbClr val="000000">
                      <a:alpha val="43137"/>
                    </a:srgbClr>
                  </a:outerShdw>
                </a:effectLst>
                <a:latin typeface="+mj-ea"/>
                <a:ea typeface="+mj-ea"/>
                <a:cs typeface="+mn-ea"/>
                <a:sym typeface="+mn-lt"/>
              </a:endParaRPr>
            </a:p>
          </p:txBody>
        </p:sp>
        <p:sp>
          <p:nvSpPr>
            <p:cNvPr id="5" name="矩形: 圆角 4"/>
            <p:cNvSpPr/>
            <p:nvPr/>
          </p:nvSpPr>
          <p:spPr>
            <a:xfrm>
              <a:off x="442913" y="5986731"/>
              <a:ext cx="3314598" cy="502969"/>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bg1"/>
                  </a:solidFill>
                  <a:latin typeface="+mj-ea"/>
                  <a:ea typeface="+mj-ea"/>
                  <a:cs typeface="+mn-ea"/>
                  <a:sym typeface="+mn-lt"/>
                </a:rPr>
                <a:t>个性化巩固</a:t>
              </a:r>
              <a:endParaRPr lang="zh-CN" altLang="en-US" sz="2000" b="1" dirty="0">
                <a:solidFill>
                  <a:schemeClr val="bg1"/>
                </a:solidFill>
                <a:latin typeface="+mj-ea"/>
                <a:ea typeface="+mj-ea"/>
                <a:cs typeface="+mn-ea"/>
                <a:sym typeface="+mn-lt"/>
              </a:endParaRPr>
            </a:p>
          </p:txBody>
        </p:sp>
        <p:sp>
          <p:nvSpPr>
            <p:cNvPr id="8" name="矩形 7"/>
            <p:cNvSpPr/>
            <p:nvPr/>
          </p:nvSpPr>
          <p:spPr>
            <a:xfrm>
              <a:off x="9094902" y="5391572"/>
              <a:ext cx="1996869" cy="420553"/>
            </a:xfrm>
            <a:prstGeom prst="rect">
              <a:avLst/>
            </a:prstGeom>
            <a:solidFill>
              <a:schemeClr val="accent1">
                <a:lumMod val="60000"/>
                <a:lumOff val="40000"/>
              </a:schemeClr>
            </a:solidFill>
            <a:ln w="31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effectLst>
                    <a:outerShdw blurRad="38100" dist="38100" dir="2700000" algn="tl">
                      <a:srgbClr val="000000">
                        <a:alpha val="43137"/>
                      </a:srgbClr>
                    </a:outerShdw>
                  </a:effectLst>
                  <a:latin typeface="+mj-ea"/>
                  <a:ea typeface="+mj-ea"/>
                  <a:cs typeface="+mn-ea"/>
                  <a:sym typeface="+mn-lt"/>
                </a:rPr>
                <a:t>验证数学模型</a:t>
              </a:r>
            </a:p>
          </p:txBody>
        </p:sp>
        <p:sp>
          <p:nvSpPr>
            <p:cNvPr id="9" name="矩形: 圆角 8"/>
            <p:cNvSpPr/>
            <p:nvPr/>
          </p:nvSpPr>
          <p:spPr>
            <a:xfrm>
              <a:off x="8437584" y="5986731"/>
              <a:ext cx="3311504" cy="50296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bg1"/>
                  </a:solidFill>
                  <a:effectLst>
                    <a:outerShdw blurRad="38100" dist="38100" dir="2700000" algn="tl">
                      <a:srgbClr val="000000">
                        <a:alpha val="43137"/>
                      </a:srgbClr>
                    </a:outerShdw>
                  </a:effectLst>
                  <a:latin typeface="+mj-ea"/>
                  <a:ea typeface="+mj-ea"/>
                  <a:cs typeface="+mn-ea"/>
                  <a:sym typeface="+mn-lt"/>
                </a:rPr>
                <a:t>社会化连接</a:t>
              </a:r>
              <a:endPar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endParaRPr>
            </a:p>
          </p:txBody>
        </p:sp>
      </p:grpSp>
      <p:grpSp>
        <p:nvGrpSpPr>
          <p:cNvPr id="49" name="组合 48"/>
          <p:cNvGrpSpPr/>
          <p:nvPr/>
        </p:nvGrpSpPr>
        <p:grpSpPr>
          <a:xfrm>
            <a:off x="4284402" y="676967"/>
            <a:ext cx="3623196" cy="3336198"/>
            <a:chOff x="4284402" y="676967"/>
            <a:chExt cx="3623196" cy="3336198"/>
          </a:xfrm>
        </p:grpSpPr>
        <p:sp>
          <p:nvSpPr>
            <p:cNvPr id="15" name="椭圆 14"/>
            <p:cNvSpPr/>
            <p:nvPr/>
          </p:nvSpPr>
          <p:spPr>
            <a:xfrm>
              <a:off x="5050971" y="1300037"/>
              <a:ext cx="2090058" cy="209005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6" name="圆: 空心 15"/>
            <p:cNvSpPr/>
            <p:nvPr>
              <p:custDataLst>
                <p:tags r:id="rId1"/>
              </p:custDataLst>
            </p:nvPr>
          </p:nvSpPr>
          <p:spPr>
            <a:xfrm>
              <a:off x="4439927" y="676967"/>
              <a:ext cx="3312146" cy="3336198"/>
            </a:xfrm>
            <a:prstGeom prst="donut">
              <a:avLst>
                <a:gd name="adj" fmla="val 4481"/>
              </a:avLst>
            </a:prstGeom>
            <a:noFill/>
            <a:ln w="95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8" name="任意多边形: 形状 17"/>
            <p:cNvSpPr/>
            <p:nvPr>
              <p:custDataLst>
                <p:tags r:id="rId2"/>
              </p:custDataLst>
            </p:nvPr>
          </p:nvSpPr>
          <p:spPr>
            <a:xfrm>
              <a:off x="7289539" y="1618118"/>
              <a:ext cx="618059" cy="1455380"/>
            </a:xfrm>
            <a:custGeom>
              <a:avLst/>
              <a:gdLst>
                <a:gd name="connsiteX0" fmla="*/ 581088 w 989195"/>
                <a:gd name="connsiteY0" fmla="*/ 521 h 2329316"/>
                <a:gd name="connsiteX1" fmla="*/ 104622 w 989195"/>
                <a:gd name="connsiteY1" fmla="*/ 521 h 2329316"/>
                <a:gd name="connsiteX2" fmla="*/ -2540 w 989195"/>
                <a:gd name="connsiteY2" fmla="*/ 108335 h 2329316"/>
                <a:gd name="connsiteX3" fmla="*/ 21690 w 989195"/>
                <a:gd name="connsiteY3" fmla="*/ 175983 h 2329316"/>
                <a:gd name="connsiteX4" fmla="*/ 379446 w 989195"/>
                <a:gd name="connsiteY4" fmla="*/ 1190058 h 2329316"/>
                <a:gd name="connsiteX5" fmla="*/ 57627 w 989195"/>
                <a:gd name="connsiteY5" fmla="*/ 2159088 h 2329316"/>
                <a:gd name="connsiteX6" fmla="*/ 80229 w 989195"/>
                <a:gd name="connsiteY6" fmla="*/ 2308939 h 2329316"/>
                <a:gd name="connsiteX7" fmla="*/ 144136 w 989195"/>
                <a:gd name="connsiteY7" fmla="*/ 2329835 h 2329316"/>
                <a:gd name="connsiteX8" fmla="*/ 603853 w 989195"/>
                <a:gd name="connsiteY8" fmla="*/ 2329835 h 2329316"/>
                <a:gd name="connsiteX9" fmla="*/ 697520 w 989195"/>
                <a:gd name="connsiteY9" fmla="*/ 2275359 h 2329316"/>
                <a:gd name="connsiteX10" fmla="*/ 986652 w 989195"/>
                <a:gd name="connsiteY10" fmla="*/ 1183879 h 2329316"/>
                <a:gd name="connsiteX11" fmla="*/ 674593 w 989195"/>
                <a:gd name="connsiteY11" fmla="*/ 53208 h 2329316"/>
                <a:gd name="connsiteX12" fmla="*/ 581088 w 989195"/>
                <a:gd name="connsiteY12" fmla="*/ 521 h 232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195" h="2329316">
                  <a:moveTo>
                    <a:pt x="581088" y="521"/>
                  </a:moveTo>
                  <a:lnTo>
                    <a:pt x="104622" y="521"/>
                  </a:lnTo>
                  <a:cubicBezTo>
                    <a:pt x="45269" y="699"/>
                    <a:pt x="-2702" y="48980"/>
                    <a:pt x="-2540" y="108335"/>
                  </a:cubicBezTo>
                  <a:cubicBezTo>
                    <a:pt x="-2377" y="133004"/>
                    <a:pt x="6075" y="156876"/>
                    <a:pt x="21690" y="175983"/>
                  </a:cubicBezTo>
                  <a:cubicBezTo>
                    <a:pt x="253418" y="463098"/>
                    <a:pt x="379771" y="821049"/>
                    <a:pt x="379446" y="1190058"/>
                  </a:cubicBezTo>
                  <a:cubicBezTo>
                    <a:pt x="380093" y="1539406"/>
                    <a:pt x="267075" y="1879502"/>
                    <a:pt x="57627" y="2159088"/>
                  </a:cubicBezTo>
                  <a:cubicBezTo>
                    <a:pt x="22500" y="2206735"/>
                    <a:pt x="32747" y="2273814"/>
                    <a:pt x="80229" y="2308939"/>
                  </a:cubicBezTo>
                  <a:cubicBezTo>
                    <a:pt x="98770" y="2322566"/>
                    <a:pt x="121209" y="2329884"/>
                    <a:pt x="144136" y="2329835"/>
                  </a:cubicBezTo>
                  <a:lnTo>
                    <a:pt x="603853" y="2329835"/>
                  </a:lnTo>
                  <a:cubicBezTo>
                    <a:pt x="642558" y="2329754"/>
                    <a:pt x="678332" y="2308971"/>
                    <a:pt x="697520" y="2275359"/>
                  </a:cubicBezTo>
                  <a:cubicBezTo>
                    <a:pt x="887621" y="1943020"/>
                    <a:pt x="987303" y="1566710"/>
                    <a:pt x="986652" y="1183879"/>
                  </a:cubicBezTo>
                  <a:cubicBezTo>
                    <a:pt x="987303" y="785631"/>
                    <a:pt x="879491" y="394734"/>
                    <a:pt x="674593" y="53208"/>
                  </a:cubicBezTo>
                  <a:cubicBezTo>
                    <a:pt x="654917" y="20326"/>
                    <a:pt x="619467" y="292"/>
                    <a:pt x="581088" y="521"/>
                  </a:cubicBezTo>
                  <a:close/>
                </a:path>
              </a:pathLst>
            </a:custGeom>
            <a:solidFill>
              <a:schemeClr val="bg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Gill Sans MT" panose="020B0502020104020203" charset="0"/>
              </a:endParaRPr>
            </a:p>
          </p:txBody>
        </p:sp>
        <p:sp>
          <p:nvSpPr>
            <p:cNvPr id="19" name="任意多边形: 形状 18"/>
            <p:cNvSpPr/>
            <p:nvPr>
              <p:custDataLst>
                <p:tags r:id="rId3"/>
              </p:custDataLst>
            </p:nvPr>
          </p:nvSpPr>
          <p:spPr>
            <a:xfrm flipH="1">
              <a:off x="4284402" y="1618118"/>
              <a:ext cx="618059" cy="1455380"/>
            </a:xfrm>
            <a:custGeom>
              <a:avLst/>
              <a:gdLst>
                <a:gd name="connsiteX0" fmla="*/ 581088 w 989195"/>
                <a:gd name="connsiteY0" fmla="*/ 521 h 2329316"/>
                <a:gd name="connsiteX1" fmla="*/ 104622 w 989195"/>
                <a:gd name="connsiteY1" fmla="*/ 521 h 2329316"/>
                <a:gd name="connsiteX2" fmla="*/ -2540 w 989195"/>
                <a:gd name="connsiteY2" fmla="*/ 108335 h 2329316"/>
                <a:gd name="connsiteX3" fmla="*/ 21690 w 989195"/>
                <a:gd name="connsiteY3" fmla="*/ 175983 h 2329316"/>
                <a:gd name="connsiteX4" fmla="*/ 379446 w 989195"/>
                <a:gd name="connsiteY4" fmla="*/ 1190058 h 2329316"/>
                <a:gd name="connsiteX5" fmla="*/ 57627 w 989195"/>
                <a:gd name="connsiteY5" fmla="*/ 2159088 h 2329316"/>
                <a:gd name="connsiteX6" fmla="*/ 80229 w 989195"/>
                <a:gd name="connsiteY6" fmla="*/ 2308939 h 2329316"/>
                <a:gd name="connsiteX7" fmla="*/ 144136 w 989195"/>
                <a:gd name="connsiteY7" fmla="*/ 2329835 h 2329316"/>
                <a:gd name="connsiteX8" fmla="*/ 603853 w 989195"/>
                <a:gd name="connsiteY8" fmla="*/ 2329835 h 2329316"/>
                <a:gd name="connsiteX9" fmla="*/ 697520 w 989195"/>
                <a:gd name="connsiteY9" fmla="*/ 2275359 h 2329316"/>
                <a:gd name="connsiteX10" fmla="*/ 986652 w 989195"/>
                <a:gd name="connsiteY10" fmla="*/ 1183879 h 2329316"/>
                <a:gd name="connsiteX11" fmla="*/ 674593 w 989195"/>
                <a:gd name="connsiteY11" fmla="*/ 53208 h 2329316"/>
                <a:gd name="connsiteX12" fmla="*/ 581088 w 989195"/>
                <a:gd name="connsiteY12" fmla="*/ 521 h 232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195" h="2329316">
                  <a:moveTo>
                    <a:pt x="581088" y="521"/>
                  </a:moveTo>
                  <a:lnTo>
                    <a:pt x="104622" y="521"/>
                  </a:lnTo>
                  <a:cubicBezTo>
                    <a:pt x="45269" y="699"/>
                    <a:pt x="-2702" y="48980"/>
                    <a:pt x="-2540" y="108335"/>
                  </a:cubicBezTo>
                  <a:cubicBezTo>
                    <a:pt x="-2377" y="133004"/>
                    <a:pt x="6075" y="156876"/>
                    <a:pt x="21690" y="175983"/>
                  </a:cubicBezTo>
                  <a:cubicBezTo>
                    <a:pt x="253418" y="463098"/>
                    <a:pt x="379771" y="821049"/>
                    <a:pt x="379446" y="1190058"/>
                  </a:cubicBezTo>
                  <a:cubicBezTo>
                    <a:pt x="380093" y="1539406"/>
                    <a:pt x="267075" y="1879502"/>
                    <a:pt x="57627" y="2159088"/>
                  </a:cubicBezTo>
                  <a:cubicBezTo>
                    <a:pt x="22500" y="2206735"/>
                    <a:pt x="32747" y="2273814"/>
                    <a:pt x="80229" y="2308939"/>
                  </a:cubicBezTo>
                  <a:cubicBezTo>
                    <a:pt x="98770" y="2322566"/>
                    <a:pt x="121209" y="2329884"/>
                    <a:pt x="144136" y="2329835"/>
                  </a:cubicBezTo>
                  <a:lnTo>
                    <a:pt x="603853" y="2329835"/>
                  </a:lnTo>
                  <a:cubicBezTo>
                    <a:pt x="642558" y="2329754"/>
                    <a:pt x="678332" y="2308971"/>
                    <a:pt x="697520" y="2275359"/>
                  </a:cubicBezTo>
                  <a:cubicBezTo>
                    <a:pt x="887621" y="1943020"/>
                    <a:pt x="987303" y="1566710"/>
                    <a:pt x="986652" y="1183879"/>
                  </a:cubicBezTo>
                  <a:cubicBezTo>
                    <a:pt x="987303" y="785631"/>
                    <a:pt x="879491" y="394734"/>
                    <a:pt x="674593" y="53208"/>
                  </a:cubicBezTo>
                  <a:cubicBezTo>
                    <a:pt x="654917" y="20326"/>
                    <a:pt x="619467" y="292"/>
                    <a:pt x="581088" y="521"/>
                  </a:cubicBezTo>
                  <a:close/>
                </a:path>
              </a:pathLst>
            </a:custGeom>
            <a:solidFill>
              <a:schemeClr val="bg1"/>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Gill Sans MT" panose="020B0502020104020203" charset="0"/>
              </a:endParaRPr>
            </a:p>
          </p:txBody>
        </p:sp>
        <p:grpSp>
          <p:nvGrpSpPr>
            <p:cNvPr id="27" name="组合 26"/>
            <p:cNvGrpSpPr/>
            <p:nvPr/>
          </p:nvGrpSpPr>
          <p:grpSpPr>
            <a:xfrm>
              <a:off x="4582275" y="1602582"/>
              <a:ext cx="211245" cy="46938"/>
              <a:chOff x="4582275" y="1602582"/>
              <a:chExt cx="211245" cy="46938"/>
            </a:xfrm>
          </p:grpSpPr>
          <p:sp>
            <p:nvSpPr>
              <p:cNvPr id="25" name="椭圆 24"/>
              <p:cNvSpPr/>
              <p:nvPr>
                <p:custDataLst>
                  <p:tags r:id="rId10"/>
                </p:custDataLst>
              </p:nvPr>
            </p:nvSpPr>
            <p:spPr>
              <a:xfrm>
                <a:off x="4582275"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sp>
            <p:nvSpPr>
              <p:cNvPr id="26" name="椭圆 25"/>
              <p:cNvSpPr/>
              <p:nvPr>
                <p:custDataLst>
                  <p:tags r:id="rId11"/>
                </p:custDataLst>
              </p:nvPr>
            </p:nvSpPr>
            <p:spPr>
              <a:xfrm>
                <a:off x="4746582"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grpSp>
          <p:nvGrpSpPr>
            <p:cNvPr id="28" name="组合 27"/>
            <p:cNvGrpSpPr/>
            <p:nvPr/>
          </p:nvGrpSpPr>
          <p:grpSpPr>
            <a:xfrm>
              <a:off x="7401675" y="1602582"/>
              <a:ext cx="211245" cy="46938"/>
              <a:chOff x="4582275" y="1602582"/>
              <a:chExt cx="211245" cy="46938"/>
            </a:xfrm>
          </p:grpSpPr>
          <p:sp>
            <p:nvSpPr>
              <p:cNvPr id="29" name="椭圆 28"/>
              <p:cNvSpPr/>
              <p:nvPr>
                <p:custDataLst>
                  <p:tags r:id="rId8"/>
                </p:custDataLst>
              </p:nvPr>
            </p:nvSpPr>
            <p:spPr>
              <a:xfrm>
                <a:off x="4582275"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sp>
            <p:nvSpPr>
              <p:cNvPr id="30" name="椭圆 29"/>
              <p:cNvSpPr/>
              <p:nvPr>
                <p:custDataLst>
                  <p:tags r:id="rId9"/>
                </p:custDataLst>
              </p:nvPr>
            </p:nvSpPr>
            <p:spPr>
              <a:xfrm>
                <a:off x="4746582"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grpSp>
          <p:nvGrpSpPr>
            <p:cNvPr id="31" name="组合 30"/>
            <p:cNvGrpSpPr/>
            <p:nvPr/>
          </p:nvGrpSpPr>
          <p:grpSpPr>
            <a:xfrm>
              <a:off x="7394055" y="3037047"/>
              <a:ext cx="211245" cy="46938"/>
              <a:chOff x="4582275" y="1602582"/>
              <a:chExt cx="211245" cy="46938"/>
            </a:xfrm>
          </p:grpSpPr>
          <p:sp>
            <p:nvSpPr>
              <p:cNvPr id="32" name="椭圆 31"/>
              <p:cNvSpPr/>
              <p:nvPr>
                <p:custDataLst>
                  <p:tags r:id="rId6"/>
                </p:custDataLst>
              </p:nvPr>
            </p:nvSpPr>
            <p:spPr>
              <a:xfrm>
                <a:off x="4582275"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sp>
            <p:nvSpPr>
              <p:cNvPr id="33" name="椭圆 32"/>
              <p:cNvSpPr/>
              <p:nvPr>
                <p:custDataLst>
                  <p:tags r:id="rId7"/>
                </p:custDataLst>
              </p:nvPr>
            </p:nvSpPr>
            <p:spPr>
              <a:xfrm>
                <a:off x="4746582"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grpSp>
          <p:nvGrpSpPr>
            <p:cNvPr id="34" name="组合 33"/>
            <p:cNvGrpSpPr/>
            <p:nvPr/>
          </p:nvGrpSpPr>
          <p:grpSpPr>
            <a:xfrm>
              <a:off x="4581770" y="3037047"/>
              <a:ext cx="211245" cy="46938"/>
              <a:chOff x="4582275" y="1602582"/>
              <a:chExt cx="211245" cy="46938"/>
            </a:xfrm>
          </p:grpSpPr>
          <p:sp>
            <p:nvSpPr>
              <p:cNvPr id="35" name="椭圆 34"/>
              <p:cNvSpPr/>
              <p:nvPr>
                <p:custDataLst>
                  <p:tags r:id="rId4"/>
                </p:custDataLst>
              </p:nvPr>
            </p:nvSpPr>
            <p:spPr>
              <a:xfrm>
                <a:off x="4582275"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sp>
            <p:nvSpPr>
              <p:cNvPr id="36" name="椭圆 35"/>
              <p:cNvSpPr/>
              <p:nvPr>
                <p:custDataLst>
                  <p:tags r:id="rId5"/>
                </p:custDataLst>
              </p:nvPr>
            </p:nvSpPr>
            <p:spPr>
              <a:xfrm>
                <a:off x="4746582" y="1602582"/>
                <a:ext cx="46938" cy="46938"/>
              </a:xfrm>
              <a:prstGeom prst="ellipse">
                <a:avLst/>
              </a:prstGeom>
              <a:solidFill>
                <a:schemeClr val="bg1"/>
              </a:solidFill>
              <a:ln w="19050">
                <a:solidFill>
                  <a:srgbClr val="FF0000"/>
                </a:solid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mj-ea"/>
                  <a:ea typeface="+mj-ea"/>
                </a:endParaRPr>
              </a:p>
            </p:txBody>
          </p:sp>
        </p:grpSp>
        <p:sp>
          <p:nvSpPr>
            <p:cNvPr id="45" name="文本框 44"/>
            <p:cNvSpPr txBox="1"/>
            <p:nvPr/>
          </p:nvSpPr>
          <p:spPr>
            <a:xfrm rot="5400000">
              <a:off x="5946578" y="1672410"/>
              <a:ext cx="2077492" cy="1370952"/>
            </a:xfrm>
            <a:prstGeom prst="rect">
              <a:avLst/>
            </a:prstGeom>
            <a:noFill/>
          </p:spPr>
          <p:txBody>
            <a:bodyPr wrap="square" lIns="0" tIns="0" rIns="0" bIns="0">
              <a:prstTxWarp prst="textArchUp">
                <a:avLst/>
              </a:prstTxWarp>
              <a:spAutoFit/>
            </a:bodyPr>
            <a:lstStyle/>
            <a:p>
              <a:pPr algn="ctr"/>
              <a:r>
                <a:rPr lang="zh-CN" altLang="en-US" sz="1600" b="0" i="0" dirty="0">
                  <a:solidFill>
                    <a:srgbClr val="C00000"/>
                  </a:solidFill>
                  <a:effectLst/>
                  <a:latin typeface="+mj-ea"/>
                  <a:ea typeface="+mj-ea"/>
                </a:rPr>
                <a:t>针对性变式</a:t>
              </a:r>
              <a:endParaRPr lang="zh-CN" altLang="en-US" sz="1600" dirty="0">
                <a:solidFill>
                  <a:srgbClr val="C00000"/>
                </a:solidFill>
                <a:latin typeface="+mj-ea"/>
                <a:ea typeface="+mj-ea"/>
              </a:endParaRPr>
            </a:p>
          </p:txBody>
        </p:sp>
        <p:sp>
          <p:nvSpPr>
            <p:cNvPr id="46" name="文本框 45"/>
            <p:cNvSpPr txBox="1"/>
            <p:nvPr/>
          </p:nvSpPr>
          <p:spPr>
            <a:xfrm rot="16200000" flipH="1">
              <a:off x="4174928" y="1672410"/>
              <a:ext cx="2077492" cy="1370952"/>
            </a:xfrm>
            <a:prstGeom prst="rect">
              <a:avLst/>
            </a:prstGeom>
            <a:noFill/>
          </p:spPr>
          <p:txBody>
            <a:bodyPr wrap="square" lIns="0" tIns="0" rIns="0" bIns="0">
              <a:prstTxWarp prst="textArchUp">
                <a:avLst/>
              </a:prstTxWarp>
              <a:spAutoFit/>
            </a:bodyPr>
            <a:lstStyle/>
            <a:p>
              <a:pPr algn="ctr"/>
              <a:r>
                <a:rPr lang="zh-CN" altLang="en-US" sz="1600" b="0" i="0">
                  <a:solidFill>
                    <a:srgbClr val="C00000"/>
                  </a:solidFill>
                  <a:effectLst/>
                  <a:latin typeface="+mj-ea"/>
                  <a:ea typeface="+mj-ea"/>
                </a:rPr>
                <a:t>真项目任务</a:t>
              </a:r>
              <a:endParaRPr lang="zh-CN" altLang="en-US" sz="1600" dirty="0">
                <a:solidFill>
                  <a:srgbClr val="C00000"/>
                </a:solidFill>
                <a:latin typeface="+mj-ea"/>
                <a:ea typeface="+mj-ea"/>
              </a:endParaRPr>
            </a:p>
          </p:txBody>
        </p:sp>
      </p:grpSp>
      <p:grpSp>
        <p:nvGrpSpPr>
          <p:cNvPr id="41" name="组合 40"/>
          <p:cNvGrpSpPr/>
          <p:nvPr/>
        </p:nvGrpSpPr>
        <p:grpSpPr>
          <a:xfrm>
            <a:off x="5240013" y="1395378"/>
            <a:ext cx="1711974" cy="1715227"/>
            <a:chOff x="5240013" y="1395378"/>
            <a:chExt cx="1711974" cy="1715227"/>
          </a:xfrm>
        </p:grpSpPr>
        <p:sp>
          <p:nvSpPr>
            <p:cNvPr id="55" name="五边形 54"/>
            <p:cNvSpPr/>
            <p:nvPr/>
          </p:nvSpPr>
          <p:spPr>
            <a:xfrm>
              <a:off x="5495889" y="1682850"/>
              <a:ext cx="1200222" cy="1168775"/>
            </a:xfrm>
            <a:prstGeom prst="pentagon">
              <a:avLst/>
            </a:prstGeom>
            <a:gradFill flip="none" rotWithShape="1">
              <a:gsLst>
                <a:gs pos="0">
                  <a:schemeClr val="accent2">
                    <a:lumMod val="20000"/>
                    <a:lumOff val="80000"/>
                    <a:alpha val="0"/>
                  </a:schemeClr>
                </a:gs>
                <a:gs pos="100000">
                  <a:schemeClr val="accent2">
                    <a:alpha val="23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j-ea"/>
                <a:ea typeface="+mj-ea"/>
              </a:endParaRPr>
            </a:p>
          </p:txBody>
        </p:sp>
        <p:sp>
          <p:nvSpPr>
            <p:cNvPr id="50" name="椭圆 49"/>
            <p:cNvSpPr/>
            <p:nvPr/>
          </p:nvSpPr>
          <p:spPr>
            <a:xfrm rot="10800000" flipV="1">
              <a:off x="5856883" y="1395378"/>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劳</a:t>
              </a:r>
            </a:p>
          </p:txBody>
        </p:sp>
        <p:grpSp>
          <p:nvGrpSpPr>
            <p:cNvPr id="58" name="组合 57"/>
            <p:cNvGrpSpPr/>
            <p:nvPr/>
          </p:nvGrpSpPr>
          <p:grpSpPr>
            <a:xfrm>
              <a:off x="5432020" y="2632370"/>
              <a:ext cx="1327960" cy="478235"/>
              <a:chOff x="5452368" y="2632370"/>
              <a:chExt cx="1327960" cy="478235"/>
            </a:xfrm>
          </p:grpSpPr>
          <p:sp>
            <p:nvSpPr>
              <p:cNvPr id="51" name="椭圆 50"/>
              <p:cNvSpPr/>
              <p:nvPr/>
            </p:nvSpPr>
            <p:spPr>
              <a:xfrm rot="10800000" flipV="1">
                <a:off x="6302093" y="2632370"/>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美</a:t>
                </a:r>
              </a:p>
            </p:txBody>
          </p:sp>
          <p:sp>
            <p:nvSpPr>
              <p:cNvPr id="52" name="椭圆 51"/>
              <p:cNvSpPr/>
              <p:nvPr/>
            </p:nvSpPr>
            <p:spPr>
              <a:xfrm rot="10800000" flipV="1">
                <a:off x="5452368" y="2632370"/>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智</a:t>
                </a:r>
              </a:p>
            </p:txBody>
          </p:sp>
        </p:grpSp>
        <p:grpSp>
          <p:nvGrpSpPr>
            <p:cNvPr id="59" name="组合 58"/>
            <p:cNvGrpSpPr/>
            <p:nvPr/>
          </p:nvGrpSpPr>
          <p:grpSpPr>
            <a:xfrm>
              <a:off x="5240013" y="1935971"/>
              <a:ext cx="1711974" cy="515068"/>
              <a:chOff x="5260361" y="1935971"/>
              <a:chExt cx="1711974" cy="515068"/>
            </a:xfrm>
          </p:grpSpPr>
          <p:sp>
            <p:nvSpPr>
              <p:cNvPr id="53" name="椭圆 52"/>
              <p:cNvSpPr/>
              <p:nvPr/>
            </p:nvSpPr>
            <p:spPr>
              <a:xfrm rot="10800000" flipV="1">
                <a:off x="6494100" y="1935971"/>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体</a:t>
                </a:r>
              </a:p>
            </p:txBody>
          </p:sp>
          <p:sp>
            <p:nvSpPr>
              <p:cNvPr id="54" name="椭圆 53"/>
              <p:cNvSpPr/>
              <p:nvPr/>
            </p:nvSpPr>
            <p:spPr>
              <a:xfrm rot="10800000" flipV="1">
                <a:off x="5260361" y="1972804"/>
                <a:ext cx="478235" cy="478235"/>
              </a:xfrm>
              <a:prstGeom prst="ellipse">
                <a:avLst/>
              </a:prstGeom>
              <a:solidFill>
                <a:schemeClr val="accent2"/>
              </a:solidFill>
              <a:ln w="12700" cap="flat" cmpd="sng" algn="ctr">
                <a:solidFill>
                  <a:schemeClr val="bg1"/>
                </a:solidFill>
                <a:prstDash val="solid"/>
              </a:ln>
              <a:effectLst/>
            </p:spPr>
            <p:txBody>
              <a:bodyPr wrap="square" rtlCol="0" anchor="ctr"/>
              <a:lstStyle/>
              <a:p>
                <a:pPr algn="ctr" defTabSz="215900" hangingPunct="0"/>
                <a:r>
                  <a:rPr lang="zh-CN" altLang="en-US" sz="1600" b="1" kern="0" dirty="0">
                    <a:solidFill>
                      <a:prstClr val="white"/>
                    </a:solidFill>
                    <a:latin typeface="+mj-ea"/>
                    <a:ea typeface="+mj-ea"/>
                    <a:cs typeface="+mn-ea"/>
                    <a:sym typeface="+mn-lt"/>
                  </a:rPr>
                  <a:t>德</a:t>
                </a:r>
              </a:p>
            </p:txBody>
          </p:sp>
        </p:grpSp>
        <p:pic>
          <p:nvPicPr>
            <p:cNvPr id="65" name="图片 64"/>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703744" y="1907669"/>
              <a:ext cx="784513" cy="719137"/>
            </a:xfrm>
            <a:prstGeom prst="rect">
              <a:avLst/>
            </a:prstGeom>
          </p:spPr>
        </p:pic>
      </p:grpSp>
      <p:grpSp>
        <p:nvGrpSpPr>
          <p:cNvPr id="64" name="组合 63"/>
          <p:cNvGrpSpPr/>
          <p:nvPr/>
        </p:nvGrpSpPr>
        <p:grpSpPr>
          <a:xfrm>
            <a:off x="2360613" y="3311907"/>
            <a:ext cx="7470774" cy="3177793"/>
            <a:chOff x="2360613" y="3311907"/>
            <a:chExt cx="7470774" cy="3177793"/>
          </a:xfrm>
        </p:grpSpPr>
        <p:grpSp>
          <p:nvGrpSpPr>
            <p:cNvPr id="63" name="组合 62"/>
            <p:cNvGrpSpPr/>
            <p:nvPr/>
          </p:nvGrpSpPr>
          <p:grpSpPr>
            <a:xfrm>
              <a:off x="2360613" y="3311907"/>
              <a:ext cx="7470774" cy="3177793"/>
              <a:chOff x="2360613" y="3311907"/>
              <a:chExt cx="7470774" cy="3177793"/>
            </a:xfrm>
          </p:grpSpPr>
          <p:sp>
            <p:nvSpPr>
              <p:cNvPr id="71" name="任意形状 19"/>
              <p:cNvSpPr/>
              <p:nvPr/>
            </p:nvSpPr>
            <p:spPr>
              <a:xfrm>
                <a:off x="2360613" y="4248307"/>
                <a:ext cx="7470774" cy="1963159"/>
              </a:xfrm>
              <a:custGeom>
                <a:avLst/>
                <a:gdLst>
                  <a:gd name="connsiteX0" fmla="*/ 2830992 w 8596408"/>
                  <a:gd name="connsiteY0" fmla="*/ 0 h 3825218"/>
                  <a:gd name="connsiteX1" fmla="*/ 5765416 w 8596408"/>
                  <a:gd name="connsiteY1" fmla="*/ 0 h 3825218"/>
                  <a:gd name="connsiteX2" fmla="*/ 5778703 w 8596408"/>
                  <a:gd name="connsiteY2" fmla="*/ 69146 h 3825218"/>
                  <a:gd name="connsiteX3" fmla="*/ 7310135 w 8596408"/>
                  <a:gd name="connsiteY3" fmla="*/ 2635970 h 3825218"/>
                  <a:gd name="connsiteX4" fmla="*/ 8549250 w 8596408"/>
                  <a:gd name="connsiteY4" fmla="*/ 3791201 h 3825218"/>
                  <a:gd name="connsiteX5" fmla="*/ 8596408 w 8596408"/>
                  <a:gd name="connsiteY5" fmla="*/ 3825218 h 3825218"/>
                  <a:gd name="connsiteX6" fmla="*/ 0 w 8596408"/>
                  <a:gd name="connsiteY6" fmla="*/ 3825218 h 3825218"/>
                  <a:gd name="connsiteX7" fmla="*/ 47157 w 8596408"/>
                  <a:gd name="connsiteY7" fmla="*/ 3791202 h 3825218"/>
                  <a:gd name="connsiteX8" fmla="*/ 1286272 w 8596408"/>
                  <a:gd name="connsiteY8" fmla="*/ 2635971 h 3825218"/>
                  <a:gd name="connsiteX9" fmla="*/ 2817704 w 8596408"/>
                  <a:gd name="connsiteY9" fmla="*/ 69147 h 3825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96408" h="3825218">
                    <a:moveTo>
                      <a:pt x="2830992" y="0"/>
                    </a:moveTo>
                    <a:lnTo>
                      <a:pt x="5765416" y="0"/>
                    </a:lnTo>
                    <a:lnTo>
                      <a:pt x="5778703" y="69146"/>
                    </a:lnTo>
                    <a:cubicBezTo>
                      <a:pt x="5947128" y="771335"/>
                      <a:pt x="6496637" y="1724580"/>
                      <a:pt x="7310135" y="2635970"/>
                    </a:cubicBezTo>
                    <a:cubicBezTo>
                      <a:pt x="7716884" y="3091665"/>
                      <a:pt x="8141497" y="3482970"/>
                      <a:pt x="8549250" y="3791201"/>
                    </a:cubicBezTo>
                    <a:lnTo>
                      <a:pt x="8596408" y="3825218"/>
                    </a:lnTo>
                    <a:lnTo>
                      <a:pt x="0" y="3825218"/>
                    </a:lnTo>
                    <a:lnTo>
                      <a:pt x="47157" y="3791202"/>
                    </a:lnTo>
                    <a:cubicBezTo>
                      <a:pt x="454911" y="3482971"/>
                      <a:pt x="879523" y="3091666"/>
                      <a:pt x="1286272" y="2635971"/>
                    </a:cubicBezTo>
                    <a:cubicBezTo>
                      <a:pt x="2099770" y="1724581"/>
                      <a:pt x="2649280" y="771337"/>
                      <a:pt x="2817704" y="69147"/>
                    </a:cubicBezTo>
                    <a:close/>
                  </a:path>
                </a:pathLst>
              </a:custGeom>
              <a:gradFill flip="none" rotWithShape="1">
                <a:gsLst>
                  <a:gs pos="70000">
                    <a:schemeClr val="accent2">
                      <a:alpha val="10000"/>
                    </a:schemeClr>
                  </a:gs>
                  <a:gs pos="30000">
                    <a:schemeClr val="accent2">
                      <a:alpha val="10000"/>
                    </a:schemeClr>
                  </a:gs>
                  <a:gs pos="10000">
                    <a:schemeClr val="accent2">
                      <a:alpha val="0"/>
                    </a:schemeClr>
                  </a:gs>
                  <a:gs pos="90000">
                    <a:schemeClr val="accent2">
                      <a:alpha val="0"/>
                    </a:schemeClr>
                  </a:gs>
                </a:gsLst>
                <a:lin ang="16200000" scaled="1"/>
                <a:tileRect/>
              </a:gradFill>
              <a:ln w="3175">
                <a:gradFill flip="none" rotWithShape="1">
                  <a:gsLst>
                    <a:gs pos="70000">
                      <a:schemeClr val="accent2">
                        <a:alpha val="60000"/>
                      </a:schemeClr>
                    </a:gs>
                    <a:gs pos="29000">
                      <a:schemeClr val="accent2">
                        <a:alpha val="60000"/>
                      </a:schemeClr>
                    </a:gs>
                    <a:gs pos="0">
                      <a:schemeClr val="accent1">
                        <a:lumMod val="0"/>
                        <a:lumOff val="100000"/>
                        <a:alpha val="0"/>
                      </a:schemeClr>
                    </a:gs>
                    <a:gs pos="100000">
                      <a:schemeClr val="accent1">
                        <a:lumMod val="0"/>
                        <a:lumOff val="100000"/>
                        <a:alpha val="0"/>
                      </a:schemeClr>
                    </a:gs>
                  </a:gsLst>
                  <a:lin ang="16200000" scaled="1"/>
                  <a:tileRect/>
                </a:grad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mj-ea"/>
                  <a:ea typeface="+mj-ea"/>
                  <a:cs typeface="思源黑体 CN Regular" panose="020B0500000000000000" charset="-122"/>
                </a:endParaRPr>
              </a:p>
            </p:txBody>
          </p:sp>
          <p:sp>
            <p:nvSpPr>
              <p:cNvPr id="70" name="任意形状 19"/>
              <p:cNvSpPr/>
              <p:nvPr/>
            </p:nvSpPr>
            <p:spPr>
              <a:xfrm>
                <a:off x="4225926" y="4032407"/>
                <a:ext cx="3740148" cy="1963159"/>
              </a:xfrm>
              <a:custGeom>
                <a:avLst/>
                <a:gdLst>
                  <a:gd name="connsiteX0" fmla="*/ 2830992 w 8596408"/>
                  <a:gd name="connsiteY0" fmla="*/ 0 h 3825218"/>
                  <a:gd name="connsiteX1" fmla="*/ 5765416 w 8596408"/>
                  <a:gd name="connsiteY1" fmla="*/ 0 h 3825218"/>
                  <a:gd name="connsiteX2" fmla="*/ 5778703 w 8596408"/>
                  <a:gd name="connsiteY2" fmla="*/ 69146 h 3825218"/>
                  <a:gd name="connsiteX3" fmla="*/ 7310135 w 8596408"/>
                  <a:gd name="connsiteY3" fmla="*/ 2635970 h 3825218"/>
                  <a:gd name="connsiteX4" fmla="*/ 8549250 w 8596408"/>
                  <a:gd name="connsiteY4" fmla="*/ 3791201 h 3825218"/>
                  <a:gd name="connsiteX5" fmla="*/ 8596408 w 8596408"/>
                  <a:gd name="connsiteY5" fmla="*/ 3825218 h 3825218"/>
                  <a:gd name="connsiteX6" fmla="*/ 0 w 8596408"/>
                  <a:gd name="connsiteY6" fmla="*/ 3825218 h 3825218"/>
                  <a:gd name="connsiteX7" fmla="*/ 47157 w 8596408"/>
                  <a:gd name="connsiteY7" fmla="*/ 3791202 h 3825218"/>
                  <a:gd name="connsiteX8" fmla="*/ 1286272 w 8596408"/>
                  <a:gd name="connsiteY8" fmla="*/ 2635971 h 3825218"/>
                  <a:gd name="connsiteX9" fmla="*/ 2817704 w 8596408"/>
                  <a:gd name="connsiteY9" fmla="*/ 69147 h 3825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96408" h="3825218">
                    <a:moveTo>
                      <a:pt x="2830992" y="0"/>
                    </a:moveTo>
                    <a:lnTo>
                      <a:pt x="5765416" y="0"/>
                    </a:lnTo>
                    <a:lnTo>
                      <a:pt x="5778703" y="69146"/>
                    </a:lnTo>
                    <a:cubicBezTo>
                      <a:pt x="5947128" y="771335"/>
                      <a:pt x="6496637" y="1724580"/>
                      <a:pt x="7310135" y="2635970"/>
                    </a:cubicBezTo>
                    <a:cubicBezTo>
                      <a:pt x="7716884" y="3091665"/>
                      <a:pt x="8141497" y="3482970"/>
                      <a:pt x="8549250" y="3791201"/>
                    </a:cubicBezTo>
                    <a:lnTo>
                      <a:pt x="8596408" y="3825218"/>
                    </a:lnTo>
                    <a:lnTo>
                      <a:pt x="0" y="3825218"/>
                    </a:lnTo>
                    <a:lnTo>
                      <a:pt x="47157" y="3791202"/>
                    </a:lnTo>
                    <a:cubicBezTo>
                      <a:pt x="454911" y="3482971"/>
                      <a:pt x="879523" y="3091666"/>
                      <a:pt x="1286272" y="2635971"/>
                    </a:cubicBezTo>
                    <a:cubicBezTo>
                      <a:pt x="2099770" y="1724581"/>
                      <a:pt x="2649280" y="771337"/>
                      <a:pt x="2817704" y="69147"/>
                    </a:cubicBezTo>
                    <a:close/>
                  </a:path>
                </a:pathLst>
              </a:custGeom>
              <a:gradFill flip="none" rotWithShape="1">
                <a:gsLst>
                  <a:gs pos="70000">
                    <a:schemeClr val="accent2">
                      <a:alpha val="5000"/>
                    </a:schemeClr>
                  </a:gs>
                  <a:gs pos="30000">
                    <a:schemeClr val="accent2">
                      <a:alpha val="5000"/>
                    </a:schemeClr>
                  </a:gs>
                  <a:gs pos="10000">
                    <a:schemeClr val="accent2">
                      <a:alpha val="0"/>
                    </a:schemeClr>
                  </a:gs>
                  <a:gs pos="90000">
                    <a:schemeClr val="accent2">
                      <a:alpha val="0"/>
                    </a:schemeClr>
                  </a:gs>
                </a:gsLst>
                <a:lin ang="16200000" scaled="1"/>
                <a:tileRect/>
              </a:gradFill>
              <a:ln w="3175">
                <a:gradFill flip="none" rotWithShape="1">
                  <a:gsLst>
                    <a:gs pos="70000">
                      <a:schemeClr val="accent2">
                        <a:alpha val="60000"/>
                      </a:schemeClr>
                    </a:gs>
                    <a:gs pos="29000">
                      <a:schemeClr val="accent2">
                        <a:alpha val="60000"/>
                      </a:schemeClr>
                    </a:gs>
                    <a:gs pos="0">
                      <a:schemeClr val="accent1">
                        <a:lumMod val="0"/>
                        <a:lumOff val="100000"/>
                        <a:alpha val="0"/>
                      </a:schemeClr>
                    </a:gs>
                    <a:gs pos="100000">
                      <a:schemeClr val="accent1">
                        <a:lumMod val="0"/>
                        <a:lumOff val="100000"/>
                        <a:alpha val="0"/>
                      </a:schemeClr>
                    </a:gs>
                  </a:gsLst>
                  <a:lin ang="16200000" scaled="1"/>
                  <a:tileRect/>
                </a:grad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mj-ea"/>
                  <a:ea typeface="+mj-ea"/>
                  <a:cs typeface="思源黑体 CN Regular" panose="020B0500000000000000" charset="-122"/>
                </a:endParaRPr>
              </a:p>
            </p:txBody>
          </p:sp>
          <p:sp>
            <p:nvSpPr>
              <p:cNvPr id="7" name="矩形: 圆角 6"/>
              <p:cNvSpPr/>
              <p:nvPr/>
            </p:nvSpPr>
            <p:spPr>
              <a:xfrm>
                <a:off x="4440248" y="5986731"/>
                <a:ext cx="3314598" cy="502969"/>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solidFill>
                      <a:schemeClr val="bg1"/>
                    </a:solidFill>
                    <a:latin typeface="+mj-ea"/>
                    <a:ea typeface="+mj-ea"/>
                    <a:cs typeface="+mn-ea"/>
                    <a:sym typeface="+mn-lt"/>
                  </a:rPr>
                  <a:t>职业化延伸</a:t>
                </a:r>
                <a:endParaRPr lang="zh-CN" altLang="en-US" sz="2000" b="1" dirty="0">
                  <a:solidFill>
                    <a:schemeClr val="bg1"/>
                  </a:solidFill>
                  <a:latin typeface="+mj-ea"/>
                  <a:ea typeface="+mj-ea"/>
                  <a:cs typeface="+mn-ea"/>
                  <a:sym typeface="+mn-lt"/>
                </a:endParaRPr>
              </a:p>
            </p:txBody>
          </p:sp>
          <p:sp>
            <p:nvSpPr>
              <p:cNvPr id="42" name="箭头: 上 421"/>
              <p:cNvSpPr/>
              <p:nvPr/>
            </p:nvSpPr>
            <p:spPr>
              <a:xfrm>
                <a:off x="5308756" y="3311907"/>
                <a:ext cx="1728148" cy="3177793"/>
              </a:xfrm>
              <a:custGeom>
                <a:avLst/>
                <a:gdLst>
                  <a:gd name="connsiteX0" fmla="*/ 0 w 966480"/>
                  <a:gd name="connsiteY0" fmla="*/ 295898 h 2890363"/>
                  <a:gd name="connsiteX1" fmla="*/ 483240 w 966480"/>
                  <a:gd name="connsiteY1" fmla="*/ 0 h 2890363"/>
                  <a:gd name="connsiteX2" fmla="*/ 966480 w 966480"/>
                  <a:gd name="connsiteY2" fmla="*/ 295898 h 2890363"/>
                  <a:gd name="connsiteX3" fmla="*/ 738246 w 966480"/>
                  <a:gd name="connsiteY3" fmla="*/ 295898 h 2890363"/>
                  <a:gd name="connsiteX4" fmla="*/ 738246 w 966480"/>
                  <a:gd name="connsiteY4" fmla="*/ 2890363 h 2890363"/>
                  <a:gd name="connsiteX5" fmla="*/ 228234 w 966480"/>
                  <a:gd name="connsiteY5" fmla="*/ 2890363 h 2890363"/>
                  <a:gd name="connsiteX6" fmla="*/ 228234 w 966480"/>
                  <a:gd name="connsiteY6" fmla="*/ 295898 h 2890363"/>
                  <a:gd name="connsiteX7" fmla="*/ 0 w 966480"/>
                  <a:gd name="connsiteY7" fmla="*/ 295898 h 2890363"/>
                  <a:gd name="connsiteX0-1" fmla="*/ 0 w 1347846"/>
                  <a:gd name="connsiteY0-2" fmla="*/ 295898 h 3073243"/>
                  <a:gd name="connsiteX1-3" fmla="*/ 483240 w 1347846"/>
                  <a:gd name="connsiteY1-4" fmla="*/ 0 h 3073243"/>
                  <a:gd name="connsiteX2-5" fmla="*/ 966480 w 1347846"/>
                  <a:gd name="connsiteY2-6" fmla="*/ 295898 h 3073243"/>
                  <a:gd name="connsiteX3-7" fmla="*/ 738246 w 1347846"/>
                  <a:gd name="connsiteY3-8" fmla="*/ 295898 h 3073243"/>
                  <a:gd name="connsiteX4-9" fmla="*/ 1347846 w 1347846"/>
                  <a:gd name="connsiteY4-10" fmla="*/ 3073243 h 3073243"/>
                  <a:gd name="connsiteX5-11" fmla="*/ 228234 w 1347846"/>
                  <a:gd name="connsiteY5-12" fmla="*/ 2890363 h 3073243"/>
                  <a:gd name="connsiteX6-13" fmla="*/ 228234 w 1347846"/>
                  <a:gd name="connsiteY6-14" fmla="*/ 295898 h 3073243"/>
                  <a:gd name="connsiteX7-15" fmla="*/ 0 w 1347846"/>
                  <a:gd name="connsiteY7-16" fmla="*/ 295898 h 3073243"/>
                  <a:gd name="connsiteX0-17" fmla="*/ 213726 w 1561572"/>
                  <a:gd name="connsiteY0-18" fmla="*/ 295898 h 3073243"/>
                  <a:gd name="connsiteX1-19" fmla="*/ 696966 w 1561572"/>
                  <a:gd name="connsiteY1-20" fmla="*/ 0 h 3073243"/>
                  <a:gd name="connsiteX2-21" fmla="*/ 1180206 w 1561572"/>
                  <a:gd name="connsiteY2-22" fmla="*/ 295898 h 3073243"/>
                  <a:gd name="connsiteX3-23" fmla="*/ 951972 w 1561572"/>
                  <a:gd name="connsiteY3-24" fmla="*/ 295898 h 3073243"/>
                  <a:gd name="connsiteX4-25" fmla="*/ 1561572 w 1561572"/>
                  <a:gd name="connsiteY4-26" fmla="*/ 3073243 h 3073243"/>
                  <a:gd name="connsiteX5-27" fmla="*/ 0 w 1561572"/>
                  <a:gd name="connsiteY5-28" fmla="*/ 3073243 h 3073243"/>
                  <a:gd name="connsiteX6-29" fmla="*/ 441960 w 1561572"/>
                  <a:gd name="connsiteY6-30" fmla="*/ 295898 h 3073243"/>
                  <a:gd name="connsiteX7-31" fmla="*/ 213726 w 1561572"/>
                  <a:gd name="connsiteY7-32" fmla="*/ 295898 h 3073243"/>
                  <a:gd name="connsiteX0-33" fmla="*/ 213726 w 1561572"/>
                  <a:gd name="connsiteY0-34" fmla="*/ 295898 h 3073243"/>
                  <a:gd name="connsiteX1-35" fmla="*/ 696966 w 1561572"/>
                  <a:gd name="connsiteY1-36" fmla="*/ 0 h 3073243"/>
                  <a:gd name="connsiteX2-37" fmla="*/ 1180206 w 1561572"/>
                  <a:gd name="connsiteY2-38" fmla="*/ 295898 h 3073243"/>
                  <a:gd name="connsiteX3-39" fmla="*/ 951972 w 1561572"/>
                  <a:gd name="connsiteY3-40" fmla="*/ 295898 h 3073243"/>
                  <a:gd name="connsiteX4-41" fmla="*/ 1561572 w 1561572"/>
                  <a:gd name="connsiteY4-42" fmla="*/ 3073243 h 3073243"/>
                  <a:gd name="connsiteX5-43" fmla="*/ 0 w 1561572"/>
                  <a:gd name="connsiteY5-44" fmla="*/ 3073243 h 3073243"/>
                  <a:gd name="connsiteX6-45" fmla="*/ 441960 w 1561572"/>
                  <a:gd name="connsiteY6-46" fmla="*/ 295898 h 3073243"/>
                  <a:gd name="connsiteX7-47" fmla="*/ 213726 w 1561572"/>
                  <a:gd name="connsiteY7-48" fmla="*/ 295898 h 3073243"/>
                  <a:gd name="connsiteX0-49" fmla="*/ 213726 w 1561572"/>
                  <a:gd name="connsiteY0-50" fmla="*/ 295898 h 3073243"/>
                  <a:gd name="connsiteX1-51" fmla="*/ 696966 w 1561572"/>
                  <a:gd name="connsiteY1-52" fmla="*/ 0 h 3073243"/>
                  <a:gd name="connsiteX2-53" fmla="*/ 1180206 w 1561572"/>
                  <a:gd name="connsiteY2-54" fmla="*/ 295898 h 3073243"/>
                  <a:gd name="connsiteX3-55" fmla="*/ 951972 w 1561572"/>
                  <a:gd name="connsiteY3-56" fmla="*/ 295898 h 3073243"/>
                  <a:gd name="connsiteX4-57" fmla="*/ 1561572 w 1561572"/>
                  <a:gd name="connsiteY4-58" fmla="*/ 3073243 h 3073243"/>
                  <a:gd name="connsiteX5-59" fmla="*/ 0 w 1561572"/>
                  <a:gd name="connsiteY5-60" fmla="*/ 3073243 h 3073243"/>
                  <a:gd name="connsiteX6-61" fmla="*/ 441960 w 1561572"/>
                  <a:gd name="connsiteY6-62" fmla="*/ 295898 h 3073243"/>
                  <a:gd name="connsiteX7-63" fmla="*/ 213726 w 1561572"/>
                  <a:gd name="connsiteY7-64" fmla="*/ 295898 h 3073243"/>
                  <a:gd name="connsiteX0-65" fmla="*/ 213726 w 1561572"/>
                  <a:gd name="connsiteY0-66" fmla="*/ 295898 h 3073243"/>
                  <a:gd name="connsiteX1-67" fmla="*/ 696966 w 1561572"/>
                  <a:gd name="connsiteY1-68" fmla="*/ 0 h 3073243"/>
                  <a:gd name="connsiteX2-69" fmla="*/ 1180206 w 1561572"/>
                  <a:gd name="connsiteY2-70" fmla="*/ 295898 h 3073243"/>
                  <a:gd name="connsiteX3-71" fmla="*/ 951972 w 1561572"/>
                  <a:gd name="connsiteY3-72" fmla="*/ 295898 h 3073243"/>
                  <a:gd name="connsiteX4-73" fmla="*/ 1561572 w 1561572"/>
                  <a:gd name="connsiteY4-74" fmla="*/ 3073243 h 3073243"/>
                  <a:gd name="connsiteX5-75" fmla="*/ 0 w 1561572"/>
                  <a:gd name="connsiteY5-76" fmla="*/ 3073243 h 3073243"/>
                  <a:gd name="connsiteX6-77" fmla="*/ 441960 w 1561572"/>
                  <a:gd name="connsiteY6-78" fmla="*/ 295898 h 3073243"/>
                  <a:gd name="connsiteX7-79" fmla="*/ 213726 w 1561572"/>
                  <a:gd name="connsiteY7-80" fmla="*/ 295898 h 3073243"/>
                  <a:gd name="connsiteX0-81" fmla="*/ 213726 w 1561572"/>
                  <a:gd name="connsiteY0-82" fmla="*/ 295898 h 3073243"/>
                  <a:gd name="connsiteX1-83" fmla="*/ 696966 w 1561572"/>
                  <a:gd name="connsiteY1-84" fmla="*/ 0 h 3073243"/>
                  <a:gd name="connsiteX2-85" fmla="*/ 1180206 w 1561572"/>
                  <a:gd name="connsiteY2-86" fmla="*/ 295898 h 3073243"/>
                  <a:gd name="connsiteX3-87" fmla="*/ 951972 w 1561572"/>
                  <a:gd name="connsiteY3-88" fmla="*/ 295898 h 3073243"/>
                  <a:gd name="connsiteX4-89" fmla="*/ 1561572 w 1561572"/>
                  <a:gd name="connsiteY4-90" fmla="*/ 3073243 h 3073243"/>
                  <a:gd name="connsiteX5-91" fmla="*/ 0 w 1561572"/>
                  <a:gd name="connsiteY5-92" fmla="*/ 3073243 h 3073243"/>
                  <a:gd name="connsiteX6-93" fmla="*/ 441960 w 1561572"/>
                  <a:gd name="connsiteY6-94" fmla="*/ 295898 h 3073243"/>
                  <a:gd name="connsiteX7-95" fmla="*/ 213726 w 1561572"/>
                  <a:gd name="connsiteY7-96" fmla="*/ 295898 h 3073243"/>
                  <a:gd name="connsiteX0-97" fmla="*/ 213726 w 1561572"/>
                  <a:gd name="connsiteY0-98" fmla="*/ 295898 h 3073243"/>
                  <a:gd name="connsiteX1-99" fmla="*/ 696966 w 1561572"/>
                  <a:gd name="connsiteY1-100" fmla="*/ 0 h 3073243"/>
                  <a:gd name="connsiteX2-101" fmla="*/ 1180206 w 1561572"/>
                  <a:gd name="connsiteY2-102" fmla="*/ 295898 h 3073243"/>
                  <a:gd name="connsiteX3-103" fmla="*/ 951972 w 1561572"/>
                  <a:gd name="connsiteY3-104" fmla="*/ 295898 h 3073243"/>
                  <a:gd name="connsiteX4-105" fmla="*/ 1561572 w 1561572"/>
                  <a:gd name="connsiteY4-106" fmla="*/ 3073243 h 3073243"/>
                  <a:gd name="connsiteX5-107" fmla="*/ 0 w 1561572"/>
                  <a:gd name="connsiteY5-108" fmla="*/ 3073243 h 3073243"/>
                  <a:gd name="connsiteX6-109" fmla="*/ 441960 w 1561572"/>
                  <a:gd name="connsiteY6-110" fmla="*/ 295898 h 3073243"/>
                  <a:gd name="connsiteX7-111" fmla="*/ 213726 w 1561572"/>
                  <a:gd name="connsiteY7-112" fmla="*/ 295898 h 3073243"/>
                  <a:gd name="connsiteX0-113" fmla="*/ 213726 w 1523472"/>
                  <a:gd name="connsiteY0-114" fmla="*/ 295898 h 3073243"/>
                  <a:gd name="connsiteX1-115" fmla="*/ 696966 w 1523472"/>
                  <a:gd name="connsiteY1-116" fmla="*/ 0 h 3073243"/>
                  <a:gd name="connsiteX2-117" fmla="*/ 1180206 w 1523472"/>
                  <a:gd name="connsiteY2-118" fmla="*/ 295898 h 3073243"/>
                  <a:gd name="connsiteX3-119" fmla="*/ 951972 w 1523472"/>
                  <a:gd name="connsiteY3-120" fmla="*/ 295898 h 3073243"/>
                  <a:gd name="connsiteX4-121" fmla="*/ 1523472 w 1523472"/>
                  <a:gd name="connsiteY4-122" fmla="*/ 3073243 h 3073243"/>
                  <a:gd name="connsiteX5-123" fmla="*/ 0 w 1523472"/>
                  <a:gd name="connsiteY5-124" fmla="*/ 3073243 h 3073243"/>
                  <a:gd name="connsiteX6-125" fmla="*/ 441960 w 1523472"/>
                  <a:gd name="connsiteY6-126" fmla="*/ 295898 h 3073243"/>
                  <a:gd name="connsiteX7-127" fmla="*/ 213726 w 1523472"/>
                  <a:gd name="connsiteY7-128" fmla="*/ 295898 h 3073243"/>
                  <a:gd name="connsiteX0-129" fmla="*/ 213726 w 1523472"/>
                  <a:gd name="connsiteY0-130" fmla="*/ 295898 h 3073243"/>
                  <a:gd name="connsiteX1-131" fmla="*/ 696966 w 1523472"/>
                  <a:gd name="connsiteY1-132" fmla="*/ 0 h 3073243"/>
                  <a:gd name="connsiteX2-133" fmla="*/ 1180206 w 1523472"/>
                  <a:gd name="connsiteY2-134" fmla="*/ 295898 h 3073243"/>
                  <a:gd name="connsiteX3-135" fmla="*/ 951972 w 1523472"/>
                  <a:gd name="connsiteY3-136" fmla="*/ 295898 h 3073243"/>
                  <a:gd name="connsiteX4-137" fmla="*/ 1523472 w 1523472"/>
                  <a:gd name="connsiteY4-138" fmla="*/ 3073243 h 3073243"/>
                  <a:gd name="connsiteX5-139" fmla="*/ 0 w 1523472"/>
                  <a:gd name="connsiteY5-140" fmla="*/ 3073243 h 3073243"/>
                  <a:gd name="connsiteX6-141" fmla="*/ 441960 w 1523472"/>
                  <a:gd name="connsiteY6-142" fmla="*/ 295898 h 3073243"/>
                  <a:gd name="connsiteX7-143" fmla="*/ 213726 w 1523472"/>
                  <a:gd name="connsiteY7-144" fmla="*/ 295898 h 3073243"/>
                  <a:gd name="connsiteX0-145" fmla="*/ 213726 w 1523472"/>
                  <a:gd name="connsiteY0-146" fmla="*/ 295898 h 3073243"/>
                  <a:gd name="connsiteX1-147" fmla="*/ 696966 w 1523472"/>
                  <a:gd name="connsiteY1-148" fmla="*/ 0 h 3073243"/>
                  <a:gd name="connsiteX2-149" fmla="*/ 1180206 w 1523472"/>
                  <a:gd name="connsiteY2-150" fmla="*/ 295898 h 3073243"/>
                  <a:gd name="connsiteX3-151" fmla="*/ 951972 w 1523472"/>
                  <a:gd name="connsiteY3-152" fmla="*/ 295898 h 3073243"/>
                  <a:gd name="connsiteX4-153" fmla="*/ 1523472 w 1523472"/>
                  <a:gd name="connsiteY4-154" fmla="*/ 3073243 h 3073243"/>
                  <a:gd name="connsiteX5-155" fmla="*/ 0 w 1523472"/>
                  <a:gd name="connsiteY5-156" fmla="*/ 3073243 h 3073243"/>
                  <a:gd name="connsiteX6-157" fmla="*/ 441960 w 1523472"/>
                  <a:gd name="connsiteY6-158" fmla="*/ 295898 h 3073243"/>
                  <a:gd name="connsiteX7-159" fmla="*/ 213726 w 1523472"/>
                  <a:gd name="connsiteY7-160" fmla="*/ 295898 h 30732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523472" h="3073243">
                    <a:moveTo>
                      <a:pt x="213726" y="295898"/>
                    </a:moveTo>
                    <a:lnTo>
                      <a:pt x="696966" y="0"/>
                    </a:lnTo>
                    <a:lnTo>
                      <a:pt x="1180206" y="295898"/>
                    </a:lnTo>
                    <a:lnTo>
                      <a:pt x="951972" y="295898"/>
                    </a:lnTo>
                    <a:cubicBezTo>
                      <a:pt x="1025632" y="1275020"/>
                      <a:pt x="1091672" y="2216041"/>
                      <a:pt x="1523472" y="3073243"/>
                    </a:cubicBezTo>
                    <a:lnTo>
                      <a:pt x="0" y="3073243"/>
                    </a:lnTo>
                    <a:cubicBezTo>
                      <a:pt x="299720" y="2246521"/>
                      <a:pt x="378460" y="1244540"/>
                      <a:pt x="441960" y="295898"/>
                    </a:cubicBezTo>
                    <a:lnTo>
                      <a:pt x="213726" y="295898"/>
                    </a:lnTo>
                    <a:close/>
                  </a:path>
                </a:pathLst>
              </a:custGeom>
              <a:gradFill>
                <a:gsLst>
                  <a:gs pos="11000">
                    <a:schemeClr val="accent2"/>
                  </a:gs>
                  <a:gs pos="100000">
                    <a:schemeClr val="accent2">
                      <a:lumMod val="20000"/>
                      <a:lumOff val="80000"/>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ea"/>
                  <a:ea typeface="+mj-ea"/>
                  <a:cs typeface="思源黑体 CN Regular" panose="020B0500000000000000" charset="-122"/>
                </a:endParaRPr>
              </a:p>
            </p:txBody>
          </p:sp>
          <p:sp>
            <p:nvSpPr>
              <p:cNvPr id="43" name="矩形: 圆角 42"/>
              <p:cNvSpPr/>
              <p:nvPr/>
            </p:nvSpPr>
            <p:spPr>
              <a:xfrm rot="5400000">
                <a:off x="5056655" y="4614311"/>
                <a:ext cx="2102805" cy="461658"/>
              </a:xfrm>
              <a:prstGeom prst="roundRect">
                <a:avLst>
                  <a:gd name="adj" fmla="val 50000"/>
                </a:avLst>
              </a:prstGeom>
              <a:solidFill>
                <a:schemeClr val="bg1"/>
              </a:solidFill>
              <a:ln w="6350">
                <a:solidFill>
                  <a:schemeClr val="accent2">
                    <a:lumMod val="20000"/>
                    <a:lumOff val="80000"/>
                  </a:schemeClr>
                </a:solidFill>
                <a:prstDash val="solid"/>
              </a:ln>
              <a:effectLst>
                <a:outerShdw blurRad="101600" sx="101000" sy="101000" algn="ctr" rotWithShape="0">
                  <a:schemeClr val="accent2">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dist" defTabSz="457200" rtl="0" eaLnBrk="1" fontAlgn="auto" latinLnBrk="0" hangingPunct="1">
                  <a:lnSpc>
                    <a:spcPct val="100000"/>
                  </a:lnSpc>
                  <a:spcBef>
                    <a:spcPts val="0"/>
                  </a:spcBef>
                  <a:spcAft>
                    <a:spcPts val="0"/>
                  </a:spcAft>
                  <a:buClrTx/>
                  <a:buSzTx/>
                  <a:buFontTx/>
                  <a:buNone/>
                  <a:defRPr/>
                </a:pPr>
                <a:endParaRPr kumimoji="1" lang="zh-CN" altLang="en-US" sz="1400" b="0" i="0" u="none" strike="noStrike" kern="1200" cap="none" spc="0" normalizeH="0" baseline="0" noProof="0">
                  <a:ln>
                    <a:noFill/>
                  </a:ln>
                  <a:solidFill>
                    <a:srgbClr val="FFFFFF">
                      <a:lumMod val="25000"/>
                    </a:srgbClr>
                  </a:solidFill>
                  <a:effectLst/>
                  <a:uLnTx/>
                  <a:uFillTx/>
                  <a:latin typeface="+mj-ea"/>
                  <a:ea typeface="+mj-ea"/>
                  <a:cs typeface="思源黑体 CN Regular" panose="020B0500000000000000" charset="-122"/>
                </a:endParaRPr>
              </a:p>
            </p:txBody>
          </p:sp>
        </p:grpSp>
        <p:sp>
          <p:nvSpPr>
            <p:cNvPr id="44" name="文本框 43"/>
            <p:cNvSpPr txBox="1"/>
            <p:nvPr/>
          </p:nvSpPr>
          <p:spPr>
            <a:xfrm>
              <a:off x="5984949" y="3939703"/>
              <a:ext cx="246221" cy="1810875"/>
            </a:xfrm>
            <a:prstGeom prst="rect">
              <a:avLst/>
            </a:prstGeom>
            <a:noFill/>
          </p:spPr>
          <p:txBody>
            <a:bodyPr vert="eaVert" wrap="square" lIns="0" tIns="0" rIns="0" bIns="0"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2">
                      <a:lumMod val="75000"/>
                    </a:schemeClr>
                  </a:solidFill>
                  <a:effectLst/>
                  <a:uLnTx/>
                  <a:uFillTx/>
                  <a:latin typeface="+mj-ea"/>
                  <a:ea typeface="+mj-ea"/>
                  <a:cs typeface="思源黑体 CN Regular" panose="020B0500000000000000" charset="-122"/>
                </a:rPr>
                <a:t>完成真实数据分析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heel(1)">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heel(1)">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wipe(down)">
                                      <p:cBhvr>
                                        <p:cTn id="17" dur="500"/>
                                        <p:tgtEl>
                                          <p:spTgt spid="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wipe(right)">
                                      <p:cBhvr>
                                        <p:cTn id="22" dur="500"/>
                                        <p:tgtEl>
                                          <p:spTgt spid="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68"/>
                                        </p:tgtEl>
                                        <p:attrNameLst>
                                          <p:attrName>style.visibility</p:attrName>
                                        </p:attrNameLst>
                                      </p:cBhvr>
                                      <p:to>
                                        <p:strVal val="visible"/>
                                      </p:to>
                                    </p:set>
                                    <p:animEffect transition="in" filter="barn(inVertical)">
                                      <p:cBhvr>
                                        <p:cTn id="32" dur="500"/>
                                        <p:tgtEl>
                                          <p:spTgt spid="68"/>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8"/>
                                        </p:tgtEl>
                                        <p:attrNameLst>
                                          <p:attrName>style.visibility</p:attrName>
                                        </p:attrNameLst>
                                      </p:cBhvr>
                                      <p:to>
                                        <p:strVal val="visible"/>
                                      </p:to>
                                    </p:set>
                                    <p:anim calcmode="lin" valueType="num">
                                      <p:cBhvr additive="base">
                                        <p:cTn id="37" dur="500" fill="hold"/>
                                        <p:tgtEl>
                                          <p:spTgt spid="78"/>
                                        </p:tgtEl>
                                        <p:attrNameLst>
                                          <p:attrName>ppt_x</p:attrName>
                                        </p:attrNameLst>
                                      </p:cBhvr>
                                      <p:tavLst>
                                        <p:tav tm="0">
                                          <p:val>
                                            <p:strVal val="#ppt_x"/>
                                          </p:val>
                                        </p:tav>
                                        <p:tav tm="100000">
                                          <p:val>
                                            <p:strVal val="#ppt_x"/>
                                          </p:val>
                                        </p:tav>
                                      </p:tavLst>
                                    </p:anim>
                                    <p:anim calcmode="lin" valueType="num">
                                      <p:cBhvr additive="base">
                                        <p:cTn id="38"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482599" y="1051957"/>
            <a:ext cx="9285515" cy="5444093"/>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43" name="组合 342"/>
          <p:cNvGrpSpPr/>
          <p:nvPr/>
        </p:nvGrpSpPr>
        <p:grpSpPr>
          <a:xfrm>
            <a:off x="1097756" y="1611432"/>
            <a:ext cx="3579482" cy="3570046"/>
            <a:chOff x="1097756" y="1611432"/>
            <a:chExt cx="3579482" cy="3570046"/>
          </a:xfrm>
        </p:grpSpPr>
        <p:grpSp>
          <p:nvGrpSpPr>
            <p:cNvPr id="37" name="组合 36"/>
            <p:cNvGrpSpPr/>
            <p:nvPr/>
          </p:nvGrpSpPr>
          <p:grpSpPr>
            <a:xfrm>
              <a:off x="1097756" y="1611432"/>
              <a:ext cx="3579482" cy="3570046"/>
              <a:chOff x="4306261" y="1967829"/>
              <a:chExt cx="3579482" cy="3570046"/>
            </a:xfrm>
            <a:effectLst/>
          </p:grpSpPr>
          <p:sp>
            <p:nvSpPr>
              <p:cNvPr id="38" name="任意多边形: 形状 37"/>
              <p:cNvSpPr/>
              <p:nvPr/>
            </p:nvSpPr>
            <p:spPr>
              <a:xfrm>
                <a:off x="4455639" y="2112096"/>
                <a:ext cx="1663327" cy="1651010"/>
              </a:xfrm>
              <a:custGeom>
                <a:avLst/>
                <a:gdLst>
                  <a:gd name="connsiteX0" fmla="*/ 720258 w 2418207"/>
                  <a:gd name="connsiteY0" fmla="*/ 2400151 h 2400300"/>
                  <a:gd name="connsiteX1" fmla="*/ 2413899 w 2418207"/>
                  <a:gd name="connsiteY1" fmla="*/ 718513 h 2400300"/>
                  <a:gd name="connsiteX2" fmla="*/ 2419424 w 2418207"/>
                  <a:gd name="connsiteY2" fmla="*/ 718513 h 2400300"/>
                  <a:gd name="connsiteX3" fmla="*/ 2419424 w 2418207"/>
                  <a:gd name="connsiteY3" fmla="*/ -54 h 2400300"/>
                  <a:gd name="connsiteX4" fmla="*/ 2413899 w 2418207"/>
                  <a:gd name="connsiteY4" fmla="*/ -54 h 2400300"/>
                  <a:gd name="connsiteX5" fmla="*/ 1216 w 2418207"/>
                  <a:gd name="connsiteY5" fmla="*/ 2400247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8207" h="2400300">
                    <a:moveTo>
                      <a:pt x="720258" y="2400151"/>
                    </a:moveTo>
                    <a:cubicBezTo>
                      <a:pt x="727117" y="1470226"/>
                      <a:pt x="1482830" y="718513"/>
                      <a:pt x="2413899" y="718513"/>
                    </a:cubicBezTo>
                    <a:lnTo>
                      <a:pt x="2419424" y="718513"/>
                    </a:lnTo>
                    <a:lnTo>
                      <a:pt x="2419424" y="-54"/>
                    </a:lnTo>
                    <a:lnTo>
                      <a:pt x="2413899" y="-54"/>
                    </a:lnTo>
                    <a:cubicBezTo>
                      <a:pt x="1085543" y="-54"/>
                      <a:pt x="7980" y="1073509"/>
                      <a:pt x="1216" y="2400247"/>
                    </a:cubicBezTo>
                    <a:close/>
                  </a:path>
                </a:pathLst>
              </a:custGeom>
              <a:solidFill>
                <a:schemeClr val="accent1"/>
              </a:solidFill>
              <a:ln w="9525" cap="flat">
                <a:noFill/>
                <a:prstDash val="solid"/>
                <a:miter/>
              </a:ln>
              <a:effectLst/>
            </p:spPr>
            <p:txBody>
              <a:bodyPr lIns="58887" tIns="29443" rIns="58887" bIns="29443" rtlCol="0" anchor="ctr"/>
              <a:lstStyle/>
              <a:p>
                <a:endParaRPr lang="zh-CN" altLang="en-US" sz="1160" dirty="0">
                  <a:ea typeface="+mj-ea"/>
                </a:endParaRPr>
              </a:p>
            </p:txBody>
          </p:sp>
          <p:sp>
            <p:nvSpPr>
              <p:cNvPr id="39" name="任意多边形: 形状 38"/>
              <p:cNvSpPr/>
              <p:nvPr/>
            </p:nvSpPr>
            <p:spPr>
              <a:xfrm>
                <a:off x="4306261" y="3279724"/>
                <a:ext cx="1812375" cy="2151685"/>
              </a:xfrm>
              <a:custGeom>
                <a:avLst/>
                <a:gdLst>
                  <a:gd name="connsiteX0" fmla="*/ 2631068 w 2634900"/>
                  <a:gd name="connsiteY0" fmla="*/ 2409581 h 3128200"/>
                  <a:gd name="connsiteX1" fmla="*/ 936761 w 2634900"/>
                  <a:gd name="connsiteY1" fmla="*/ 715274 h 3128200"/>
                  <a:gd name="connsiteX2" fmla="*/ 936761 w 2634900"/>
                  <a:gd name="connsiteY2" fmla="*/ 707749 h 3128200"/>
                  <a:gd name="connsiteX3" fmla="*/ 1108211 w 2634900"/>
                  <a:gd name="connsiteY3" fmla="*/ 707749 h 3128200"/>
                  <a:gd name="connsiteX4" fmla="*/ 573859 w 2634900"/>
                  <a:gd name="connsiteY4" fmla="*/ -54 h 3128200"/>
                  <a:gd name="connsiteX5" fmla="*/ 5979 w 2634900"/>
                  <a:gd name="connsiteY5" fmla="*/ 689747 h 3128200"/>
                  <a:gd name="connsiteX6" fmla="*/ 1216 w 2634900"/>
                  <a:gd name="connsiteY6" fmla="*/ 706416 h 3128200"/>
                  <a:gd name="connsiteX7" fmla="*/ 217719 w 2634900"/>
                  <a:gd name="connsiteY7" fmla="*/ 707749 h 3128200"/>
                  <a:gd name="connsiteX8" fmla="*/ 217719 w 2634900"/>
                  <a:gd name="connsiteY8" fmla="*/ 715274 h 3128200"/>
                  <a:gd name="connsiteX9" fmla="*/ 2630592 w 2634900"/>
                  <a:gd name="connsiteY9" fmla="*/ 3128147 h 3128200"/>
                  <a:gd name="connsiteX10" fmla="*/ 2636117 w 2634900"/>
                  <a:gd name="connsiteY10" fmla="*/ 3128147 h 3128200"/>
                  <a:gd name="connsiteX11" fmla="*/ 2636117 w 2634900"/>
                  <a:gd name="connsiteY11" fmla="*/ 2409486 h 312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34900" h="3128200">
                    <a:moveTo>
                      <a:pt x="2631068" y="2409581"/>
                    </a:moveTo>
                    <a:cubicBezTo>
                      <a:pt x="1695332" y="2409581"/>
                      <a:pt x="936761" y="1651010"/>
                      <a:pt x="936761" y="715274"/>
                    </a:cubicBezTo>
                    <a:cubicBezTo>
                      <a:pt x="936761" y="712702"/>
                      <a:pt x="936761" y="710226"/>
                      <a:pt x="936761" y="707749"/>
                    </a:cubicBezTo>
                    <a:lnTo>
                      <a:pt x="1108211" y="707749"/>
                    </a:lnTo>
                    <a:lnTo>
                      <a:pt x="573859" y="-54"/>
                    </a:lnTo>
                    <a:lnTo>
                      <a:pt x="5979" y="689747"/>
                    </a:lnTo>
                    <a:lnTo>
                      <a:pt x="1216" y="706416"/>
                    </a:lnTo>
                    <a:lnTo>
                      <a:pt x="217719" y="707749"/>
                    </a:lnTo>
                    <a:cubicBezTo>
                      <a:pt x="217719" y="710226"/>
                      <a:pt x="217719" y="712702"/>
                      <a:pt x="217719" y="715274"/>
                    </a:cubicBezTo>
                    <a:cubicBezTo>
                      <a:pt x="217719" y="2047822"/>
                      <a:pt x="1298045" y="3128147"/>
                      <a:pt x="2630592" y="3128147"/>
                    </a:cubicBezTo>
                    <a:lnTo>
                      <a:pt x="2636117" y="3128147"/>
                    </a:lnTo>
                    <a:lnTo>
                      <a:pt x="2636117" y="2409486"/>
                    </a:lnTo>
                    <a:close/>
                  </a:path>
                </a:pathLst>
              </a:custGeom>
              <a:solidFill>
                <a:schemeClr val="accent5">
                  <a:lumMod val="75000"/>
                </a:schemeClr>
              </a:solidFill>
              <a:ln w="9525" cap="flat">
                <a:noFill/>
                <a:prstDash val="solid"/>
                <a:miter/>
              </a:ln>
              <a:effectLst/>
            </p:spPr>
            <p:txBody>
              <a:bodyPr lIns="58887" tIns="29443" rIns="58887" bIns="29443" rtlCol="0" anchor="ctr"/>
              <a:lstStyle/>
              <a:p>
                <a:endParaRPr lang="zh-CN" altLang="en-US" sz="1160" dirty="0">
                  <a:ea typeface="+mj-ea"/>
                </a:endParaRPr>
              </a:p>
            </p:txBody>
          </p:sp>
          <p:sp>
            <p:nvSpPr>
              <p:cNvPr id="40" name="任意多边形: 形状 39"/>
              <p:cNvSpPr/>
              <p:nvPr/>
            </p:nvSpPr>
            <p:spPr>
              <a:xfrm>
                <a:off x="5640171" y="3763105"/>
                <a:ext cx="2134978" cy="1774770"/>
              </a:xfrm>
              <a:custGeom>
                <a:avLst/>
                <a:gdLst>
                  <a:gd name="connsiteX0" fmla="*/ 3105128 w 3103911"/>
                  <a:gd name="connsiteY0" fmla="*/ 12520 h 2580227"/>
                  <a:gd name="connsiteX1" fmla="*/ 3105128 w 3103911"/>
                  <a:gd name="connsiteY1" fmla="*/ -54 h 2580227"/>
                  <a:gd name="connsiteX2" fmla="*/ 2386371 w 3103911"/>
                  <a:gd name="connsiteY2" fmla="*/ -54 h 2580227"/>
                  <a:gd name="connsiteX3" fmla="*/ 2386371 w 3103911"/>
                  <a:gd name="connsiteY3" fmla="*/ 12520 h 2580227"/>
                  <a:gd name="connsiteX4" fmla="*/ 708923 w 3103911"/>
                  <a:gd name="connsiteY4" fmla="*/ 1706541 h 2580227"/>
                  <a:gd name="connsiteX5" fmla="*/ 708257 w 3103911"/>
                  <a:gd name="connsiteY5" fmla="*/ 1513374 h 2580227"/>
                  <a:gd name="connsiteX6" fmla="*/ 672538 w 3103911"/>
                  <a:gd name="connsiteY6" fmla="*/ 1515755 h 2580227"/>
                  <a:gd name="connsiteX7" fmla="*/ 1216 w 3103911"/>
                  <a:gd name="connsiteY7" fmla="*/ 2057633 h 2580227"/>
                  <a:gd name="connsiteX8" fmla="*/ 670157 w 3103911"/>
                  <a:gd name="connsiteY8" fmla="*/ 2580174 h 2580227"/>
                  <a:gd name="connsiteX9" fmla="*/ 713019 w 3103911"/>
                  <a:gd name="connsiteY9" fmla="*/ 2580174 h 2580227"/>
                  <a:gd name="connsiteX10" fmla="*/ 708923 w 3103911"/>
                  <a:gd name="connsiteY10" fmla="*/ 2425202 h 2580227"/>
                  <a:gd name="connsiteX11" fmla="*/ 3105128 w 3103911"/>
                  <a:gd name="connsiteY11" fmla="*/ 12520 h 2580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03911" h="2580227">
                    <a:moveTo>
                      <a:pt x="3105128" y="12520"/>
                    </a:moveTo>
                    <a:cubicBezTo>
                      <a:pt x="3105128" y="8329"/>
                      <a:pt x="3105128" y="4137"/>
                      <a:pt x="3105128" y="-54"/>
                    </a:cubicBezTo>
                    <a:lnTo>
                      <a:pt x="2386371" y="-54"/>
                    </a:lnTo>
                    <a:cubicBezTo>
                      <a:pt x="2386371" y="4137"/>
                      <a:pt x="2386371" y="8233"/>
                      <a:pt x="2386371" y="12520"/>
                    </a:cubicBezTo>
                    <a:cubicBezTo>
                      <a:pt x="2386371" y="942540"/>
                      <a:pt x="1636849" y="1697397"/>
                      <a:pt x="708923" y="1706541"/>
                    </a:cubicBezTo>
                    <a:lnTo>
                      <a:pt x="708257" y="1513374"/>
                    </a:lnTo>
                    <a:lnTo>
                      <a:pt x="672538" y="1515755"/>
                    </a:lnTo>
                    <a:lnTo>
                      <a:pt x="1216" y="2057633"/>
                    </a:lnTo>
                    <a:lnTo>
                      <a:pt x="670157" y="2580174"/>
                    </a:lnTo>
                    <a:lnTo>
                      <a:pt x="713019" y="2580174"/>
                    </a:lnTo>
                    <a:lnTo>
                      <a:pt x="708923" y="2425202"/>
                    </a:lnTo>
                    <a:cubicBezTo>
                      <a:pt x="2033946" y="2416058"/>
                      <a:pt x="3105128" y="1339447"/>
                      <a:pt x="3105128" y="12520"/>
                    </a:cubicBezTo>
                    <a:close/>
                  </a:path>
                </a:pathLst>
              </a:custGeom>
              <a:solidFill>
                <a:schemeClr val="accent6">
                  <a:lumMod val="75000"/>
                </a:schemeClr>
              </a:solidFill>
              <a:ln w="9525" cap="flat">
                <a:noFill/>
                <a:prstDash val="solid"/>
                <a:miter/>
              </a:ln>
              <a:effectLst/>
            </p:spPr>
            <p:txBody>
              <a:bodyPr lIns="58887" tIns="29443" rIns="58887" bIns="29443" rtlCol="0" anchor="ctr"/>
              <a:lstStyle/>
              <a:p>
                <a:endParaRPr lang="zh-CN" altLang="en-US" sz="1160">
                  <a:ea typeface="+mj-ea"/>
                </a:endParaRPr>
              </a:p>
            </p:txBody>
          </p:sp>
          <p:sp>
            <p:nvSpPr>
              <p:cNvPr id="41" name="任意多边形: 形状 40"/>
              <p:cNvSpPr/>
              <p:nvPr/>
            </p:nvSpPr>
            <p:spPr>
              <a:xfrm>
                <a:off x="6119227" y="2112096"/>
                <a:ext cx="1766516" cy="2130721"/>
              </a:xfrm>
              <a:custGeom>
                <a:avLst/>
                <a:gdLst>
                  <a:gd name="connsiteX0" fmla="*/ 2412279 w 2568225"/>
                  <a:gd name="connsiteY0" fmla="*/ 2375863 h 3097720"/>
                  <a:gd name="connsiteX1" fmla="*/ 1216 w 2568225"/>
                  <a:gd name="connsiteY1" fmla="*/ -54 h 3097720"/>
                  <a:gd name="connsiteX2" fmla="*/ 1216 w 2568225"/>
                  <a:gd name="connsiteY2" fmla="*/ 718513 h 3097720"/>
                  <a:gd name="connsiteX3" fmla="*/ 1689522 w 2568225"/>
                  <a:gd name="connsiteY3" fmla="*/ 2389864 h 3097720"/>
                  <a:gd name="connsiteX4" fmla="*/ 1503023 w 2568225"/>
                  <a:gd name="connsiteY4" fmla="*/ 2389864 h 3097720"/>
                  <a:gd name="connsiteX5" fmla="*/ 2037375 w 2568225"/>
                  <a:gd name="connsiteY5" fmla="*/ 3097667 h 3097720"/>
                  <a:gd name="connsiteX6" fmla="*/ 2567061 w 2568225"/>
                  <a:gd name="connsiteY6" fmla="*/ 2401580 h 3097720"/>
                  <a:gd name="connsiteX7" fmla="*/ 2569442 w 2568225"/>
                  <a:gd name="connsiteY7" fmla="*/ 2375386 h 309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8225" h="3097720">
                    <a:moveTo>
                      <a:pt x="2412279" y="2375863"/>
                    </a:moveTo>
                    <a:cubicBezTo>
                      <a:pt x="2399992" y="1055126"/>
                      <a:pt x="1323667" y="2899"/>
                      <a:pt x="1216" y="-54"/>
                    </a:cubicBezTo>
                    <a:lnTo>
                      <a:pt x="1216" y="718513"/>
                    </a:lnTo>
                    <a:cubicBezTo>
                      <a:pt x="925808" y="721494"/>
                      <a:pt x="1677207" y="1465349"/>
                      <a:pt x="1689522" y="2389864"/>
                    </a:cubicBezTo>
                    <a:lnTo>
                      <a:pt x="1503023" y="2389864"/>
                    </a:lnTo>
                    <a:lnTo>
                      <a:pt x="2037375" y="3097667"/>
                    </a:lnTo>
                    <a:lnTo>
                      <a:pt x="2567061" y="2401580"/>
                    </a:lnTo>
                    <a:lnTo>
                      <a:pt x="2569442" y="2375386"/>
                    </a:lnTo>
                    <a:close/>
                  </a:path>
                </a:pathLst>
              </a:custGeom>
              <a:solidFill>
                <a:schemeClr val="accent2">
                  <a:lumMod val="75000"/>
                </a:schemeClr>
              </a:solidFill>
              <a:ln w="9525" cap="flat">
                <a:noFill/>
                <a:prstDash val="solid"/>
                <a:miter/>
              </a:ln>
              <a:effectLst/>
            </p:spPr>
            <p:txBody>
              <a:bodyPr lIns="58887" tIns="29443" rIns="58887" bIns="29443" rtlCol="0" anchor="ctr"/>
              <a:lstStyle/>
              <a:p>
                <a:endParaRPr lang="zh-CN" altLang="en-US" sz="1160">
                  <a:ea typeface="+mj-ea"/>
                </a:endParaRPr>
              </a:p>
            </p:txBody>
          </p:sp>
          <p:sp>
            <p:nvSpPr>
              <p:cNvPr id="42" name="任意多边形: 形状 41"/>
              <p:cNvSpPr/>
              <p:nvPr/>
            </p:nvSpPr>
            <p:spPr>
              <a:xfrm>
                <a:off x="4429432" y="2103382"/>
                <a:ext cx="1663588" cy="1651010"/>
              </a:xfrm>
              <a:custGeom>
                <a:avLst/>
                <a:gdLst>
                  <a:gd name="connsiteX0" fmla="*/ 720258 w 2418588"/>
                  <a:gd name="connsiteY0" fmla="*/ 2400151 h 2400300"/>
                  <a:gd name="connsiteX1" fmla="*/ 2414280 w 2418588"/>
                  <a:gd name="connsiteY1" fmla="*/ 718417 h 2400300"/>
                  <a:gd name="connsiteX2" fmla="*/ 2419805 w 2418588"/>
                  <a:gd name="connsiteY2" fmla="*/ 718417 h 2400300"/>
                  <a:gd name="connsiteX3" fmla="*/ 2419805 w 2418588"/>
                  <a:gd name="connsiteY3" fmla="*/ -54 h 2400300"/>
                  <a:gd name="connsiteX4" fmla="*/ 2413899 w 2418588"/>
                  <a:gd name="connsiteY4" fmla="*/ -54 h 2400300"/>
                  <a:gd name="connsiteX5" fmla="*/ 1216 w 2418588"/>
                  <a:gd name="connsiteY5" fmla="*/ 2400247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8588" h="2400300">
                    <a:moveTo>
                      <a:pt x="720258" y="2400151"/>
                    </a:moveTo>
                    <a:cubicBezTo>
                      <a:pt x="727117" y="1470225"/>
                      <a:pt x="1482830" y="718417"/>
                      <a:pt x="2414280" y="718417"/>
                    </a:cubicBezTo>
                    <a:lnTo>
                      <a:pt x="2419805" y="718417"/>
                    </a:lnTo>
                    <a:lnTo>
                      <a:pt x="2419805" y="-54"/>
                    </a:lnTo>
                    <a:lnTo>
                      <a:pt x="2413899" y="-54"/>
                    </a:lnTo>
                    <a:cubicBezTo>
                      <a:pt x="1085543" y="-54"/>
                      <a:pt x="7980" y="1073509"/>
                      <a:pt x="1216" y="2400247"/>
                    </a:cubicBezTo>
                    <a:close/>
                  </a:path>
                </a:pathLst>
              </a:custGeom>
              <a:solidFill>
                <a:schemeClr val="accent1"/>
              </a:solidFill>
              <a:ln w="9525" cap="flat">
                <a:noFill/>
                <a:prstDash val="solid"/>
                <a:miter/>
              </a:ln>
              <a:effectLst/>
            </p:spPr>
            <p:txBody>
              <a:bodyPr lIns="58887" tIns="29443" rIns="58887" bIns="29443" rtlCol="0" anchor="ctr"/>
              <a:lstStyle/>
              <a:p>
                <a:endParaRPr lang="zh-CN" altLang="en-US" sz="1160">
                  <a:ea typeface="+mj-ea"/>
                </a:endParaRPr>
              </a:p>
            </p:txBody>
          </p:sp>
          <p:sp>
            <p:nvSpPr>
              <p:cNvPr id="43" name="任意多边形: 形状 42"/>
              <p:cNvSpPr/>
              <p:nvPr/>
            </p:nvSpPr>
            <p:spPr>
              <a:xfrm>
                <a:off x="4306390" y="3271011"/>
                <a:ext cx="1786040" cy="2151685"/>
              </a:xfrm>
              <a:custGeom>
                <a:avLst/>
                <a:gdLst>
                  <a:gd name="connsiteX0" fmla="*/ 2592778 w 2596610"/>
                  <a:gd name="connsiteY0" fmla="*/ 2409581 h 3128200"/>
                  <a:gd name="connsiteX1" fmla="*/ 898471 w 2596610"/>
                  <a:gd name="connsiteY1" fmla="*/ 715274 h 3128200"/>
                  <a:gd name="connsiteX2" fmla="*/ 898471 w 2596610"/>
                  <a:gd name="connsiteY2" fmla="*/ 715179 h 3128200"/>
                  <a:gd name="connsiteX3" fmla="*/ 898471 w 2596610"/>
                  <a:gd name="connsiteY3" fmla="*/ 707749 h 3128200"/>
                  <a:gd name="connsiteX4" fmla="*/ 1069921 w 2596610"/>
                  <a:gd name="connsiteY4" fmla="*/ 707749 h 3128200"/>
                  <a:gd name="connsiteX5" fmla="*/ 535568 w 2596610"/>
                  <a:gd name="connsiteY5" fmla="*/ -54 h 3128200"/>
                  <a:gd name="connsiteX6" fmla="*/ 1216 w 2596610"/>
                  <a:gd name="connsiteY6" fmla="*/ 707749 h 3128200"/>
                  <a:gd name="connsiteX7" fmla="*/ 179428 w 2596610"/>
                  <a:gd name="connsiteY7" fmla="*/ 707749 h 3128200"/>
                  <a:gd name="connsiteX8" fmla="*/ 179428 w 2596610"/>
                  <a:gd name="connsiteY8" fmla="*/ 715179 h 3128200"/>
                  <a:gd name="connsiteX9" fmla="*/ 2592302 w 2596610"/>
                  <a:gd name="connsiteY9" fmla="*/ 3128147 h 3128200"/>
                  <a:gd name="connsiteX10" fmla="*/ 2597826 w 2596610"/>
                  <a:gd name="connsiteY10" fmla="*/ 3128147 h 3128200"/>
                  <a:gd name="connsiteX11" fmla="*/ 2597826 w 2596610"/>
                  <a:gd name="connsiteY11" fmla="*/ 2409391 h 312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96610" h="3128200">
                    <a:moveTo>
                      <a:pt x="2592778" y="2409581"/>
                    </a:moveTo>
                    <a:cubicBezTo>
                      <a:pt x="1657042" y="2409581"/>
                      <a:pt x="898471" y="1651010"/>
                      <a:pt x="898471" y="715274"/>
                    </a:cubicBezTo>
                    <a:cubicBezTo>
                      <a:pt x="898471" y="715245"/>
                      <a:pt x="898471" y="715207"/>
                      <a:pt x="898471" y="715179"/>
                    </a:cubicBezTo>
                    <a:cubicBezTo>
                      <a:pt x="898471" y="712702"/>
                      <a:pt x="898471" y="710226"/>
                      <a:pt x="898471" y="707749"/>
                    </a:cubicBezTo>
                    <a:lnTo>
                      <a:pt x="1069921" y="707749"/>
                    </a:lnTo>
                    <a:lnTo>
                      <a:pt x="535568" y="-54"/>
                    </a:lnTo>
                    <a:lnTo>
                      <a:pt x="1216" y="707749"/>
                    </a:lnTo>
                    <a:lnTo>
                      <a:pt x="179428" y="707749"/>
                    </a:lnTo>
                    <a:cubicBezTo>
                      <a:pt x="179428" y="710226"/>
                      <a:pt x="179428" y="712702"/>
                      <a:pt x="179428" y="715179"/>
                    </a:cubicBezTo>
                    <a:cubicBezTo>
                      <a:pt x="179428" y="2047822"/>
                      <a:pt x="1259754" y="3128147"/>
                      <a:pt x="2592302" y="3128147"/>
                    </a:cubicBezTo>
                    <a:lnTo>
                      <a:pt x="2597826" y="3128147"/>
                    </a:lnTo>
                    <a:lnTo>
                      <a:pt x="2597826" y="2409391"/>
                    </a:lnTo>
                    <a:close/>
                  </a:path>
                </a:pathLst>
              </a:custGeom>
              <a:solidFill>
                <a:schemeClr val="accent5"/>
              </a:solidFill>
              <a:ln w="9525" cap="flat">
                <a:noFill/>
                <a:prstDash val="solid"/>
                <a:miter/>
              </a:ln>
              <a:effectLst/>
            </p:spPr>
            <p:txBody>
              <a:bodyPr lIns="58887" tIns="29443" rIns="58887" bIns="29443" rtlCol="0" anchor="ctr"/>
              <a:lstStyle/>
              <a:p>
                <a:endParaRPr lang="zh-CN" altLang="en-US" sz="1160" dirty="0">
                  <a:ea typeface="+mj-ea"/>
                </a:endParaRPr>
              </a:p>
            </p:txBody>
          </p:sp>
          <p:sp>
            <p:nvSpPr>
              <p:cNvPr id="44" name="任意多边形: 形状 43"/>
              <p:cNvSpPr/>
              <p:nvPr/>
            </p:nvSpPr>
            <p:spPr>
              <a:xfrm>
                <a:off x="5614095" y="3754327"/>
                <a:ext cx="2134846" cy="1782894"/>
              </a:xfrm>
              <a:custGeom>
                <a:avLst/>
                <a:gdLst>
                  <a:gd name="connsiteX0" fmla="*/ 3104937 w 3103721"/>
                  <a:gd name="connsiteY0" fmla="*/ 12520 h 2592038"/>
                  <a:gd name="connsiteX1" fmla="*/ 3104937 w 3103721"/>
                  <a:gd name="connsiteY1" fmla="*/ -54 h 2592038"/>
                  <a:gd name="connsiteX2" fmla="*/ 2386180 w 3103721"/>
                  <a:gd name="connsiteY2" fmla="*/ -54 h 2592038"/>
                  <a:gd name="connsiteX3" fmla="*/ 2386180 w 3103721"/>
                  <a:gd name="connsiteY3" fmla="*/ 12520 h 2592038"/>
                  <a:gd name="connsiteX4" fmla="*/ 708923 w 3103721"/>
                  <a:gd name="connsiteY4" fmla="*/ 1706541 h 2592038"/>
                  <a:gd name="connsiteX5" fmla="*/ 708923 w 3103721"/>
                  <a:gd name="connsiteY5" fmla="*/ 1523280 h 2592038"/>
                  <a:gd name="connsiteX6" fmla="*/ 1216 w 3103721"/>
                  <a:gd name="connsiteY6" fmla="*/ 2057632 h 2592038"/>
                  <a:gd name="connsiteX7" fmla="*/ 708923 w 3103721"/>
                  <a:gd name="connsiteY7" fmla="*/ 2591985 h 2592038"/>
                  <a:gd name="connsiteX8" fmla="*/ 708923 w 3103721"/>
                  <a:gd name="connsiteY8" fmla="*/ 2425297 h 2592038"/>
                  <a:gd name="connsiteX9" fmla="*/ 3104937 w 3103721"/>
                  <a:gd name="connsiteY9" fmla="*/ 12520 h 259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3721" h="2592038">
                    <a:moveTo>
                      <a:pt x="3104937" y="12520"/>
                    </a:moveTo>
                    <a:cubicBezTo>
                      <a:pt x="3104937" y="8329"/>
                      <a:pt x="3104937" y="4137"/>
                      <a:pt x="3104937" y="-54"/>
                    </a:cubicBezTo>
                    <a:lnTo>
                      <a:pt x="2386180" y="-54"/>
                    </a:lnTo>
                    <a:cubicBezTo>
                      <a:pt x="2386180" y="4137"/>
                      <a:pt x="2386180" y="8329"/>
                      <a:pt x="2386180" y="12520"/>
                    </a:cubicBezTo>
                    <a:cubicBezTo>
                      <a:pt x="2386123" y="941550"/>
                      <a:pt x="1637906" y="1697244"/>
                      <a:pt x="708923" y="1706541"/>
                    </a:cubicBezTo>
                    <a:lnTo>
                      <a:pt x="708923" y="1523280"/>
                    </a:lnTo>
                    <a:lnTo>
                      <a:pt x="1216" y="2057632"/>
                    </a:lnTo>
                    <a:lnTo>
                      <a:pt x="708923" y="2591985"/>
                    </a:lnTo>
                    <a:lnTo>
                      <a:pt x="708923" y="2425297"/>
                    </a:lnTo>
                    <a:cubicBezTo>
                      <a:pt x="2033755" y="2416153"/>
                      <a:pt x="3104937" y="1339542"/>
                      <a:pt x="3104937" y="12520"/>
                    </a:cubicBezTo>
                    <a:close/>
                  </a:path>
                </a:pathLst>
              </a:custGeom>
              <a:solidFill>
                <a:schemeClr val="accent6"/>
              </a:solidFill>
              <a:ln w="9525" cap="flat">
                <a:noFill/>
                <a:prstDash val="solid"/>
                <a:miter/>
              </a:ln>
              <a:effectLst/>
            </p:spPr>
            <p:txBody>
              <a:bodyPr lIns="58887" tIns="29443" rIns="58887" bIns="29443" rtlCol="0" anchor="ctr"/>
              <a:lstStyle/>
              <a:p>
                <a:endParaRPr lang="zh-CN" altLang="en-US" sz="1160" dirty="0">
                  <a:ea typeface="+mj-ea"/>
                </a:endParaRPr>
              </a:p>
            </p:txBody>
          </p:sp>
          <p:sp>
            <p:nvSpPr>
              <p:cNvPr id="45" name="任意多边形: 形状 44"/>
              <p:cNvSpPr/>
              <p:nvPr/>
            </p:nvSpPr>
            <p:spPr>
              <a:xfrm>
                <a:off x="6093021" y="2103384"/>
                <a:ext cx="1768089" cy="2130655"/>
              </a:xfrm>
              <a:custGeom>
                <a:avLst/>
                <a:gdLst>
                  <a:gd name="connsiteX0" fmla="*/ 2408279 w 2570511"/>
                  <a:gd name="connsiteY0" fmla="*/ 2389864 h 3097625"/>
                  <a:gd name="connsiteX1" fmla="*/ 1216 w 2570511"/>
                  <a:gd name="connsiteY1" fmla="*/ -54 h 3097625"/>
                  <a:gd name="connsiteX2" fmla="*/ 1216 w 2570511"/>
                  <a:gd name="connsiteY2" fmla="*/ 718608 h 3097625"/>
                  <a:gd name="connsiteX3" fmla="*/ 1689522 w 2570511"/>
                  <a:gd name="connsiteY3" fmla="*/ 2389864 h 3097625"/>
                  <a:gd name="connsiteX4" fmla="*/ 1503023 w 2570511"/>
                  <a:gd name="connsiteY4" fmla="*/ 2389864 h 3097625"/>
                  <a:gd name="connsiteX5" fmla="*/ 2037375 w 2570511"/>
                  <a:gd name="connsiteY5" fmla="*/ 3097572 h 3097625"/>
                  <a:gd name="connsiteX6" fmla="*/ 2571728 w 2570511"/>
                  <a:gd name="connsiteY6" fmla="*/ 2389864 h 309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0511" h="3097625">
                    <a:moveTo>
                      <a:pt x="2408279" y="2389864"/>
                    </a:moveTo>
                    <a:cubicBezTo>
                      <a:pt x="2395611" y="1069604"/>
                      <a:pt x="1323667" y="2899"/>
                      <a:pt x="1216" y="-54"/>
                    </a:cubicBezTo>
                    <a:lnTo>
                      <a:pt x="1216" y="718608"/>
                    </a:lnTo>
                    <a:cubicBezTo>
                      <a:pt x="926760" y="721465"/>
                      <a:pt x="1677616" y="1466511"/>
                      <a:pt x="1689522" y="2389864"/>
                    </a:cubicBezTo>
                    <a:lnTo>
                      <a:pt x="1503023" y="2389864"/>
                    </a:lnTo>
                    <a:lnTo>
                      <a:pt x="2037375" y="3097572"/>
                    </a:lnTo>
                    <a:lnTo>
                      <a:pt x="2571728" y="2389864"/>
                    </a:lnTo>
                    <a:close/>
                  </a:path>
                </a:pathLst>
              </a:custGeom>
              <a:solidFill>
                <a:schemeClr val="accent2"/>
              </a:solidFill>
              <a:ln w="9525" cap="flat">
                <a:noFill/>
                <a:prstDash val="solid"/>
                <a:miter/>
              </a:ln>
              <a:effectLst/>
            </p:spPr>
            <p:txBody>
              <a:bodyPr lIns="58887" tIns="29443" rIns="58887" bIns="29443" rtlCol="0" anchor="ctr"/>
              <a:lstStyle/>
              <a:p>
                <a:endParaRPr lang="zh-CN" altLang="en-US" sz="1160">
                  <a:ea typeface="+mj-ea"/>
                </a:endParaRPr>
              </a:p>
            </p:txBody>
          </p:sp>
          <p:sp>
            <p:nvSpPr>
              <p:cNvPr id="46" name="任意多边形: 形状 45"/>
              <p:cNvSpPr/>
              <p:nvPr/>
            </p:nvSpPr>
            <p:spPr>
              <a:xfrm>
                <a:off x="6082408" y="2011461"/>
                <a:ext cx="512664" cy="701025"/>
              </a:xfrm>
              <a:custGeom>
                <a:avLst/>
                <a:gdLst>
                  <a:gd name="connsiteX0" fmla="*/ 54769 w 745331"/>
                  <a:gd name="connsiteY0" fmla="*/ 0 h 1019175"/>
                  <a:gd name="connsiteX1" fmla="*/ 745331 w 745331"/>
                  <a:gd name="connsiteY1" fmla="*/ 489680 h 1019175"/>
                  <a:gd name="connsiteX2" fmla="*/ 39719 w 745331"/>
                  <a:gd name="connsiteY2" fmla="*/ 1017937 h 1019175"/>
                  <a:gd name="connsiteX3" fmla="*/ 0 w 745331"/>
                  <a:gd name="connsiteY3" fmla="*/ 1019175 h 1019175"/>
                  <a:gd name="connsiteX4" fmla="*/ 54769 w 745331"/>
                  <a:gd name="connsiteY4" fmla="*/ 0 h 1019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331" h="1019175">
                    <a:moveTo>
                      <a:pt x="54769" y="0"/>
                    </a:moveTo>
                    <a:lnTo>
                      <a:pt x="745331" y="489680"/>
                    </a:lnTo>
                    <a:lnTo>
                      <a:pt x="39719" y="1017937"/>
                    </a:lnTo>
                    <a:lnTo>
                      <a:pt x="0" y="1019175"/>
                    </a:lnTo>
                    <a:lnTo>
                      <a:pt x="54769" y="0"/>
                    </a:lnTo>
                    <a:close/>
                  </a:path>
                </a:pathLst>
              </a:custGeom>
              <a:solidFill>
                <a:schemeClr val="accent1"/>
              </a:solidFill>
              <a:ln w="9525" cap="flat">
                <a:noFill/>
                <a:prstDash val="solid"/>
                <a:miter/>
              </a:ln>
              <a:effectLst/>
            </p:spPr>
            <p:txBody>
              <a:bodyPr lIns="58887" tIns="29443" rIns="58887" bIns="29443" rtlCol="0" anchor="ctr"/>
              <a:lstStyle/>
              <a:p>
                <a:endParaRPr lang="zh-CN" altLang="en-US" sz="1160">
                  <a:ea typeface="+mj-ea"/>
                </a:endParaRPr>
              </a:p>
            </p:txBody>
          </p:sp>
          <p:sp>
            <p:nvSpPr>
              <p:cNvPr id="47" name="任意多边形: 形状 46"/>
              <p:cNvSpPr/>
              <p:nvPr/>
            </p:nvSpPr>
            <p:spPr>
              <a:xfrm>
                <a:off x="6083521" y="1967829"/>
                <a:ext cx="494516" cy="735093"/>
              </a:xfrm>
              <a:custGeom>
                <a:avLst/>
                <a:gdLst>
                  <a:gd name="connsiteX0" fmla="*/ 0 w 718946"/>
                  <a:gd name="connsiteY0" fmla="*/ 0 h 1068704"/>
                  <a:gd name="connsiteX1" fmla="*/ 718947 w 718946"/>
                  <a:gd name="connsiteY1" fmla="*/ 534353 h 1068704"/>
                  <a:gd name="connsiteX2" fmla="*/ 0 w 718946"/>
                  <a:gd name="connsiteY2" fmla="*/ 1068705 h 1068704"/>
                  <a:gd name="connsiteX3" fmla="*/ 0 w 718946"/>
                  <a:gd name="connsiteY3" fmla="*/ 0 h 1068704"/>
                </a:gdLst>
                <a:ahLst/>
                <a:cxnLst>
                  <a:cxn ang="0">
                    <a:pos x="connsiteX0" y="connsiteY0"/>
                  </a:cxn>
                  <a:cxn ang="0">
                    <a:pos x="connsiteX1" y="connsiteY1"/>
                  </a:cxn>
                  <a:cxn ang="0">
                    <a:pos x="connsiteX2" y="connsiteY2"/>
                  </a:cxn>
                  <a:cxn ang="0">
                    <a:pos x="connsiteX3" y="connsiteY3"/>
                  </a:cxn>
                </a:cxnLst>
                <a:rect l="l" t="t" r="r" b="b"/>
                <a:pathLst>
                  <a:path w="718946" h="1068704">
                    <a:moveTo>
                      <a:pt x="0" y="0"/>
                    </a:moveTo>
                    <a:lnTo>
                      <a:pt x="718947" y="534353"/>
                    </a:lnTo>
                    <a:lnTo>
                      <a:pt x="0" y="1068705"/>
                    </a:lnTo>
                    <a:lnTo>
                      <a:pt x="0" y="0"/>
                    </a:lnTo>
                    <a:close/>
                  </a:path>
                </a:pathLst>
              </a:custGeom>
              <a:solidFill>
                <a:schemeClr val="accent1"/>
              </a:solidFill>
              <a:ln w="9525" cap="flat">
                <a:noFill/>
                <a:prstDash val="solid"/>
                <a:miter/>
              </a:ln>
              <a:effectLst/>
            </p:spPr>
            <p:txBody>
              <a:bodyPr lIns="58887" tIns="29443" rIns="58887" bIns="29443" rtlCol="0" anchor="ctr"/>
              <a:lstStyle/>
              <a:p>
                <a:endParaRPr lang="zh-CN" altLang="en-US" sz="1160">
                  <a:ea typeface="+mj-ea"/>
                </a:endParaRPr>
              </a:p>
            </p:txBody>
          </p:sp>
        </p:grpSp>
        <p:sp>
          <p:nvSpPr>
            <p:cNvPr id="48" name="文本框 47"/>
            <p:cNvSpPr txBox="1"/>
            <p:nvPr/>
          </p:nvSpPr>
          <p:spPr>
            <a:xfrm rot="19064394">
              <a:off x="1684881" y="2269176"/>
              <a:ext cx="1004277" cy="515330"/>
            </a:xfrm>
            <a:prstGeom prst="rect">
              <a:avLst/>
            </a:prstGeom>
            <a:noFill/>
            <a:effectLst/>
          </p:spPr>
          <p:txBody>
            <a:bodyPr wrap="square" lIns="58887" tIns="29443" rIns="58887" bIns="29443" rtlCol="0">
              <a:prstTxWarp prst="textArchUp">
                <a:avLst/>
              </a:prstTxWarp>
              <a:spAutoFit/>
            </a:bodyPr>
            <a:lstStyle/>
            <a:p>
              <a:pPr algn="ctr"/>
              <a:r>
                <a:rPr lang="zh-CN" altLang="en-US" sz="1610" spc="300">
                  <a:solidFill>
                    <a:schemeClr val="bg1"/>
                  </a:solidFill>
                  <a:ea typeface="+mj-ea"/>
                </a:rPr>
                <a:t>技术工具</a:t>
              </a:r>
              <a:endParaRPr lang="zh-CN" altLang="en-US" sz="1610" spc="300" dirty="0">
                <a:solidFill>
                  <a:schemeClr val="bg1"/>
                </a:solidFill>
                <a:ea typeface="+mj-ea"/>
              </a:endParaRPr>
            </a:p>
          </p:txBody>
        </p:sp>
        <p:sp>
          <p:nvSpPr>
            <p:cNvPr id="50" name="文本框 49"/>
            <p:cNvSpPr txBox="1"/>
            <p:nvPr/>
          </p:nvSpPr>
          <p:spPr>
            <a:xfrm rot="18900000">
              <a:off x="3203934" y="4178341"/>
              <a:ext cx="1041338" cy="373143"/>
            </a:xfrm>
            <a:prstGeom prst="rect">
              <a:avLst/>
            </a:prstGeom>
            <a:noFill/>
            <a:effectLst/>
          </p:spPr>
          <p:txBody>
            <a:bodyPr wrap="square" lIns="58887" tIns="29443" rIns="58887" bIns="29443" rtlCol="0">
              <a:prstTxWarp prst="textArchDown">
                <a:avLst/>
              </a:prstTxWarp>
              <a:spAutoFit/>
            </a:bodyPr>
            <a:lstStyle/>
            <a:p>
              <a:pPr algn="ctr"/>
              <a:r>
                <a:rPr lang="zh-CN" altLang="en-US" sz="1610" b="1" spc="300">
                  <a:solidFill>
                    <a:schemeClr val="bg1"/>
                  </a:solidFill>
                  <a:ea typeface="+mj-ea"/>
                </a:rPr>
                <a:t>师资培训</a:t>
              </a:r>
              <a:endParaRPr lang="zh-CN" altLang="en-US" sz="1610" b="1" spc="300" dirty="0">
                <a:solidFill>
                  <a:schemeClr val="bg1"/>
                </a:solidFill>
                <a:ea typeface="+mj-ea"/>
              </a:endParaRPr>
            </a:p>
          </p:txBody>
        </p:sp>
        <p:sp>
          <p:nvSpPr>
            <p:cNvPr id="51" name="文本框 50"/>
            <p:cNvSpPr txBox="1"/>
            <p:nvPr/>
          </p:nvSpPr>
          <p:spPr>
            <a:xfrm rot="2700000">
              <a:off x="1412409" y="3876863"/>
              <a:ext cx="1224249" cy="578160"/>
            </a:xfrm>
            <a:prstGeom prst="rect">
              <a:avLst/>
            </a:prstGeom>
            <a:noFill/>
            <a:effectLst/>
          </p:spPr>
          <p:txBody>
            <a:bodyPr wrap="square" lIns="58887" tIns="29443" rIns="58887" bIns="29443" rtlCol="0">
              <a:prstTxWarp prst="textArchDown">
                <a:avLst/>
              </a:prstTxWarp>
              <a:spAutoFit/>
            </a:bodyPr>
            <a:lstStyle/>
            <a:p>
              <a:pPr algn="ctr"/>
              <a:r>
                <a:rPr lang="zh-CN" altLang="en-US" sz="1610" b="1" spc="300">
                  <a:solidFill>
                    <a:schemeClr val="bg1"/>
                  </a:solidFill>
                  <a:ea typeface="+mj-ea"/>
                </a:rPr>
                <a:t>临床联动	</a:t>
              </a:r>
              <a:endParaRPr lang="zh-CN" altLang="en-US" sz="1610" b="1" spc="300" dirty="0">
                <a:solidFill>
                  <a:schemeClr val="bg1"/>
                </a:solidFill>
                <a:ea typeface="+mj-ea"/>
              </a:endParaRPr>
            </a:p>
          </p:txBody>
        </p:sp>
        <p:sp>
          <p:nvSpPr>
            <p:cNvPr id="52" name="文本框 51"/>
            <p:cNvSpPr txBox="1"/>
            <p:nvPr/>
          </p:nvSpPr>
          <p:spPr>
            <a:xfrm>
              <a:off x="2672151" y="1805633"/>
              <a:ext cx="430690" cy="376595"/>
            </a:xfrm>
            <a:prstGeom prst="rect">
              <a:avLst/>
            </a:prstGeom>
            <a:noFill/>
            <a:effectLst/>
          </p:spPr>
          <p:txBody>
            <a:bodyPr wrap="none" lIns="58887" tIns="29443" rIns="58887" bIns="29443" rtlCol="0">
              <a:spAutoFit/>
            </a:bodyPr>
            <a:lstStyle/>
            <a:p>
              <a:pPr algn="ctr"/>
              <a:r>
                <a:rPr lang="en-US" altLang="zh-CN" sz="2060" dirty="0">
                  <a:solidFill>
                    <a:schemeClr val="bg1"/>
                  </a:solidFill>
                  <a:ea typeface="+mj-ea"/>
                </a:rPr>
                <a:t>01</a:t>
              </a:r>
              <a:endParaRPr lang="zh-CN" altLang="en-US" sz="2060" dirty="0">
                <a:solidFill>
                  <a:schemeClr val="bg1"/>
                </a:solidFill>
                <a:ea typeface="+mj-ea"/>
              </a:endParaRPr>
            </a:p>
          </p:txBody>
        </p:sp>
        <p:sp>
          <p:nvSpPr>
            <p:cNvPr id="53" name="文本框 52"/>
            <p:cNvSpPr txBox="1"/>
            <p:nvPr/>
          </p:nvSpPr>
          <p:spPr>
            <a:xfrm>
              <a:off x="4083451" y="3277529"/>
              <a:ext cx="430690" cy="376595"/>
            </a:xfrm>
            <a:prstGeom prst="rect">
              <a:avLst/>
            </a:prstGeom>
            <a:noFill/>
            <a:effectLst/>
          </p:spPr>
          <p:txBody>
            <a:bodyPr wrap="none" lIns="58887" tIns="29443" rIns="58887" bIns="29443" rtlCol="0">
              <a:spAutoFit/>
            </a:bodyPr>
            <a:lstStyle/>
            <a:p>
              <a:pPr algn="ctr"/>
              <a:r>
                <a:rPr lang="en-US" altLang="zh-CN" sz="2060" dirty="0">
                  <a:solidFill>
                    <a:schemeClr val="bg1"/>
                  </a:solidFill>
                  <a:ea typeface="+mj-ea"/>
                </a:rPr>
                <a:t>02</a:t>
              </a:r>
              <a:endParaRPr lang="zh-CN" altLang="en-US" sz="2060" dirty="0">
                <a:solidFill>
                  <a:schemeClr val="bg1"/>
                </a:solidFill>
                <a:ea typeface="+mj-ea"/>
              </a:endParaRPr>
            </a:p>
          </p:txBody>
        </p:sp>
        <p:sp>
          <p:nvSpPr>
            <p:cNvPr id="54" name="文本框 53"/>
            <p:cNvSpPr txBox="1"/>
            <p:nvPr/>
          </p:nvSpPr>
          <p:spPr>
            <a:xfrm>
              <a:off x="1258620" y="3277529"/>
              <a:ext cx="430690" cy="376595"/>
            </a:xfrm>
            <a:prstGeom prst="rect">
              <a:avLst/>
            </a:prstGeom>
            <a:noFill/>
            <a:effectLst/>
          </p:spPr>
          <p:txBody>
            <a:bodyPr wrap="none" lIns="58887" tIns="29443" rIns="58887" bIns="29443" rtlCol="0">
              <a:spAutoFit/>
            </a:bodyPr>
            <a:lstStyle/>
            <a:p>
              <a:pPr algn="ctr"/>
              <a:r>
                <a:rPr lang="en-US" altLang="zh-CN" sz="2060" dirty="0">
                  <a:solidFill>
                    <a:schemeClr val="bg1"/>
                  </a:solidFill>
                  <a:ea typeface="+mj-ea"/>
                </a:rPr>
                <a:t>04</a:t>
              </a:r>
              <a:endParaRPr lang="zh-CN" altLang="en-US" sz="2060" dirty="0">
                <a:solidFill>
                  <a:schemeClr val="bg1"/>
                </a:solidFill>
                <a:ea typeface="+mj-ea"/>
              </a:endParaRPr>
            </a:p>
          </p:txBody>
        </p:sp>
        <p:sp>
          <p:nvSpPr>
            <p:cNvPr id="55" name="文本框 54"/>
            <p:cNvSpPr txBox="1"/>
            <p:nvPr/>
          </p:nvSpPr>
          <p:spPr>
            <a:xfrm>
              <a:off x="2672149" y="4622508"/>
              <a:ext cx="430690" cy="376595"/>
            </a:xfrm>
            <a:prstGeom prst="rect">
              <a:avLst/>
            </a:prstGeom>
            <a:noFill/>
            <a:effectLst/>
          </p:spPr>
          <p:txBody>
            <a:bodyPr wrap="none" lIns="58887" tIns="29443" rIns="58887" bIns="29443" rtlCol="0">
              <a:spAutoFit/>
            </a:bodyPr>
            <a:lstStyle/>
            <a:p>
              <a:pPr algn="ctr"/>
              <a:r>
                <a:rPr lang="en-US" altLang="zh-CN" sz="2060" dirty="0">
                  <a:solidFill>
                    <a:schemeClr val="bg1"/>
                  </a:solidFill>
                  <a:ea typeface="+mj-ea"/>
                </a:rPr>
                <a:t>03</a:t>
              </a:r>
              <a:endParaRPr lang="zh-CN" altLang="en-US" sz="2060" dirty="0">
                <a:solidFill>
                  <a:schemeClr val="bg1"/>
                </a:solidFill>
                <a:ea typeface="+mj-ea"/>
              </a:endParaRPr>
            </a:p>
          </p:txBody>
        </p:sp>
        <p:sp>
          <p:nvSpPr>
            <p:cNvPr id="333" name="文本框 332"/>
            <p:cNvSpPr txBox="1"/>
            <p:nvPr/>
          </p:nvSpPr>
          <p:spPr>
            <a:xfrm rot="3273957">
              <a:off x="3314579" y="2506747"/>
              <a:ext cx="1004277" cy="515330"/>
            </a:xfrm>
            <a:prstGeom prst="rect">
              <a:avLst/>
            </a:prstGeom>
            <a:noFill/>
            <a:effectLst/>
          </p:spPr>
          <p:txBody>
            <a:bodyPr wrap="square" lIns="58887" tIns="29443" rIns="58887" bIns="29443" rtlCol="0">
              <a:prstTxWarp prst="textArchUp">
                <a:avLst/>
              </a:prstTxWarp>
              <a:spAutoFit/>
            </a:bodyPr>
            <a:lstStyle/>
            <a:p>
              <a:pPr algn="ctr"/>
              <a:r>
                <a:rPr lang="zh-CN" altLang="en-US" sz="1610" spc="300">
                  <a:solidFill>
                    <a:schemeClr val="bg1"/>
                  </a:solidFill>
                  <a:ea typeface="+mj-ea"/>
                </a:rPr>
                <a:t>案例资源</a:t>
              </a:r>
              <a:endParaRPr lang="zh-CN" altLang="en-US" sz="1610" spc="300" dirty="0">
                <a:solidFill>
                  <a:schemeClr val="bg1"/>
                </a:solidFill>
                <a:ea typeface="+mj-ea"/>
              </a:endParaRPr>
            </a:p>
          </p:txBody>
        </p:sp>
      </p:grpSp>
      <p:grpSp>
        <p:nvGrpSpPr>
          <p:cNvPr id="344" name="组合 343"/>
          <p:cNvGrpSpPr/>
          <p:nvPr/>
        </p:nvGrpSpPr>
        <p:grpSpPr>
          <a:xfrm>
            <a:off x="738990" y="1229814"/>
            <a:ext cx="4345508" cy="4331518"/>
            <a:chOff x="738990" y="1229814"/>
            <a:chExt cx="4345508" cy="4331518"/>
          </a:xfrm>
        </p:grpSpPr>
        <p:grpSp>
          <p:nvGrpSpPr>
            <p:cNvPr id="119" name="组合 118"/>
            <p:cNvGrpSpPr/>
            <p:nvPr/>
          </p:nvGrpSpPr>
          <p:grpSpPr>
            <a:xfrm>
              <a:off x="881740" y="1381446"/>
              <a:ext cx="4044498" cy="4011861"/>
              <a:chOff x="4374169" y="2008955"/>
              <a:chExt cx="3493536" cy="3456575"/>
            </a:xfrm>
          </p:grpSpPr>
          <p:sp>
            <p:nvSpPr>
              <p:cNvPr id="120" name="矩形: 圆角 58"/>
              <p:cNvSpPr/>
              <p:nvPr/>
            </p:nvSpPr>
            <p:spPr>
              <a:xfrm rot="5400000">
                <a:off x="2929142" y="3466329"/>
                <a:ext cx="3180690" cy="265942"/>
              </a:xfrm>
              <a:custGeom>
                <a:avLst/>
                <a:gdLst>
                  <a:gd name="connsiteX0" fmla="*/ 0 w 4091018"/>
                  <a:gd name="connsiteY0" fmla="*/ 315663 h 4091018"/>
                  <a:gd name="connsiteX1" fmla="*/ 315663 w 4091018"/>
                  <a:gd name="connsiteY1" fmla="*/ 0 h 4091018"/>
                  <a:gd name="connsiteX2" fmla="*/ 3775355 w 4091018"/>
                  <a:gd name="connsiteY2" fmla="*/ 0 h 4091018"/>
                  <a:gd name="connsiteX3" fmla="*/ 4091018 w 4091018"/>
                  <a:gd name="connsiteY3" fmla="*/ 315663 h 4091018"/>
                  <a:gd name="connsiteX4" fmla="*/ 4091018 w 4091018"/>
                  <a:gd name="connsiteY4" fmla="*/ 3775355 h 4091018"/>
                  <a:gd name="connsiteX5" fmla="*/ 3775355 w 4091018"/>
                  <a:gd name="connsiteY5" fmla="*/ 4091018 h 4091018"/>
                  <a:gd name="connsiteX6" fmla="*/ 315663 w 4091018"/>
                  <a:gd name="connsiteY6" fmla="*/ 4091018 h 4091018"/>
                  <a:gd name="connsiteX7" fmla="*/ 0 w 4091018"/>
                  <a:gd name="connsiteY7" fmla="*/ 3775355 h 4091018"/>
                  <a:gd name="connsiteX8" fmla="*/ 0 w 4091018"/>
                  <a:gd name="connsiteY8" fmla="*/ 315663 h 4091018"/>
                  <a:gd name="connsiteX0-1" fmla="*/ 315663 w 4091018"/>
                  <a:gd name="connsiteY0-2" fmla="*/ 0 h 4091018"/>
                  <a:gd name="connsiteX1-3" fmla="*/ 3775355 w 4091018"/>
                  <a:gd name="connsiteY1-4" fmla="*/ 0 h 4091018"/>
                  <a:gd name="connsiteX2-5" fmla="*/ 4091018 w 4091018"/>
                  <a:gd name="connsiteY2-6" fmla="*/ 315663 h 4091018"/>
                  <a:gd name="connsiteX3-7" fmla="*/ 4091018 w 4091018"/>
                  <a:gd name="connsiteY3-8" fmla="*/ 3775355 h 4091018"/>
                  <a:gd name="connsiteX4-9" fmla="*/ 3775355 w 4091018"/>
                  <a:gd name="connsiteY4-10" fmla="*/ 4091018 h 4091018"/>
                  <a:gd name="connsiteX5-11" fmla="*/ 315663 w 4091018"/>
                  <a:gd name="connsiteY5-12" fmla="*/ 4091018 h 4091018"/>
                  <a:gd name="connsiteX6-13" fmla="*/ 0 w 4091018"/>
                  <a:gd name="connsiteY6-14" fmla="*/ 3775355 h 4091018"/>
                  <a:gd name="connsiteX7-15" fmla="*/ 0 w 4091018"/>
                  <a:gd name="connsiteY7-16" fmla="*/ 315663 h 4091018"/>
                  <a:gd name="connsiteX8-17" fmla="*/ 407103 w 4091018"/>
                  <a:gd name="connsiteY8-18" fmla="*/ 91440 h 4091018"/>
                  <a:gd name="connsiteX0-19" fmla="*/ 315663 w 4091018"/>
                  <a:gd name="connsiteY0-20" fmla="*/ 0 h 4091018"/>
                  <a:gd name="connsiteX1-21" fmla="*/ 3775355 w 4091018"/>
                  <a:gd name="connsiteY1-22" fmla="*/ 0 h 4091018"/>
                  <a:gd name="connsiteX2-23" fmla="*/ 4091018 w 4091018"/>
                  <a:gd name="connsiteY2-24" fmla="*/ 315663 h 4091018"/>
                  <a:gd name="connsiteX3-25" fmla="*/ 4091018 w 4091018"/>
                  <a:gd name="connsiteY3-26" fmla="*/ 3775355 h 4091018"/>
                  <a:gd name="connsiteX4-27" fmla="*/ 3775355 w 4091018"/>
                  <a:gd name="connsiteY4-28" fmla="*/ 4091018 h 4091018"/>
                  <a:gd name="connsiteX5-29" fmla="*/ 315663 w 4091018"/>
                  <a:gd name="connsiteY5-30" fmla="*/ 4091018 h 4091018"/>
                  <a:gd name="connsiteX6-31" fmla="*/ 0 w 4091018"/>
                  <a:gd name="connsiteY6-32" fmla="*/ 3775355 h 4091018"/>
                  <a:gd name="connsiteX7-33" fmla="*/ 0 w 4091018"/>
                  <a:gd name="connsiteY7-34" fmla="*/ 315663 h 4091018"/>
                  <a:gd name="connsiteX0-35" fmla="*/ 315663 w 4091018"/>
                  <a:gd name="connsiteY0-36" fmla="*/ 0 h 4091018"/>
                  <a:gd name="connsiteX1-37" fmla="*/ 3775355 w 4091018"/>
                  <a:gd name="connsiteY1-38" fmla="*/ 0 h 4091018"/>
                  <a:gd name="connsiteX2-39" fmla="*/ 4091018 w 4091018"/>
                  <a:gd name="connsiteY2-40" fmla="*/ 315663 h 4091018"/>
                  <a:gd name="connsiteX3-41" fmla="*/ 4091018 w 4091018"/>
                  <a:gd name="connsiteY3-42" fmla="*/ 3775355 h 4091018"/>
                  <a:gd name="connsiteX4-43" fmla="*/ 3775355 w 4091018"/>
                  <a:gd name="connsiteY4-44" fmla="*/ 4091018 h 4091018"/>
                  <a:gd name="connsiteX5-45" fmla="*/ 315663 w 4091018"/>
                  <a:gd name="connsiteY5-46" fmla="*/ 4091018 h 4091018"/>
                  <a:gd name="connsiteX6-47" fmla="*/ 0 w 4091018"/>
                  <a:gd name="connsiteY6-48" fmla="*/ 3775355 h 4091018"/>
                  <a:gd name="connsiteX0-49" fmla="*/ 3775355 w 4091018"/>
                  <a:gd name="connsiteY0-50" fmla="*/ 0 h 4091018"/>
                  <a:gd name="connsiteX1-51" fmla="*/ 4091018 w 4091018"/>
                  <a:gd name="connsiteY1-52" fmla="*/ 315663 h 4091018"/>
                  <a:gd name="connsiteX2-53" fmla="*/ 4091018 w 4091018"/>
                  <a:gd name="connsiteY2-54" fmla="*/ 3775355 h 4091018"/>
                  <a:gd name="connsiteX3-55" fmla="*/ 3775355 w 4091018"/>
                  <a:gd name="connsiteY3-56" fmla="*/ 4091018 h 4091018"/>
                  <a:gd name="connsiteX4-57" fmla="*/ 315663 w 4091018"/>
                  <a:gd name="connsiteY4-58" fmla="*/ 4091018 h 4091018"/>
                  <a:gd name="connsiteX5-59" fmla="*/ 0 w 4091018"/>
                  <a:gd name="connsiteY5-60" fmla="*/ 3775355 h 4091018"/>
                  <a:gd name="connsiteX0-61" fmla="*/ 4091018 w 4091018"/>
                  <a:gd name="connsiteY0-62" fmla="*/ 0 h 3775355"/>
                  <a:gd name="connsiteX1-63" fmla="*/ 4091018 w 4091018"/>
                  <a:gd name="connsiteY1-64" fmla="*/ 3459692 h 3775355"/>
                  <a:gd name="connsiteX2-65" fmla="*/ 3775355 w 4091018"/>
                  <a:gd name="connsiteY2-66" fmla="*/ 3775355 h 3775355"/>
                  <a:gd name="connsiteX3-67" fmla="*/ 315663 w 4091018"/>
                  <a:gd name="connsiteY3-68" fmla="*/ 3775355 h 3775355"/>
                  <a:gd name="connsiteX4-69" fmla="*/ 0 w 4091018"/>
                  <a:gd name="connsiteY4-70" fmla="*/ 3459692 h 3775355"/>
                  <a:gd name="connsiteX0-71" fmla="*/ 4091018 w 4091018"/>
                  <a:gd name="connsiteY0-72" fmla="*/ 0 h 315663"/>
                  <a:gd name="connsiteX1-73" fmla="*/ 3775355 w 4091018"/>
                  <a:gd name="connsiteY1-74" fmla="*/ 315663 h 315663"/>
                  <a:gd name="connsiteX2-75" fmla="*/ 315663 w 4091018"/>
                  <a:gd name="connsiteY2-76" fmla="*/ 315663 h 315663"/>
                  <a:gd name="connsiteX3-77" fmla="*/ 0 w 4091018"/>
                  <a:gd name="connsiteY3-78" fmla="*/ 0 h 315663"/>
                  <a:gd name="connsiteX0-79" fmla="*/ 3775355 w 3775355"/>
                  <a:gd name="connsiteY0-80" fmla="*/ 315663 h 315663"/>
                  <a:gd name="connsiteX1-81" fmla="*/ 315663 w 3775355"/>
                  <a:gd name="connsiteY1-82" fmla="*/ 315663 h 315663"/>
                  <a:gd name="connsiteX2-83" fmla="*/ 0 w 3775355"/>
                  <a:gd name="connsiteY2-84" fmla="*/ 0 h 315663"/>
                </a:gdLst>
                <a:ahLst/>
                <a:cxnLst>
                  <a:cxn ang="0">
                    <a:pos x="connsiteX0-1" y="connsiteY0-2"/>
                  </a:cxn>
                  <a:cxn ang="0">
                    <a:pos x="connsiteX1-3" y="connsiteY1-4"/>
                  </a:cxn>
                  <a:cxn ang="0">
                    <a:pos x="connsiteX2-5" y="connsiteY2-6"/>
                  </a:cxn>
                </a:cxnLst>
                <a:rect l="l" t="t" r="r" b="b"/>
                <a:pathLst>
                  <a:path w="3775355" h="315663">
                    <a:moveTo>
                      <a:pt x="3775355" y="315663"/>
                    </a:moveTo>
                    <a:lnTo>
                      <a:pt x="315663" y="315663"/>
                    </a:lnTo>
                    <a:cubicBezTo>
                      <a:pt x="141327" y="315663"/>
                      <a:pt x="0" y="174336"/>
                      <a:pt x="0" y="0"/>
                    </a:cubicBezTo>
                  </a:path>
                </a:pathLst>
              </a:custGeom>
              <a:noFill/>
              <a:ln w="64198">
                <a:gradFill>
                  <a:gsLst>
                    <a:gs pos="58000">
                      <a:srgbClr val="666666">
                        <a:alpha val="58000"/>
                      </a:srgbClr>
                    </a:gs>
                    <a:gs pos="100000">
                      <a:schemeClr val="tx1">
                        <a:lumMod val="50000"/>
                        <a:lumOff val="50000"/>
                        <a:alpha val="0"/>
                      </a:schemeClr>
                    </a:gs>
                    <a:gs pos="0">
                      <a:schemeClr val="tx1">
                        <a:lumMod val="65000"/>
                        <a:lumOff val="35000"/>
                        <a:alpha val="36000"/>
                      </a:schemeClr>
                    </a:gs>
                  </a:gsLst>
                  <a:lin ang="0" scaled="0"/>
                </a:gradFill>
                <a:tailEnd type="triangle" w="med" len="med"/>
              </a:ln>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1" name="矩形: 圆角 58"/>
              <p:cNvSpPr/>
              <p:nvPr/>
            </p:nvSpPr>
            <p:spPr>
              <a:xfrm rot="5400000" flipH="1" flipV="1">
                <a:off x="6144388" y="3732273"/>
                <a:ext cx="3180692" cy="265943"/>
              </a:xfrm>
              <a:custGeom>
                <a:avLst/>
                <a:gdLst>
                  <a:gd name="connsiteX0" fmla="*/ 0 w 4091018"/>
                  <a:gd name="connsiteY0" fmla="*/ 315663 h 4091018"/>
                  <a:gd name="connsiteX1" fmla="*/ 315663 w 4091018"/>
                  <a:gd name="connsiteY1" fmla="*/ 0 h 4091018"/>
                  <a:gd name="connsiteX2" fmla="*/ 3775355 w 4091018"/>
                  <a:gd name="connsiteY2" fmla="*/ 0 h 4091018"/>
                  <a:gd name="connsiteX3" fmla="*/ 4091018 w 4091018"/>
                  <a:gd name="connsiteY3" fmla="*/ 315663 h 4091018"/>
                  <a:gd name="connsiteX4" fmla="*/ 4091018 w 4091018"/>
                  <a:gd name="connsiteY4" fmla="*/ 3775355 h 4091018"/>
                  <a:gd name="connsiteX5" fmla="*/ 3775355 w 4091018"/>
                  <a:gd name="connsiteY5" fmla="*/ 4091018 h 4091018"/>
                  <a:gd name="connsiteX6" fmla="*/ 315663 w 4091018"/>
                  <a:gd name="connsiteY6" fmla="*/ 4091018 h 4091018"/>
                  <a:gd name="connsiteX7" fmla="*/ 0 w 4091018"/>
                  <a:gd name="connsiteY7" fmla="*/ 3775355 h 4091018"/>
                  <a:gd name="connsiteX8" fmla="*/ 0 w 4091018"/>
                  <a:gd name="connsiteY8" fmla="*/ 315663 h 4091018"/>
                  <a:gd name="connsiteX0-1" fmla="*/ 315663 w 4091018"/>
                  <a:gd name="connsiteY0-2" fmla="*/ 0 h 4091018"/>
                  <a:gd name="connsiteX1-3" fmla="*/ 3775355 w 4091018"/>
                  <a:gd name="connsiteY1-4" fmla="*/ 0 h 4091018"/>
                  <a:gd name="connsiteX2-5" fmla="*/ 4091018 w 4091018"/>
                  <a:gd name="connsiteY2-6" fmla="*/ 315663 h 4091018"/>
                  <a:gd name="connsiteX3-7" fmla="*/ 4091018 w 4091018"/>
                  <a:gd name="connsiteY3-8" fmla="*/ 3775355 h 4091018"/>
                  <a:gd name="connsiteX4-9" fmla="*/ 3775355 w 4091018"/>
                  <a:gd name="connsiteY4-10" fmla="*/ 4091018 h 4091018"/>
                  <a:gd name="connsiteX5-11" fmla="*/ 315663 w 4091018"/>
                  <a:gd name="connsiteY5-12" fmla="*/ 4091018 h 4091018"/>
                  <a:gd name="connsiteX6-13" fmla="*/ 0 w 4091018"/>
                  <a:gd name="connsiteY6-14" fmla="*/ 3775355 h 4091018"/>
                  <a:gd name="connsiteX7-15" fmla="*/ 0 w 4091018"/>
                  <a:gd name="connsiteY7-16" fmla="*/ 315663 h 4091018"/>
                  <a:gd name="connsiteX8-17" fmla="*/ 407103 w 4091018"/>
                  <a:gd name="connsiteY8-18" fmla="*/ 91440 h 4091018"/>
                  <a:gd name="connsiteX0-19" fmla="*/ 315663 w 4091018"/>
                  <a:gd name="connsiteY0-20" fmla="*/ 0 h 4091018"/>
                  <a:gd name="connsiteX1-21" fmla="*/ 3775355 w 4091018"/>
                  <a:gd name="connsiteY1-22" fmla="*/ 0 h 4091018"/>
                  <a:gd name="connsiteX2-23" fmla="*/ 4091018 w 4091018"/>
                  <a:gd name="connsiteY2-24" fmla="*/ 315663 h 4091018"/>
                  <a:gd name="connsiteX3-25" fmla="*/ 4091018 w 4091018"/>
                  <a:gd name="connsiteY3-26" fmla="*/ 3775355 h 4091018"/>
                  <a:gd name="connsiteX4-27" fmla="*/ 3775355 w 4091018"/>
                  <a:gd name="connsiteY4-28" fmla="*/ 4091018 h 4091018"/>
                  <a:gd name="connsiteX5-29" fmla="*/ 315663 w 4091018"/>
                  <a:gd name="connsiteY5-30" fmla="*/ 4091018 h 4091018"/>
                  <a:gd name="connsiteX6-31" fmla="*/ 0 w 4091018"/>
                  <a:gd name="connsiteY6-32" fmla="*/ 3775355 h 4091018"/>
                  <a:gd name="connsiteX7-33" fmla="*/ 0 w 4091018"/>
                  <a:gd name="connsiteY7-34" fmla="*/ 315663 h 4091018"/>
                  <a:gd name="connsiteX0-35" fmla="*/ 315663 w 4091018"/>
                  <a:gd name="connsiteY0-36" fmla="*/ 0 h 4091018"/>
                  <a:gd name="connsiteX1-37" fmla="*/ 3775355 w 4091018"/>
                  <a:gd name="connsiteY1-38" fmla="*/ 0 h 4091018"/>
                  <a:gd name="connsiteX2-39" fmla="*/ 4091018 w 4091018"/>
                  <a:gd name="connsiteY2-40" fmla="*/ 315663 h 4091018"/>
                  <a:gd name="connsiteX3-41" fmla="*/ 4091018 w 4091018"/>
                  <a:gd name="connsiteY3-42" fmla="*/ 3775355 h 4091018"/>
                  <a:gd name="connsiteX4-43" fmla="*/ 3775355 w 4091018"/>
                  <a:gd name="connsiteY4-44" fmla="*/ 4091018 h 4091018"/>
                  <a:gd name="connsiteX5-45" fmla="*/ 315663 w 4091018"/>
                  <a:gd name="connsiteY5-46" fmla="*/ 4091018 h 4091018"/>
                  <a:gd name="connsiteX6-47" fmla="*/ 0 w 4091018"/>
                  <a:gd name="connsiteY6-48" fmla="*/ 3775355 h 4091018"/>
                  <a:gd name="connsiteX0-49" fmla="*/ 3775355 w 4091018"/>
                  <a:gd name="connsiteY0-50" fmla="*/ 0 h 4091018"/>
                  <a:gd name="connsiteX1-51" fmla="*/ 4091018 w 4091018"/>
                  <a:gd name="connsiteY1-52" fmla="*/ 315663 h 4091018"/>
                  <a:gd name="connsiteX2-53" fmla="*/ 4091018 w 4091018"/>
                  <a:gd name="connsiteY2-54" fmla="*/ 3775355 h 4091018"/>
                  <a:gd name="connsiteX3-55" fmla="*/ 3775355 w 4091018"/>
                  <a:gd name="connsiteY3-56" fmla="*/ 4091018 h 4091018"/>
                  <a:gd name="connsiteX4-57" fmla="*/ 315663 w 4091018"/>
                  <a:gd name="connsiteY4-58" fmla="*/ 4091018 h 4091018"/>
                  <a:gd name="connsiteX5-59" fmla="*/ 0 w 4091018"/>
                  <a:gd name="connsiteY5-60" fmla="*/ 3775355 h 4091018"/>
                  <a:gd name="connsiteX0-61" fmla="*/ 4091018 w 4091018"/>
                  <a:gd name="connsiteY0-62" fmla="*/ 0 h 3775355"/>
                  <a:gd name="connsiteX1-63" fmla="*/ 4091018 w 4091018"/>
                  <a:gd name="connsiteY1-64" fmla="*/ 3459692 h 3775355"/>
                  <a:gd name="connsiteX2-65" fmla="*/ 3775355 w 4091018"/>
                  <a:gd name="connsiteY2-66" fmla="*/ 3775355 h 3775355"/>
                  <a:gd name="connsiteX3-67" fmla="*/ 315663 w 4091018"/>
                  <a:gd name="connsiteY3-68" fmla="*/ 3775355 h 3775355"/>
                  <a:gd name="connsiteX4-69" fmla="*/ 0 w 4091018"/>
                  <a:gd name="connsiteY4-70" fmla="*/ 3459692 h 3775355"/>
                  <a:gd name="connsiteX0-71" fmla="*/ 4091018 w 4091018"/>
                  <a:gd name="connsiteY0-72" fmla="*/ 0 h 315663"/>
                  <a:gd name="connsiteX1-73" fmla="*/ 3775355 w 4091018"/>
                  <a:gd name="connsiteY1-74" fmla="*/ 315663 h 315663"/>
                  <a:gd name="connsiteX2-75" fmla="*/ 315663 w 4091018"/>
                  <a:gd name="connsiteY2-76" fmla="*/ 315663 h 315663"/>
                  <a:gd name="connsiteX3-77" fmla="*/ 0 w 4091018"/>
                  <a:gd name="connsiteY3-78" fmla="*/ 0 h 315663"/>
                  <a:gd name="connsiteX0-79" fmla="*/ 3775355 w 3775355"/>
                  <a:gd name="connsiteY0-80" fmla="*/ 315663 h 315663"/>
                  <a:gd name="connsiteX1-81" fmla="*/ 315663 w 3775355"/>
                  <a:gd name="connsiteY1-82" fmla="*/ 315663 h 315663"/>
                  <a:gd name="connsiteX2-83" fmla="*/ 0 w 3775355"/>
                  <a:gd name="connsiteY2-84" fmla="*/ 0 h 315663"/>
                </a:gdLst>
                <a:ahLst/>
                <a:cxnLst>
                  <a:cxn ang="0">
                    <a:pos x="connsiteX0-1" y="connsiteY0-2"/>
                  </a:cxn>
                  <a:cxn ang="0">
                    <a:pos x="connsiteX1-3" y="connsiteY1-4"/>
                  </a:cxn>
                  <a:cxn ang="0">
                    <a:pos x="connsiteX2-5" y="connsiteY2-6"/>
                  </a:cxn>
                </a:cxnLst>
                <a:rect l="l" t="t" r="r" b="b"/>
                <a:pathLst>
                  <a:path w="3775355" h="315663">
                    <a:moveTo>
                      <a:pt x="3775355" y="315663"/>
                    </a:moveTo>
                    <a:lnTo>
                      <a:pt x="315663" y="315663"/>
                    </a:lnTo>
                    <a:cubicBezTo>
                      <a:pt x="141327" y="315663"/>
                      <a:pt x="0" y="174336"/>
                      <a:pt x="0" y="0"/>
                    </a:cubicBezTo>
                  </a:path>
                </a:pathLst>
              </a:custGeom>
              <a:noFill/>
              <a:ln w="64198">
                <a:gradFill>
                  <a:gsLst>
                    <a:gs pos="58000">
                      <a:srgbClr val="666666">
                        <a:alpha val="58000"/>
                      </a:srgbClr>
                    </a:gs>
                    <a:gs pos="100000">
                      <a:schemeClr val="tx1">
                        <a:lumMod val="50000"/>
                        <a:lumOff val="50000"/>
                        <a:alpha val="0"/>
                      </a:schemeClr>
                    </a:gs>
                    <a:gs pos="0">
                      <a:schemeClr val="tx1">
                        <a:lumMod val="65000"/>
                        <a:lumOff val="35000"/>
                        <a:alpha val="36000"/>
                      </a:schemeClr>
                    </a:gs>
                  </a:gsLst>
                  <a:lin ang="0" scaled="0"/>
                </a:gradFill>
                <a:tailEnd type="triangle" w="med" len="med"/>
              </a:ln>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2" name="矩形: 圆角 58"/>
              <p:cNvSpPr/>
              <p:nvPr/>
            </p:nvSpPr>
            <p:spPr>
              <a:xfrm>
                <a:off x="4374169" y="5199588"/>
                <a:ext cx="3180692" cy="265942"/>
              </a:xfrm>
              <a:custGeom>
                <a:avLst/>
                <a:gdLst>
                  <a:gd name="connsiteX0" fmla="*/ 0 w 4091018"/>
                  <a:gd name="connsiteY0" fmla="*/ 315663 h 4091018"/>
                  <a:gd name="connsiteX1" fmla="*/ 315663 w 4091018"/>
                  <a:gd name="connsiteY1" fmla="*/ 0 h 4091018"/>
                  <a:gd name="connsiteX2" fmla="*/ 3775355 w 4091018"/>
                  <a:gd name="connsiteY2" fmla="*/ 0 h 4091018"/>
                  <a:gd name="connsiteX3" fmla="*/ 4091018 w 4091018"/>
                  <a:gd name="connsiteY3" fmla="*/ 315663 h 4091018"/>
                  <a:gd name="connsiteX4" fmla="*/ 4091018 w 4091018"/>
                  <a:gd name="connsiteY4" fmla="*/ 3775355 h 4091018"/>
                  <a:gd name="connsiteX5" fmla="*/ 3775355 w 4091018"/>
                  <a:gd name="connsiteY5" fmla="*/ 4091018 h 4091018"/>
                  <a:gd name="connsiteX6" fmla="*/ 315663 w 4091018"/>
                  <a:gd name="connsiteY6" fmla="*/ 4091018 h 4091018"/>
                  <a:gd name="connsiteX7" fmla="*/ 0 w 4091018"/>
                  <a:gd name="connsiteY7" fmla="*/ 3775355 h 4091018"/>
                  <a:gd name="connsiteX8" fmla="*/ 0 w 4091018"/>
                  <a:gd name="connsiteY8" fmla="*/ 315663 h 4091018"/>
                  <a:gd name="connsiteX0-1" fmla="*/ 315663 w 4091018"/>
                  <a:gd name="connsiteY0-2" fmla="*/ 0 h 4091018"/>
                  <a:gd name="connsiteX1-3" fmla="*/ 3775355 w 4091018"/>
                  <a:gd name="connsiteY1-4" fmla="*/ 0 h 4091018"/>
                  <a:gd name="connsiteX2-5" fmla="*/ 4091018 w 4091018"/>
                  <a:gd name="connsiteY2-6" fmla="*/ 315663 h 4091018"/>
                  <a:gd name="connsiteX3-7" fmla="*/ 4091018 w 4091018"/>
                  <a:gd name="connsiteY3-8" fmla="*/ 3775355 h 4091018"/>
                  <a:gd name="connsiteX4-9" fmla="*/ 3775355 w 4091018"/>
                  <a:gd name="connsiteY4-10" fmla="*/ 4091018 h 4091018"/>
                  <a:gd name="connsiteX5-11" fmla="*/ 315663 w 4091018"/>
                  <a:gd name="connsiteY5-12" fmla="*/ 4091018 h 4091018"/>
                  <a:gd name="connsiteX6-13" fmla="*/ 0 w 4091018"/>
                  <a:gd name="connsiteY6-14" fmla="*/ 3775355 h 4091018"/>
                  <a:gd name="connsiteX7-15" fmla="*/ 0 w 4091018"/>
                  <a:gd name="connsiteY7-16" fmla="*/ 315663 h 4091018"/>
                  <a:gd name="connsiteX8-17" fmla="*/ 407103 w 4091018"/>
                  <a:gd name="connsiteY8-18" fmla="*/ 91440 h 4091018"/>
                  <a:gd name="connsiteX0-19" fmla="*/ 315663 w 4091018"/>
                  <a:gd name="connsiteY0-20" fmla="*/ 0 h 4091018"/>
                  <a:gd name="connsiteX1-21" fmla="*/ 3775355 w 4091018"/>
                  <a:gd name="connsiteY1-22" fmla="*/ 0 h 4091018"/>
                  <a:gd name="connsiteX2-23" fmla="*/ 4091018 w 4091018"/>
                  <a:gd name="connsiteY2-24" fmla="*/ 315663 h 4091018"/>
                  <a:gd name="connsiteX3-25" fmla="*/ 4091018 w 4091018"/>
                  <a:gd name="connsiteY3-26" fmla="*/ 3775355 h 4091018"/>
                  <a:gd name="connsiteX4-27" fmla="*/ 3775355 w 4091018"/>
                  <a:gd name="connsiteY4-28" fmla="*/ 4091018 h 4091018"/>
                  <a:gd name="connsiteX5-29" fmla="*/ 315663 w 4091018"/>
                  <a:gd name="connsiteY5-30" fmla="*/ 4091018 h 4091018"/>
                  <a:gd name="connsiteX6-31" fmla="*/ 0 w 4091018"/>
                  <a:gd name="connsiteY6-32" fmla="*/ 3775355 h 4091018"/>
                  <a:gd name="connsiteX7-33" fmla="*/ 0 w 4091018"/>
                  <a:gd name="connsiteY7-34" fmla="*/ 315663 h 4091018"/>
                  <a:gd name="connsiteX0-35" fmla="*/ 315663 w 4091018"/>
                  <a:gd name="connsiteY0-36" fmla="*/ 0 h 4091018"/>
                  <a:gd name="connsiteX1-37" fmla="*/ 3775355 w 4091018"/>
                  <a:gd name="connsiteY1-38" fmla="*/ 0 h 4091018"/>
                  <a:gd name="connsiteX2-39" fmla="*/ 4091018 w 4091018"/>
                  <a:gd name="connsiteY2-40" fmla="*/ 315663 h 4091018"/>
                  <a:gd name="connsiteX3-41" fmla="*/ 4091018 w 4091018"/>
                  <a:gd name="connsiteY3-42" fmla="*/ 3775355 h 4091018"/>
                  <a:gd name="connsiteX4-43" fmla="*/ 3775355 w 4091018"/>
                  <a:gd name="connsiteY4-44" fmla="*/ 4091018 h 4091018"/>
                  <a:gd name="connsiteX5-45" fmla="*/ 315663 w 4091018"/>
                  <a:gd name="connsiteY5-46" fmla="*/ 4091018 h 4091018"/>
                  <a:gd name="connsiteX6-47" fmla="*/ 0 w 4091018"/>
                  <a:gd name="connsiteY6-48" fmla="*/ 3775355 h 4091018"/>
                  <a:gd name="connsiteX0-49" fmla="*/ 3775355 w 4091018"/>
                  <a:gd name="connsiteY0-50" fmla="*/ 0 h 4091018"/>
                  <a:gd name="connsiteX1-51" fmla="*/ 4091018 w 4091018"/>
                  <a:gd name="connsiteY1-52" fmla="*/ 315663 h 4091018"/>
                  <a:gd name="connsiteX2-53" fmla="*/ 4091018 w 4091018"/>
                  <a:gd name="connsiteY2-54" fmla="*/ 3775355 h 4091018"/>
                  <a:gd name="connsiteX3-55" fmla="*/ 3775355 w 4091018"/>
                  <a:gd name="connsiteY3-56" fmla="*/ 4091018 h 4091018"/>
                  <a:gd name="connsiteX4-57" fmla="*/ 315663 w 4091018"/>
                  <a:gd name="connsiteY4-58" fmla="*/ 4091018 h 4091018"/>
                  <a:gd name="connsiteX5-59" fmla="*/ 0 w 4091018"/>
                  <a:gd name="connsiteY5-60" fmla="*/ 3775355 h 4091018"/>
                  <a:gd name="connsiteX0-61" fmla="*/ 4091018 w 4091018"/>
                  <a:gd name="connsiteY0-62" fmla="*/ 0 h 3775355"/>
                  <a:gd name="connsiteX1-63" fmla="*/ 4091018 w 4091018"/>
                  <a:gd name="connsiteY1-64" fmla="*/ 3459692 h 3775355"/>
                  <a:gd name="connsiteX2-65" fmla="*/ 3775355 w 4091018"/>
                  <a:gd name="connsiteY2-66" fmla="*/ 3775355 h 3775355"/>
                  <a:gd name="connsiteX3-67" fmla="*/ 315663 w 4091018"/>
                  <a:gd name="connsiteY3-68" fmla="*/ 3775355 h 3775355"/>
                  <a:gd name="connsiteX4-69" fmla="*/ 0 w 4091018"/>
                  <a:gd name="connsiteY4-70" fmla="*/ 3459692 h 3775355"/>
                  <a:gd name="connsiteX0-71" fmla="*/ 4091018 w 4091018"/>
                  <a:gd name="connsiteY0-72" fmla="*/ 0 h 315663"/>
                  <a:gd name="connsiteX1-73" fmla="*/ 3775355 w 4091018"/>
                  <a:gd name="connsiteY1-74" fmla="*/ 315663 h 315663"/>
                  <a:gd name="connsiteX2-75" fmla="*/ 315663 w 4091018"/>
                  <a:gd name="connsiteY2-76" fmla="*/ 315663 h 315663"/>
                  <a:gd name="connsiteX3-77" fmla="*/ 0 w 4091018"/>
                  <a:gd name="connsiteY3-78" fmla="*/ 0 h 315663"/>
                  <a:gd name="connsiteX0-79" fmla="*/ 3775355 w 3775355"/>
                  <a:gd name="connsiteY0-80" fmla="*/ 315663 h 315663"/>
                  <a:gd name="connsiteX1-81" fmla="*/ 315663 w 3775355"/>
                  <a:gd name="connsiteY1-82" fmla="*/ 315663 h 315663"/>
                  <a:gd name="connsiteX2-83" fmla="*/ 0 w 3775355"/>
                  <a:gd name="connsiteY2-84" fmla="*/ 0 h 315663"/>
                </a:gdLst>
                <a:ahLst/>
                <a:cxnLst>
                  <a:cxn ang="0">
                    <a:pos x="connsiteX0-1" y="connsiteY0-2"/>
                  </a:cxn>
                  <a:cxn ang="0">
                    <a:pos x="connsiteX1-3" y="connsiteY1-4"/>
                  </a:cxn>
                  <a:cxn ang="0">
                    <a:pos x="connsiteX2-5" y="connsiteY2-6"/>
                  </a:cxn>
                </a:cxnLst>
                <a:rect l="l" t="t" r="r" b="b"/>
                <a:pathLst>
                  <a:path w="3775355" h="315663">
                    <a:moveTo>
                      <a:pt x="3775355" y="315663"/>
                    </a:moveTo>
                    <a:lnTo>
                      <a:pt x="315663" y="315663"/>
                    </a:lnTo>
                    <a:cubicBezTo>
                      <a:pt x="141327" y="315663"/>
                      <a:pt x="0" y="174336"/>
                      <a:pt x="0" y="0"/>
                    </a:cubicBezTo>
                  </a:path>
                </a:pathLst>
              </a:custGeom>
              <a:noFill/>
              <a:ln w="64198">
                <a:gradFill>
                  <a:gsLst>
                    <a:gs pos="58000">
                      <a:srgbClr val="666666">
                        <a:alpha val="58000"/>
                      </a:srgbClr>
                    </a:gs>
                    <a:gs pos="100000">
                      <a:schemeClr val="tx1">
                        <a:lumMod val="50000"/>
                        <a:lumOff val="50000"/>
                        <a:alpha val="0"/>
                      </a:schemeClr>
                    </a:gs>
                    <a:gs pos="0">
                      <a:schemeClr val="tx1">
                        <a:lumMod val="65000"/>
                        <a:lumOff val="35000"/>
                        <a:alpha val="36000"/>
                      </a:schemeClr>
                    </a:gs>
                  </a:gsLst>
                  <a:lin ang="0" scaled="0"/>
                </a:gradFill>
                <a:tailEnd type="triangle" w="med" len="med"/>
              </a:ln>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3" name="矩形: 圆角 58"/>
              <p:cNvSpPr/>
              <p:nvPr/>
            </p:nvSpPr>
            <p:spPr>
              <a:xfrm flipH="1" flipV="1">
                <a:off x="4640110" y="2019356"/>
                <a:ext cx="3180691" cy="265942"/>
              </a:xfrm>
              <a:custGeom>
                <a:avLst/>
                <a:gdLst>
                  <a:gd name="connsiteX0" fmla="*/ 0 w 4091018"/>
                  <a:gd name="connsiteY0" fmla="*/ 315663 h 4091018"/>
                  <a:gd name="connsiteX1" fmla="*/ 315663 w 4091018"/>
                  <a:gd name="connsiteY1" fmla="*/ 0 h 4091018"/>
                  <a:gd name="connsiteX2" fmla="*/ 3775355 w 4091018"/>
                  <a:gd name="connsiteY2" fmla="*/ 0 h 4091018"/>
                  <a:gd name="connsiteX3" fmla="*/ 4091018 w 4091018"/>
                  <a:gd name="connsiteY3" fmla="*/ 315663 h 4091018"/>
                  <a:gd name="connsiteX4" fmla="*/ 4091018 w 4091018"/>
                  <a:gd name="connsiteY4" fmla="*/ 3775355 h 4091018"/>
                  <a:gd name="connsiteX5" fmla="*/ 3775355 w 4091018"/>
                  <a:gd name="connsiteY5" fmla="*/ 4091018 h 4091018"/>
                  <a:gd name="connsiteX6" fmla="*/ 315663 w 4091018"/>
                  <a:gd name="connsiteY6" fmla="*/ 4091018 h 4091018"/>
                  <a:gd name="connsiteX7" fmla="*/ 0 w 4091018"/>
                  <a:gd name="connsiteY7" fmla="*/ 3775355 h 4091018"/>
                  <a:gd name="connsiteX8" fmla="*/ 0 w 4091018"/>
                  <a:gd name="connsiteY8" fmla="*/ 315663 h 4091018"/>
                  <a:gd name="connsiteX0-1" fmla="*/ 315663 w 4091018"/>
                  <a:gd name="connsiteY0-2" fmla="*/ 0 h 4091018"/>
                  <a:gd name="connsiteX1-3" fmla="*/ 3775355 w 4091018"/>
                  <a:gd name="connsiteY1-4" fmla="*/ 0 h 4091018"/>
                  <a:gd name="connsiteX2-5" fmla="*/ 4091018 w 4091018"/>
                  <a:gd name="connsiteY2-6" fmla="*/ 315663 h 4091018"/>
                  <a:gd name="connsiteX3-7" fmla="*/ 4091018 w 4091018"/>
                  <a:gd name="connsiteY3-8" fmla="*/ 3775355 h 4091018"/>
                  <a:gd name="connsiteX4-9" fmla="*/ 3775355 w 4091018"/>
                  <a:gd name="connsiteY4-10" fmla="*/ 4091018 h 4091018"/>
                  <a:gd name="connsiteX5-11" fmla="*/ 315663 w 4091018"/>
                  <a:gd name="connsiteY5-12" fmla="*/ 4091018 h 4091018"/>
                  <a:gd name="connsiteX6-13" fmla="*/ 0 w 4091018"/>
                  <a:gd name="connsiteY6-14" fmla="*/ 3775355 h 4091018"/>
                  <a:gd name="connsiteX7-15" fmla="*/ 0 w 4091018"/>
                  <a:gd name="connsiteY7-16" fmla="*/ 315663 h 4091018"/>
                  <a:gd name="connsiteX8-17" fmla="*/ 407103 w 4091018"/>
                  <a:gd name="connsiteY8-18" fmla="*/ 91440 h 4091018"/>
                  <a:gd name="connsiteX0-19" fmla="*/ 315663 w 4091018"/>
                  <a:gd name="connsiteY0-20" fmla="*/ 0 h 4091018"/>
                  <a:gd name="connsiteX1-21" fmla="*/ 3775355 w 4091018"/>
                  <a:gd name="connsiteY1-22" fmla="*/ 0 h 4091018"/>
                  <a:gd name="connsiteX2-23" fmla="*/ 4091018 w 4091018"/>
                  <a:gd name="connsiteY2-24" fmla="*/ 315663 h 4091018"/>
                  <a:gd name="connsiteX3-25" fmla="*/ 4091018 w 4091018"/>
                  <a:gd name="connsiteY3-26" fmla="*/ 3775355 h 4091018"/>
                  <a:gd name="connsiteX4-27" fmla="*/ 3775355 w 4091018"/>
                  <a:gd name="connsiteY4-28" fmla="*/ 4091018 h 4091018"/>
                  <a:gd name="connsiteX5-29" fmla="*/ 315663 w 4091018"/>
                  <a:gd name="connsiteY5-30" fmla="*/ 4091018 h 4091018"/>
                  <a:gd name="connsiteX6-31" fmla="*/ 0 w 4091018"/>
                  <a:gd name="connsiteY6-32" fmla="*/ 3775355 h 4091018"/>
                  <a:gd name="connsiteX7-33" fmla="*/ 0 w 4091018"/>
                  <a:gd name="connsiteY7-34" fmla="*/ 315663 h 4091018"/>
                  <a:gd name="connsiteX0-35" fmla="*/ 315663 w 4091018"/>
                  <a:gd name="connsiteY0-36" fmla="*/ 0 h 4091018"/>
                  <a:gd name="connsiteX1-37" fmla="*/ 3775355 w 4091018"/>
                  <a:gd name="connsiteY1-38" fmla="*/ 0 h 4091018"/>
                  <a:gd name="connsiteX2-39" fmla="*/ 4091018 w 4091018"/>
                  <a:gd name="connsiteY2-40" fmla="*/ 315663 h 4091018"/>
                  <a:gd name="connsiteX3-41" fmla="*/ 4091018 w 4091018"/>
                  <a:gd name="connsiteY3-42" fmla="*/ 3775355 h 4091018"/>
                  <a:gd name="connsiteX4-43" fmla="*/ 3775355 w 4091018"/>
                  <a:gd name="connsiteY4-44" fmla="*/ 4091018 h 4091018"/>
                  <a:gd name="connsiteX5-45" fmla="*/ 315663 w 4091018"/>
                  <a:gd name="connsiteY5-46" fmla="*/ 4091018 h 4091018"/>
                  <a:gd name="connsiteX6-47" fmla="*/ 0 w 4091018"/>
                  <a:gd name="connsiteY6-48" fmla="*/ 3775355 h 4091018"/>
                  <a:gd name="connsiteX0-49" fmla="*/ 3775355 w 4091018"/>
                  <a:gd name="connsiteY0-50" fmla="*/ 0 h 4091018"/>
                  <a:gd name="connsiteX1-51" fmla="*/ 4091018 w 4091018"/>
                  <a:gd name="connsiteY1-52" fmla="*/ 315663 h 4091018"/>
                  <a:gd name="connsiteX2-53" fmla="*/ 4091018 w 4091018"/>
                  <a:gd name="connsiteY2-54" fmla="*/ 3775355 h 4091018"/>
                  <a:gd name="connsiteX3-55" fmla="*/ 3775355 w 4091018"/>
                  <a:gd name="connsiteY3-56" fmla="*/ 4091018 h 4091018"/>
                  <a:gd name="connsiteX4-57" fmla="*/ 315663 w 4091018"/>
                  <a:gd name="connsiteY4-58" fmla="*/ 4091018 h 4091018"/>
                  <a:gd name="connsiteX5-59" fmla="*/ 0 w 4091018"/>
                  <a:gd name="connsiteY5-60" fmla="*/ 3775355 h 4091018"/>
                  <a:gd name="connsiteX0-61" fmla="*/ 4091018 w 4091018"/>
                  <a:gd name="connsiteY0-62" fmla="*/ 0 h 3775355"/>
                  <a:gd name="connsiteX1-63" fmla="*/ 4091018 w 4091018"/>
                  <a:gd name="connsiteY1-64" fmla="*/ 3459692 h 3775355"/>
                  <a:gd name="connsiteX2-65" fmla="*/ 3775355 w 4091018"/>
                  <a:gd name="connsiteY2-66" fmla="*/ 3775355 h 3775355"/>
                  <a:gd name="connsiteX3-67" fmla="*/ 315663 w 4091018"/>
                  <a:gd name="connsiteY3-68" fmla="*/ 3775355 h 3775355"/>
                  <a:gd name="connsiteX4-69" fmla="*/ 0 w 4091018"/>
                  <a:gd name="connsiteY4-70" fmla="*/ 3459692 h 3775355"/>
                  <a:gd name="connsiteX0-71" fmla="*/ 4091018 w 4091018"/>
                  <a:gd name="connsiteY0-72" fmla="*/ 0 h 315663"/>
                  <a:gd name="connsiteX1-73" fmla="*/ 3775355 w 4091018"/>
                  <a:gd name="connsiteY1-74" fmla="*/ 315663 h 315663"/>
                  <a:gd name="connsiteX2-75" fmla="*/ 315663 w 4091018"/>
                  <a:gd name="connsiteY2-76" fmla="*/ 315663 h 315663"/>
                  <a:gd name="connsiteX3-77" fmla="*/ 0 w 4091018"/>
                  <a:gd name="connsiteY3-78" fmla="*/ 0 h 315663"/>
                  <a:gd name="connsiteX0-79" fmla="*/ 3775355 w 3775355"/>
                  <a:gd name="connsiteY0-80" fmla="*/ 315663 h 315663"/>
                  <a:gd name="connsiteX1-81" fmla="*/ 315663 w 3775355"/>
                  <a:gd name="connsiteY1-82" fmla="*/ 315663 h 315663"/>
                  <a:gd name="connsiteX2-83" fmla="*/ 0 w 3775355"/>
                  <a:gd name="connsiteY2-84" fmla="*/ 0 h 315663"/>
                </a:gdLst>
                <a:ahLst/>
                <a:cxnLst>
                  <a:cxn ang="0">
                    <a:pos x="connsiteX0-1" y="connsiteY0-2"/>
                  </a:cxn>
                  <a:cxn ang="0">
                    <a:pos x="connsiteX1-3" y="connsiteY1-4"/>
                  </a:cxn>
                  <a:cxn ang="0">
                    <a:pos x="connsiteX2-5" y="connsiteY2-6"/>
                  </a:cxn>
                </a:cxnLst>
                <a:rect l="l" t="t" r="r" b="b"/>
                <a:pathLst>
                  <a:path w="3775355" h="315663">
                    <a:moveTo>
                      <a:pt x="3775355" y="315663"/>
                    </a:moveTo>
                    <a:lnTo>
                      <a:pt x="315663" y="315663"/>
                    </a:lnTo>
                    <a:cubicBezTo>
                      <a:pt x="141327" y="315663"/>
                      <a:pt x="0" y="174336"/>
                      <a:pt x="0" y="0"/>
                    </a:cubicBezTo>
                  </a:path>
                </a:pathLst>
              </a:custGeom>
              <a:noFill/>
              <a:ln w="64198">
                <a:gradFill>
                  <a:gsLst>
                    <a:gs pos="58000">
                      <a:srgbClr val="666666">
                        <a:alpha val="58000"/>
                      </a:srgbClr>
                    </a:gs>
                    <a:gs pos="100000">
                      <a:schemeClr val="tx1">
                        <a:lumMod val="50000"/>
                        <a:lumOff val="50000"/>
                        <a:alpha val="0"/>
                      </a:schemeClr>
                    </a:gs>
                    <a:gs pos="0">
                      <a:schemeClr val="tx1">
                        <a:lumMod val="65000"/>
                        <a:lumOff val="35000"/>
                        <a:alpha val="36000"/>
                      </a:schemeClr>
                    </a:gs>
                  </a:gsLst>
                  <a:lin ang="0" scaled="0"/>
                </a:gradFill>
                <a:tailEnd type="triangle" w="med" len="med"/>
              </a:ln>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grpSp>
        <p:sp>
          <p:nvSpPr>
            <p:cNvPr id="124" name="矩形: 圆角 123"/>
            <p:cNvSpPr/>
            <p:nvPr>
              <p:custDataLst>
                <p:tags r:id="rId28"/>
              </p:custDataLst>
            </p:nvPr>
          </p:nvSpPr>
          <p:spPr>
            <a:xfrm rot="5400000">
              <a:off x="-565975" y="3233044"/>
              <a:ext cx="2918595" cy="308665"/>
            </a:xfrm>
            <a:prstGeom prst="roundRect">
              <a:avLst>
                <a:gd name="adj" fmla="val 50000"/>
              </a:avLst>
            </a:prstGeom>
            <a:solidFill>
              <a:schemeClr val="accent1"/>
            </a:solidFill>
            <a:ln w="9525">
              <a:noFill/>
            </a:ln>
            <a:effectLst>
              <a:outerShdw blurRad="213992" dist="32099" dir="5400000" algn="t" rotWithShape="0">
                <a:schemeClr val="tx1">
                  <a:lumMod val="75000"/>
                  <a:lumOff val="25000"/>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5" name="矩形: 圆角 124"/>
            <p:cNvSpPr/>
            <p:nvPr>
              <p:custDataLst>
                <p:tags r:id="rId29"/>
              </p:custDataLst>
            </p:nvPr>
          </p:nvSpPr>
          <p:spPr>
            <a:xfrm>
              <a:off x="2035557" y="1237488"/>
              <a:ext cx="1736864" cy="308665"/>
            </a:xfrm>
            <a:prstGeom prst="roundRect">
              <a:avLst>
                <a:gd name="adj" fmla="val 50000"/>
              </a:avLst>
            </a:prstGeom>
            <a:solidFill>
              <a:schemeClr val="accent1"/>
            </a:solidFill>
            <a:ln w="9525">
              <a:noFill/>
            </a:ln>
            <a:effectLst>
              <a:outerShdw blurRad="213992" dist="32099" dir="5400000" algn="t" rotWithShape="0">
                <a:schemeClr val="tx1">
                  <a:lumMod val="75000"/>
                  <a:lumOff val="25000"/>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6" name="文本框 125"/>
            <p:cNvSpPr txBox="1"/>
            <p:nvPr/>
          </p:nvSpPr>
          <p:spPr>
            <a:xfrm>
              <a:off x="772864" y="2363596"/>
              <a:ext cx="240922" cy="2047560"/>
            </a:xfrm>
            <a:prstGeom prst="rect">
              <a:avLst/>
            </a:prstGeom>
            <a:noFill/>
            <a:effectLst/>
          </p:spPr>
          <p:txBody>
            <a:bodyPr wrap="square" lIns="77037" tIns="38519" rIns="77037" bIns="38519">
              <a:spAutoFit/>
            </a:bodyPr>
            <a:lstStyle>
              <a:defPPr>
                <a:defRPr lang="en-US"/>
              </a:defPPr>
              <a:lvl1pPr marR="0" lvl="0" indent="0" algn="ctr" defTabSz="914400" fontAlgn="auto">
                <a:lnSpc>
                  <a:spcPct val="100000"/>
                </a:lnSpc>
                <a:spcBef>
                  <a:spcPts val="0"/>
                </a:spcBef>
                <a:buClrTx/>
                <a:buSzTx/>
                <a:buFontTx/>
                <a:buNone/>
                <a:defRPr kumimoji="0" i="0" u="none" strike="noStrike" cap="none" spc="0" normalizeH="0" baseline="0">
                  <a:ln>
                    <a:noFill/>
                  </a:ln>
                  <a:solidFill>
                    <a:prstClr val="white"/>
                  </a:solidFill>
                  <a:effectLst/>
                  <a:uLnTx/>
                  <a:uFillTx/>
                  <a:latin typeface="思源黑体 CN Bold" panose="020B0800000000000000" pitchFamily="34" charset="-122"/>
                  <a:ea typeface="思源黑体 CN Bold" panose="020B0800000000000000" pitchFamily="34" charset="-122"/>
                </a:defRPr>
              </a:lvl1pPr>
            </a:lstStyle>
            <a:p>
              <a:r>
                <a:rPr lang="zh-CN" altLang="en-US" sz="1600" dirty="0"/>
                <a:t>临床实践叙事沟通</a:t>
              </a:r>
            </a:p>
          </p:txBody>
        </p:sp>
        <p:sp>
          <p:nvSpPr>
            <p:cNvPr id="127" name="文本框 126"/>
            <p:cNvSpPr txBox="1"/>
            <p:nvPr/>
          </p:nvSpPr>
          <p:spPr>
            <a:xfrm>
              <a:off x="2210646" y="1229814"/>
              <a:ext cx="1386686" cy="324012"/>
            </a:xfrm>
            <a:prstGeom prst="rect">
              <a:avLst/>
            </a:prstGeom>
            <a:noFill/>
            <a:effectLst/>
          </p:spPr>
          <p:txBody>
            <a:bodyPr wrap="none" lIns="77037" tIns="38519" rIns="77037" bIns="38519">
              <a:spAutoFit/>
            </a:bodyPr>
            <a:lstStyle>
              <a:defPPr>
                <a:defRPr lang="zh-CN"/>
              </a:defPPr>
              <a:lvl1pPr algn="ctr">
                <a:defRPr sz="1200">
                  <a:solidFill>
                    <a:schemeClr val="bg2"/>
                  </a:solidFill>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60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建构主义学习</a:t>
              </a:r>
              <a:endParaRPr kumimoji="0" lang="zh-CN" altLang="en-US" sz="160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9" name="矩形: 圆角 128"/>
            <p:cNvSpPr/>
            <p:nvPr>
              <p:custDataLst>
                <p:tags r:id="rId30"/>
              </p:custDataLst>
            </p:nvPr>
          </p:nvSpPr>
          <p:spPr>
            <a:xfrm rot="5400000">
              <a:off x="3470869" y="3233044"/>
              <a:ext cx="2918594" cy="308665"/>
            </a:xfrm>
            <a:prstGeom prst="roundRect">
              <a:avLst>
                <a:gd name="adj" fmla="val 50000"/>
              </a:avLst>
            </a:prstGeom>
            <a:solidFill>
              <a:schemeClr val="accent1"/>
            </a:solidFill>
            <a:ln w="9525">
              <a:noFill/>
            </a:ln>
            <a:effectLst>
              <a:outerShdw blurRad="213992" dist="32099" dir="5400000" algn="t" rotWithShape="0">
                <a:schemeClr val="tx1">
                  <a:lumMod val="75000"/>
                  <a:lumOff val="25000"/>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77037" tIns="38519" rIns="77037" bIns="38519"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1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30" name="文本框 129"/>
            <p:cNvSpPr txBox="1"/>
            <p:nvPr/>
          </p:nvSpPr>
          <p:spPr>
            <a:xfrm>
              <a:off x="4809705" y="2363596"/>
              <a:ext cx="240922" cy="2047560"/>
            </a:xfrm>
            <a:prstGeom prst="rect">
              <a:avLst/>
            </a:prstGeom>
            <a:noFill/>
            <a:effectLst/>
          </p:spPr>
          <p:txBody>
            <a:bodyPr wrap="square" lIns="77037" tIns="38519" rIns="77037" bIns="38519">
              <a:spAutoFit/>
            </a:bodyPr>
            <a:lstStyle>
              <a:defPPr>
                <a:defRPr lang="en-US"/>
              </a:defPPr>
              <a:lvl1pPr marR="0" lvl="0" indent="0" algn="ctr" defTabSz="914400" fontAlgn="auto">
                <a:lnSpc>
                  <a:spcPct val="100000"/>
                </a:lnSpc>
                <a:spcBef>
                  <a:spcPts val="0"/>
                </a:spcBef>
                <a:buClrTx/>
                <a:buSzTx/>
                <a:buFontTx/>
                <a:buNone/>
                <a:defRPr kumimoji="0" i="0" u="none" strike="noStrike" cap="none" spc="0" normalizeH="0" baseline="0">
                  <a:ln>
                    <a:noFill/>
                  </a:ln>
                  <a:solidFill>
                    <a:prstClr val="white"/>
                  </a:solidFill>
                  <a:effectLst/>
                  <a:uLnTx/>
                  <a:uFillTx/>
                  <a:latin typeface="思源黑体 CN Bold" panose="020B0800000000000000" pitchFamily="34" charset="-122"/>
                  <a:ea typeface="思源黑体 CN Bold" panose="020B0800000000000000" pitchFamily="34" charset="-122"/>
                </a:defRPr>
              </a:lvl1pPr>
            </a:lstStyle>
            <a:p>
              <a:r>
                <a:rPr lang="zh-CN" altLang="en-US" sz="1600" dirty="0"/>
                <a:t>模块教学策略设计</a:t>
              </a:r>
            </a:p>
          </p:txBody>
        </p:sp>
        <p:sp>
          <p:nvSpPr>
            <p:cNvPr id="170" name="矩形: 圆角 169"/>
            <p:cNvSpPr/>
            <p:nvPr>
              <p:custDataLst>
                <p:tags r:id="rId31"/>
              </p:custDataLst>
            </p:nvPr>
          </p:nvSpPr>
          <p:spPr>
            <a:xfrm>
              <a:off x="2025634" y="5242947"/>
              <a:ext cx="1746787" cy="308665"/>
            </a:xfrm>
            <a:prstGeom prst="roundRect">
              <a:avLst>
                <a:gd name="adj" fmla="val 50000"/>
              </a:avLst>
            </a:prstGeom>
            <a:solidFill>
              <a:schemeClr val="accent1"/>
            </a:solidFill>
            <a:ln w="9525">
              <a:noFill/>
            </a:ln>
            <a:effectLst>
              <a:outerShdw blurRad="225255" dist="33788" dir="5400000" algn="t" rotWithShape="0">
                <a:schemeClr val="tx1">
                  <a:lumMod val="75000"/>
                  <a:lumOff val="25000"/>
                  <a:alpha val="8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81092" tIns="40546" rIns="81092" bIns="4054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59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71" name="文本框 170"/>
            <p:cNvSpPr txBox="1"/>
            <p:nvPr/>
          </p:nvSpPr>
          <p:spPr>
            <a:xfrm>
              <a:off x="2201590" y="5233227"/>
              <a:ext cx="1394875" cy="328105"/>
            </a:xfrm>
            <a:prstGeom prst="rect">
              <a:avLst/>
            </a:prstGeom>
            <a:noFill/>
            <a:effectLst/>
          </p:spPr>
          <p:txBody>
            <a:bodyPr wrap="none" lIns="81092" tIns="40546" rIns="81092" bIns="40546">
              <a:spAutoFit/>
            </a:bodyPr>
            <a:lstStyle>
              <a:defPPr>
                <a:defRPr lang="zh-CN"/>
              </a:defPPr>
              <a:lvl1pPr algn="ctr">
                <a:defRPr sz="1200">
                  <a:solidFill>
                    <a:schemeClr val="bg2"/>
                  </a:solidFill>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60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同伴互助学习</a:t>
              </a:r>
              <a:endParaRPr kumimoji="0" lang="zh-CN" altLang="en-US" sz="160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grpSp>
      <p:grpSp>
        <p:nvGrpSpPr>
          <p:cNvPr id="342" name="组合 341"/>
          <p:cNvGrpSpPr/>
          <p:nvPr/>
        </p:nvGrpSpPr>
        <p:grpSpPr>
          <a:xfrm>
            <a:off x="1939225" y="2417817"/>
            <a:ext cx="1896544" cy="1957277"/>
            <a:chOff x="1939225" y="2417817"/>
            <a:chExt cx="1896544" cy="1957277"/>
          </a:xfrm>
        </p:grpSpPr>
        <p:sp>
          <p:nvSpPr>
            <p:cNvPr id="306" name="PA-值得玩PPT_PPT弹药库1"/>
            <p:cNvSpPr/>
            <p:nvPr>
              <p:custDataLst>
                <p:tags r:id="rId1"/>
              </p:custDataLst>
            </p:nvPr>
          </p:nvSpPr>
          <p:spPr>
            <a:xfrm>
              <a:off x="1939225" y="3408473"/>
              <a:ext cx="701547" cy="803162"/>
            </a:xfrm>
            <a:custGeom>
              <a:avLst/>
              <a:gdLst>
                <a:gd name="connsiteX0" fmla="*/ 0 w 1031688"/>
                <a:gd name="connsiteY0" fmla="*/ 0 h 1181120"/>
                <a:gd name="connsiteX1" fmla="*/ 697171 w 1031688"/>
                <a:gd name="connsiteY1" fmla="*/ 0 h 1181120"/>
                <a:gd name="connsiteX2" fmla="*/ 704868 w 1031688"/>
                <a:gd name="connsiteY2" fmla="*/ 4468 h 1181120"/>
                <a:gd name="connsiteX3" fmla="*/ 1030494 w 1031688"/>
                <a:gd name="connsiteY3" fmla="*/ 568442 h 1181120"/>
                <a:gd name="connsiteX4" fmla="*/ 1030494 w 1031688"/>
                <a:gd name="connsiteY4" fmla="*/ 577333 h 1181120"/>
                <a:gd name="connsiteX5" fmla="*/ 681909 w 1031688"/>
                <a:gd name="connsiteY5" fmla="*/ 1181120 h 1181120"/>
                <a:gd name="connsiteX6" fmla="*/ 148149 w 1031688"/>
                <a:gd name="connsiteY6" fmla="*/ 701904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1688" h="1181120">
                  <a:moveTo>
                    <a:pt x="0" y="0"/>
                  </a:moveTo>
                  <a:lnTo>
                    <a:pt x="697171" y="0"/>
                  </a:lnTo>
                  <a:cubicBezTo>
                    <a:pt x="700356" y="0"/>
                    <a:pt x="703275" y="1725"/>
                    <a:pt x="704868" y="4468"/>
                  </a:cubicBezTo>
                  <a:lnTo>
                    <a:pt x="1030494" y="568442"/>
                  </a:lnTo>
                  <a:cubicBezTo>
                    <a:pt x="1032087" y="571185"/>
                    <a:pt x="1032087" y="574591"/>
                    <a:pt x="1030494" y="577333"/>
                  </a:cubicBezTo>
                  <a:lnTo>
                    <a:pt x="681909" y="1181120"/>
                  </a:lnTo>
                  <a:lnTo>
                    <a:pt x="148149" y="701904"/>
                  </a:ln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07" name="PA-值得玩PPT_PPT弹药库78"/>
            <p:cNvSpPr/>
            <p:nvPr>
              <p:custDataLst>
                <p:tags r:id="rId2"/>
              </p:custDataLst>
            </p:nvPr>
          </p:nvSpPr>
          <p:spPr>
            <a:xfrm>
              <a:off x="2423769" y="3810053"/>
              <a:ext cx="927456" cy="565041"/>
            </a:xfrm>
            <a:custGeom>
              <a:avLst/>
              <a:gdLst>
                <a:gd name="connsiteX0" fmla="*/ 356415 w 1363906"/>
                <a:gd name="connsiteY0" fmla="*/ 0 h 830942"/>
                <a:gd name="connsiteX1" fmla="*/ 1007624 w 1363906"/>
                <a:gd name="connsiteY1" fmla="*/ 0 h 830942"/>
                <a:gd name="connsiteX2" fmla="*/ 1015321 w 1363906"/>
                <a:gd name="connsiteY2" fmla="*/ 4468 h 830942"/>
                <a:gd name="connsiteX3" fmla="*/ 1363906 w 1363906"/>
                <a:gd name="connsiteY3" fmla="*/ 608255 h 830942"/>
                <a:gd name="connsiteX4" fmla="*/ 1363862 w 1363906"/>
                <a:gd name="connsiteY4" fmla="*/ 608255 h 830942"/>
                <a:gd name="connsiteX5" fmla="*/ 681909 w 1363906"/>
                <a:gd name="connsiteY5" fmla="*/ 830942 h 830942"/>
                <a:gd name="connsiteX6" fmla="*/ 0 w 1363906"/>
                <a:gd name="connsiteY6" fmla="*/ 608255 h 830942"/>
                <a:gd name="connsiteX7" fmla="*/ 44 w 1363906"/>
                <a:gd name="connsiteY7" fmla="*/ 608255 h 830942"/>
                <a:gd name="connsiteX8" fmla="*/ 348629 w 1363906"/>
                <a:gd name="connsiteY8" fmla="*/ 4468 h 830942"/>
                <a:gd name="connsiteX9" fmla="*/ 348718 w 1363906"/>
                <a:gd name="connsiteY9" fmla="*/ 4468 h 830942"/>
                <a:gd name="connsiteX10" fmla="*/ 356415 w 1363906"/>
                <a:gd name="connsiteY10" fmla="*/ 0 h 83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906" h="830942">
                  <a:moveTo>
                    <a:pt x="356415" y="0"/>
                  </a:moveTo>
                  <a:lnTo>
                    <a:pt x="1007624" y="0"/>
                  </a:lnTo>
                  <a:cubicBezTo>
                    <a:pt x="1010809" y="0"/>
                    <a:pt x="1013728" y="1725"/>
                    <a:pt x="1015321" y="4468"/>
                  </a:cubicBezTo>
                  <a:lnTo>
                    <a:pt x="1363906" y="608255"/>
                  </a:lnTo>
                  <a:lnTo>
                    <a:pt x="1363862" y="608255"/>
                  </a:lnTo>
                  <a:lnTo>
                    <a:pt x="681909" y="830942"/>
                  </a:lnTo>
                  <a:lnTo>
                    <a:pt x="0" y="608255"/>
                  </a:lnTo>
                  <a:lnTo>
                    <a:pt x="44" y="608255"/>
                  </a:lnTo>
                  <a:lnTo>
                    <a:pt x="348629" y="4468"/>
                  </a:lnTo>
                  <a:lnTo>
                    <a:pt x="348718" y="4468"/>
                  </a:lnTo>
                  <a:cubicBezTo>
                    <a:pt x="350310" y="1681"/>
                    <a:pt x="353230" y="0"/>
                    <a:pt x="356415" y="0"/>
                  </a:cubicBez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08" name="PA-值得玩PPT_PPT弹药库79"/>
            <p:cNvSpPr/>
            <p:nvPr>
              <p:custDataLst>
                <p:tags r:id="rId3"/>
              </p:custDataLst>
            </p:nvPr>
          </p:nvSpPr>
          <p:spPr>
            <a:xfrm>
              <a:off x="2614812" y="3810052"/>
              <a:ext cx="545338" cy="82722"/>
            </a:xfrm>
            <a:custGeom>
              <a:avLst/>
              <a:gdLst>
                <a:gd name="connsiteX0" fmla="*/ 726588 w 801967"/>
                <a:gd name="connsiteY0" fmla="*/ 0 h 121650"/>
                <a:gd name="connsiteX1" fmla="*/ 75379 w 801967"/>
                <a:gd name="connsiteY1" fmla="*/ 0 h 121650"/>
                <a:gd name="connsiteX2" fmla="*/ 67682 w 801967"/>
                <a:gd name="connsiteY2" fmla="*/ 4468 h 121650"/>
                <a:gd name="connsiteX3" fmla="*/ 0 w 801967"/>
                <a:gd name="connsiteY3" fmla="*/ 121651 h 121650"/>
                <a:gd name="connsiteX4" fmla="*/ 801967 w 801967"/>
                <a:gd name="connsiteY4" fmla="*/ 121651 h 121650"/>
                <a:gd name="connsiteX5" fmla="*/ 734285 w 801967"/>
                <a:gd name="connsiteY5" fmla="*/ 4468 h 121650"/>
                <a:gd name="connsiteX6" fmla="*/ 726588 w 801967"/>
                <a:gd name="connsiteY6" fmla="*/ 0 h 12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1967" h="121650">
                  <a:moveTo>
                    <a:pt x="726588" y="0"/>
                  </a:moveTo>
                  <a:lnTo>
                    <a:pt x="75379" y="0"/>
                  </a:lnTo>
                  <a:cubicBezTo>
                    <a:pt x="72194" y="0"/>
                    <a:pt x="69275" y="1681"/>
                    <a:pt x="67682" y="4468"/>
                  </a:cubicBezTo>
                  <a:lnTo>
                    <a:pt x="0" y="121651"/>
                  </a:lnTo>
                  <a:lnTo>
                    <a:pt x="801967" y="121651"/>
                  </a:lnTo>
                  <a:lnTo>
                    <a:pt x="734285" y="4468"/>
                  </a:lnTo>
                  <a:cubicBezTo>
                    <a:pt x="732693" y="1725"/>
                    <a:pt x="729773" y="0"/>
                    <a:pt x="726588" y="0"/>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09" name="PA-值得玩PPT_PPT弹药库80"/>
            <p:cNvSpPr/>
            <p:nvPr>
              <p:custDataLst>
                <p:tags r:id="rId4"/>
              </p:custDataLst>
            </p:nvPr>
          </p:nvSpPr>
          <p:spPr>
            <a:xfrm>
              <a:off x="2423769" y="3810053"/>
              <a:ext cx="927365" cy="413613"/>
            </a:xfrm>
            <a:custGeom>
              <a:avLst/>
              <a:gdLst>
                <a:gd name="connsiteX0" fmla="*/ 354336 w 1363773"/>
                <a:gd name="connsiteY0" fmla="*/ 7786 h 608254"/>
                <a:gd name="connsiteX1" fmla="*/ 356282 w 1363773"/>
                <a:gd name="connsiteY1" fmla="*/ 6636 h 608254"/>
                <a:gd name="connsiteX2" fmla="*/ 1007491 w 1363773"/>
                <a:gd name="connsiteY2" fmla="*/ 6636 h 608254"/>
                <a:gd name="connsiteX3" fmla="*/ 1009438 w 1363773"/>
                <a:gd name="connsiteY3" fmla="*/ 7786 h 608254"/>
                <a:gd name="connsiteX4" fmla="*/ 1363774 w 1363773"/>
                <a:gd name="connsiteY4" fmla="*/ 608255 h 608254"/>
                <a:gd name="connsiteX5" fmla="*/ 1015188 w 1363773"/>
                <a:gd name="connsiteY5" fmla="*/ 4468 h 608254"/>
                <a:gd name="connsiteX6" fmla="*/ 1007491 w 1363773"/>
                <a:gd name="connsiteY6" fmla="*/ 0 h 608254"/>
                <a:gd name="connsiteX7" fmla="*/ 356282 w 1363773"/>
                <a:gd name="connsiteY7" fmla="*/ 0 h 608254"/>
                <a:gd name="connsiteX8" fmla="*/ 348585 w 1363773"/>
                <a:gd name="connsiteY8" fmla="*/ 4468 h 608254"/>
                <a:gd name="connsiteX9" fmla="*/ 0 w 1363773"/>
                <a:gd name="connsiteY9" fmla="*/ 608255 h 608254"/>
                <a:gd name="connsiteX10" fmla="*/ 354336 w 1363773"/>
                <a:gd name="connsiteY10" fmla="*/ 7786 h 60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773" h="608254">
                  <a:moveTo>
                    <a:pt x="354336" y="7786"/>
                  </a:moveTo>
                  <a:cubicBezTo>
                    <a:pt x="354734" y="7078"/>
                    <a:pt x="355486" y="6636"/>
                    <a:pt x="356282" y="6636"/>
                  </a:cubicBezTo>
                  <a:lnTo>
                    <a:pt x="1007491" y="6636"/>
                  </a:lnTo>
                  <a:cubicBezTo>
                    <a:pt x="1008287" y="6636"/>
                    <a:pt x="1009039" y="7078"/>
                    <a:pt x="1009438" y="7786"/>
                  </a:cubicBezTo>
                  <a:lnTo>
                    <a:pt x="1363774" y="608255"/>
                  </a:lnTo>
                  <a:lnTo>
                    <a:pt x="1015188" y="4468"/>
                  </a:lnTo>
                  <a:cubicBezTo>
                    <a:pt x="1013596" y="1725"/>
                    <a:pt x="1010676" y="0"/>
                    <a:pt x="1007491" y="0"/>
                  </a:cubicBezTo>
                  <a:lnTo>
                    <a:pt x="356282" y="0"/>
                  </a:lnTo>
                  <a:cubicBezTo>
                    <a:pt x="353097" y="0"/>
                    <a:pt x="350178" y="1681"/>
                    <a:pt x="348585" y="4468"/>
                  </a:cubicBezTo>
                  <a:lnTo>
                    <a:pt x="0" y="608255"/>
                  </a:lnTo>
                  <a:lnTo>
                    <a:pt x="354336" y="7786"/>
                  </a:lnTo>
                  <a:close/>
                </a:path>
              </a:pathLst>
            </a:custGeom>
            <a:gradFill>
              <a:gsLst>
                <a:gs pos="0">
                  <a:schemeClr val="accent1">
                    <a:alpha val="0"/>
                  </a:schemeClr>
                </a:gs>
                <a:gs pos="100000">
                  <a:schemeClr val="accent1"/>
                </a:gs>
              </a:gsLst>
              <a:lin ang="16200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0" name="PA-值得玩PPT_PPT弹药库81"/>
            <p:cNvSpPr/>
            <p:nvPr>
              <p:custDataLst>
                <p:tags r:id="rId5"/>
              </p:custDataLst>
            </p:nvPr>
          </p:nvSpPr>
          <p:spPr>
            <a:xfrm>
              <a:off x="3134129" y="3408473"/>
              <a:ext cx="701608" cy="803162"/>
            </a:xfrm>
            <a:custGeom>
              <a:avLst/>
              <a:gdLst>
                <a:gd name="connsiteX0" fmla="*/ 334518 w 1031776"/>
                <a:gd name="connsiteY0" fmla="*/ 0 h 1181120"/>
                <a:gd name="connsiteX1" fmla="*/ 1031733 w 1031776"/>
                <a:gd name="connsiteY1" fmla="*/ 0 h 1181120"/>
                <a:gd name="connsiteX2" fmla="*/ 364981 w 1031776"/>
                <a:gd name="connsiteY2" fmla="*/ 1154867 h 1181120"/>
                <a:gd name="connsiteX3" fmla="*/ 690800 w 1031776"/>
                <a:gd name="connsiteY3" fmla="*/ 590560 h 1181120"/>
                <a:gd name="connsiteX4" fmla="*/ 1031776 w 1031776"/>
                <a:gd name="connsiteY4" fmla="*/ 0 h 1181120"/>
                <a:gd name="connsiteX5" fmla="*/ 883627 w 1031776"/>
                <a:gd name="connsiteY5" fmla="*/ 701904 h 1181120"/>
                <a:gd name="connsiteX6" fmla="*/ 349825 w 1031776"/>
                <a:gd name="connsiteY6" fmla="*/ 1181118 h 1181120"/>
                <a:gd name="connsiteX7" fmla="*/ 349824 w 1031776"/>
                <a:gd name="connsiteY7" fmla="*/ 1181120 h 1181120"/>
                <a:gd name="connsiteX8" fmla="*/ 349824 w 1031776"/>
                <a:gd name="connsiteY8" fmla="*/ 1181120 h 1181120"/>
                <a:gd name="connsiteX9" fmla="*/ 349823 w 1031776"/>
                <a:gd name="connsiteY9" fmla="*/ 1181120 h 1181120"/>
                <a:gd name="connsiteX10" fmla="*/ 349824 w 1031776"/>
                <a:gd name="connsiteY10" fmla="*/ 1181119 h 1181120"/>
                <a:gd name="connsiteX11" fmla="*/ 1239 w 1031776"/>
                <a:gd name="connsiteY11" fmla="*/ 577333 h 1181120"/>
                <a:gd name="connsiteX12" fmla="*/ 1194 w 1031776"/>
                <a:gd name="connsiteY12" fmla="*/ 577333 h 1181120"/>
                <a:gd name="connsiteX13" fmla="*/ 1194 w 1031776"/>
                <a:gd name="connsiteY13" fmla="*/ 568442 h 1181120"/>
                <a:gd name="connsiteX14" fmla="*/ 326821 w 1031776"/>
                <a:gd name="connsiteY14" fmla="*/ 4468 h 1181120"/>
                <a:gd name="connsiteX15" fmla="*/ 334518 w 1031776"/>
                <a:gd name="connsiteY15" fmla="*/ 0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1776" h="1181120">
                  <a:moveTo>
                    <a:pt x="334518" y="0"/>
                  </a:moveTo>
                  <a:lnTo>
                    <a:pt x="1031733" y="0"/>
                  </a:lnTo>
                  <a:lnTo>
                    <a:pt x="364981" y="1154867"/>
                  </a:lnTo>
                  <a:lnTo>
                    <a:pt x="690800" y="590560"/>
                  </a:lnTo>
                  <a:lnTo>
                    <a:pt x="1031776" y="0"/>
                  </a:lnTo>
                  <a:lnTo>
                    <a:pt x="883627" y="701904"/>
                  </a:lnTo>
                  <a:lnTo>
                    <a:pt x="349825" y="1181118"/>
                  </a:lnTo>
                  <a:lnTo>
                    <a:pt x="349824" y="1181120"/>
                  </a:lnTo>
                  <a:lnTo>
                    <a:pt x="349824" y="1181120"/>
                  </a:lnTo>
                  <a:lnTo>
                    <a:pt x="349823" y="1181120"/>
                  </a:lnTo>
                  <a:lnTo>
                    <a:pt x="349824" y="1181119"/>
                  </a:lnTo>
                  <a:lnTo>
                    <a:pt x="1239" y="577333"/>
                  </a:lnTo>
                  <a:lnTo>
                    <a:pt x="1194" y="577333"/>
                  </a:lnTo>
                  <a:cubicBezTo>
                    <a:pt x="-398" y="574591"/>
                    <a:pt x="-398" y="571185"/>
                    <a:pt x="1194" y="568442"/>
                  </a:cubicBezTo>
                  <a:lnTo>
                    <a:pt x="326821" y="4468"/>
                  </a:lnTo>
                  <a:cubicBezTo>
                    <a:pt x="328413" y="1681"/>
                    <a:pt x="331333" y="0"/>
                    <a:pt x="334518" y="0"/>
                  </a:cubicBez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1" name="PA-值得玩PPT_PPT弹药库82"/>
            <p:cNvSpPr/>
            <p:nvPr>
              <p:custDataLst>
                <p:tags r:id="rId6"/>
              </p:custDataLst>
            </p:nvPr>
          </p:nvSpPr>
          <p:spPr>
            <a:xfrm>
              <a:off x="3134162" y="3408473"/>
              <a:ext cx="319489" cy="472271"/>
            </a:xfrm>
            <a:custGeom>
              <a:avLst/>
              <a:gdLst>
                <a:gd name="connsiteX0" fmla="*/ 334518 w 469838"/>
                <a:gd name="connsiteY0" fmla="*/ 0 h 694516"/>
                <a:gd name="connsiteX1" fmla="*/ 326821 w 469838"/>
                <a:gd name="connsiteY1" fmla="*/ 4468 h 694516"/>
                <a:gd name="connsiteX2" fmla="*/ 1194 w 469838"/>
                <a:gd name="connsiteY2" fmla="*/ 568442 h 694516"/>
                <a:gd name="connsiteX3" fmla="*/ 1194 w 469838"/>
                <a:gd name="connsiteY3" fmla="*/ 577333 h 694516"/>
                <a:gd name="connsiteX4" fmla="*/ 68877 w 469838"/>
                <a:gd name="connsiteY4" fmla="*/ 694516 h 694516"/>
                <a:gd name="connsiteX5" fmla="*/ 469838 w 469838"/>
                <a:gd name="connsiteY5" fmla="*/ 0 h 694516"/>
                <a:gd name="connsiteX6" fmla="*/ 334518 w 469838"/>
                <a:gd name="connsiteY6" fmla="*/ 0 h 69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838" h="694516">
                  <a:moveTo>
                    <a:pt x="334518" y="0"/>
                  </a:moveTo>
                  <a:cubicBezTo>
                    <a:pt x="331333" y="0"/>
                    <a:pt x="328413" y="1681"/>
                    <a:pt x="326821" y="4468"/>
                  </a:cubicBezTo>
                  <a:lnTo>
                    <a:pt x="1194" y="568442"/>
                  </a:lnTo>
                  <a:cubicBezTo>
                    <a:pt x="-398" y="571185"/>
                    <a:pt x="-398" y="574591"/>
                    <a:pt x="1194" y="577333"/>
                  </a:cubicBezTo>
                  <a:lnTo>
                    <a:pt x="68877" y="694516"/>
                  </a:lnTo>
                  <a:lnTo>
                    <a:pt x="469838" y="0"/>
                  </a:lnTo>
                  <a:lnTo>
                    <a:pt x="334518" y="0"/>
                  </a:ln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2" name="PA-值得玩PPT_PPT弹药库83"/>
            <p:cNvSpPr/>
            <p:nvPr>
              <p:custDataLst>
                <p:tags r:id="rId7"/>
              </p:custDataLst>
            </p:nvPr>
          </p:nvSpPr>
          <p:spPr>
            <a:xfrm>
              <a:off x="3134161" y="3408473"/>
              <a:ext cx="701578" cy="803162"/>
            </a:xfrm>
            <a:custGeom>
              <a:avLst/>
              <a:gdLst>
                <a:gd name="connsiteX0" fmla="*/ 6945 w 1031732"/>
                <a:gd name="connsiteY0" fmla="*/ 574016 h 1181120"/>
                <a:gd name="connsiteX1" fmla="*/ 6945 w 1031732"/>
                <a:gd name="connsiteY1" fmla="*/ 571760 h 1181120"/>
                <a:gd name="connsiteX2" fmla="*/ 332572 w 1031732"/>
                <a:gd name="connsiteY2" fmla="*/ 7786 h 1181120"/>
                <a:gd name="connsiteX3" fmla="*/ 334518 w 1031732"/>
                <a:gd name="connsiteY3" fmla="*/ 6636 h 1181120"/>
                <a:gd name="connsiteX4" fmla="*/ 1031733 w 1031732"/>
                <a:gd name="connsiteY4" fmla="*/ 0 h 1181120"/>
                <a:gd name="connsiteX5" fmla="*/ 334518 w 1031732"/>
                <a:gd name="connsiteY5" fmla="*/ 0 h 1181120"/>
                <a:gd name="connsiteX6" fmla="*/ 326821 w 1031732"/>
                <a:gd name="connsiteY6" fmla="*/ 4468 h 1181120"/>
                <a:gd name="connsiteX7" fmla="*/ 1194 w 1031732"/>
                <a:gd name="connsiteY7" fmla="*/ 568442 h 1181120"/>
                <a:gd name="connsiteX8" fmla="*/ 1194 w 1031732"/>
                <a:gd name="connsiteY8" fmla="*/ 577333 h 1181120"/>
                <a:gd name="connsiteX9" fmla="*/ 349780 w 1031732"/>
                <a:gd name="connsiteY9" fmla="*/ 1181120 h 1181120"/>
                <a:gd name="connsiteX10" fmla="*/ 6901 w 1031732"/>
                <a:gd name="connsiteY10" fmla="*/ 574016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1732" h="1181120">
                  <a:moveTo>
                    <a:pt x="6945" y="574016"/>
                  </a:moveTo>
                  <a:cubicBezTo>
                    <a:pt x="6547" y="573308"/>
                    <a:pt x="6547" y="572467"/>
                    <a:pt x="6945" y="571760"/>
                  </a:cubicBezTo>
                  <a:lnTo>
                    <a:pt x="332572" y="7786"/>
                  </a:lnTo>
                  <a:cubicBezTo>
                    <a:pt x="332970" y="7078"/>
                    <a:pt x="333722" y="6636"/>
                    <a:pt x="334518" y="6636"/>
                  </a:cubicBezTo>
                  <a:lnTo>
                    <a:pt x="1031733" y="0"/>
                  </a:lnTo>
                  <a:lnTo>
                    <a:pt x="334518" y="0"/>
                  </a:lnTo>
                  <a:cubicBezTo>
                    <a:pt x="331333" y="0"/>
                    <a:pt x="328413" y="1681"/>
                    <a:pt x="326821" y="4468"/>
                  </a:cubicBezTo>
                  <a:lnTo>
                    <a:pt x="1194" y="568442"/>
                  </a:lnTo>
                  <a:cubicBezTo>
                    <a:pt x="-398" y="571185"/>
                    <a:pt x="-398" y="574591"/>
                    <a:pt x="1194" y="577333"/>
                  </a:cubicBezTo>
                  <a:lnTo>
                    <a:pt x="349780" y="1181120"/>
                  </a:lnTo>
                  <a:lnTo>
                    <a:pt x="6901" y="574016"/>
                  </a:lnTo>
                  <a:close/>
                </a:path>
              </a:pathLst>
            </a:custGeom>
            <a:gradFill>
              <a:gsLst>
                <a:gs pos="0">
                  <a:schemeClr val="accent1">
                    <a:alpha val="0"/>
                  </a:schemeClr>
                </a:gs>
                <a:gs pos="100000">
                  <a:schemeClr val="accent1"/>
                </a:gs>
              </a:gsLst>
              <a:lin ang="12600000" scaled="0"/>
            </a:gradFill>
            <a:ln w="4415" cap="flat">
              <a:noFill/>
              <a:prstDash val="solid"/>
              <a:miter/>
            </a:ln>
            <a:effectLst/>
          </p:spPr>
          <p:txBody>
            <a:bodyPr lIns="62179" tIns="31090" rIns="62179" bIns="310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3" name="PA-值得玩PPT_PPT弹药库84"/>
            <p:cNvSpPr/>
            <p:nvPr>
              <p:custDataLst>
                <p:tags r:id="rId8"/>
              </p:custDataLst>
            </p:nvPr>
          </p:nvSpPr>
          <p:spPr>
            <a:xfrm>
              <a:off x="3134161" y="2581247"/>
              <a:ext cx="701578" cy="803162"/>
            </a:xfrm>
            <a:custGeom>
              <a:avLst/>
              <a:gdLst>
                <a:gd name="connsiteX0" fmla="*/ 349779 w 1031733"/>
                <a:gd name="connsiteY0" fmla="*/ 0 h 1181120"/>
                <a:gd name="connsiteX1" fmla="*/ 349780 w 1031733"/>
                <a:gd name="connsiteY1" fmla="*/ 1 h 1181120"/>
                <a:gd name="connsiteX2" fmla="*/ 349780 w 1031733"/>
                <a:gd name="connsiteY2" fmla="*/ 0 h 1181120"/>
                <a:gd name="connsiteX3" fmla="*/ 349781 w 1031733"/>
                <a:gd name="connsiteY3" fmla="*/ 2 h 1181120"/>
                <a:gd name="connsiteX4" fmla="*/ 883583 w 1031733"/>
                <a:gd name="connsiteY4" fmla="*/ 479261 h 1181120"/>
                <a:gd name="connsiteX5" fmla="*/ 1031732 w 1031733"/>
                <a:gd name="connsiteY5" fmla="*/ 1181118 h 1181120"/>
                <a:gd name="connsiteX6" fmla="*/ 1031733 w 1031733"/>
                <a:gd name="connsiteY6" fmla="*/ 1181120 h 1181120"/>
                <a:gd name="connsiteX7" fmla="*/ 1031732 w 1031733"/>
                <a:gd name="connsiteY7" fmla="*/ 1181120 h 1181120"/>
                <a:gd name="connsiteX8" fmla="*/ 334518 w 1031733"/>
                <a:gd name="connsiteY8" fmla="*/ 1181120 h 1181120"/>
                <a:gd name="connsiteX9" fmla="*/ 326821 w 1031733"/>
                <a:gd name="connsiteY9" fmla="*/ 1176652 h 1181120"/>
                <a:gd name="connsiteX10" fmla="*/ 1194 w 1031733"/>
                <a:gd name="connsiteY10" fmla="*/ 612679 h 1181120"/>
                <a:gd name="connsiteX11" fmla="*/ 1194 w 1031733"/>
                <a:gd name="connsiteY11" fmla="*/ 603787 h 1181120"/>
                <a:gd name="connsiteX12" fmla="*/ 349780 w 1031733"/>
                <a:gd name="connsiteY12" fmla="*/ 1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31733" h="1181120">
                  <a:moveTo>
                    <a:pt x="349779" y="0"/>
                  </a:moveTo>
                  <a:lnTo>
                    <a:pt x="349780" y="1"/>
                  </a:lnTo>
                  <a:lnTo>
                    <a:pt x="349780" y="0"/>
                  </a:lnTo>
                  <a:lnTo>
                    <a:pt x="349781" y="2"/>
                  </a:lnTo>
                  <a:lnTo>
                    <a:pt x="883583" y="479261"/>
                  </a:lnTo>
                  <a:lnTo>
                    <a:pt x="1031732" y="1181118"/>
                  </a:lnTo>
                  <a:lnTo>
                    <a:pt x="1031733" y="1181120"/>
                  </a:lnTo>
                  <a:lnTo>
                    <a:pt x="1031732" y="1181120"/>
                  </a:lnTo>
                  <a:lnTo>
                    <a:pt x="334518" y="1181120"/>
                  </a:lnTo>
                  <a:cubicBezTo>
                    <a:pt x="331333" y="1181120"/>
                    <a:pt x="328413" y="1179395"/>
                    <a:pt x="326821" y="1176652"/>
                  </a:cubicBezTo>
                  <a:lnTo>
                    <a:pt x="1194" y="612679"/>
                  </a:lnTo>
                  <a:cubicBezTo>
                    <a:pt x="-398" y="609936"/>
                    <a:pt x="-398" y="606530"/>
                    <a:pt x="1194" y="603787"/>
                  </a:cubicBezTo>
                  <a:lnTo>
                    <a:pt x="349780" y="1"/>
                  </a:ln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4" name="PA-值得玩PPT_PPT弹药库85"/>
            <p:cNvSpPr/>
            <p:nvPr>
              <p:custDataLst>
                <p:tags r:id="rId9"/>
              </p:custDataLst>
            </p:nvPr>
          </p:nvSpPr>
          <p:spPr>
            <a:xfrm>
              <a:off x="3134162" y="2912168"/>
              <a:ext cx="319489" cy="472271"/>
            </a:xfrm>
            <a:custGeom>
              <a:avLst/>
              <a:gdLst>
                <a:gd name="connsiteX0" fmla="*/ 1194 w 469838"/>
                <a:gd name="connsiteY0" fmla="*/ 126075 h 694516"/>
                <a:gd name="connsiteX1" fmla="*/ 326821 w 469838"/>
                <a:gd name="connsiteY1" fmla="*/ 690048 h 694516"/>
                <a:gd name="connsiteX2" fmla="*/ 334518 w 469838"/>
                <a:gd name="connsiteY2" fmla="*/ 694516 h 694516"/>
                <a:gd name="connsiteX3" fmla="*/ 469838 w 469838"/>
                <a:gd name="connsiteY3" fmla="*/ 694516 h 694516"/>
                <a:gd name="connsiteX4" fmla="*/ 68877 w 469838"/>
                <a:gd name="connsiteY4" fmla="*/ 0 h 694516"/>
                <a:gd name="connsiteX5" fmla="*/ 1194 w 469838"/>
                <a:gd name="connsiteY5" fmla="*/ 117183 h 694516"/>
                <a:gd name="connsiteX6" fmla="*/ 1194 w 469838"/>
                <a:gd name="connsiteY6" fmla="*/ 126075 h 69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838" h="694516">
                  <a:moveTo>
                    <a:pt x="1194" y="126075"/>
                  </a:moveTo>
                  <a:lnTo>
                    <a:pt x="326821" y="690048"/>
                  </a:lnTo>
                  <a:cubicBezTo>
                    <a:pt x="328413" y="692791"/>
                    <a:pt x="331333" y="694516"/>
                    <a:pt x="334518" y="694516"/>
                  </a:cubicBezTo>
                  <a:lnTo>
                    <a:pt x="469838" y="694516"/>
                  </a:lnTo>
                  <a:lnTo>
                    <a:pt x="68877" y="0"/>
                  </a:lnTo>
                  <a:lnTo>
                    <a:pt x="1194" y="117183"/>
                  </a:lnTo>
                  <a:cubicBezTo>
                    <a:pt x="-398" y="119926"/>
                    <a:pt x="-398" y="123332"/>
                    <a:pt x="1194" y="126075"/>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5" name="PA-值得玩PPT_PPT弹药库86"/>
            <p:cNvSpPr/>
            <p:nvPr>
              <p:custDataLst>
                <p:tags r:id="rId10"/>
              </p:custDataLst>
            </p:nvPr>
          </p:nvSpPr>
          <p:spPr>
            <a:xfrm>
              <a:off x="3134191" y="2581247"/>
              <a:ext cx="701578" cy="803162"/>
            </a:xfrm>
            <a:custGeom>
              <a:avLst/>
              <a:gdLst>
                <a:gd name="connsiteX0" fmla="*/ 334474 w 1031732"/>
                <a:gd name="connsiteY0" fmla="*/ 1174485 h 1181120"/>
                <a:gd name="connsiteX1" fmla="*/ 332527 w 1031732"/>
                <a:gd name="connsiteY1" fmla="*/ 1173335 h 1181120"/>
                <a:gd name="connsiteX2" fmla="*/ 6901 w 1031732"/>
                <a:gd name="connsiteY2" fmla="*/ 609361 h 1181120"/>
                <a:gd name="connsiteX3" fmla="*/ 6901 w 1031732"/>
                <a:gd name="connsiteY3" fmla="*/ 607105 h 1181120"/>
                <a:gd name="connsiteX4" fmla="*/ 349780 w 1031732"/>
                <a:gd name="connsiteY4" fmla="*/ 0 h 1181120"/>
                <a:gd name="connsiteX5" fmla="*/ 1194 w 1031732"/>
                <a:gd name="connsiteY5" fmla="*/ 603787 h 1181120"/>
                <a:gd name="connsiteX6" fmla="*/ 1194 w 1031732"/>
                <a:gd name="connsiteY6" fmla="*/ 612679 h 1181120"/>
                <a:gd name="connsiteX7" fmla="*/ 326821 w 1031732"/>
                <a:gd name="connsiteY7" fmla="*/ 1176652 h 1181120"/>
                <a:gd name="connsiteX8" fmla="*/ 334518 w 1031732"/>
                <a:gd name="connsiteY8" fmla="*/ 1181120 h 1181120"/>
                <a:gd name="connsiteX9" fmla="*/ 1031733 w 1031732"/>
                <a:gd name="connsiteY9" fmla="*/ 1181120 h 1181120"/>
                <a:gd name="connsiteX10" fmla="*/ 334518 w 1031732"/>
                <a:gd name="connsiteY10" fmla="*/ 1174485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1732" h="1181120">
                  <a:moveTo>
                    <a:pt x="334474" y="1174485"/>
                  </a:moveTo>
                  <a:cubicBezTo>
                    <a:pt x="333678" y="1174485"/>
                    <a:pt x="332926" y="1174042"/>
                    <a:pt x="332527" y="1173335"/>
                  </a:cubicBezTo>
                  <a:lnTo>
                    <a:pt x="6901" y="609361"/>
                  </a:lnTo>
                  <a:cubicBezTo>
                    <a:pt x="6503" y="608653"/>
                    <a:pt x="6503" y="607812"/>
                    <a:pt x="6901" y="607105"/>
                  </a:cubicBezTo>
                  <a:lnTo>
                    <a:pt x="349780" y="0"/>
                  </a:lnTo>
                  <a:lnTo>
                    <a:pt x="1194" y="603787"/>
                  </a:lnTo>
                  <a:cubicBezTo>
                    <a:pt x="-398" y="606530"/>
                    <a:pt x="-398" y="609936"/>
                    <a:pt x="1194" y="612679"/>
                  </a:cubicBezTo>
                  <a:lnTo>
                    <a:pt x="326821" y="1176652"/>
                  </a:lnTo>
                  <a:cubicBezTo>
                    <a:pt x="328413" y="1179395"/>
                    <a:pt x="331333" y="1181120"/>
                    <a:pt x="334518" y="1181120"/>
                  </a:cubicBezTo>
                  <a:lnTo>
                    <a:pt x="1031733" y="1181120"/>
                  </a:lnTo>
                  <a:cubicBezTo>
                    <a:pt x="1031733" y="1181120"/>
                    <a:pt x="334518" y="1174485"/>
                    <a:pt x="334518" y="1174485"/>
                  </a:cubicBezTo>
                  <a:close/>
                </a:path>
              </a:pathLst>
            </a:custGeom>
            <a:gradFill>
              <a:gsLst>
                <a:gs pos="0">
                  <a:schemeClr val="accent1">
                    <a:alpha val="0"/>
                  </a:schemeClr>
                </a:gs>
                <a:gs pos="100000">
                  <a:schemeClr val="accent1"/>
                </a:gs>
              </a:gsLst>
              <a:lin ang="12600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6" name="PA-值得玩PPT_PPT弹药库87"/>
            <p:cNvSpPr/>
            <p:nvPr>
              <p:custDataLst>
                <p:tags r:id="rId11"/>
              </p:custDataLst>
            </p:nvPr>
          </p:nvSpPr>
          <p:spPr>
            <a:xfrm>
              <a:off x="2423769" y="2417817"/>
              <a:ext cx="927427" cy="565041"/>
            </a:xfrm>
            <a:custGeom>
              <a:avLst/>
              <a:gdLst>
                <a:gd name="connsiteX0" fmla="*/ 0 w 1363862"/>
                <a:gd name="connsiteY0" fmla="*/ 222687 h 830942"/>
                <a:gd name="connsiteX1" fmla="*/ 1363818 w 1363862"/>
                <a:gd name="connsiteY1" fmla="*/ 222687 h 830942"/>
                <a:gd name="connsiteX2" fmla="*/ 1015233 w 1363862"/>
                <a:gd name="connsiteY2" fmla="*/ 826474 h 830942"/>
                <a:gd name="connsiteX3" fmla="*/ 1015188 w 1363862"/>
                <a:gd name="connsiteY3" fmla="*/ 826474 h 830942"/>
                <a:gd name="connsiteX4" fmla="*/ 1007491 w 1363862"/>
                <a:gd name="connsiteY4" fmla="*/ 830942 h 830942"/>
                <a:gd name="connsiteX5" fmla="*/ 356282 w 1363862"/>
                <a:gd name="connsiteY5" fmla="*/ 830942 h 830942"/>
                <a:gd name="connsiteX6" fmla="*/ 348585 w 1363862"/>
                <a:gd name="connsiteY6" fmla="*/ 826474 h 830942"/>
                <a:gd name="connsiteX7" fmla="*/ 681909 w 1363862"/>
                <a:gd name="connsiteY7" fmla="*/ 0 h 830942"/>
                <a:gd name="connsiteX8" fmla="*/ 1363862 w 1363862"/>
                <a:gd name="connsiteY8" fmla="*/ 222643 h 830942"/>
                <a:gd name="connsiteX9" fmla="*/ 681909 w 1363862"/>
                <a:gd name="connsiteY9" fmla="*/ 222643 h 830942"/>
                <a:gd name="connsiteX10" fmla="*/ 0 w 1363862"/>
                <a:gd name="connsiteY10" fmla="*/ 222643 h 83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862" h="830942">
                  <a:moveTo>
                    <a:pt x="0" y="222687"/>
                  </a:moveTo>
                  <a:lnTo>
                    <a:pt x="1363818" y="222687"/>
                  </a:lnTo>
                  <a:lnTo>
                    <a:pt x="1015233" y="826474"/>
                  </a:lnTo>
                  <a:lnTo>
                    <a:pt x="1015188" y="826474"/>
                  </a:lnTo>
                  <a:cubicBezTo>
                    <a:pt x="1013596" y="829261"/>
                    <a:pt x="1010676" y="830942"/>
                    <a:pt x="1007491" y="830942"/>
                  </a:cubicBezTo>
                  <a:lnTo>
                    <a:pt x="356282" y="830942"/>
                  </a:lnTo>
                  <a:cubicBezTo>
                    <a:pt x="353097" y="830942"/>
                    <a:pt x="350178" y="829217"/>
                    <a:pt x="348585" y="826474"/>
                  </a:cubicBezTo>
                  <a:close/>
                  <a:moveTo>
                    <a:pt x="681909" y="0"/>
                  </a:moveTo>
                  <a:lnTo>
                    <a:pt x="1363862" y="222643"/>
                  </a:lnTo>
                  <a:lnTo>
                    <a:pt x="681909" y="222643"/>
                  </a:lnTo>
                  <a:lnTo>
                    <a:pt x="0" y="222643"/>
                  </a:ln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7" name="PA-值得玩PPT_PPT弹药库88"/>
            <p:cNvSpPr/>
            <p:nvPr>
              <p:custDataLst>
                <p:tags r:id="rId12"/>
              </p:custDataLst>
            </p:nvPr>
          </p:nvSpPr>
          <p:spPr>
            <a:xfrm>
              <a:off x="2614812" y="2900105"/>
              <a:ext cx="545338" cy="82722"/>
            </a:xfrm>
            <a:custGeom>
              <a:avLst/>
              <a:gdLst>
                <a:gd name="connsiteX0" fmla="*/ 75379 w 801967"/>
                <a:gd name="connsiteY0" fmla="*/ 121651 h 121650"/>
                <a:gd name="connsiteX1" fmla="*/ 726588 w 801967"/>
                <a:gd name="connsiteY1" fmla="*/ 121651 h 121650"/>
                <a:gd name="connsiteX2" fmla="*/ 734285 w 801967"/>
                <a:gd name="connsiteY2" fmla="*/ 117183 h 121650"/>
                <a:gd name="connsiteX3" fmla="*/ 801967 w 801967"/>
                <a:gd name="connsiteY3" fmla="*/ 0 h 121650"/>
                <a:gd name="connsiteX4" fmla="*/ 0 w 801967"/>
                <a:gd name="connsiteY4" fmla="*/ 0 h 121650"/>
                <a:gd name="connsiteX5" fmla="*/ 67682 w 801967"/>
                <a:gd name="connsiteY5" fmla="*/ 117183 h 121650"/>
                <a:gd name="connsiteX6" fmla="*/ 75379 w 801967"/>
                <a:gd name="connsiteY6" fmla="*/ 121651 h 12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1967" h="121650">
                  <a:moveTo>
                    <a:pt x="75379" y="121651"/>
                  </a:moveTo>
                  <a:lnTo>
                    <a:pt x="726588" y="121651"/>
                  </a:lnTo>
                  <a:cubicBezTo>
                    <a:pt x="729773" y="121651"/>
                    <a:pt x="732693" y="119970"/>
                    <a:pt x="734285" y="117183"/>
                  </a:cubicBezTo>
                  <a:lnTo>
                    <a:pt x="801967" y="0"/>
                  </a:lnTo>
                  <a:lnTo>
                    <a:pt x="0" y="0"/>
                  </a:lnTo>
                  <a:lnTo>
                    <a:pt x="67682" y="117183"/>
                  </a:lnTo>
                  <a:cubicBezTo>
                    <a:pt x="69275" y="119926"/>
                    <a:pt x="72194" y="121651"/>
                    <a:pt x="75379" y="121651"/>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8" name="PA-值得玩PPT_PPT弹药库89"/>
            <p:cNvSpPr/>
            <p:nvPr>
              <p:custDataLst>
                <p:tags r:id="rId13"/>
              </p:custDataLst>
            </p:nvPr>
          </p:nvSpPr>
          <p:spPr>
            <a:xfrm>
              <a:off x="2423769" y="2569214"/>
              <a:ext cx="927365" cy="413613"/>
            </a:xfrm>
            <a:custGeom>
              <a:avLst/>
              <a:gdLst>
                <a:gd name="connsiteX0" fmla="*/ 1009482 w 1363773"/>
                <a:gd name="connsiteY0" fmla="*/ 600513 h 608254"/>
                <a:gd name="connsiteX1" fmla="*/ 1007535 w 1363773"/>
                <a:gd name="connsiteY1" fmla="*/ 601664 h 608254"/>
                <a:gd name="connsiteX2" fmla="*/ 356327 w 1363773"/>
                <a:gd name="connsiteY2" fmla="*/ 601664 h 608254"/>
                <a:gd name="connsiteX3" fmla="*/ 354380 w 1363773"/>
                <a:gd name="connsiteY3" fmla="*/ 600513 h 608254"/>
                <a:gd name="connsiteX4" fmla="*/ 0 w 1363773"/>
                <a:gd name="connsiteY4" fmla="*/ 0 h 608254"/>
                <a:gd name="connsiteX5" fmla="*/ 348585 w 1363773"/>
                <a:gd name="connsiteY5" fmla="*/ 603787 h 608254"/>
                <a:gd name="connsiteX6" fmla="*/ 356282 w 1363773"/>
                <a:gd name="connsiteY6" fmla="*/ 608255 h 608254"/>
                <a:gd name="connsiteX7" fmla="*/ 1007491 w 1363773"/>
                <a:gd name="connsiteY7" fmla="*/ 608255 h 608254"/>
                <a:gd name="connsiteX8" fmla="*/ 1015188 w 1363773"/>
                <a:gd name="connsiteY8" fmla="*/ 603787 h 608254"/>
                <a:gd name="connsiteX9" fmla="*/ 1363774 w 1363773"/>
                <a:gd name="connsiteY9" fmla="*/ 0 h 608254"/>
                <a:gd name="connsiteX10" fmla="*/ 1009438 w 1363773"/>
                <a:gd name="connsiteY10" fmla="*/ 600469 h 60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773" h="608254">
                  <a:moveTo>
                    <a:pt x="1009482" y="600513"/>
                  </a:moveTo>
                  <a:cubicBezTo>
                    <a:pt x="1009084" y="601221"/>
                    <a:pt x="1008332" y="601664"/>
                    <a:pt x="1007535" y="601664"/>
                  </a:cubicBezTo>
                  <a:lnTo>
                    <a:pt x="356327" y="601664"/>
                  </a:lnTo>
                  <a:cubicBezTo>
                    <a:pt x="355530" y="601664"/>
                    <a:pt x="354778" y="601221"/>
                    <a:pt x="354380" y="600513"/>
                  </a:cubicBezTo>
                  <a:lnTo>
                    <a:pt x="0" y="0"/>
                  </a:lnTo>
                  <a:lnTo>
                    <a:pt x="348585" y="603787"/>
                  </a:lnTo>
                  <a:cubicBezTo>
                    <a:pt x="350178" y="606530"/>
                    <a:pt x="353097" y="608255"/>
                    <a:pt x="356282" y="608255"/>
                  </a:cubicBezTo>
                  <a:lnTo>
                    <a:pt x="1007491" y="608255"/>
                  </a:lnTo>
                  <a:cubicBezTo>
                    <a:pt x="1010676" y="608255"/>
                    <a:pt x="1013596" y="606574"/>
                    <a:pt x="1015188" y="603787"/>
                  </a:cubicBezTo>
                  <a:lnTo>
                    <a:pt x="1363774" y="0"/>
                  </a:lnTo>
                  <a:lnTo>
                    <a:pt x="1009438" y="600469"/>
                  </a:lnTo>
                  <a:close/>
                </a:path>
              </a:pathLst>
            </a:custGeom>
            <a:gradFill>
              <a:gsLst>
                <a:gs pos="0">
                  <a:schemeClr val="accent1">
                    <a:alpha val="0"/>
                  </a:schemeClr>
                </a:gs>
                <a:gs pos="100000">
                  <a:schemeClr val="accent1"/>
                </a:gs>
              </a:gsLst>
              <a:lin ang="5400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19" name="PA-值得玩PPT_PPT弹药库90"/>
            <p:cNvSpPr/>
            <p:nvPr>
              <p:custDataLst>
                <p:tags r:id="rId14"/>
              </p:custDataLst>
            </p:nvPr>
          </p:nvSpPr>
          <p:spPr>
            <a:xfrm>
              <a:off x="1939225" y="2581247"/>
              <a:ext cx="700766" cy="803162"/>
            </a:xfrm>
            <a:custGeom>
              <a:avLst/>
              <a:gdLst>
                <a:gd name="connsiteX0" fmla="*/ 681909 w 1030539"/>
                <a:gd name="connsiteY0" fmla="*/ 0 h 1181120"/>
                <a:gd name="connsiteX1" fmla="*/ 1030539 w 1030539"/>
                <a:gd name="connsiteY1" fmla="*/ 603831 h 1181120"/>
                <a:gd name="connsiteX2" fmla="*/ 1030539 w 1030539"/>
                <a:gd name="connsiteY2" fmla="*/ 612679 h 1181120"/>
                <a:gd name="connsiteX3" fmla="*/ 704912 w 1030539"/>
                <a:gd name="connsiteY3" fmla="*/ 1176652 h 1181120"/>
                <a:gd name="connsiteX4" fmla="*/ 697215 w 1030539"/>
                <a:gd name="connsiteY4" fmla="*/ 1181120 h 1181120"/>
                <a:gd name="connsiteX5" fmla="*/ 0 w 1030539"/>
                <a:gd name="connsiteY5" fmla="*/ 1181120 h 1181120"/>
                <a:gd name="connsiteX6" fmla="*/ 148149 w 1030539"/>
                <a:gd name="connsiteY6" fmla="*/ 479261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0539" h="1181120">
                  <a:moveTo>
                    <a:pt x="681909" y="0"/>
                  </a:moveTo>
                  <a:lnTo>
                    <a:pt x="1030539" y="603831"/>
                  </a:lnTo>
                  <a:lnTo>
                    <a:pt x="1030539" y="612679"/>
                  </a:lnTo>
                  <a:lnTo>
                    <a:pt x="704912" y="1176652"/>
                  </a:lnTo>
                  <a:cubicBezTo>
                    <a:pt x="703320" y="1179439"/>
                    <a:pt x="700400" y="1181120"/>
                    <a:pt x="697215" y="1181120"/>
                  </a:cubicBezTo>
                  <a:lnTo>
                    <a:pt x="0" y="1181120"/>
                  </a:lnTo>
                  <a:lnTo>
                    <a:pt x="148149" y="479261"/>
                  </a:lnTo>
                  <a:close/>
                </a:path>
              </a:pathLst>
            </a:custGeom>
            <a:solidFill>
              <a:schemeClr val="accent1">
                <a:alpha val="10000"/>
              </a:schemeClr>
            </a:solidFill>
            <a:ln>
              <a:noFill/>
            </a:ln>
            <a:effectLst/>
          </p:spPr>
          <p:txBody>
            <a:bodyPr rot="0" spcFirstLastPara="0" vertOverflow="overflow" horzOverflow="overflow" vert="horz" wrap="square" lIns="59070" tIns="29535" rIns="59070" bIns="29535" numCol="1" spcCol="0" rtlCol="0" fromWordArt="0" anchor="t"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16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0" name="PA-值得玩PPT_PPT弹药库91"/>
            <p:cNvSpPr/>
            <p:nvPr>
              <p:custDataLst>
                <p:tags r:id="rId15"/>
              </p:custDataLst>
            </p:nvPr>
          </p:nvSpPr>
          <p:spPr>
            <a:xfrm>
              <a:off x="2321313" y="2912168"/>
              <a:ext cx="319489" cy="472271"/>
            </a:xfrm>
            <a:custGeom>
              <a:avLst/>
              <a:gdLst>
                <a:gd name="connsiteX0" fmla="*/ 143017 w 469838"/>
                <a:gd name="connsiteY0" fmla="*/ 690048 h 694516"/>
                <a:gd name="connsiteX1" fmla="*/ 468644 w 469838"/>
                <a:gd name="connsiteY1" fmla="*/ 126075 h 694516"/>
                <a:gd name="connsiteX2" fmla="*/ 468644 w 469838"/>
                <a:gd name="connsiteY2" fmla="*/ 117183 h 694516"/>
                <a:gd name="connsiteX3" fmla="*/ 400962 w 469838"/>
                <a:gd name="connsiteY3" fmla="*/ 0 h 694516"/>
                <a:gd name="connsiteX4" fmla="*/ 0 w 469838"/>
                <a:gd name="connsiteY4" fmla="*/ 694516 h 694516"/>
                <a:gd name="connsiteX5" fmla="*/ 135320 w 469838"/>
                <a:gd name="connsiteY5" fmla="*/ 694516 h 694516"/>
                <a:gd name="connsiteX6" fmla="*/ 143017 w 469838"/>
                <a:gd name="connsiteY6" fmla="*/ 690048 h 69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838" h="694516">
                  <a:moveTo>
                    <a:pt x="143017" y="690048"/>
                  </a:moveTo>
                  <a:lnTo>
                    <a:pt x="468644" y="126075"/>
                  </a:lnTo>
                  <a:cubicBezTo>
                    <a:pt x="470236" y="123332"/>
                    <a:pt x="470236" y="119926"/>
                    <a:pt x="468644" y="117183"/>
                  </a:cubicBezTo>
                  <a:lnTo>
                    <a:pt x="400962" y="0"/>
                  </a:lnTo>
                  <a:lnTo>
                    <a:pt x="0" y="694516"/>
                  </a:lnTo>
                  <a:lnTo>
                    <a:pt x="135320" y="694516"/>
                  </a:lnTo>
                  <a:cubicBezTo>
                    <a:pt x="138505" y="694516"/>
                    <a:pt x="141425" y="692835"/>
                    <a:pt x="143017" y="690048"/>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1" name="PA-值得玩PPT_PPT弹药库92"/>
            <p:cNvSpPr/>
            <p:nvPr>
              <p:custDataLst>
                <p:tags r:id="rId16"/>
              </p:custDataLst>
            </p:nvPr>
          </p:nvSpPr>
          <p:spPr>
            <a:xfrm>
              <a:off x="1939225" y="2581247"/>
              <a:ext cx="701578" cy="803191"/>
            </a:xfrm>
            <a:custGeom>
              <a:avLst/>
              <a:gdLst>
                <a:gd name="connsiteX0" fmla="*/ 1024788 w 1031732"/>
                <a:gd name="connsiteY0" fmla="*/ 607149 h 1181164"/>
                <a:gd name="connsiteX1" fmla="*/ 1024788 w 1031732"/>
                <a:gd name="connsiteY1" fmla="*/ 609405 h 1181164"/>
                <a:gd name="connsiteX2" fmla="*/ 699161 w 1031732"/>
                <a:gd name="connsiteY2" fmla="*/ 1173379 h 1181164"/>
                <a:gd name="connsiteX3" fmla="*/ 697215 w 1031732"/>
                <a:gd name="connsiteY3" fmla="*/ 1174529 h 1181164"/>
                <a:gd name="connsiteX4" fmla="*/ 0 w 1031732"/>
                <a:gd name="connsiteY4" fmla="*/ 1181165 h 1181164"/>
                <a:gd name="connsiteX5" fmla="*/ 697215 w 1031732"/>
                <a:gd name="connsiteY5" fmla="*/ 1181165 h 1181164"/>
                <a:gd name="connsiteX6" fmla="*/ 704912 w 1031732"/>
                <a:gd name="connsiteY6" fmla="*/ 1176697 h 1181164"/>
                <a:gd name="connsiteX7" fmla="*/ 1030539 w 1031732"/>
                <a:gd name="connsiteY7" fmla="*/ 612723 h 1181164"/>
                <a:gd name="connsiteX8" fmla="*/ 1030539 w 1031732"/>
                <a:gd name="connsiteY8" fmla="*/ 603831 h 1181164"/>
                <a:gd name="connsiteX9" fmla="*/ 681909 w 1031732"/>
                <a:gd name="connsiteY9" fmla="*/ 0 h 1181164"/>
                <a:gd name="connsiteX10" fmla="*/ 1024788 w 1031732"/>
                <a:gd name="connsiteY10" fmla="*/ 607105 h 118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1732" h="1181164">
                  <a:moveTo>
                    <a:pt x="1024788" y="607149"/>
                  </a:moveTo>
                  <a:cubicBezTo>
                    <a:pt x="1025186" y="607857"/>
                    <a:pt x="1025186" y="608697"/>
                    <a:pt x="1024788" y="609405"/>
                  </a:cubicBezTo>
                  <a:lnTo>
                    <a:pt x="699161" y="1173379"/>
                  </a:lnTo>
                  <a:cubicBezTo>
                    <a:pt x="698763" y="1174087"/>
                    <a:pt x="698011" y="1174529"/>
                    <a:pt x="697215" y="1174529"/>
                  </a:cubicBezTo>
                  <a:lnTo>
                    <a:pt x="0" y="1181165"/>
                  </a:lnTo>
                  <a:lnTo>
                    <a:pt x="697215" y="1181165"/>
                  </a:lnTo>
                  <a:cubicBezTo>
                    <a:pt x="700400" y="1181165"/>
                    <a:pt x="703320" y="1179483"/>
                    <a:pt x="704912" y="1176697"/>
                  </a:cubicBezTo>
                  <a:lnTo>
                    <a:pt x="1030539" y="612723"/>
                  </a:lnTo>
                  <a:cubicBezTo>
                    <a:pt x="1032131" y="609980"/>
                    <a:pt x="1032131" y="606574"/>
                    <a:pt x="1030539" y="603831"/>
                  </a:cubicBezTo>
                  <a:lnTo>
                    <a:pt x="681909" y="0"/>
                  </a:lnTo>
                  <a:lnTo>
                    <a:pt x="1024788" y="607105"/>
                  </a:lnTo>
                  <a:close/>
                </a:path>
              </a:pathLst>
            </a:custGeom>
            <a:gradFill>
              <a:gsLst>
                <a:gs pos="0">
                  <a:schemeClr val="accent1">
                    <a:alpha val="0"/>
                  </a:schemeClr>
                </a:gs>
                <a:gs pos="100000">
                  <a:schemeClr val="accent1"/>
                </a:gs>
              </a:gsLst>
              <a:lin ang="21594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2" name="PA-值得玩PPT_PPT弹药库93"/>
            <p:cNvSpPr/>
            <p:nvPr>
              <p:custDataLst>
                <p:tags r:id="rId17"/>
              </p:custDataLst>
            </p:nvPr>
          </p:nvSpPr>
          <p:spPr>
            <a:xfrm>
              <a:off x="2321313" y="3408473"/>
              <a:ext cx="319489" cy="472271"/>
            </a:xfrm>
            <a:custGeom>
              <a:avLst/>
              <a:gdLst>
                <a:gd name="connsiteX0" fmla="*/ 468644 w 469838"/>
                <a:gd name="connsiteY0" fmla="*/ 568442 h 694516"/>
                <a:gd name="connsiteX1" fmla="*/ 143017 w 469838"/>
                <a:gd name="connsiteY1" fmla="*/ 4468 h 694516"/>
                <a:gd name="connsiteX2" fmla="*/ 135320 w 469838"/>
                <a:gd name="connsiteY2" fmla="*/ 0 h 694516"/>
                <a:gd name="connsiteX3" fmla="*/ 0 w 469838"/>
                <a:gd name="connsiteY3" fmla="*/ 0 h 694516"/>
                <a:gd name="connsiteX4" fmla="*/ 400962 w 469838"/>
                <a:gd name="connsiteY4" fmla="*/ 694516 h 694516"/>
                <a:gd name="connsiteX5" fmla="*/ 468644 w 469838"/>
                <a:gd name="connsiteY5" fmla="*/ 577333 h 694516"/>
                <a:gd name="connsiteX6" fmla="*/ 468644 w 469838"/>
                <a:gd name="connsiteY6" fmla="*/ 568442 h 694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838" h="694516">
                  <a:moveTo>
                    <a:pt x="468644" y="568442"/>
                  </a:moveTo>
                  <a:lnTo>
                    <a:pt x="143017" y="4468"/>
                  </a:lnTo>
                  <a:cubicBezTo>
                    <a:pt x="141425" y="1725"/>
                    <a:pt x="138505" y="0"/>
                    <a:pt x="135320" y="0"/>
                  </a:cubicBezTo>
                  <a:lnTo>
                    <a:pt x="0" y="0"/>
                  </a:lnTo>
                  <a:lnTo>
                    <a:pt x="400962" y="694516"/>
                  </a:lnTo>
                  <a:lnTo>
                    <a:pt x="468644" y="577333"/>
                  </a:lnTo>
                  <a:cubicBezTo>
                    <a:pt x="470236" y="574591"/>
                    <a:pt x="470236" y="571185"/>
                    <a:pt x="468644" y="568442"/>
                  </a:cubicBezTo>
                  <a:close/>
                </a:path>
              </a:pathLst>
            </a:custGeom>
            <a:solidFill>
              <a:schemeClr val="accent1"/>
            </a:solidFill>
            <a:ln w="635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3" name="PA-值得玩PPT_PPT弹药库94"/>
            <p:cNvSpPr/>
            <p:nvPr>
              <p:custDataLst>
                <p:tags r:id="rId18"/>
              </p:custDataLst>
            </p:nvPr>
          </p:nvSpPr>
          <p:spPr>
            <a:xfrm>
              <a:off x="1939225" y="3408473"/>
              <a:ext cx="701547" cy="803162"/>
            </a:xfrm>
            <a:custGeom>
              <a:avLst/>
              <a:gdLst>
                <a:gd name="connsiteX0" fmla="*/ 697215 w 1031688"/>
                <a:gd name="connsiteY0" fmla="*/ 6636 h 1181120"/>
                <a:gd name="connsiteX1" fmla="*/ 699161 w 1031688"/>
                <a:gd name="connsiteY1" fmla="*/ 7786 h 1181120"/>
                <a:gd name="connsiteX2" fmla="*/ 1024788 w 1031688"/>
                <a:gd name="connsiteY2" fmla="*/ 571760 h 1181120"/>
                <a:gd name="connsiteX3" fmla="*/ 1024788 w 1031688"/>
                <a:gd name="connsiteY3" fmla="*/ 574016 h 1181120"/>
                <a:gd name="connsiteX4" fmla="*/ 681909 w 1031688"/>
                <a:gd name="connsiteY4" fmla="*/ 1181120 h 1181120"/>
                <a:gd name="connsiteX5" fmla="*/ 1030494 w 1031688"/>
                <a:gd name="connsiteY5" fmla="*/ 577333 h 1181120"/>
                <a:gd name="connsiteX6" fmla="*/ 1030494 w 1031688"/>
                <a:gd name="connsiteY6" fmla="*/ 568442 h 1181120"/>
                <a:gd name="connsiteX7" fmla="*/ 704868 w 1031688"/>
                <a:gd name="connsiteY7" fmla="*/ 4468 h 1181120"/>
                <a:gd name="connsiteX8" fmla="*/ 697171 w 1031688"/>
                <a:gd name="connsiteY8" fmla="*/ 0 h 1181120"/>
                <a:gd name="connsiteX9" fmla="*/ 0 w 1031688"/>
                <a:gd name="connsiteY9" fmla="*/ 0 h 1181120"/>
                <a:gd name="connsiteX10" fmla="*/ 697215 w 1031688"/>
                <a:gd name="connsiteY10" fmla="*/ 6636 h 1181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1688" h="1181120">
                  <a:moveTo>
                    <a:pt x="697215" y="6636"/>
                  </a:moveTo>
                  <a:cubicBezTo>
                    <a:pt x="698011" y="6636"/>
                    <a:pt x="698763" y="7078"/>
                    <a:pt x="699161" y="7786"/>
                  </a:cubicBezTo>
                  <a:lnTo>
                    <a:pt x="1024788" y="571760"/>
                  </a:lnTo>
                  <a:cubicBezTo>
                    <a:pt x="1025186" y="572467"/>
                    <a:pt x="1025186" y="573308"/>
                    <a:pt x="1024788" y="574016"/>
                  </a:cubicBezTo>
                  <a:lnTo>
                    <a:pt x="681909" y="1181120"/>
                  </a:lnTo>
                  <a:lnTo>
                    <a:pt x="1030494" y="577333"/>
                  </a:lnTo>
                  <a:cubicBezTo>
                    <a:pt x="1032087" y="574591"/>
                    <a:pt x="1032087" y="571185"/>
                    <a:pt x="1030494" y="568442"/>
                  </a:cubicBezTo>
                  <a:lnTo>
                    <a:pt x="704868" y="4468"/>
                  </a:lnTo>
                  <a:cubicBezTo>
                    <a:pt x="703275" y="1725"/>
                    <a:pt x="700356" y="0"/>
                    <a:pt x="697171" y="0"/>
                  </a:cubicBezTo>
                  <a:lnTo>
                    <a:pt x="0" y="0"/>
                  </a:lnTo>
                  <a:cubicBezTo>
                    <a:pt x="0" y="0"/>
                    <a:pt x="697215" y="6636"/>
                    <a:pt x="697215" y="6636"/>
                  </a:cubicBezTo>
                  <a:close/>
                </a:path>
              </a:pathLst>
            </a:custGeom>
            <a:gradFill>
              <a:gsLst>
                <a:gs pos="0">
                  <a:schemeClr val="accent1">
                    <a:alpha val="0"/>
                  </a:schemeClr>
                </a:gs>
                <a:gs pos="100000">
                  <a:schemeClr val="accent1"/>
                </a:gs>
              </a:gsLst>
              <a:lin ang="21594000" scaled="0"/>
            </a:gradFill>
            <a:ln w="4415" cap="flat">
              <a:noFill/>
              <a:prstDash val="solid"/>
              <a:miter/>
            </a:ln>
            <a:effectLst/>
          </p:spPr>
          <p:txBody>
            <a:bodyPr rot="0" spcFirstLastPara="0" vertOverflow="overflow" horzOverflow="overflow" vert="horz" wrap="square" lIns="62179" tIns="31090" rIns="62179" bIns="3109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4" name="PA-值得玩PPT_PPT弹药库97"/>
            <p:cNvSpPr/>
            <p:nvPr>
              <p:custDataLst>
                <p:tags r:id="rId19"/>
              </p:custDataLst>
            </p:nvPr>
          </p:nvSpPr>
          <p:spPr>
            <a:xfrm>
              <a:off x="2467409" y="3034311"/>
              <a:ext cx="840179" cy="724293"/>
            </a:xfrm>
            <a:prstGeom prst="hexagon">
              <a:avLst>
                <a:gd name="adj" fmla="val 28219"/>
                <a:gd name="vf" fmla="val 115470"/>
              </a:avLst>
            </a:prstGeom>
            <a:solidFill>
              <a:schemeClr val="bg1"/>
            </a:solidFill>
            <a:ln w="0"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5" name="PA-值得玩PPT_PPT弹药库98"/>
            <p:cNvSpPr/>
            <p:nvPr>
              <p:custDataLst>
                <p:tags r:id="rId20"/>
              </p:custDataLst>
            </p:nvPr>
          </p:nvSpPr>
          <p:spPr>
            <a:xfrm>
              <a:off x="2528321" y="3086821"/>
              <a:ext cx="718354" cy="619270"/>
            </a:xfrm>
            <a:prstGeom prst="hexagon">
              <a:avLst>
                <a:gd name="adj" fmla="val 28219"/>
                <a:gd name="vf" fmla="val 115470"/>
              </a:avLst>
            </a:prstGeom>
            <a:solidFill>
              <a:schemeClr val="accent1"/>
            </a:solidFill>
            <a:ln w="4318" cap="flat">
              <a:noFill/>
              <a:prstDash val="solid"/>
              <a:miter/>
            </a:ln>
            <a:effectLst>
              <a:outerShdw blurRad="34544" dist="25908" dir="5400000" algn="t" rotWithShape="0">
                <a:schemeClr val="accent1">
                  <a:lumMod val="50000"/>
                  <a:alpha val="5000"/>
                </a:schemeClr>
              </a:outerShdw>
            </a:effectLst>
            <a:scene3d>
              <a:camera prst="orthographicFront"/>
              <a:lightRig rig="contrasting" dir="t"/>
            </a:scene3d>
            <a:sp3d extrusionH="25908">
              <a:bevelT w="0" h="0"/>
              <a:bevelB w="0" h="0"/>
            </a:sp3d>
          </p:spPr>
          <p:txBody>
            <a:bodyPr rot="0" spcFirstLastPara="0" vertOverflow="overflow" horzOverflow="overflow" vert="horz" wrap="square" lIns="62179" tIns="31090" rIns="62179" bIns="31090" numCol="1" spcCol="0" rtlCol="0" fromWordArt="0" anchor="ctr" anchorCtr="0" forceAA="0" compatLnSpc="1">
              <a:noAutofit/>
              <a:sp3d>
                <a:bevelT w="0" h="0"/>
                <a:bevelB w="0" h="0"/>
              </a:sp3d>
            </a:bodyPr>
            <a:lstStyle/>
            <a:p>
              <a:pPr marL="0" marR="0" lvl="0" indent="0" algn="l" defTabSz="914400" rtl="0" eaLnBrk="1" fontAlgn="auto" latinLnBrk="0" hangingPunct="1">
                <a:lnSpc>
                  <a:spcPct val="100000"/>
                </a:lnSpc>
                <a:spcBef>
                  <a:spcPts val="0"/>
                </a:spcBef>
                <a:buClrTx/>
                <a:buSzTx/>
                <a:buFontTx/>
                <a:buNone/>
                <a:defRPr/>
              </a:pPr>
              <a:endParaRPr kumimoji="0" lang="zh-CN" altLang="en-US" sz="1225" b="0" i="0" u="none" strike="noStrike" kern="1200" cap="none" spc="0" normalizeH="0" baseline="0" noProof="0">
                <a:ln>
                  <a:noFill/>
                </a:ln>
                <a:solidFill>
                  <a:prstClr val="black"/>
                </a:solidFill>
                <a:effectLst/>
                <a:uLnTx/>
                <a:uFillTx/>
                <a:latin typeface="Roboto Regular"/>
                <a:ea typeface="思源黑体 CN Regular" panose="020B0500000000000000" charset="-122"/>
                <a:cs typeface="+mn-cs"/>
              </a:endParaRPr>
            </a:p>
          </p:txBody>
        </p:sp>
        <p:sp>
          <p:nvSpPr>
            <p:cNvPr id="326" name="PA-值得玩PPT_PPT弹药库155"/>
            <p:cNvSpPr txBox="1"/>
            <p:nvPr>
              <p:custDataLst>
                <p:tags r:id="rId21"/>
              </p:custDataLst>
            </p:nvPr>
          </p:nvSpPr>
          <p:spPr>
            <a:xfrm rot="10800000" flipV="1">
              <a:off x="2654132" y="2546210"/>
              <a:ext cx="484646"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rPr>
                <a:t>措施</a:t>
              </a:r>
            </a:p>
          </p:txBody>
        </p:sp>
        <p:sp>
          <p:nvSpPr>
            <p:cNvPr id="327" name="PA-值得玩PPT_PPT弹药库156"/>
            <p:cNvSpPr txBox="1"/>
            <p:nvPr>
              <p:custDataLst>
                <p:tags r:id="rId22"/>
              </p:custDataLst>
            </p:nvPr>
          </p:nvSpPr>
          <p:spPr>
            <a:xfrm rot="10800000" flipV="1">
              <a:off x="2593880" y="3226563"/>
              <a:ext cx="587238" cy="339786"/>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b="0" i="0" u="none" strike="noStrike" kern="1200" cap="none" spc="0" normalizeH="0" baseline="0" noProof="0">
                  <a:ln>
                    <a:noFill/>
                  </a:ln>
                  <a:solidFill>
                    <a:schemeClr val="bg1"/>
                  </a:solidFill>
                  <a:effectLst/>
                  <a:uLnTx/>
                  <a:uFillTx/>
                  <a:latin typeface="思源黑体 CN Bold" panose="020B0800000000000000" pitchFamily="34" charset="-122"/>
                  <a:ea typeface="思源黑体 CN Bold" panose="020B0800000000000000" pitchFamily="34" charset="-122"/>
                  <a:cs typeface="+mn-cs"/>
                </a:rPr>
                <a:t>系统</a:t>
              </a:r>
              <a:endParaRPr kumimoji="0" lang="zh-CN" altLang="en-US" b="0" i="0" u="none" strike="noStrike" kern="120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cs"/>
              </a:endParaRPr>
            </a:p>
          </p:txBody>
        </p:sp>
        <p:sp>
          <p:nvSpPr>
            <p:cNvPr id="328" name="PA-值得玩PPT_PPT弹药库157"/>
            <p:cNvSpPr txBox="1"/>
            <p:nvPr>
              <p:custDataLst>
                <p:tags r:id="rId23"/>
              </p:custDataLst>
            </p:nvPr>
          </p:nvSpPr>
          <p:spPr>
            <a:xfrm rot="10800000">
              <a:off x="2654132" y="3978621"/>
              <a:ext cx="484645"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lang="zh-CN" altLang="en-US" sz="1400" dirty="0">
                  <a:latin typeface="思源黑体 CN Bold" panose="020B0800000000000000" pitchFamily="34" charset="-122"/>
                  <a:ea typeface="思源黑体 CN Bold" panose="020B0800000000000000" pitchFamily="34" charset="-122"/>
                </a:rPr>
                <a:t>教学</a:t>
              </a:r>
              <a:endPar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endParaRPr>
            </a:p>
          </p:txBody>
        </p:sp>
        <p:sp>
          <p:nvSpPr>
            <p:cNvPr id="329" name="PA-值得玩PPT_PPT弹药库158"/>
            <p:cNvSpPr txBox="1"/>
            <p:nvPr>
              <p:custDataLst>
                <p:tags r:id="rId24"/>
              </p:custDataLst>
            </p:nvPr>
          </p:nvSpPr>
          <p:spPr>
            <a:xfrm rot="14400000">
              <a:off x="2029439" y="3623136"/>
              <a:ext cx="484646"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00"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mn-cs"/>
                </a:rPr>
                <a:t>素材</a:t>
              </a:r>
              <a:endPar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endParaRPr>
            </a:p>
          </p:txBody>
        </p:sp>
        <p:sp>
          <p:nvSpPr>
            <p:cNvPr id="330" name="PA-值得玩PPT_PPT弹药库159"/>
            <p:cNvSpPr txBox="1"/>
            <p:nvPr>
              <p:custDataLst>
                <p:tags r:id="rId25"/>
              </p:custDataLst>
            </p:nvPr>
          </p:nvSpPr>
          <p:spPr>
            <a:xfrm rot="14400000" flipV="1">
              <a:off x="3269944" y="2906931"/>
              <a:ext cx="484646"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00"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mn-cs"/>
                </a:rPr>
                <a:t>效果</a:t>
              </a:r>
              <a:endPar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endParaRPr>
            </a:p>
          </p:txBody>
        </p:sp>
        <p:sp>
          <p:nvSpPr>
            <p:cNvPr id="331" name="PA-值得玩PPT_PPT弹药库160"/>
            <p:cNvSpPr txBox="1"/>
            <p:nvPr>
              <p:custDataLst>
                <p:tags r:id="rId26"/>
              </p:custDataLst>
            </p:nvPr>
          </p:nvSpPr>
          <p:spPr>
            <a:xfrm rot="18000000">
              <a:off x="2024951" y="2904392"/>
              <a:ext cx="484646"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rPr>
                <a:t>内容</a:t>
              </a:r>
            </a:p>
          </p:txBody>
        </p:sp>
        <p:sp>
          <p:nvSpPr>
            <p:cNvPr id="332" name="PA-值得玩PPT_PPT弹药库161"/>
            <p:cNvSpPr txBox="1"/>
            <p:nvPr>
              <p:custDataLst>
                <p:tags r:id="rId27"/>
              </p:custDataLst>
            </p:nvPr>
          </p:nvSpPr>
          <p:spPr>
            <a:xfrm rot="18000000" flipV="1">
              <a:off x="3265455" y="3620597"/>
              <a:ext cx="484645" cy="278231"/>
            </a:xfrm>
            <a:prstGeom prst="rect">
              <a:avLst/>
            </a:prstGeom>
            <a:noFill/>
            <a:effectLst/>
          </p:spPr>
          <p:txBody>
            <a:bodyPr wrap="none" lIns="62179" tIns="31090" rIns="62179" bIns="31090" rtlCol="0" anchor="ctr">
              <a:spAutoFit/>
            </a:bodyPr>
            <a:lstStyle/>
            <a:p>
              <a:pPr marL="0" marR="0" lvl="0" indent="0" algn="ctr" defTabSz="914400" rtl="0" eaLnBrk="1" fontAlgn="auto" latinLnBrk="0" hangingPunct="1">
                <a:lnSpc>
                  <a:spcPct val="100000"/>
                </a:lnSpc>
                <a:spcBef>
                  <a:spcPts val="0"/>
                </a:spcBef>
                <a:buClrTx/>
                <a:buSzTx/>
                <a:buFontTx/>
                <a:buNone/>
                <a:defRPr/>
              </a:pPr>
              <a:r>
                <a:rPr lang="zh-CN" altLang="en-US" sz="1400" dirty="0">
                  <a:latin typeface="思源黑体 CN Bold" panose="020B0800000000000000" pitchFamily="34" charset="-122"/>
                  <a:ea typeface="思源黑体 CN Bold" panose="020B0800000000000000" pitchFamily="34" charset="-122"/>
                </a:rPr>
                <a:t>实践</a:t>
              </a:r>
              <a:endParaRPr kumimoji="0" lang="zh-CN" altLang="en-US" sz="1400"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mn-cs"/>
              </a:endParaRPr>
            </a:p>
          </p:txBody>
        </p:sp>
      </p:grpSp>
      <p:sp>
        <p:nvSpPr>
          <p:cNvPr id="1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15" name="文本框 78"/>
          <p:cNvSpPr txBox="1"/>
          <p:nvPr/>
        </p:nvSpPr>
        <p:spPr>
          <a:xfrm>
            <a:off x="2727161" y="186640"/>
            <a:ext cx="2291012"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教学策略设计</a:t>
            </a:r>
          </a:p>
        </p:txBody>
      </p:sp>
      <p:cxnSp>
        <p:nvCxnSpPr>
          <p:cNvPr id="16" name="直接连接符 1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340" name="组合 339"/>
          <p:cNvGrpSpPr/>
          <p:nvPr/>
        </p:nvGrpSpPr>
        <p:grpSpPr>
          <a:xfrm>
            <a:off x="10178142" y="1051957"/>
            <a:ext cx="1531259" cy="5444093"/>
            <a:chOff x="10178142" y="1051957"/>
            <a:chExt cx="1531259" cy="5444093"/>
          </a:xfrm>
        </p:grpSpPr>
        <p:sp>
          <p:nvSpPr>
            <p:cNvPr id="22" name="矩形 21"/>
            <p:cNvSpPr/>
            <p:nvPr/>
          </p:nvSpPr>
          <p:spPr>
            <a:xfrm>
              <a:off x="10178142" y="1051957"/>
              <a:ext cx="1531259" cy="5444093"/>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10372103" y="1267642"/>
              <a:ext cx="1143336" cy="1143336"/>
            </a:xfrm>
            <a:prstGeom prst="ellipse">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10372103" y="2557437"/>
              <a:ext cx="1143336" cy="1143336"/>
            </a:xfrm>
            <a:prstGeom prst="ellipse">
              <a:avLst/>
            </a:prstGeom>
            <a:solidFill>
              <a:schemeClr val="accent5"/>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10372103" y="3847232"/>
              <a:ext cx="1143336" cy="1143336"/>
            </a:xfrm>
            <a:prstGeom prst="ellipse">
              <a:avLst/>
            </a:prstGeom>
            <a:solidFill>
              <a:schemeClr val="accent2"/>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10372103" y="5137028"/>
              <a:ext cx="1143336" cy="114333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10445622" y="1341161"/>
              <a:ext cx="996298" cy="996298"/>
            </a:xfrm>
            <a:prstGeom prst="ellipse">
              <a:avLst/>
            </a:prstGeom>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p:nvSpPr>
          <p:spPr>
            <a:xfrm>
              <a:off x="10445622" y="2630956"/>
              <a:ext cx="996298" cy="996298"/>
            </a:xfrm>
            <a:prstGeom prst="ellipse">
              <a:avLst/>
            </a:prstGeom>
            <a:solidFill>
              <a:schemeClr val="accent5"/>
            </a:solid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p:nvSpPr>
          <p:spPr>
            <a:xfrm>
              <a:off x="10445622" y="3920751"/>
              <a:ext cx="996298" cy="996298"/>
            </a:xfrm>
            <a:prstGeom prst="ellipse">
              <a:avLst/>
            </a:prstGeom>
            <a:solidFill>
              <a:schemeClr val="accent2"/>
            </a:solid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p:nvSpPr>
          <p:spPr>
            <a:xfrm>
              <a:off x="10445622" y="5210547"/>
              <a:ext cx="996298" cy="996298"/>
            </a:xfrm>
            <a:prstGeom prst="ellipse">
              <a:avLst/>
            </a:prstGeom>
            <a:solidFill>
              <a:schemeClr val="accent6"/>
            </a:solid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文本框 109"/>
            <p:cNvSpPr txBox="1"/>
            <p:nvPr/>
          </p:nvSpPr>
          <p:spPr>
            <a:xfrm>
              <a:off x="10594958" y="1485367"/>
              <a:ext cx="697627" cy="707886"/>
            </a:xfrm>
            <a:prstGeom prst="rect">
              <a:avLst/>
            </a:prstGeom>
            <a:noFill/>
          </p:spPr>
          <p:txBody>
            <a:bodyPr wrap="none">
              <a:spAutoFit/>
            </a:bodyPr>
            <a:lstStyle/>
            <a:p>
              <a:pPr algn="ctr"/>
              <a:r>
                <a:rPr lang="zh-CN" altLang="en-US" sz="2000" dirty="0">
                  <a:solidFill>
                    <a:schemeClr val="bg1"/>
                  </a:solidFill>
                </a:rPr>
                <a:t>理论</a:t>
              </a:r>
              <a:endParaRPr lang="en-US" altLang="zh-CN" sz="2000" dirty="0">
                <a:solidFill>
                  <a:schemeClr val="bg1"/>
                </a:solidFill>
              </a:endParaRPr>
            </a:p>
            <a:p>
              <a:pPr algn="ctr"/>
              <a:r>
                <a:rPr lang="zh-CN" altLang="en-US" sz="2000" dirty="0">
                  <a:solidFill>
                    <a:schemeClr val="bg1"/>
                  </a:solidFill>
                </a:rPr>
                <a:t>基础</a:t>
              </a:r>
            </a:p>
          </p:txBody>
        </p:sp>
        <p:sp>
          <p:nvSpPr>
            <p:cNvPr id="111" name="文本框 110"/>
            <p:cNvSpPr txBox="1"/>
            <p:nvPr/>
          </p:nvSpPr>
          <p:spPr>
            <a:xfrm>
              <a:off x="10594958" y="2775162"/>
              <a:ext cx="697627" cy="707886"/>
            </a:xfrm>
            <a:prstGeom prst="rect">
              <a:avLst/>
            </a:prstGeom>
            <a:noFill/>
          </p:spPr>
          <p:txBody>
            <a:bodyPr wrap="square">
              <a:spAutoFit/>
            </a:bodyPr>
            <a:lstStyle/>
            <a:p>
              <a:pPr algn="ctr"/>
              <a:r>
                <a:rPr lang="zh-CN" altLang="en-US" sz="2000">
                  <a:solidFill>
                    <a:schemeClr val="bg1"/>
                  </a:solidFill>
                </a:rPr>
                <a:t>故事采集</a:t>
              </a:r>
              <a:endParaRPr lang="zh-CN" altLang="en-US" sz="2000" dirty="0">
                <a:solidFill>
                  <a:schemeClr val="bg1"/>
                </a:solidFill>
              </a:endParaRPr>
            </a:p>
          </p:txBody>
        </p:sp>
        <p:sp>
          <p:nvSpPr>
            <p:cNvPr id="112" name="文本框 111"/>
            <p:cNvSpPr txBox="1"/>
            <p:nvPr/>
          </p:nvSpPr>
          <p:spPr>
            <a:xfrm>
              <a:off x="10594958" y="4064957"/>
              <a:ext cx="697627" cy="707886"/>
            </a:xfrm>
            <a:prstGeom prst="rect">
              <a:avLst/>
            </a:prstGeom>
            <a:noFill/>
          </p:spPr>
          <p:txBody>
            <a:bodyPr wrap="square">
              <a:spAutoFit/>
            </a:bodyPr>
            <a:lstStyle/>
            <a:p>
              <a:pPr algn="ctr"/>
              <a:r>
                <a:rPr lang="zh-CN" altLang="en-US" sz="2000">
                  <a:solidFill>
                    <a:schemeClr val="bg1"/>
                  </a:solidFill>
                </a:rPr>
                <a:t>自我叙事</a:t>
              </a:r>
              <a:endParaRPr lang="zh-CN" altLang="en-US" sz="2000" dirty="0">
                <a:solidFill>
                  <a:schemeClr val="bg1"/>
                </a:solidFill>
              </a:endParaRPr>
            </a:p>
          </p:txBody>
        </p:sp>
        <p:sp>
          <p:nvSpPr>
            <p:cNvPr id="113" name="文本框 112"/>
            <p:cNvSpPr txBox="1"/>
            <p:nvPr/>
          </p:nvSpPr>
          <p:spPr>
            <a:xfrm>
              <a:off x="10594958" y="5354753"/>
              <a:ext cx="697627" cy="707886"/>
            </a:xfrm>
            <a:prstGeom prst="rect">
              <a:avLst/>
            </a:prstGeom>
            <a:noFill/>
          </p:spPr>
          <p:txBody>
            <a:bodyPr wrap="square">
              <a:spAutoFit/>
            </a:bodyPr>
            <a:lstStyle/>
            <a:p>
              <a:pPr algn="ctr"/>
              <a:r>
                <a:rPr lang="zh-CN" altLang="en-US" sz="2000">
                  <a:solidFill>
                    <a:schemeClr val="bg1"/>
                  </a:solidFill>
                </a:rPr>
                <a:t>关系构建</a:t>
              </a:r>
              <a:endParaRPr lang="zh-CN" altLang="en-US" sz="2000" dirty="0">
                <a:solidFill>
                  <a:schemeClr val="bg1"/>
                </a:solidFill>
              </a:endParaRPr>
            </a:p>
          </p:txBody>
        </p:sp>
      </p:grpSp>
      <p:grpSp>
        <p:nvGrpSpPr>
          <p:cNvPr id="339" name="组合 338"/>
          <p:cNvGrpSpPr/>
          <p:nvPr/>
        </p:nvGrpSpPr>
        <p:grpSpPr>
          <a:xfrm>
            <a:off x="738992" y="5761278"/>
            <a:ext cx="8751392" cy="400110"/>
            <a:chOff x="738992" y="5761278"/>
            <a:chExt cx="8751392" cy="400110"/>
          </a:xfrm>
        </p:grpSpPr>
        <p:sp>
          <p:nvSpPr>
            <p:cNvPr id="17" name="右大括号 16"/>
            <p:cNvSpPr/>
            <p:nvPr/>
          </p:nvSpPr>
          <p:spPr>
            <a:xfrm rot="5400000">
              <a:off x="4956128" y="1577580"/>
              <a:ext cx="317119" cy="8751392"/>
            </a:xfrm>
            <a:prstGeom prst="rightBrace">
              <a:avLst>
                <a:gd name="adj1" fmla="val 5286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矩形 18"/>
            <p:cNvSpPr/>
            <p:nvPr/>
          </p:nvSpPr>
          <p:spPr>
            <a:xfrm>
              <a:off x="2471009" y="5762746"/>
              <a:ext cx="5287356" cy="397175"/>
            </a:xfrm>
            <a:prstGeom prst="rect">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文本框 173"/>
            <p:cNvSpPr txBox="1"/>
            <p:nvPr/>
          </p:nvSpPr>
          <p:spPr>
            <a:xfrm>
              <a:off x="2714030" y="5761278"/>
              <a:ext cx="4801315" cy="400110"/>
            </a:xfrm>
            <a:prstGeom prst="rect">
              <a:avLst/>
            </a:prstGeom>
            <a:noFill/>
          </p:spPr>
          <p:txBody>
            <a:bodyPr wrap="none">
              <a:spAutoFit/>
            </a:bodyPr>
            <a:lstStyle/>
            <a:p>
              <a:pPr algn="ctr"/>
              <a:r>
                <a:rPr lang="zh-CN" altLang="en-US" sz="2000" dirty="0">
                  <a:solidFill>
                    <a:schemeClr val="bg1"/>
                  </a:solidFill>
                </a:rPr>
                <a:t>融合建构主义、情境学习与同伴互助理念</a:t>
              </a:r>
            </a:p>
          </p:txBody>
        </p:sp>
      </p:grpSp>
      <p:grpSp>
        <p:nvGrpSpPr>
          <p:cNvPr id="338" name="组合 337"/>
          <p:cNvGrpSpPr/>
          <p:nvPr/>
        </p:nvGrpSpPr>
        <p:grpSpPr>
          <a:xfrm>
            <a:off x="5342880" y="1237488"/>
            <a:ext cx="4168972" cy="4323845"/>
            <a:chOff x="5342880" y="1237488"/>
            <a:chExt cx="4168972" cy="4323845"/>
          </a:xfrm>
        </p:grpSpPr>
        <p:sp>
          <p:nvSpPr>
            <p:cNvPr id="211" name="任意多边形: 形状 210"/>
            <p:cNvSpPr/>
            <p:nvPr/>
          </p:nvSpPr>
          <p:spPr>
            <a:xfrm rot="16200000">
              <a:off x="4164843" y="3149259"/>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2" name="任意多边形: 形状 211"/>
            <p:cNvSpPr/>
            <p:nvPr/>
          </p:nvSpPr>
          <p:spPr>
            <a:xfrm rot="16200000">
              <a:off x="4898577" y="3149259"/>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3" name="任意多边形: 形状 212"/>
            <p:cNvSpPr/>
            <p:nvPr/>
          </p:nvSpPr>
          <p:spPr>
            <a:xfrm rot="16200000">
              <a:off x="5632311" y="3149260"/>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2">
                <a:alpha val="10000"/>
              </a:schemeClr>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4" name="任意多边形: 形状 213"/>
            <p:cNvSpPr/>
            <p:nvPr/>
          </p:nvSpPr>
          <p:spPr>
            <a:xfrm rot="16200000">
              <a:off x="6366045" y="3149260"/>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5">
                <a:alpha val="10000"/>
              </a:schemeClr>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5" name="任意多边形: 形状 214"/>
            <p:cNvSpPr/>
            <p:nvPr/>
          </p:nvSpPr>
          <p:spPr>
            <a:xfrm rot="16200000">
              <a:off x="7099780" y="3149260"/>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5">
                <a:alpha val="10000"/>
              </a:schemeClr>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9" name="任意多边形: 形状 208"/>
            <p:cNvSpPr/>
            <p:nvPr/>
          </p:nvSpPr>
          <p:spPr>
            <a:xfrm rot="16200000">
              <a:off x="3431109" y="3149259"/>
              <a:ext cx="4323844" cy="500301"/>
            </a:xfrm>
            <a:custGeom>
              <a:avLst/>
              <a:gdLst>
                <a:gd name="connsiteX0" fmla="*/ 2160442 w 4323844"/>
                <a:gd name="connsiteY0" fmla="*/ 0 h 500301"/>
                <a:gd name="connsiteX1" fmla="*/ 2160442 w 4323844"/>
                <a:gd name="connsiteY1" fmla="*/ 500301 h 500301"/>
                <a:gd name="connsiteX2" fmla="*/ 250150 w 4323844"/>
                <a:gd name="connsiteY2" fmla="*/ 500301 h 500301"/>
                <a:gd name="connsiteX3" fmla="*/ 0 w 4323844"/>
                <a:gd name="connsiteY3" fmla="*/ 250151 h 500301"/>
                <a:gd name="connsiteX4" fmla="*/ 250150 w 4323844"/>
                <a:gd name="connsiteY4" fmla="*/ 0 h 500301"/>
                <a:gd name="connsiteX5" fmla="*/ 4323844 w 4323844"/>
                <a:gd name="connsiteY5" fmla="*/ 250151 h 500301"/>
                <a:gd name="connsiteX6" fmla="*/ 4073694 w 4323844"/>
                <a:gd name="connsiteY6" fmla="*/ 500301 h 500301"/>
                <a:gd name="connsiteX7" fmla="*/ 2163402 w 4323844"/>
                <a:gd name="connsiteY7" fmla="*/ 500301 h 500301"/>
                <a:gd name="connsiteX8" fmla="*/ 2163402 w 4323844"/>
                <a:gd name="connsiteY8" fmla="*/ 0 h 500301"/>
                <a:gd name="connsiteX9" fmla="*/ 4073694 w 4323844"/>
                <a:gd name="connsiteY9" fmla="*/ 0 h 50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844" h="500301">
                  <a:moveTo>
                    <a:pt x="2160442" y="0"/>
                  </a:moveTo>
                  <a:lnTo>
                    <a:pt x="2160442" y="500301"/>
                  </a:lnTo>
                  <a:lnTo>
                    <a:pt x="250150" y="500301"/>
                  </a:lnTo>
                  <a:lnTo>
                    <a:pt x="0" y="250151"/>
                  </a:lnTo>
                  <a:lnTo>
                    <a:pt x="250150" y="0"/>
                  </a:lnTo>
                  <a:close/>
                  <a:moveTo>
                    <a:pt x="4323844" y="250151"/>
                  </a:moveTo>
                  <a:lnTo>
                    <a:pt x="4073694" y="500301"/>
                  </a:lnTo>
                  <a:lnTo>
                    <a:pt x="2163402" y="500301"/>
                  </a:lnTo>
                  <a:lnTo>
                    <a:pt x="2163402" y="0"/>
                  </a:lnTo>
                  <a:lnTo>
                    <a:pt x="4073694" y="0"/>
                  </a:lnTo>
                  <a:close/>
                </a:path>
              </a:pathLst>
            </a:custGeom>
            <a:solidFill>
              <a:schemeClr val="accent1">
                <a:alpha val="10000"/>
              </a:schemeClr>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2" name="文本框 191"/>
            <p:cNvSpPr txBox="1"/>
            <p:nvPr/>
          </p:nvSpPr>
          <p:spPr>
            <a:xfrm>
              <a:off x="5402753" y="1375818"/>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叙事医学理论</a:t>
              </a:r>
            </a:p>
          </p:txBody>
        </p:sp>
        <p:sp>
          <p:nvSpPr>
            <p:cNvPr id="193" name="文本框 192"/>
            <p:cNvSpPr txBox="1"/>
            <p:nvPr/>
          </p:nvSpPr>
          <p:spPr>
            <a:xfrm>
              <a:off x="5402753" y="3668675"/>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患者故事采集</a:t>
              </a:r>
            </a:p>
          </p:txBody>
        </p:sp>
        <p:sp>
          <p:nvSpPr>
            <p:cNvPr id="194" name="文本框 193"/>
            <p:cNvSpPr txBox="1"/>
            <p:nvPr/>
          </p:nvSpPr>
          <p:spPr>
            <a:xfrm>
              <a:off x="6145296" y="1375818"/>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医生自我叙事</a:t>
              </a:r>
            </a:p>
          </p:txBody>
        </p:sp>
        <p:sp>
          <p:nvSpPr>
            <p:cNvPr id="195" name="文本框 194"/>
            <p:cNvSpPr txBox="1"/>
            <p:nvPr/>
          </p:nvSpPr>
          <p:spPr>
            <a:xfrm>
              <a:off x="6145296" y="3668675"/>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医患关系构建</a:t>
              </a:r>
            </a:p>
          </p:txBody>
        </p:sp>
        <p:sp>
          <p:nvSpPr>
            <p:cNvPr id="196" name="文本框 195"/>
            <p:cNvSpPr txBox="1"/>
            <p:nvPr/>
          </p:nvSpPr>
          <p:spPr>
            <a:xfrm>
              <a:off x="6870221" y="1375818"/>
              <a:ext cx="380557" cy="1754326"/>
            </a:xfrm>
            <a:prstGeom prst="rect">
              <a:avLst/>
            </a:prstGeom>
            <a:noFill/>
          </p:spPr>
          <p:txBody>
            <a:bodyPr wrap="square">
              <a:spAutoFit/>
            </a:bodyPr>
            <a:lstStyle/>
            <a:p>
              <a:pPr algn="ctr"/>
              <a:r>
                <a:rPr lang="zh-CN" altLang="en-US">
                  <a:solidFill>
                    <a:schemeClr val="tx1">
                      <a:lumMod val="85000"/>
                      <a:lumOff val="15000"/>
                    </a:schemeClr>
                  </a:solidFill>
                </a:rPr>
                <a:t>沟通场景叙事</a:t>
              </a:r>
              <a:endParaRPr lang="zh-CN" altLang="en-US" dirty="0">
                <a:solidFill>
                  <a:schemeClr val="tx1">
                    <a:lumMod val="85000"/>
                    <a:lumOff val="15000"/>
                  </a:schemeClr>
                </a:solidFill>
              </a:endParaRPr>
            </a:p>
          </p:txBody>
        </p:sp>
        <p:sp>
          <p:nvSpPr>
            <p:cNvPr id="197" name="文本框 196"/>
            <p:cNvSpPr txBox="1"/>
            <p:nvPr/>
          </p:nvSpPr>
          <p:spPr>
            <a:xfrm>
              <a:off x="6870221" y="3668675"/>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课程实践评估</a:t>
              </a:r>
            </a:p>
          </p:txBody>
        </p:sp>
        <p:sp>
          <p:nvSpPr>
            <p:cNvPr id="198" name="文本框 197"/>
            <p:cNvSpPr txBox="1"/>
            <p:nvPr/>
          </p:nvSpPr>
          <p:spPr>
            <a:xfrm>
              <a:off x="7611352" y="1375818"/>
              <a:ext cx="380557" cy="1754326"/>
            </a:xfrm>
            <a:prstGeom prst="rect">
              <a:avLst/>
            </a:prstGeom>
            <a:noFill/>
          </p:spPr>
          <p:txBody>
            <a:bodyPr wrap="square">
              <a:spAutoFit/>
            </a:bodyPr>
            <a:lstStyle/>
            <a:p>
              <a:pPr algn="ctr"/>
              <a:r>
                <a:rPr lang="zh-CN" altLang="en-US">
                  <a:solidFill>
                    <a:schemeClr val="tx1">
                      <a:lumMod val="85000"/>
                      <a:lumOff val="15000"/>
                    </a:schemeClr>
                  </a:solidFill>
                </a:rPr>
                <a:t>建立共情连接</a:t>
              </a:r>
              <a:endParaRPr lang="zh-CN" altLang="en-US" dirty="0">
                <a:solidFill>
                  <a:schemeClr val="tx1">
                    <a:lumMod val="85000"/>
                    <a:lumOff val="15000"/>
                  </a:schemeClr>
                </a:solidFill>
              </a:endParaRPr>
            </a:p>
          </p:txBody>
        </p:sp>
        <p:sp>
          <p:nvSpPr>
            <p:cNvPr id="199" name="文本框 198"/>
            <p:cNvSpPr txBox="1"/>
            <p:nvPr/>
          </p:nvSpPr>
          <p:spPr>
            <a:xfrm>
              <a:off x="7611352" y="3668675"/>
              <a:ext cx="380557" cy="1754326"/>
            </a:xfrm>
            <a:prstGeom prst="rect">
              <a:avLst/>
            </a:prstGeom>
            <a:noFill/>
          </p:spPr>
          <p:txBody>
            <a:bodyPr wrap="square">
              <a:spAutoFit/>
            </a:bodyPr>
            <a:lstStyle/>
            <a:p>
              <a:pPr algn="ctr"/>
              <a:r>
                <a:rPr lang="zh-CN" altLang="en-US">
                  <a:solidFill>
                    <a:schemeClr val="tx1">
                      <a:lumMod val="85000"/>
                      <a:lumOff val="15000"/>
                    </a:schemeClr>
                  </a:solidFill>
                </a:rPr>
                <a:t>情感标注训练</a:t>
              </a:r>
              <a:endParaRPr lang="zh-CN" altLang="en-US" dirty="0">
                <a:solidFill>
                  <a:schemeClr val="tx1">
                    <a:lumMod val="85000"/>
                    <a:lumOff val="15000"/>
                  </a:schemeClr>
                </a:solidFill>
              </a:endParaRPr>
            </a:p>
          </p:txBody>
        </p:sp>
        <p:sp>
          <p:nvSpPr>
            <p:cNvPr id="200" name="文本框 199"/>
            <p:cNvSpPr txBox="1"/>
            <p:nvPr/>
          </p:nvSpPr>
          <p:spPr>
            <a:xfrm>
              <a:off x="8337689" y="1375818"/>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叙事调解机制</a:t>
              </a:r>
            </a:p>
          </p:txBody>
        </p:sp>
        <p:sp>
          <p:nvSpPr>
            <p:cNvPr id="201" name="文本框 200"/>
            <p:cNvSpPr txBox="1"/>
            <p:nvPr/>
          </p:nvSpPr>
          <p:spPr>
            <a:xfrm>
              <a:off x="8337689" y="3668675"/>
              <a:ext cx="380557" cy="1754326"/>
            </a:xfrm>
            <a:prstGeom prst="rect">
              <a:avLst/>
            </a:prstGeom>
            <a:noFill/>
          </p:spPr>
          <p:txBody>
            <a:bodyPr wrap="square">
              <a:spAutoFit/>
            </a:bodyPr>
            <a:lstStyle/>
            <a:p>
              <a:pPr algn="ctr"/>
              <a:r>
                <a:rPr lang="zh-CN" altLang="en-US">
                  <a:solidFill>
                    <a:schemeClr val="tx1">
                      <a:lumMod val="85000"/>
                      <a:lumOff val="15000"/>
                    </a:schemeClr>
                  </a:solidFill>
                </a:rPr>
                <a:t>成长档案叙事</a:t>
              </a:r>
              <a:endParaRPr lang="zh-CN" altLang="en-US" dirty="0">
                <a:solidFill>
                  <a:schemeClr val="tx1">
                    <a:lumMod val="85000"/>
                    <a:lumOff val="15000"/>
                  </a:schemeClr>
                </a:solidFill>
              </a:endParaRPr>
            </a:p>
          </p:txBody>
        </p:sp>
        <p:sp>
          <p:nvSpPr>
            <p:cNvPr id="202" name="文本框 201"/>
            <p:cNvSpPr txBox="1"/>
            <p:nvPr/>
          </p:nvSpPr>
          <p:spPr>
            <a:xfrm>
              <a:off x="9071424" y="1375818"/>
              <a:ext cx="380557" cy="1754326"/>
            </a:xfrm>
            <a:prstGeom prst="rect">
              <a:avLst/>
            </a:prstGeom>
            <a:noFill/>
          </p:spPr>
          <p:txBody>
            <a:bodyPr wrap="square">
              <a:spAutoFit/>
            </a:bodyPr>
            <a:lstStyle/>
            <a:p>
              <a:pPr algn="ctr"/>
              <a:r>
                <a:rPr lang="zh-CN" altLang="en-US" dirty="0">
                  <a:solidFill>
                    <a:schemeClr val="tx1">
                      <a:lumMod val="85000"/>
                      <a:lumOff val="15000"/>
                    </a:schemeClr>
                  </a:solidFill>
                </a:rPr>
                <a:t>情感安全机制</a:t>
              </a:r>
            </a:p>
          </p:txBody>
        </p:sp>
        <p:sp>
          <p:nvSpPr>
            <p:cNvPr id="203" name="文本框 202"/>
            <p:cNvSpPr txBox="1"/>
            <p:nvPr/>
          </p:nvSpPr>
          <p:spPr>
            <a:xfrm>
              <a:off x="9071424" y="3668675"/>
              <a:ext cx="380557" cy="1754326"/>
            </a:xfrm>
            <a:prstGeom prst="rect">
              <a:avLst/>
            </a:prstGeom>
            <a:noFill/>
          </p:spPr>
          <p:txBody>
            <a:bodyPr wrap="square">
              <a:spAutoFit/>
            </a:bodyPr>
            <a:lstStyle/>
            <a:p>
              <a:pPr algn="ctr"/>
              <a:r>
                <a:rPr lang="zh-CN" altLang="en-US">
                  <a:solidFill>
                    <a:schemeClr val="tx1">
                      <a:lumMod val="85000"/>
                      <a:lumOff val="15000"/>
                    </a:schemeClr>
                  </a:solidFill>
                </a:rPr>
                <a:t>叙事伦理规范</a:t>
              </a:r>
              <a:endParaRPr lang="zh-CN" altLang="en-US" dirty="0">
                <a:solidFill>
                  <a:schemeClr val="tx1">
                    <a:lumMod val="85000"/>
                    <a:lumOff val="15000"/>
                  </a:schemeClr>
                </a:solidFill>
              </a:endParaRPr>
            </a:p>
          </p:txBody>
        </p:sp>
      </p:grpSp>
      <p:grpSp>
        <p:nvGrpSpPr>
          <p:cNvPr id="337" name="组合 336"/>
          <p:cNvGrpSpPr/>
          <p:nvPr/>
        </p:nvGrpSpPr>
        <p:grpSpPr>
          <a:xfrm>
            <a:off x="5082169" y="3149259"/>
            <a:ext cx="4987398" cy="500301"/>
            <a:chOff x="5082169" y="3149259"/>
            <a:chExt cx="4987398" cy="500301"/>
          </a:xfrm>
        </p:grpSpPr>
        <p:sp>
          <p:nvSpPr>
            <p:cNvPr id="191" name="箭头: 右 190"/>
            <p:cNvSpPr/>
            <p:nvPr/>
          </p:nvSpPr>
          <p:spPr>
            <a:xfrm>
              <a:off x="5082169" y="3281936"/>
              <a:ext cx="4987398" cy="234947"/>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p:cNvSpPr/>
            <p:nvPr/>
          </p:nvSpPr>
          <p:spPr>
            <a:xfrm>
              <a:off x="5344343" y="3149259"/>
              <a:ext cx="500301" cy="50030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椭圆 185"/>
            <p:cNvSpPr/>
            <p:nvPr/>
          </p:nvSpPr>
          <p:spPr>
            <a:xfrm>
              <a:off x="6077492" y="3149259"/>
              <a:ext cx="500301" cy="50030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7" name="椭圆 186"/>
            <p:cNvSpPr/>
            <p:nvPr/>
          </p:nvSpPr>
          <p:spPr>
            <a:xfrm>
              <a:off x="6810641" y="3149259"/>
              <a:ext cx="500301" cy="50030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p:cNvSpPr/>
            <p:nvPr/>
          </p:nvSpPr>
          <p:spPr>
            <a:xfrm>
              <a:off x="7543790" y="3149259"/>
              <a:ext cx="500301" cy="50030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p:cNvSpPr/>
            <p:nvPr/>
          </p:nvSpPr>
          <p:spPr>
            <a:xfrm>
              <a:off x="8276939" y="3149259"/>
              <a:ext cx="500301" cy="50030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椭圆 189"/>
            <p:cNvSpPr/>
            <p:nvPr/>
          </p:nvSpPr>
          <p:spPr>
            <a:xfrm>
              <a:off x="9010086" y="3149259"/>
              <a:ext cx="500301" cy="50030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文本框 215"/>
            <p:cNvSpPr txBox="1"/>
            <p:nvPr/>
          </p:nvSpPr>
          <p:spPr>
            <a:xfrm>
              <a:off x="5373920"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模</a:t>
              </a:r>
            </a:p>
          </p:txBody>
        </p:sp>
        <p:sp>
          <p:nvSpPr>
            <p:cNvPr id="217" name="文本框 216"/>
            <p:cNvSpPr txBox="1"/>
            <p:nvPr/>
          </p:nvSpPr>
          <p:spPr>
            <a:xfrm>
              <a:off x="6107069"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块</a:t>
              </a:r>
            </a:p>
          </p:txBody>
        </p:sp>
        <p:sp>
          <p:nvSpPr>
            <p:cNvPr id="218" name="文本框 217"/>
            <p:cNvSpPr txBox="1"/>
            <p:nvPr/>
          </p:nvSpPr>
          <p:spPr>
            <a:xfrm>
              <a:off x="6840218" y="3199354"/>
              <a:ext cx="441146"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策</a:t>
              </a:r>
            </a:p>
          </p:txBody>
        </p:sp>
        <p:sp>
          <p:nvSpPr>
            <p:cNvPr id="219" name="文本框 218"/>
            <p:cNvSpPr txBox="1"/>
            <p:nvPr/>
          </p:nvSpPr>
          <p:spPr>
            <a:xfrm>
              <a:off x="7573367"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略</a:t>
              </a:r>
            </a:p>
          </p:txBody>
        </p:sp>
        <p:sp>
          <p:nvSpPr>
            <p:cNvPr id="220" name="文本框 219"/>
            <p:cNvSpPr txBox="1"/>
            <p:nvPr/>
          </p:nvSpPr>
          <p:spPr>
            <a:xfrm>
              <a:off x="8306516"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设</a:t>
              </a:r>
            </a:p>
          </p:txBody>
        </p:sp>
        <p:sp>
          <p:nvSpPr>
            <p:cNvPr id="221" name="文本框 220"/>
            <p:cNvSpPr txBox="1"/>
            <p:nvPr/>
          </p:nvSpPr>
          <p:spPr>
            <a:xfrm>
              <a:off x="9039663" y="3199354"/>
              <a:ext cx="441147" cy="400110"/>
            </a:xfrm>
            <a:prstGeom prst="rect">
              <a:avLst/>
            </a:prstGeom>
            <a:noFill/>
          </p:spPr>
          <p:txBody>
            <a:bodyPr wrap="none">
              <a:spAutoFit/>
            </a:bodyPr>
            <a:lstStyle/>
            <a:p>
              <a:pPr algn="ctr"/>
              <a:r>
                <a:rPr lang="zh-CN" altLang="en-US" sz="2000" dirty="0">
                  <a:solidFill>
                    <a:schemeClr val="bg1"/>
                  </a:solidFill>
                  <a:latin typeface="思源宋体 CN Heavy" panose="02020900000000000000" pitchFamily="18" charset="-122"/>
                  <a:ea typeface="思源宋体 CN Heavy" panose="02020900000000000000" pitchFamily="18" charset="-122"/>
                </a:rPr>
                <a:t>计</a:t>
              </a:r>
            </a:p>
          </p:txBody>
        </p:sp>
      </p:grpSp>
    </p:spTree>
    <p:extLst>
      <p:ext uri="{BB962C8B-B14F-4D97-AF65-F5344CB8AC3E}">
        <p14:creationId xmlns:p14="http://schemas.microsoft.com/office/powerpoint/2010/main" val="96861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arn(inVertic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342"/>
                                        </p:tgtEl>
                                        <p:attrNameLst>
                                          <p:attrName>style.visibility</p:attrName>
                                        </p:attrNameLst>
                                      </p:cBhvr>
                                      <p:to>
                                        <p:strVal val="visible"/>
                                      </p:to>
                                    </p:set>
                                    <p:animEffect transition="in" filter="circle(out)">
                                      <p:cBhvr>
                                        <p:cTn id="12" dur="500"/>
                                        <p:tgtEl>
                                          <p:spTgt spid="342"/>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2" fill="hold" nodeType="clickEffect">
                                  <p:stCondLst>
                                    <p:cond delay="0"/>
                                  </p:stCondLst>
                                  <p:childTnLst>
                                    <p:set>
                                      <p:cBhvr>
                                        <p:cTn id="16" dur="1" fill="hold">
                                          <p:stCondLst>
                                            <p:cond delay="0"/>
                                          </p:stCondLst>
                                        </p:cTn>
                                        <p:tgtEl>
                                          <p:spTgt spid="343"/>
                                        </p:tgtEl>
                                        <p:attrNameLst>
                                          <p:attrName>style.visibility</p:attrName>
                                        </p:attrNameLst>
                                      </p:cBhvr>
                                      <p:to>
                                        <p:strVal val="visible"/>
                                      </p:to>
                                    </p:set>
                                    <p:animEffect transition="in" filter="wheel(2)">
                                      <p:cBhvr>
                                        <p:cTn id="17" dur="500"/>
                                        <p:tgtEl>
                                          <p:spTgt spid="34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344"/>
                                        </p:tgtEl>
                                        <p:attrNameLst>
                                          <p:attrName>style.visibility</p:attrName>
                                        </p:attrNameLst>
                                      </p:cBhvr>
                                      <p:to>
                                        <p:strVal val="visible"/>
                                      </p:to>
                                    </p:set>
                                    <p:animEffect transition="in" filter="barn(inHorizontal)">
                                      <p:cBhvr>
                                        <p:cTn id="22" dur="500"/>
                                        <p:tgtEl>
                                          <p:spTgt spid="34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37"/>
                                        </p:tgtEl>
                                        <p:attrNameLst>
                                          <p:attrName>style.visibility</p:attrName>
                                        </p:attrNameLst>
                                      </p:cBhvr>
                                      <p:to>
                                        <p:strVal val="visible"/>
                                      </p:to>
                                    </p:set>
                                    <p:animEffect transition="in" filter="wipe(left)">
                                      <p:cBhvr>
                                        <p:cTn id="27" dur="500"/>
                                        <p:tgtEl>
                                          <p:spTgt spid="33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338"/>
                                        </p:tgtEl>
                                        <p:attrNameLst>
                                          <p:attrName>style.visibility</p:attrName>
                                        </p:attrNameLst>
                                      </p:cBhvr>
                                      <p:to>
                                        <p:strVal val="visible"/>
                                      </p:to>
                                    </p:set>
                                    <p:animEffect transition="in" filter="barn(outHorizontal)">
                                      <p:cBhvr>
                                        <p:cTn id="32" dur="500"/>
                                        <p:tgtEl>
                                          <p:spTgt spid="33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39"/>
                                        </p:tgtEl>
                                        <p:attrNameLst>
                                          <p:attrName>style.visibility</p:attrName>
                                        </p:attrNameLst>
                                      </p:cBhvr>
                                      <p:to>
                                        <p:strVal val="visible"/>
                                      </p:to>
                                    </p:set>
                                    <p:animEffect transition="in" filter="barn(inVertical)">
                                      <p:cBhvr>
                                        <p:cTn id="37" dur="500"/>
                                        <p:tgtEl>
                                          <p:spTgt spid="339"/>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340"/>
                                        </p:tgtEl>
                                        <p:attrNameLst>
                                          <p:attrName>style.visibility</p:attrName>
                                        </p:attrNameLst>
                                      </p:cBhvr>
                                      <p:to>
                                        <p:strVal val="visible"/>
                                      </p:to>
                                    </p:set>
                                    <p:animEffect transition="in" filter="randombar(horizontal)">
                                      <p:cBhvr>
                                        <p:cTn id="42" dur="500"/>
                                        <p:tgtEl>
                                          <p:spTgt spid="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3" name="组合 282"/>
          <p:cNvGrpSpPr/>
          <p:nvPr/>
        </p:nvGrpSpPr>
        <p:grpSpPr>
          <a:xfrm>
            <a:off x="6216649" y="1051958"/>
            <a:ext cx="5480051" cy="4464606"/>
            <a:chOff x="6216649" y="1051958"/>
            <a:chExt cx="5480051" cy="4464606"/>
          </a:xfrm>
        </p:grpSpPr>
        <p:sp>
          <p:nvSpPr>
            <p:cNvPr id="117" name="矩形 116"/>
            <p:cNvSpPr/>
            <p:nvPr/>
          </p:nvSpPr>
          <p:spPr>
            <a:xfrm>
              <a:off x="6216649" y="1051958"/>
              <a:ext cx="5480051" cy="4464606"/>
            </a:xfrm>
            <a:prstGeom prst="rect">
              <a:avLst/>
            </a:prstGeom>
            <a:solidFill>
              <a:schemeClr val="bg1"/>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79" name="组合 278"/>
            <p:cNvGrpSpPr/>
            <p:nvPr/>
          </p:nvGrpSpPr>
          <p:grpSpPr>
            <a:xfrm>
              <a:off x="6763747" y="1263477"/>
              <a:ext cx="4742328" cy="962029"/>
              <a:chOff x="6763747" y="1263477"/>
              <a:chExt cx="4742328" cy="962029"/>
            </a:xfrm>
          </p:grpSpPr>
          <p:sp>
            <p:nvSpPr>
              <p:cNvPr id="229" name="矩形 228"/>
              <p:cNvSpPr/>
              <p:nvPr/>
            </p:nvSpPr>
            <p:spPr>
              <a:xfrm>
                <a:off x="7225405" y="1263477"/>
                <a:ext cx="4275906" cy="962029"/>
              </a:xfrm>
              <a:prstGeom prst="rect">
                <a:avLst/>
              </a:prstGeom>
              <a:solidFill>
                <a:schemeClr val="bg1">
                  <a:lumMod val="95000"/>
                </a:schemeClr>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矩形 229"/>
              <p:cNvSpPr/>
              <p:nvPr/>
            </p:nvSpPr>
            <p:spPr>
              <a:xfrm>
                <a:off x="6763747" y="1263478"/>
                <a:ext cx="461657" cy="960156"/>
              </a:xfrm>
              <a:prstGeom prst="rect">
                <a:avLst/>
              </a:prstGeom>
              <a:solidFill>
                <a:schemeClr val="accent5"/>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1" name="文本框 230"/>
              <p:cNvSpPr txBox="1"/>
              <p:nvPr/>
            </p:nvSpPr>
            <p:spPr>
              <a:xfrm flipH="1">
                <a:off x="7478260" y="1377404"/>
                <a:ext cx="4027815" cy="734175"/>
              </a:xfrm>
              <a:prstGeom prst="rect">
                <a:avLst/>
              </a:prstGeom>
              <a:noFill/>
            </p:spPr>
            <p:txBody>
              <a:bodyPr wrap="square">
                <a:spAutoFit/>
              </a:bodyPr>
              <a:lstStyle/>
              <a:p>
                <a:pPr>
                  <a:lnSpc>
                    <a:spcPct val="120000"/>
                  </a:lnSpc>
                </a:pPr>
                <a:r>
                  <a:rPr lang="zh-CN" altLang="en-US" dirty="0"/>
                  <a:t>用</a:t>
                </a:r>
                <a:r>
                  <a:rPr lang="zh-CN" altLang="en-US" dirty="0">
                    <a:solidFill>
                      <a:srgbClr val="C00000"/>
                    </a:solidFill>
                  </a:rPr>
                  <a:t>“故事</a:t>
                </a:r>
                <a:r>
                  <a:rPr lang="en-US" altLang="zh-CN" dirty="0">
                    <a:solidFill>
                      <a:srgbClr val="C00000"/>
                    </a:solidFill>
                  </a:rPr>
                  <a:t>-</a:t>
                </a:r>
                <a:r>
                  <a:rPr lang="zh-CN" altLang="en-US" dirty="0">
                    <a:solidFill>
                      <a:srgbClr val="C00000"/>
                    </a:solidFill>
                  </a:rPr>
                  <a:t>共情</a:t>
                </a:r>
                <a:r>
                  <a:rPr lang="en-US" altLang="zh-CN" dirty="0">
                    <a:solidFill>
                      <a:srgbClr val="C00000"/>
                    </a:solidFill>
                  </a:rPr>
                  <a:t>-</a:t>
                </a:r>
                <a:r>
                  <a:rPr lang="zh-CN" altLang="en-US" dirty="0">
                    <a:solidFill>
                      <a:srgbClr val="C00000"/>
                    </a:solidFill>
                  </a:rPr>
                  <a:t>反思”</a:t>
                </a:r>
                <a:r>
                  <a:rPr lang="zh-CN" altLang="en-US" dirty="0"/>
                  <a:t>三词概括叙事医学核心，标注本节课对应活动</a:t>
                </a:r>
              </a:p>
            </p:txBody>
          </p:sp>
          <p:sp>
            <p:nvSpPr>
              <p:cNvPr id="232" name="文本框 78"/>
              <p:cNvSpPr txBox="1"/>
              <p:nvPr/>
            </p:nvSpPr>
            <p:spPr>
              <a:xfrm>
                <a:off x="6825874" y="1389613"/>
                <a:ext cx="337402"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rPr>
                  <a:t>锚定</a:t>
                </a:r>
                <a:endParaRPr lang="en-US" altLang="zh-CN" sz="2000" dirty="0">
                  <a:solidFill>
                    <a:schemeClr val="bg1"/>
                  </a:solidFill>
                  <a:latin typeface="思源黑体 CN Bold" panose="020B0800000000000000" pitchFamily="34" charset="-122"/>
                  <a:ea typeface="思源黑体 CN Bold" panose="020B0800000000000000" pitchFamily="34" charset="-122"/>
                </a:endParaRPr>
              </a:p>
            </p:txBody>
          </p:sp>
        </p:grpSp>
      </p:grpSp>
      <p:grpSp>
        <p:nvGrpSpPr>
          <p:cNvPr id="276" name="组合 275"/>
          <p:cNvGrpSpPr/>
          <p:nvPr/>
        </p:nvGrpSpPr>
        <p:grpSpPr>
          <a:xfrm>
            <a:off x="482599" y="1051958"/>
            <a:ext cx="5480051" cy="4464606"/>
            <a:chOff x="482599" y="1051958"/>
            <a:chExt cx="5480051" cy="4464606"/>
          </a:xfrm>
        </p:grpSpPr>
        <p:sp>
          <p:nvSpPr>
            <p:cNvPr id="116" name="矩形 115"/>
            <p:cNvSpPr/>
            <p:nvPr/>
          </p:nvSpPr>
          <p:spPr>
            <a:xfrm>
              <a:off x="482599" y="1051958"/>
              <a:ext cx="5480051" cy="4464606"/>
            </a:xfrm>
            <a:prstGeom prst="rect">
              <a:avLst/>
            </a:prstGeom>
            <a:solidFill>
              <a:schemeClr val="bg1"/>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8" name="矩形 257"/>
            <p:cNvSpPr/>
            <p:nvPr/>
          </p:nvSpPr>
          <p:spPr>
            <a:xfrm flipH="1">
              <a:off x="690690" y="1263477"/>
              <a:ext cx="4275906" cy="962029"/>
            </a:xfrm>
            <a:prstGeom prst="rect">
              <a:avLst/>
            </a:prstGeom>
            <a:solidFill>
              <a:schemeClr val="bg1">
                <a:lumMod val="95000"/>
              </a:schemeClr>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9" name="矩形 258"/>
            <p:cNvSpPr/>
            <p:nvPr/>
          </p:nvSpPr>
          <p:spPr>
            <a:xfrm flipH="1">
              <a:off x="4966597" y="1263478"/>
              <a:ext cx="461657" cy="960156"/>
            </a:xfrm>
            <a:prstGeom prst="rect">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0" name="文本框 259"/>
            <p:cNvSpPr txBox="1"/>
            <p:nvPr/>
          </p:nvSpPr>
          <p:spPr>
            <a:xfrm>
              <a:off x="685926" y="1377404"/>
              <a:ext cx="4027815" cy="734175"/>
            </a:xfrm>
            <a:prstGeom prst="rect">
              <a:avLst/>
            </a:prstGeom>
            <a:noFill/>
          </p:spPr>
          <p:txBody>
            <a:bodyPr wrap="square">
              <a:spAutoFit/>
            </a:bodyPr>
            <a:lstStyle/>
            <a:p>
              <a:pPr algn="r">
                <a:lnSpc>
                  <a:spcPct val="120000"/>
                </a:lnSpc>
              </a:pPr>
              <a:r>
                <a:rPr lang="zh-CN" altLang="en-US" dirty="0"/>
                <a:t>设置暂停点：在讲述关键情感处暂停，提问“此刻患者最需要医生说什么？”</a:t>
              </a:r>
            </a:p>
          </p:txBody>
        </p:sp>
        <p:sp>
          <p:nvSpPr>
            <p:cNvPr id="261" name="文本框 78"/>
            <p:cNvSpPr txBox="1"/>
            <p:nvPr/>
          </p:nvSpPr>
          <p:spPr>
            <a:xfrm flipH="1">
              <a:off x="5028725" y="1389613"/>
              <a:ext cx="337402"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播放</a:t>
              </a:r>
              <a:endParaRPr lang="en-US" altLang="zh-CN" sz="2000" dirty="0">
                <a:solidFill>
                  <a:schemeClr val="bg1"/>
                </a:solidFill>
                <a:latin typeface="思源黑体 CN Bold" panose="020B0800000000000000" pitchFamily="34" charset="-122"/>
                <a:ea typeface="思源黑体 CN Bold" panose="020B0800000000000000" pitchFamily="34" charset="-122"/>
              </a:endParaRPr>
            </a:p>
          </p:txBody>
        </p:sp>
      </p:grpSp>
      <p:cxnSp>
        <p:nvCxnSpPr>
          <p:cNvPr id="267" name="直接箭头连接符 266"/>
          <p:cNvCxnSpPr>
            <a:stCxn id="250" idx="1"/>
            <a:endCxn id="210" idx="1"/>
          </p:cNvCxnSpPr>
          <p:nvPr/>
        </p:nvCxnSpPr>
        <p:spPr>
          <a:xfrm>
            <a:off x="3611551" y="3284261"/>
            <a:ext cx="4968899"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教学实施过程</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5"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课中实施</a:t>
            </a:r>
          </a:p>
        </p:txBody>
      </p:sp>
      <p:cxnSp>
        <p:nvCxnSpPr>
          <p:cNvPr id="16" name="直接连接符 1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82" name="组合 281"/>
          <p:cNvGrpSpPr/>
          <p:nvPr/>
        </p:nvGrpSpPr>
        <p:grpSpPr>
          <a:xfrm>
            <a:off x="482600" y="5742834"/>
            <a:ext cx="11214100" cy="702086"/>
            <a:chOff x="482600" y="5742834"/>
            <a:chExt cx="11214100" cy="702086"/>
          </a:xfrm>
        </p:grpSpPr>
        <p:sp>
          <p:nvSpPr>
            <p:cNvPr id="17" name="圆角矩形 359"/>
            <p:cNvSpPr/>
            <p:nvPr/>
          </p:nvSpPr>
          <p:spPr bwMode="auto">
            <a:xfrm>
              <a:off x="482600" y="6187540"/>
              <a:ext cx="11214100" cy="257380"/>
            </a:xfrm>
            <a:prstGeom prst="roundRect">
              <a:avLst>
                <a:gd name="adj" fmla="val 0"/>
              </a:avLst>
            </a:prstGeom>
            <a:solidFill>
              <a:schemeClr val="accent1">
                <a:lumMod val="20000"/>
                <a:lumOff val="80000"/>
              </a:schemeClr>
            </a:soli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8" name="梯形 17"/>
            <p:cNvSpPr/>
            <p:nvPr/>
          </p:nvSpPr>
          <p:spPr>
            <a:xfrm>
              <a:off x="482600" y="5977237"/>
              <a:ext cx="11214100" cy="206203"/>
            </a:xfrm>
            <a:prstGeom prst="trapezoid">
              <a:avLst>
                <a:gd name="adj" fmla="val 158278"/>
              </a:avLst>
            </a:prstGeom>
            <a:gradFill flip="none" rotWithShape="1">
              <a:gsLst>
                <a:gs pos="0">
                  <a:schemeClr val="accent1">
                    <a:alpha val="0"/>
                  </a:schemeClr>
                </a:gs>
                <a:gs pos="100000">
                  <a:schemeClr val="accent1">
                    <a:alpha val="20000"/>
                  </a:schemeClr>
                </a:gs>
              </a:gsLst>
              <a:lin ang="5400000" scaled="1"/>
              <a:tileRect/>
            </a:gradFill>
            <a:ln w="6350" cap="rnd">
              <a:gradFill>
                <a:gsLst>
                  <a:gs pos="0">
                    <a:schemeClr val="accent1">
                      <a:alpha val="0"/>
                    </a:schemeClr>
                  </a:gs>
                  <a:gs pos="100000">
                    <a:schemeClr val="accent1"/>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26" name="文本框 25"/>
            <p:cNvSpPr txBox="1"/>
            <p:nvPr/>
          </p:nvSpPr>
          <p:spPr>
            <a:xfrm>
              <a:off x="5542804" y="5742834"/>
              <a:ext cx="1106393"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C00000"/>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总体流程</a:t>
              </a:r>
              <a:endParaRPr kumimoji="0" lang="zh-CN" altLang="en-US" sz="1800" b="0"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20" name="圆角矩形 359"/>
            <p:cNvSpPr/>
            <p:nvPr/>
          </p:nvSpPr>
          <p:spPr bwMode="auto">
            <a:xfrm>
              <a:off x="765820"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21" name="文本框 20"/>
            <p:cNvSpPr txBox="1"/>
            <p:nvPr/>
          </p:nvSpPr>
          <p:spPr>
            <a:xfrm>
              <a:off x="937730"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叙事导入</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01" name="圆角矩形 359"/>
            <p:cNvSpPr/>
            <p:nvPr/>
          </p:nvSpPr>
          <p:spPr bwMode="auto">
            <a:xfrm>
              <a:off x="2393859"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02" name="文本框 101"/>
            <p:cNvSpPr txBox="1"/>
            <p:nvPr/>
          </p:nvSpPr>
          <p:spPr>
            <a:xfrm>
              <a:off x="2565769"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共情实践</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04" name="圆角矩形 359"/>
            <p:cNvSpPr/>
            <p:nvPr/>
          </p:nvSpPr>
          <p:spPr bwMode="auto">
            <a:xfrm>
              <a:off x="4021898"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05" name="文本框 104"/>
            <p:cNvSpPr txBox="1"/>
            <p:nvPr/>
          </p:nvSpPr>
          <p:spPr>
            <a:xfrm>
              <a:off x="4193808"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反思整合</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07" name="圆角矩形 359"/>
            <p:cNvSpPr/>
            <p:nvPr/>
          </p:nvSpPr>
          <p:spPr bwMode="auto">
            <a:xfrm>
              <a:off x="6776174"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08" name="文本框 107"/>
            <p:cNvSpPr txBox="1"/>
            <p:nvPr/>
          </p:nvSpPr>
          <p:spPr>
            <a:xfrm>
              <a:off x="6948084"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叙事能力</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10" name="圆角矩形 359"/>
            <p:cNvSpPr/>
            <p:nvPr/>
          </p:nvSpPr>
          <p:spPr bwMode="auto">
            <a:xfrm>
              <a:off x="8404213"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11" name="文本框 110"/>
            <p:cNvSpPr txBox="1"/>
            <p:nvPr/>
          </p:nvSpPr>
          <p:spPr>
            <a:xfrm>
              <a:off x="8576123"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共情质量</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sp>
          <p:nvSpPr>
            <p:cNvPr id="113" name="圆角矩形 359"/>
            <p:cNvSpPr/>
            <p:nvPr/>
          </p:nvSpPr>
          <p:spPr bwMode="auto">
            <a:xfrm>
              <a:off x="10032252" y="5746357"/>
              <a:ext cx="1393929" cy="344215"/>
            </a:xfrm>
            <a:prstGeom prst="roundRect">
              <a:avLst>
                <a:gd name="adj" fmla="val 6818"/>
              </a:avLst>
            </a:prstGeom>
            <a:solidFill>
              <a:schemeClr val="accent1"/>
            </a:solidFill>
            <a:ln>
              <a:noFill/>
              <a:prstDash val="solid"/>
            </a:ln>
            <a:effectLst>
              <a:reflection blurRad="25400" stA="52000" endA="300" endPos="35000" dist="127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思源黑体 CN Regular" panose="020B0500000000000000" charset="-122"/>
                <a:ea typeface="思源黑体 CN Regular" panose="020B0500000000000000" charset="-122"/>
                <a:cs typeface="思源黑体 CN Regular" panose="020B0500000000000000" charset="-122"/>
              </a:endParaRPr>
            </a:p>
          </p:txBody>
        </p:sp>
        <p:sp>
          <p:nvSpPr>
            <p:cNvPr id="114" name="文本框 113"/>
            <p:cNvSpPr txBox="1"/>
            <p:nvPr/>
          </p:nvSpPr>
          <p:spPr>
            <a:xfrm>
              <a:off x="10204162" y="5749187"/>
              <a:ext cx="105010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rPr>
                <a:t>反思深度</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思源黑体 CN Regular" panose="020B0500000000000000" charset="-122"/>
              </a:endParaRPr>
            </a:p>
          </p:txBody>
        </p:sp>
      </p:grpSp>
      <p:grpSp>
        <p:nvGrpSpPr>
          <p:cNvPr id="275" name="组合 274"/>
          <p:cNvGrpSpPr/>
          <p:nvPr/>
        </p:nvGrpSpPr>
        <p:grpSpPr>
          <a:xfrm>
            <a:off x="5455328" y="1323868"/>
            <a:ext cx="1281344" cy="3920786"/>
            <a:chOff x="5455328" y="1323868"/>
            <a:chExt cx="1281344" cy="3920786"/>
          </a:xfrm>
        </p:grpSpPr>
        <p:sp>
          <p:nvSpPr>
            <p:cNvPr id="186" name="矩形 185"/>
            <p:cNvSpPr/>
            <p:nvPr/>
          </p:nvSpPr>
          <p:spPr>
            <a:xfrm rot="2700000">
              <a:off x="5500149" y="2688410"/>
              <a:ext cx="1191702" cy="1191702"/>
            </a:xfrm>
            <a:prstGeom prst="rect">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5">
                <a:solidFill>
                  <a:schemeClr val="bg1"/>
                </a:solidFill>
                <a:effectLst>
                  <a:outerShdw blurRad="137160" dist="41148" dir="2699997" algn="tl">
                    <a:srgbClr val="000000">
                      <a:alpha val="40000"/>
                    </a:srgbClr>
                  </a:outerShdw>
                </a:effectLst>
                <a:latin typeface="+mj-ea"/>
                <a:ea typeface="+mj-ea"/>
              </a:endParaRPr>
            </a:p>
          </p:txBody>
        </p:sp>
        <p:sp>
          <p:nvSpPr>
            <p:cNvPr id="187" name="文本框 186"/>
            <p:cNvSpPr txBox="1"/>
            <p:nvPr/>
          </p:nvSpPr>
          <p:spPr>
            <a:xfrm>
              <a:off x="5648960" y="2721969"/>
              <a:ext cx="894080" cy="1124585"/>
            </a:xfrm>
            <a:prstGeom prst="rect">
              <a:avLst/>
            </a:prstGeom>
            <a:noFill/>
          </p:spPr>
          <p:txBody>
            <a:bodyPr wrap="none">
              <a:spAutoFit/>
            </a:bodyPr>
            <a:lstStyle/>
            <a:p>
              <a:pPr algn="ctr">
                <a:lnSpc>
                  <a:spcPct val="120000"/>
                </a:lnSpc>
              </a:pPr>
              <a:r>
                <a:rPr lang="zh-CN" altLang="en-US" sz="2800" dirty="0">
                  <a:solidFill>
                    <a:schemeClr val="bg1"/>
                  </a:solidFill>
                  <a:effectLst>
                    <a:outerShdw blurRad="38100" dist="38100" dir="2700000" algn="tl">
                      <a:srgbClr val="000000">
                        <a:alpha val="43137"/>
                      </a:srgbClr>
                    </a:outerShdw>
                  </a:effectLst>
                  <a:sym typeface="+mn-ea"/>
                </a:rPr>
                <a:t>教学</a:t>
              </a:r>
            </a:p>
            <a:p>
              <a:pPr algn="ctr">
                <a:lnSpc>
                  <a:spcPct val="120000"/>
                </a:lnSpc>
              </a:pPr>
              <a:r>
                <a:rPr lang="zh-CN" altLang="en-US" sz="2800" dirty="0">
                  <a:solidFill>
                    <a:schemeClr val="bg1"/>
                  </a:solidFill>
                  <a:effectLst>
                    <a:outerShdw blurRad="38100" dist="38100" dir="2700000" algn="tl">
                      <a:srgbClr val="000000">
                        <a:alpha val="43137"/>
                      </a:srgbClr>
                    </a:outerShdw>
                  </a:effectLst>
                  <a:sym typeface="+mn-ea"/>
                </a:rPr>
                <a:t>实施</a:t>
              </a:r>
              <a:endParaRPr kumimoji="0" lang="zh-CN" altLang="en-US" sz="2800" b="0" i="0" kern="1200" cap="none" spc="0" normalizeH="0" baseline="0" noProof="0" dirty="0">
                <a:solidFill>
                  <a:schemeClr val="bg1"/>
                </a:solidFill>
                <a:effectLst>
                  <a:outerShdw blurRad="38100" dist="38100" dir="2700000" algn="tl">
                    <a:srgbClr val="000000">
                      <a:alpha val="43137"/>
                    </a:srgbClr>
                  </a:outerShdw>
                </a:effectLst>
                <a:latin typeface="+mn-ea"/>
                <a:sym typeface="+mn-ea"/>
              </a:endParaRPr>
            </a:p>
          </p:txBody>
        </p:sp>
        <p:sp>
          <p:nvSpPr>
            <p:cNvPr id="196" name="椭圆 195"/>
            <p:cNvSpPr/>
            <p:nvPr/>
          </p:nvSpPr>
          <p:spPr>
            <a:xfrm flipH="1">
              <a:off x="5675376" y="4403406"/>
              <a:ext cx="841248" cy="841248"/>
            </a:xfrm>
            <a:prstGeom prst="ellipse">
              <a:avLst/>
            </a:prstGeom>
            <a:solidFill>
              <a:schemeClr val="accent6"/>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r>
                <a:rPr lang="zh-CN" altLang="en-US" sz="2000" b="1">
                  <a:solidFill>
                    <a:schemeClr val="bg1"/>
                  </a:solidFill>
                  <a:effectLst>
                    <a:outerShdw blurRad="137160" dist="41148" dir="2699997" algn="tl">
                      <a:srgbClr val="000000">
                        <a:alpha val="40000"/>
                      </a:srgbClr>
                    </a:outerShdw>
                  </a:effectLst>
                  <a:latin typeface="+mj-ea"/>
                  <a:ea typeface="+mj-ea"/>
                  <a:sym typeface="+mn-ea"/>
                </a:rPr>
                <a:t>实践</a:t>
              </a:r>
              <a:endParaRPr lang="zh-CN" altLang="en-US" sz="20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00" name="椭圆 199"/>
            <p:cNvSpPr/>
            <p:nvPr/>
          </p:nvSpPr>
          <p:spPr>
            <a:xfrm rot="10800000" flipH="1" flipV="1">
              <a:off x="5675376" y="1323868"/>
              <a:ext cx="841248" cy="841248"/>
            </a:xfrm>
            <a:prstGeom prst="ellipse">
              <a:avLst/>
            </a:prstGeom>
            <a:solidFill>
              <a:schemeClr val="accent6"/>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r>
                <a:rPr lang="zh-CN" altLang="en-US" sz="2000" b="1">
                  <a:solidFill>
                    <a:schemeClr val="bg1"/>
                  </a:solidFill>
                  <a:effectLst>
                    <a:outerShdw blurRad="137160" dist="41148" dir="2699997" algn="tl">
                      <a:srgbClr val="000000">
                        <a:alpha val="40000"/>
                      </a:srgbClr>
                    </a:outerShdw>
                  </a:effectLst>
                  <a:latin typeface="+mj-ea"/>
                  <a:ea typeface="+mj-ea"/>
                  <a:sym typeface="+mn-ea"/>
                </a:rPr>
                <a:t>导入</a:t>
              </a:r>
              <a:endParaRPr lang="zh-CN" altLang="en-US" sz="20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15" name="Rectangle 1033+"/>
            <p:cNvSpPr/>
            <p:nvPr/>
          </p:nvSpPr>
          <p:spPr>
            <a:xfrm rot="2700000">
              <a:off x="5455328" y="2643589"/>
              <a:ext cx="1281344" cy="1281344"/>
            </a:xfrm>
            <a:prstGeom prst="rect">
              <a:avLst/>
            </a:prstGeom>
            <a:noFill/>
            <a:ln w="6350">
              <a:solidFill>
                <a:schemeClr val="bg1">
                  <a:lumMod val="75000"/>
                </a:schemeClr>
              </a:solidFill>
              <a:prstDash val="dash"/>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mj-ea"/>
                <a:ea typeface="+mj-ea"/>
              </a:endParaRPr>
            </a:p>
          </p:txBody>
        </p:sp>
      </p:grpSp>
      <p:grpSp>
        <p:nvGrpSpPr>
          <p:cNvPr id="280" name="组合 279"/>
          <p:cNvGrpSpPr/>
          <p:nvPr/>
        </p:nvGrpSpPr>
        <p:grpSpPr>
          <a:xfrm>
            <a:off x="7218549" y="2466613"/>
            <a:ext cx="4282762" cy="1635296"/>
            <a:chOff x="7218549" y="2466613"/>
            <a:chExt cx="4282762" cy="1635296"/>
          </a:xfrm>
        </p:grpSpPr>
        <p:sp>
          <p:nvSpPr>
            <p:cNvPr id="192" name="椭圆 191"/>
            <p:cNvSpPr/>
            <p:nvPr/>
          </p:nvSpPr>
          <p:spPr>
            <a:xfrm flipH="1">
              <a:off x="7218549" y="2917195"/>
              <a:ext cx="841248" cy="841248"/>
            </a:xfrm>
            <a:prstGeom prst="ellipse">
              <a:avLst/>
            </a:pr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2000" b="1">
                  <a:solidFill>
                    <a:schemeClr val="bg1"/>
                  </a:solidFill>
                  <a:effectLst>
                    <a:outerShdw blurRad="137160" dist="41148" dir="2699997" algn="tl">
                      <a:srgbClr val="000000">
                        <a:alpha val="40000"/>
                      </a:srgbClr>
                    </a:outerShdw>
                  </a:effectLst>
                  <a:latin typeface="+mj-ea"/>
                  <a:ea typeface="+mj-ea"/>
                </a:rPr>
                <a:t>整合</a:t>
              </a:r>
              <a:endParaRPr lang="zh-CN" altLang="en-US" sz="2000" b="1" dirty="0">
                <a:solidFill>
                  <a:schemeClr val="bg1"/>
                </a:solidFill>
                <a:effectLst>
                  <a:outerShdw blurRad="137160" dist="41148" dir="2699997" algn="tl">
                    <a:srgbClr val="000000">
                      <a:alpha val="40000"/>
                    </a:srgbClr>
                  </a:outerShdw>
                </a:effectLst>
                <a:latin typeface="+mj-ea"/>
                <a:ea typeface="+mj-ea"/>
              </a:endParaRPr>
            </a:p>
          </p:txBody>
        </p:sp>
        <p:sp>
          <p:nvSpPr>
            <p:cNvPr id="210" name="矩形: 圆角 209"/>
            <p:cNvSpPr/>
            <p:nvPr/>
          </p:nvSpPr>
          <p:spPr>
            <a:xfrm>
              <a:off x="8580450" y="2466613"/>
              <a:ext cx="2920861" cy="1635296"/>
            </a:xfrm>
            <a:prstGeom prst="roundRect">
              <a:avLst>
                <a:gd name="adj" fmla="val 0"/>
              </a:avLst>
            </a:prstGeom>
            <a:solidFill>
              <a:schemeClr val="accent5">
                <a:alpha val="10000"/>
              </a:schemeClr>
            </a:solidFill>
            <a:ln>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矩形: 圆角 211"/>
            <p:cNvSpPr/>
            <p:nvPr/>
          </p:nvSpPr>
          <p:spPr>
            <a:xfrm>
              <a:off x="8713574" y="2618146"/>
              <a:ext cx="2655407" cy="359410"/>
            </a:xfrm>
            <a:prstGeom prst="roundRect">
              <a:avLst>
                <a:gd name="adj" fmla="val 50000"/>
              </a:avLst>
            </a:pr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en-US" altLang="zh-CN" sz="1400" b="1">
                  <a:sym typeface="+mn-ea"/>
                </a:rPr>
                <a:t>3</a:t>
              </a:r>
              <a:r>
                <a:rPr lang="zh-CN" altLang="en-US" sz="1400" b="1">
                  <a:sym typeface="+mn-ea"/>
                </a:rPr>
                <a:t>分钟静默反思</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13" name="矩形: 圆角 212"/>
            <p:cNvSpPr/>
            <p:nvPr/>
          </p:nvSpPr>
          <p:spPr>
            <a:xfrm>
              <a:off x="8713574" y="3104556"/>
              <a:ext cx="2655407" cy="359410"/>
            </a:xfrm>
            <a:prstGeom prst="roundRect">
              <a:avLst>
                <a:gd name="adj" fmla="val 50000"/>
              </a:avLst>
            </a:pr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en-US" altLang="zh-CN" sz="1400" b="1">
                  <a:sym typeface="+mn-ea"/>
                </a:rPr>
                <a:t>8</a:t>
              </a:r>
              <a:r>
                <a:rPr lang="zh-CN" altLang="en-US" sz="1400" b="1">
                  <a:sym typeface="+mn-ea"/>
                </a:rPr>
                <a:t>分钟小组叙事分享</a:t>
              </a:r>
              <a:endParaRPr lang="zh-CN" altLang="en-US" sz="1400" b="1" dirty="0">
                <a:sym typeface="+mn-ea"/>
              </a:endParaRPr>
            </a:p>
          </p:txBody>
        </p:sp>
        <p:sp>
          <p:nvSpPr>
            <p:cNvPr id="214" name="矩形: 圆角 213"/>
            <p:cNvSpPr/>
            <p:nvPr/>
          </p:nvSpPr>
          <p:spPr>
            <a:xfrm>
              <a:off x="8712780" y="3590966"/>
              <a:ext cx="2655407" cy="359410"/>
            </a:xfrm>
            <a:prstGeom prst="roundRect">
              <a:avLst>
                <a:gd name="adj" fmla="val 50000"/>
              </a:avLst>
            </a:pr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en-US" altLang="zh-CN" sz="1400" b="1">
                  <a:sym typeface="+mn-ea"/>
                </a:rPr>
                <a:t>4</a:t>
              </a:r>
              <a:r>
                <a:rPr lang="zh-CN" altLang="en-US" sz="1400" b="1">
                  <a:sym typeface="+mn-ea"/>
                </a:rPr>
                <a:t>分钟教师总结</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grpSp>
      <p:grpSp>
        <p:nvGrpSpPr>
          <p:cNvPr id="281" name="组合 280"/>
          <p:cNvGrpSpPr/>
          <p:nvPr/>
        </p:nvGrpSpPr>
        <p:grpSpPr>
          <a:xfrm>
            <a:off x="6763747" y="4343016"/>
            <a:ext cx="4742328" cy="962029"/>
            <a:chOff x="6763747" y="4343016"/>
            <a:chExt cx="4742328" cy="962029"/>
          </a:xfrm>
        </p:grpSpPr>
        <p:sp>
          <p:nvSpPr>
            <p:cNvPr id="242" name="矩形 241"/>
            <p:cNvSpPr/>
            <p:nvPr/>
          </p:nvSpPr>
          <p:spPr>
            <a:xfrm>
              <a:off x="7225405" y="4343016"/>
              <a:ext cx="4275906" cy="962029"/>
            </a:xfrm>
            <a:prstGeom prst="rect">
              <a:avLst/>
            </a:prstGeom>
            <a:solidFill>
              <a:schemeClr val="bg1">
                <a:lumMod val="95000"/>
              </a:schemeClr>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矩形 242"/>
            <p:cNvSpPr/>
            <p:nvPr/>
          </p:nvSpPr>
          <p:spPr>
            <a:xfrm>
              <a:off x="6763747" y="4343017"/>
              <a:ext cx="461657" cy="960156"/>
            </a:xfrm>
            <a:prstGeom prst="rect">
              <a:avLst/>
            </a:prstGeom>
            <a:solidFill>
              <a:schemeClr val="accent5"/>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文本框 243"/>
            <p:cNvSpPr txBox="1"/>
            <p:nvPr/>
          </p:nvSpPr>
          <p:spPr>
            <a:xfrm flipH="1">
              <a:off x="7478260" y="4456943"/>
              <a:ext cx="4027815" cy="734175"/>
            </a:xfrm>
            <a:prstGeom prst="rect">
              <a:avLst/>
            </a:prstGeom>
            <a:noFill/>
          </p:spPr>
          <p:txBody>
            <a:bodyPr wrap="square">
              <a:spAutoFit/>
            </a:bodyPr>
            <a:lstStyle/>
            <a:p>
              <a:pPr>
                <a:lnSpc>
                  <a:spcPct val="120000"/>
                </a:lnSpc>
              </a:pPr>
              <a:r>
                <a:rPr lang="zh-CN" altLang="en-US" dirty="0"/>
                <a:t>为内向学生提供</a:t>
              </a:r>
              <a:r>
                <a:rPr lang="zh-CN" altLang="en-US" dirty="0">
                  <a:solidFill>
                    <a:srgbClr val="C00000"/>
                  </a:solidFill>
                </a:rPr>
                <a:t>“书面叙事”</a:t>
              </a:r>
              <a:r>
                <a:rPr lang="zh-CN" altLang="en-US" dirty="0"/>
                <a:t>替代分享方式，设计</a:t>
              </a:r>
              <a:r>
                <a:rPr lang="zh-CN" altLang="en-US" dirty="0">
                  <a:solidFill>
                    <a:srgbClr val="C00000"/>
                  </a:solidFill>
                </a:rPr>
                <a:t>“高级叙事挑战”</a:t>
              </a:r>
            </a:p>
          </p:txBody>
        </p:sp>
        <p:sp>
          <p:nvSpPr>
            <p:cNvPr id="245" name="文本框 78"/>
            <p:cNvSpPr txBox="1"/>
            <p:nvPr/>
          </p:nvSpPr>
          <p:spPr>
            <a:xfrm>
              <a:off x="6825874" y="4469152"/>
              <a:ext cx="337402"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rPr>
                <a:t>差异</a:t>
              </a:r>
              <a:endParaRPr lang="en-US" altLang="zh-CN" sz="20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277" name="组合 276"/>
          <p:cNvGrpSpPr/>
          <p:nvPr/>
        </p:nvGrpSpPr>
        <p:grpSpPr>
          <a:xfrm>
            <a:off x="690690" y="2466613"/>
            <a:ext cx="4282762" cy="1635296"/>
            <a:chOff x="690690" y="2466613"/>
            <a:chExt cx="4282762" cy="1635296"/>
          </a:xfrm>
        </p:grpSpPr>
        <p:sp>
          <p:nvSpPr>
            <p:cNvPr id="249" name="椭圆 248"/>
            <p:cNvSpPr/>
            <p:nvPr/>
          </p:nvSpPr>
          <p:spPr>
            <a:xfrm>
              <a:off x="4132204" y="2917195"/>
              <a:ext cx="841248" cy="841248"/>
            </a:xfrm>
            <a:prstGeom prst="ellipse">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2000" b="1" dirty="0">
                  <a:solidFill>
                    <a:schemeClr val="bg1"/>
                  </a:solidFill>
                  <a:effectLst>
                    <a:outerShdw blurRad="137160" dist="41148" dir="2699997" algn="tl">
                      <a:srgbClr val="000000">
                        <a:alpha val="40000"/>
                      </a:srgbClr>
                    </a:outerShdw>
                  </a:effectLst>
                  <a:latin typeface="+mj-ea"/>
                  <a:ea typeface="+mj-ea"/>
                </a:rPr>
                <a:t>环节</a:t>
              </a:r>
            </a:p>
          </p:txBody>
        </p:sp>
        <p:sp>
          <p:nvSpPr>
            <p:cNvPr id="250" name="矩形: 圆角 249"/>
            <p:cNvSpPr/>
            <p:nvPr/>
          </p:nvSpPr>
          <p:spPr>
            <a:xfrm flipH="1">
              <a:off x="690690" y="2466613"/>
              <a:ext cx="2920861" cy="1635296"/>
            </a:xfrm>
            <a:prstGeom prst="roundRect">
              <a:avLst>
                <a:gd name="adj" fmla="val 0"/>
              </a:avLst>
            </a:prstGeom>
            <a:solidFill>
              <a:schemeClr val="accent2">
                <a:alpha val="10000"/>
              </a:schemeClr>
            </a:solid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2" name="矩形: 圆角 261"/>
            <p:cNvSpPr/>
            <p:nvPr/>
          </p:nvSpPr>
          <p:spPr>
            <a:xfrm flipH="1">
              <a:off x="823020" y="2618146"/>
              <a:ext cx="2655407" cy="359410"/>
            </a:xfrm>
            <a:prstGeom prst="roundRect">
              <a:avLst>
                <a:gd name="adj" fmla="val 50000"/>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1400" b="1" dirty="0">
                  <a:sym typeface="+mn-ea"/>
                </a:rPr>
                <a:t>微叙事访谈（</a:t>
              </a:r>
              <a:r>
                <a:rPr lang="en-US" altLang="zh-CN" sz="1400" b="1" dirty="0">
                  <a:sym typeface="+mn-ea"/>
                </a:rPr>
                <a:t>10</a:t>
              </a:r>
              <a:r>
                <a:rPr lang="zh-CN" altLang="en-US" sz="1400" b="1" dirty="0">
                  <a:sym typeface="+mn-ea"/>
                </a:rPr>
                <a:t>分钟）</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63" name="矩形: 圆角 262"/>
            <p:cNvSpPr/>
            <p:nvPr/>
          </p:nvSpPr>
          <p:spPr>
            <a:xfrm flipH="1">
              <a:off x="823020" y="3104556"/>
              <a:ext cx="2655407" cy="359410"/>
            </a:xfrm>
            <a:prstGeom prst="roundRect">
              <a:avLst>
                <a:gd name="adj" fmla="val 50000"/>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1400" b="1">
                  <a:sym typeface="+mn-ea"/>
                </a:rPr>
                <a:t>情感标注训练（</a:t>
              </a:r>
              <a:r>
                <a:rPr lang="en-US" altLang="zh-CN" sz="1400" b="1">
                  <a:sym typeface="+mn-ea"/>
                </a:rPr>
                <a:t>10</a:t>
              </a:r>
              <a:r>
                <a:rPr lang="zh-CN" altLang="en-US" sz="1400" b="1">
                  <a:sym typeface="+mn-ea"/>
                </a:rPr>
                <a:t>分钟）</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sp>
          <p:nvSpPr>
            <p:cNvPr id="264" name="矩形: 圆角 263"/>
            <p:cNvSpPr/>
            <p:nvPr/>
          </p:nvSpPr>
          <p:spPr>
            <a:xfrm flipH="1">
              <a:off x="823814" y="3590966"/>
              <a:ext cx="2655407" cy="359410"/>
            </a:xfrm>
            <a:prstGeom prst="roundRect">
              <a:avLst>
                <a:gd name="adj" fmla="val 50000"/>
              </a:avLst>
            </a:prstGeom>
            <a:solidFill>
              <a:schemeClr val="accent2"/>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r>
                <a:rPr lang="zh-CN" altLang="en-US" sz="1400" b="1">
                  <a:sym typeface="+mn-ea"/>
                </a:rPr>
                <a:t>共情回应改写（</a:t>
              </a:r>
              <a:r>
                <a:rPr lang="en-US" altLang="zh-CN" sz="1400" b="1">
                  <a:sym typeface="+mn-ea"/>
                </a:rPr>
                <a:t>15</a:t>
              </a:r>
              <a:r>
                <a:rPr lang="zh-CN" altLang="en-US" sz="1400" b="1">
                  <a:sym typeface="+mn-ea"/>
                </a:rPr>
                <a:t>分钟）</a:t>
              </a:r>
              <a:endParaRPr lang="zh-CN" altLang="en-US" sz="1400" b="1" dirty="0">
                <a:solidFill>
                  <a:schemeClr val="bg1"/>
                </a:solidFill>
                <a:effectLst>
                  <a:outerShdw blurRad="137160" dist="41148" dir="2699997" algn="tl">
                    <a:srgbClr val="000000">
                      <a:alpha val="40000"/>
                    </a:srgbClr>
                  </a:outerShdw>
                </a:effectLst>
                <a:latin typeface="+mj-ea"/>
                <a:ea typeface="+mj-ea"/>
                <a:sym typeface="+mn-ea"/>
              </a:endParaRPr>
            </a:p>
          </p:txBody>
        </p:sp>
      </p:grpSp>
      <p:grpSp>
        <p:nvGrpSpPr>
          <p:cNvPr id="278" name="组合 277"/>
          <p:cNvGrpSpPr/>
          <p:nvPr/>
        </p:nvGrpSpPr>
        <p:grpSpPr>
          <a:xfrm>
            <a:off x="685926" y="4343016"/>
            <a:ext cx="4742328" cy="962029"/>
            <a:chOff x="685926" y="4343016"/>
            <a:chExt cx="4742328" cy="962029"/>
          </a:xfrm>
        </p:grpSpPr>
        <p:sp>
          <p:nvSpPr>
            <p:cNvPr id="254" name="矩形 253"/>
            <p:cNvSpPr/>
            <p:nvPr/>
          </p:nvSpPr>
          <p:spPr>
            <a:xfrm flipH="1">
              <a:off x="690690" y="4343016"/>
              <a:ext cx="4275906" cy="962029"/>
            </a:xfrm>
            <a:prstGeom prst="rect">
              <a:avLst/>
            </a:prstGeom>
            <a:solidFill>
              <a:schemeClr val="bg1">
                <a:lumMod val="95000"/>
              </a:schemeClr>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矩形 254"/>
            <p:cNvSpPr/>
            <p:nvPr/>
          </p:nvSpPr>
          <p:spPr>
            <a:xfrm flipH="1">
              <a:off x="4966597" y="4343017"/>
              <a:ext cx="461657" cy="960156"/>
            </a:xfrm>
            <a:prstGeom prst="rect">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6" name="文本框 255"/>
            <p:cNvSpPr txBox="1"/>
            <p:nvPr/>
          </p:nvSpPr>
          <p:spPr>
            <a:xfrm>
              <a:off x="685926" y="4456943"/>
              <a:ext cx="4027815" cy="734175"/>
            </a:xfrm>
            <a:prstGeom prst="rect">
              <a:avLst/>
            </a:prstGeom>
            <a:noFill/>
          </p:spPr>
          <p:txBody>
            <a:bodyPr wrap="square">
              <a:spAutoFit/>
            </a:bodyPr>
            <a:lstStyle/>
            <a:p>
              <a:pPr algn="r">
                <a:lnSpc>
                  <a:spcPct val="120000"/>
                </a:lnSpc>
              </a:pPr>
              <a:r>
                <a:rPr lang="zh-CN" altLang="en-US" dirty="0"/>
                <a:t>教师随时观察情感强度，必要时引导深呼吸或简短正念练习</a:t>
              </a:r>
            </a:p>
          </p:txBody>
        </p:sp>
        <p:sp>
          <p:nvSpPr>
            <p:cNvPr id="257" name="文本框 78"/>
            <p:cNvSpPr txBox="1"/>
            <p:nvPr/>
          </p:nvSpPr>
          <p:spPr>
            <a:xfrm flipH="1">
              <a:off x="5028725" y="4469152"/>
              <a:ext cx="337402"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保障</a:t>
              </a:r>
              <a:endParaRPr lang="en-US" altLang="zh-CN" sz="2000" dirty="0">
                <a:solidFill>
                  <a:schemeClr val="bg1"/>
                </a:solidFill>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747023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75"/>
                                        </p:tgtEl>
                                        <p:attrNameLst>
                                          <p:attrName>style.visibility</p:attrName>
                                        </p:attrNameLst>
                                      </p:cBhvr>
                                      <p:to>
                                        <p:strVal val="visible"/>
                                      </p:to>
                                    </p:set>
                                    <p:animEffect transition="in" filter="barn(outHorizontal)">
                                      <p:cBhvr>
                                        <p:cTn id="7" dur="500"/>
                                        <p:tgtEl>
                                          <p:spTgt spid="27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76"/>
                                        </p:tgtEl>
                                        <p:attrNameLst>
                                          <p:attrName>style.visibility</p:attrName>
                                        </p:attrNameLst>
                                      </p:cBhvr>
                                      <p:to>
                                        <p:strVal val="visible"/>
                                      </p:to>
                                    </p:set>
                                    <p:animEffect transition="in" filter="wipe(right)">
                                      <p:cBhvr>
                                        <p:cTn id="12" dur="500"/>
                                        <p:tgtEl>
                                          <p:spTgt spid="27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83"/>
                                        </p:tgtEl>
                                        <p:attrNameLst>
                                          <p:attrName>style.visibility</p:attrName>
                                        </p:attrNameLst>
                                      </p:cBhvr>
                                      <p:to>
                                        <p:strVal val="visible"/>
                                      </p:to>
                                    </p:set>
                                    <p:animEffect transition="in" filter="wipe(left)">
                                      <p:cBhvr>
                                        <p:cTn id="17" dur="500"/>
                                        <p:tgtEl>
                                          <p:spTgt spid="28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5" fill="hold" nodeType="clickEffect">
                                  <p:stCondLst>
                                    <p:cond delay="0"/>
                                  </p:stCondLst>
                                  <p:childTnLst>
                                    <p:set>
                                      <p:cBhvr>
                                        <p:cTn id="21" dur="1" fill="hold">
                                          <p:stCondLst>
                                            <p:cond delay="0"/>
                                          </p:stCondLst>
                                        </p:cTn>
                                        <p:tgtEl>
                                          <p:spTgt spid="267"/>
                                        </p:tgtEl>
                                        <p:attrNameLst>
                                          <p:attrName>style.visibility</p:attrName>
                                        </p:attrNameLst>
                                      </p:cBhvr>
                                      <p:to>
                                        <p:strVal val="visible"/>
                                      </p:to>
                                    </p:set>
                                    <p:animEffect transition="in" filter="randombar(vertical)">
                                      <p:cBhvr>
                                        <p:cTn id="22" dur="500"/>
                                        <p:tgtEl>
                                          <p:spTgt spid="26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277"/>
                                        </p:tgtEl>
                                        <p:attrNameLst>
                                          <p:attrName>style.visibility</p:attrName>
                                        </p:attrNameLst>
                                      </p:cBhvr>
                                      <p:to>
                                        <p:strVal val="visible"/>
                                      </p:to>
                                    </p:set>
                                    <p:animEffect transition="in" filter="wipe(right)">
                                      <p:cBhvr>
                                        <p:cTn id="27" dur="500"/>
                                        <p:tgtEl>
                                          <p:spTgt spid="27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80"/>
                                        </p:tgtEl>
                                        <p:attrNameLst>
                                          <p:attrName>style.visibility</p:attrName>
                                        </p:attrNameLst>
                                      </p:cBhvr>
                                      <p:to>
                                        <p:strVal val="visible"/>
                                      </p:to>
                                    </p:set>
                                    <p:animEffect transition="in" filter="wipe(left)">
                                      <p:cBhvr>
                                        <p:cTn id="32" dur="500"/>
                                        <p:tgtEl>
                                          <p:spTgt spid="280"/>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278"/>
                                        </p:tgtEl>
                                        <p:attrNameLst>
                                          <p:attrName>style.visibility</p:attrName>
                                        </p:attrNameLst>
                                      </p:cBhvr>
                                      <p:to>
                                        <p:strVal val="visible"/>
                                      </p:to>
                                    </p:set>
                                    <p:animEffect transition="in" filter="fade">
                                      <p:cBhvr>
                                        <p:cTn id="37" dur="500"/>
                                        <p:tgtEl>
                                          <p:spTgt spid="278"/>
                                        </p:tgtEl>
                                      </p:cBhvr>
                                    </p:animEffect>
                                    <p:anim calcmode="lin" valueType="num">
                                      <p:cBhvr>
                                        <p:cTn id="38" dur="500" fill="hold"/>
                                        <p:tgtEl>
                                          <p:spTgt spid="278"/>
                                        </p:tgtEl>
                                        <p:attrNameLst>
                                          <p:attrName>ppt_x</p:attrName>
                                        </p:attrNameLst>
                                      </p:cBhvr>
                                      <p:tavLst>
                                        <p:tav tm="0">
                                          <p:val>
                                            <p:strVal val="#ppt_x"/>
                                          </p:val>
                                        </p:tav>
                                        <p:tav tm="100000">
                                          <p:val>
                                            <p:strVal val="#ppt_x"/>
                                          </p:val>
                                        </p:tav>
                                      </p:tavLst>
                                    </p:anim>
                                    <p:anim calcmode="lin" valueType="num">
                                      <p:cBhvr>
                                        <p:cTn id="39" dur="500" fill="hold"/>
                                        <p:tgtEl>
                                          <p:spTgt spid="278"/>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281"/>
                                        </p:tgtEl>
                                        <p:attrNameLst>
                                          <p:attrName>style.visibility</p:attrName>
                                        </p:attrNameLst>
                                      </p:cBhvr>
                                      <p:to>
                                        <p:strVal val="visible"/>
                                      </p:to>
                                    </p:set>
                                    <p:animEffect transition="in" filter="fade">
                                      <p:cBhvr>
                                        <p:cTn id="44" dur="500"/>
                                        <p:tgtEl>
                                          <p:spTgt spid="281"/>
                                        </p:tgtEl>
                                      </p:cBhvr>
                                    </p:animEffect>
                                    <p:anim calcmode="lin" valueType="num">
                                      <p:cBhvr>
                                        <p:cTn id="45" dur="500" fill="hold"/>
                                        <p:tgtEl>
                                          <p:spTgt spid="281"/>
                                        </p:tgtEl>
                                        <p:attrNameLst>
                                          <p:attrName>ppt_x</p:attrName>
                                        </p:attrNameLst>
                                      </p:cBhvr>
                                      <p:tavLst>
                                        <p:tav tm="0">
                                          <p:val>
                                            <p:strVal val="#ppt_x"/>
                                          </p:val>
                                        </p:tav>
                                        <p:tav tm="100000">
                                          <p:val>
                                            <p:strVal val="#ppt_x"/>
                                          </p:val>
                                        </p:tav>
                                      </p:tavLst>
                                    </p:anim>
                                    <p:anim calcmode="lin" valueType="num">
                                      <p:cBhvr>
                                        <p:cTn id="46" dur="500" fill="hold"/>
                                        <p:tgtEl>
                                          <p:spTgt spid="281"/>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6" presetClass="entr" presetSubtype="37" fill="hold" nodeType="clickEffect">
                                  <p:stCondLst>
                                    <p:cond delay="0"/>
                                  </p:stCondLst>
                                  <p:childTnLst>
                                    <p:set>
                                      <p:cBhvr>
                                        <p:cTn id="50" dur="1" fill="hold">
                                          <p:stCondLst>
                                            <p:cond delay="0"/>
                                          </p:stCondLst>
                                        </p:cTn>
                                        <p:tgtEl>
                                          <p:spTgt spid="282"/>
                                        </p:tgtEl>
                                        <p:attrNameLst>
                                          <p:attrName>style.visibility</p:attrName>
                                        </p:attrNameLst>
                                      </p:cBhvr>
                                      <p:to>
                                        <p:strVal val="visible"/>
                                      </p:to>
                                    </p:set>
                                    <p:animEffect transition="in" filter="barn(outVertical)">
                                      <p:cBhvr>
                                        <p:cTn id="51" dur="500"/>
                                        <p:tgtEl>
                                          <p:spTgt spid="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5" name="组合 144"/>
          <p:cNvGrpSpPr/>
          <p:nvPr/>
        </p:nvGrpSpPr>
        <p:grpSpPr>
          <a:xfrm>
            <a:off x="4162626" y="994807"/>
            <a:ext cx="7534074" cy="5444093"/>
            <a:chOff x="4162626" y="994807"/>
            <a:chExt cx="7534074" cy="5444093"/>
          </a:xfrm>
        </p:grpSpPr>
        <p:sp>
          <p:nvSpPr>
            <p:cNvPr id="55" name="矩形 54"/>
            <p:cNvSpPr/>
            <p:nvPr/>
          </p:nvSpPr>
          <p:spPr>
            <a:xfrm>
              <a:off x="4162626" y="994807"/>
              <a:ext cx="7534074" cy="5444093"/>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p:cNvSpPr/>
            <p:nvPr/>
          </p:nvSpPr>
          <p:spPr>
            <a:xfrm>
              <a:off x="4884521" y="1583698"/>
              <a:ext cx="6294120" cy="1446530"/>
            </a:xfrm>
            <a:prstGeom prst="ellipse">
              <a:avLst/>
            </a:prstGeom>
            <a:ln w="12700">
              <a:solidFill>
                <a:schemeClr val="accent1"/>
              </a:solidFill>
            </a:ln>
            <a:effectLst/>
          </p:spPr>
          <p:style>
            <a:lnRef idx="2">
              <a:schemeClr val="accent1"/>
            </a:lnRef>
            <a:fillRef idx="0">
              <a:srgbClr val="FFFFFF"/>
            </a:fillRef>
            <a:effectRef idx="0">
              <a:srgbClr val="FFFFFF"/>
            </a:effectRef>
            <a:fontRef idx="minor">
              <a:schemeClr val="tx1"/>
            </a:fontRef>
          </p:style>
          <p:txBody>
            <a:bodyPr lIns="109728" tIns="54864" rIns="109728" bIns="54864" rtlCol="0" anchor="ctr"/>
            <a:lstStyle/>
            <a:p>
              <a:pPr algn="ctr"/>
              <a:endParaRPr lang="zh-CN" altLang="en-US" sz="2160"/>
            </a:p>
          </p:txBody>
        </p:sp>
        <p:sp>
          <p:nvSpPr>
            <p:cNvPr id="116" name="椭圆 115"/>
            <p:cNvSpPr/>
            <p:nvPr/>
          </p:nvSpPr>
          <p:spPr>
            <a:xfrm>
              <a:off x="7555966" y="260160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人文素养</a:t>
              </a:r>
              <a:endParaRPr lang="zh-CN" altLang="en-US" sz="1500" dirty="0">
                <a:solidFill>
                  <a:schemeClr val="bg1"/>
                </a:solidFill>
              </a:endParaRPr>
            </a:p>
          </p:txBody>
        </p:sp>
        <p:sp>
          <p:nvSpPr>
            <p:cNvPr id="117" name="椭圆 116"/>
            <p:cNvSpPr/>
            <p:nvPr/>
          </p:nvSpPr>
          <p:spPr>
            <a:xfrm>
              <a:off x="5876391" y="251016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职业认同</a:t>
              </a:r>
              <a:endParaRPr lang="zh-CN" altLang="en-US" sz="1500" dirty="0">
                <a:solidFill>
                  <a:schemeClr val="bg1"/>
                </a:solidFill>
              </a:endParaRPr>
            </a:p>
          </p:txBody>
        </p:sp>
        <p:sp>
          <p:nvSpPr>
            <p:cNvPr id="118" name="椭圆 117"/>
            <p:cNvSpPr/>
            <p:nvPr/>
          </p:nvSpPr>
          <p:spPr>
            <a:xfrm>
              <a:off x="4440021" y="214567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dirty="0">
                  <a:solidFill>
                    <a:schemeClr val="bg1"/>
                  </a:solidFill>
                </a:rPr>
                <a:t>系统创新</a:t>
              </a:r>
            </a:p>
          </p:txBody>
        </p:sp>
        <p:sp>
          <p:nvSpPr>
            <p:cNvPr id="119" name="椭圆 118"/>
            <p:cNvSpPr/>
            <p:nvPr/>
          </p:nvSpPr>
          <p:spPr>
            <a:xfrm>
              <a:off x="6606641" y="125159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叙事能力</a:t>
              </a:r>
              <a:endParaRPr lang="zh-CN" altLang="en-US" sz="1500" dirty="0">
                <a:solidFill>
                  <a:schemeClr val="bg1"/>
                </a:solidFill>
              </a:endParaRPr>
            </a:p>
          </p:txBody>
        </p:sp>
        <p:sp>
          <p:nvSpPr>
            <p:cNvPr id="120" name="椭圆 119"/>
            <p:cNvSpPr/>
            <p:nvPr/>
          </p:nvSpPr>
          <p:spPr>
            <a:xfrm>
              <a:off x="8550376" y="121476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共情水平</a:t>
              </a:r>
            </a:p>
          </p:txBody>
        </p:sp>
        <p:sp>
          <p:nvSpPr>
            <p:cNvPr id="121" name="椭圆 120"/>
            <p:cNvSpPr/>
            <p:nvPr/>
          </p:nvSpPr>
          <p:spPr>
            <a:xfrm>
              <a:off x="10555071" y="214567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共同决策</a:t>
              </a:r>
            </a:p>
          </p:txBody>
        </p:sp>
        <p:sp>
          <p:nvSpPr>
            <p:cNvPr id="122" name="椭圆 121"/>
            <p:cNvSpPr/>
            <p:nvPr/>
          </p:nvSpPr>
          <p:spPr>
            <a:xfrm>
              <a:off x="9235541" y="2510163"/>
              <a:ext cx="864235" cy="864235"/>
            </a:xfrm>
            <a:prstGeom prst="ellipse">
              <a:avLst/>
            </a:prstGeom>
            <a:solidFill>
              <a:schemeClr val="accent1"/>
            </a:solidFill>
            <a:ln w="6350">
              <a:solidFill>
                <a:schemeClr val="accent1">
                  <a:lumMod val="75000"/>
                </a:schemeClr>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500">
                  <a:solidFill>
                    <a:schemeClr val="bg1"/>
                  </a:solidFill>
                </a:rPr>
                <a:t>沟通质量</a:t>
              </a:r>
            </a:p>
          </p:txBody>
        </p:sp>
        <p:sp>
          <p:nvSpPr>
            <p:cNvPr id="124" name="等腰三角形 123"/>
            <p:cNvSpPr/>
            <p:nvPr/>
          </p:nvSpPr>
          <p:spPr>
            <a:xfrm rot="16200000">
              <a:off x="7038441" y="2927993"/>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5" name="等腰三角形 124"/>
            <p:cNvSpPr/>
            <p:nvPr/>
          </p:nvSpPr>
          <p:spPr>
            <a:xfrm rot="17100000">
              <a:off x="5525236" y="2698123"/>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6" name="等腰三角形 125"/>
            <p:cNvSpPr/>
            <p:nvPr/>
          </p:nvSpPr>
          <p:spPr>
            <a:xfrm rot="4680000">
              <a:off x="5955131" y="1686568"/>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7" name="等腰三角形 126"/>
            <p:cNvSpPr/>
            <p:nvPr/>
          </p:nvSpPr>
          <p:spPr>
            <a:xfrm rot="5400000">
              <a:off x="7988401" y="1518928"/>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8" name="等腰三角形 127"/>
            <p:cNvSpPr/>
            <p:nvPr/>
          </p:nvSpPr>
          <p:spPr>
            <a:xfrm rot="5982170">
              <a:off x="10043261" y="1699585"/>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29" name="等腰三角形 128"/>
            <p:cNvSpPr/>
            <p:nvPr/>
          </p:nvSpPr>
          <p:spPr>
            <a:xfrm rot="15360000">
              <a:off x="10314406" y="2722888"/>
              <a:ext cx="129540" cy="129540"/>
            </a:xfrm>
            <a:prstGeom prst="triangle">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33" name="文本框 132"/>
            <p:cNvSpPr txBox="1"/>
            <p:nvPr/>
          </p:nvSpPr>
          <p:spPr>
            <a:xfrm>
              <a:off x="6860941" y="2130998"/>
              <a:ext cx="2196500" cy="406265"/>
            </a:xfrm>
            <a:prstGeom prst="rect">
              <a:avLst/>
            </a:prstGeom>
            <a:ln>
              <a:noFill/>
            </a:ln>
            <a:effectLst/>
          </p:spPr>
          <p:txBody>
            <a:bodyPr wrap="none" lIns="109728" tIns="54864" rIns="109728" bIns="54864">
              <a:spAutoFit/>
              <a:extLst>
                <a:ext uri="{4A0BC546-FE56-4ADE-93B0-CB8AF2F6F144}">
                  <wpsdc:textFrameExt xmlns:wpsdc="http://www.wps.cn/officeDocument/2022/drawingmlCustomData" xmlns="" type="text"/>
                </a:ext>
              </a:extLst>
            </a:bodyPr>
            <a:lstStyle/>
            <a:p>
              <a:pPr algn="ctr"/>
              <a:r>
                <a:rPr lang="zh-CN" altLang="en-US" sz="1920" dirty="0">
                  <a:solidFill>
                    <a:srgbClr val="C00000"/>
                  </a:solidFill>
                  <a:latin typeface="思源黑体 CN Bold" panose="020B0800000000000000" pitchFamily="34" charset="-122"/>
                  <a:ea typeface="思源黑体 CN Bold" panose="020B0800000000000000" pitchFamily="34" charset="-122"/>
                </a:rPr>
                <a:t>“以患者为中心”</a:t>
              </a:r>
            </a:p>
          </p:txBody>
        </p:sp>
      </p:grpSp>
      <p:sp>
        <p:nvSpPr>
          <p:cNvPr id="1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a:solidFill>
                  <a:schemeClr val="accent1"/>
                </a:solidFill>
                <a:latin typeface="思源黑体 CN Bold" panose="020B0800000000000000" pitchFamily="34" charset="-122"/>
                <a:ea typeface="思源黑体 CN Bold" panose="020B0800000000000000" pitchFamily="34" charset="-122"/>
              </a:rPr>
              <a:t>反思与改进</a:t>
            </a:r>
            <a:endParaRPr lang="zh-CN" altLang="en-US" sz="2800" dirty="0">
              <a:solidFill>
                <a:schemeClr val="accent1"/>
              </a:solidFill>
              <a:latin typeface="思源黑体 CN Bold" panose="020B0800000000000000" pitchFamily="34" charset="-122"/>
              <a:ea typeface="思源黑体 CN Bold" panose="020B0800000000000000" pitchFamily="34" charset="-122"/>
            </a:endParaRPr>
          </a:p>
        </p:txBody>
      </p:sp>
      <p:sp>
        <p:nvSpPr>
          <p:cNvPr id="15" name="文本框 78"/>
          <p:cNvSpPr txBox="1"/>
          <p:nvPr/>
        </p:nvSpPr>
        <p:spPr>
          <a:xfrm>
            <a:off x="243688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教学成效</a:t>
            </a:r>
          </a:p>
        </p:txBody>
      </p:sp>
      <p:cxnSp>
        <p:nvCxnSpPr>
          <p:cNvPr id="16" name="直接连接符 1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44" name="组合 143"/>
          <p:cNvGrpSpPr/>
          <p:nvPr/>
        </p:nvGrpSpPr>
        <p:grpSpPr>
          <a:xfrm>
            <a:off x="504810" y="1315914"/>
            <a:ext cx="3408044" cy="5008686"/>
            <a:chOff x="504810" y="1315914"/>
            <a:chExt cx="3408044" cy="5008686"/>
          </a:xfrm>
        </p:grpSpPr>
        <p:grpSp>
          <p:nvGrpSpPr>
            <p:cNvPr id="17" name="组合 16"/>
            <p:cNvGrpSpPr/>
            <p:nvPr/>
          </p:nvGrpSpPr>
          <p:grpSpPr>
            <a:xfrm>
              <a:off x="504810" y="1315914"/>
              <a:ext cx="3408044" cy="798669"/>
              <a:chOff x="2551430" y="1764031"/>
              <a:chExt cx="3408044" cy="798669"/>
            </a:xfrm>
          </p:grpSpPr>
          <p:sp>
            <p:nvSpPr>
              <p:cNvPr id="18" name="菱形 4"/>
              <p:cNvSpPr/>
              <p:nvPr/>
            </p:nvSpPr>
            <p:spPr>
              <a:xfrm>
                <a:off x="2551430"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5"/>
              <p:cNvSpPr/>
              <p:nvPr/>
            </p:nvSpPr>
            <p:spPr>
              <a:xfrm>
                <a:off x="2555239" y="2019300"/>
                <a:ext cx="1631950" cy="542925"/>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5"/>
              <p:cNvSpPr/>
              <p:nvPr/>
            </p:nvSpPr>
            <p:spPr>
              <a:xfrm flipH="1">
                <a:off x="4171950" y="1998820"/>
                <a:ext cx="1787524" cy="563880"/>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p:nvGrpSpPr>
          <p:grpSpPr>
            <a:xfrm>
              <a:off x="508619" y="2380381"/>
              <a:ext cx="3404235" cy="798925"/>
              <a:chOff x="2555239" y="1764031"/>
              <a:chExt cx="3404235" cy="798925"/>
            </a:xfrm>
          </p:grpSpPr>
          <p:sp>
            <p:nvSpPr>
              <p:cNvPr id="22" name="菱形 4"/>
              <p:cNvSpPr/>
              <p:nvPr/>
            </p:nvSpPr>
            <p:spPr>
              <a:xfrm>
                <a:off x="2556193"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5"/>
              <p:cNvSpPr/>
              <p:nvPr/>
            </p:nvSpPr>
            <p:spPr>
              <a:xfrm>
                <a:off x="2555239" y="2019300"/>
                <a:ext cx="1631950" cy="542925"/>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5"/>
              <p:cNvSpPr/>
              <p:nvPr/>
            </p:nvSpPr>
            <p:spPr>
              <a:xfrm flipH="1">
                <a:off x="4171950" y="1999076"/>
                <a:ext cx="1787524" cy="563880"/>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504810" y="3472987"/>
              <a:ext cx="3408044" cy="790806"/>
              <a:chOff x="2551430" y="1764031"/>
              <a:chExt cx="3408044" cy="790806"/>
            </a:xfrm>
          </p:grpSpPr>
          <p:sp>
            <p:nvSpPr>
              <p:cNvPr id="26" name="菱形 4"/>
              <p:cNvSpPr/>
              <p:nvPr/>
            </p:nvSpPr>
            <p:spPr>
              <a:xfrm>
                <a:off x="2551430"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5"/>
              <p:cNvSpPr/>
              <p:nvPr/>
            </p:nvSpPr>
            <p:spPr>
              <a:xfrm>
                <a:off x="2555239" y="2019300"/>
                <a:ext cx="1631950" cy="535537"/>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5"/>
              <p:cNvSpPr/>
              <p:nvPr/>
            </p:nvSpPr>
            <p:spPr>
              <a:xfrm flipH="1">
                <a:off x="4171950" y="2000048"/>
                <a:ext cx="1787524" cy="554313"/>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504810" y="4520967"/>
              <a:ext cx="3408044" cy="801051"/>
              <a:chOff x="2551430" y="1764031"/>
              <a:chExt cx="3408044" cy="801051"/>
            </a:xfrm>
          </p:grpSpPr>
          <p:sp>
            <p:nvSpPr>
              <p:cNvPr id="30" name="菱形 4"/>
              <p:cNvSpPr/>
              <p:nvPr/>
            </p:nvSpPr>
            <p:spPr>
              <a:xfrm>
                <a:off x="2551430"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矩形 5"/>
              <p:cNvSpPr/>
              <p:nvPr/>
            </p:nvSpPr>
            <p:spPr>
              <a:xfrm>
                <a:off x="2555239" y="2019300"/>
                <a:ext cx="1631950" cy="542925"/>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5"/>
              <p:cNvSpPr/>
              <p:nvPr/>
            </p:nvSpPr>
            <p:spPr>
              <a:xfrm flipH="1">
                <a:off x="4171950" y="2001202"/>
                <a:ext cx="1787524" cy="563880"/>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文本框 32"/>
            <p:cNvSpPr txBox="1"/>
            <p:nvPr/>
          </p:nvSpPr>
          <p:spPr>
            <a:xfrm>
              <a:off x="1577890" y="1390671"/>
              <a:ext cx="1261884" cy="307777"/>
            </a:xfrm>
            <a:prstGeom prst="rect">
              <a:avLst/>
            </a:prstGeom>
            <a:noFill/>
          </p:spPr>
          <p:txBody>
            <a:bodyPr wrap="none" rtlCol="0">
              <a:spAutoFit/>
            </a:bodyPr>
            <a:lstStyle/>
            <a:p>
              <a:pPr algn="ctr"/>
              <a:r>
                <a:rPr lang="zh-CN" altLang="en-US" sz="1400">
                  <a:solidFill>
                    <a:schemeClr val="bg1"/>
                  </a:solidFill>
                  <a:latin typeface="+mn-ea"/>
                </a:rPr>
                <a:t>教学形式创新</a:t>
              </a:r>
              <a:endParaRPr lang="zh-CN" altLang="en-US" sz="1400" dirty="0">
                <a:solidFill>
                  <a:schemeClr val="bg1"/>
                </a:solidFill>
                <a:latin typeface="+mn-ea"/>
              </a:endParaRPr>
            </a:p>
          </p:txBody>
        </p:sp>
        <p:sp>
          <p:nvSpPr>
            <p:cNvPr id="34" name="文本框 33"/>
            <p:cNvSpPr txBox="1"/>
            <p:nvPr/>
          </p:nvSpPr>
          <p:spPr>
            <a:xfrm>
              <a:off x="1577889" y="2464403"/>
              <a:ext cx="1261884" cy="307777"/>
            </a:xfrm>
            <a:prstGeom prst="rect">
              <a:avLst/>
            </a:prstGeom>
            <a:noFill/>
          </p:spPr>
          <p:txBody>
            <a:bodyPr wrap="none" rtlCol="0">
              <a:spAutoFit/>
            </a:bodyPr>
            <a:lstStyle/>
            <a:p>
              <a:pPr algn="ctr"/>
              <a:r>
                <a:rPr lang="zh-CN" altLang="en-US" sz="1400">
                  <a:solidFill>
                    <a:schemeClr val="bg1"/>
                  </a:solidFill>
                  <a:latin typeface="+mn-ea"/>
                </a:rPr>
                <a:t>学习效果提升</a:t>
              </a:r>
              <a:endParaRPr lang="zh-CN" altLang="en-US" sz="1400" dirty="0">
                <a:solidFill>
                  <a:schemeClr val="bg1"/>
                </a:solidFill>
                <a:latin typeface="+mn-ea"/>
              </a:endParaRPr>
            </a:p>
          </p:txBody>
        </p:sp>
        <p:sp>
          <p:nvSpPr>
            <p:cNvPr id="35" name="文本框 34"/>
            <p:cNvSpPr txBox="1"/>
            <p:nvPr/>
          </p:nvSpPr>
          <p:spPr>
            <a:xfrm>
              <a:off x="1577888" y="3545347"/>
              <a:ext cx="1261884" cy="307777"/>
            </a:xfrm>
            <a:prstGeom prst="rect">
              <a:avLst/>
            </a:prstGeom>
            <a:noFill/>
          </p:spPr>
          <p:txBody>
            <a:bodyPr wrap="none" rtlCol="0">
              <a:spAutoFit/>
            </a:bodyPr>
            <a:lstStyle/>
            <a:p>
              <a:pPr algn="ctr"/>
              <a:r>
                <a:rPr lang="zh-CN" altLang="en-US" sz="1400">
                  <a:solidFill>
                    <a:schemeClr val="bg1"/>
                  </a:solidFill>
                  <a:latin typeface="+mn-ea"/>
                </a:rPr>
                <a:t>能力培养成效</a:t>
              </a:r>
              <a:endParaRPr lang="zh-CN" altLang="en-US" sz="1400" dirty="0">
                <a:solidFill>
                  <a:schemeClr val="bg1"/>
                </a:solidFill>
                <a:latin typeface="+mn-ea"/>
              </a:endParaRPr>
            </a:p>
          </p:txBody>
        </p:sp>
        <p:sp>
          <p:nvSpPr>
            <p:cNvPr id="36" name="文本框 35"/>
            <p:cNvSpPr txBox="1"/>
            <p:nvPr/>
          </p:nvSpPr>
          <p:spPr>
            <a:xfrm>
              <a:off x="1488122" y="4627768"/>
              <a:ext cx="1441420" cy="307777"/>
            </a:xfrm>
            <a:prstGeom prst="rect">
              <a:avLst/>
            </a:prstGeom>
            <a:noFill/>
          </p:spPr>
          <p:txBody>
            <a:bodyPr wrap="none" rtlCol="0">
              <a:spAutoFit/>
            </a:bodyPr>
            <a:lstStyle/>
            <a:p>
              <a:pPr algn="ctr"/>
              <a:r>
                <a:rPr lang="zh-CN" altLang="en-US" sz="1400">
                  <a:solidFill>
                    <a:schemeClr val="bg1"/>
                  </a:solidFill>
                  <a:latin typeface="+mn-ea"/>
                </a:rPr>
                <a:t>‌课程影响力扩展</a:t>
              </a:r>
              <a:endParaRPr lang="zh-CN" altLang="en-US" sz="1400" dirty="0">
                <a:solidFill>
                  <a:schemeClr val="bg1"/>
                </a:solidFill>
                <a:latin typeface="+mn-ea"/>
              </a:endParaRPr>
            </a:p>
          </p:txBody>
        </p:sp>
        <p:sp>
          <p:nvSpPr>
            <p:cNvPr id="37" name="文本框 36"/>
            <p:cNvSpPr txBox="1"/>
            <p:nvPr/>
          </p:nvSpPr>
          <p:spPr>
            <a:xfrm rot="21014457">
              <a:off x="2508041" y="1724380"/>
              <a:ext cx="1101585"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采用</a:t>
              </a:r>
              <a:r>
                <a:rPr lang="en-US" altLang="zh-CN"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AI</a:t>
              </a: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虚拟情境导入</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sp>
          <p:nvSpPr>
            <p:cNvPr id="38" name="文本框 37"/>
            <p:cNvSpPr txBox="1"/>
            <p:nvPr/>
          </p:nvSpPr>
          <p:spPr>
            <a:xfrm rot="21014457">
              <a:off x="2439498" y="2787007"/>
              <a:ext cx="1208984"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课堂教学效果评估提升</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sp>
          <p:nvSpPr>
            <p:cNvPr id="39" name="文本框 38"/>
            <p:cNvSpPr txBox="1"/>
            <p:nvPr/>
          </p:nvSpPr>
          <p:spPr>
            <a:xfrm rot="21014457">
              <a:off x="2594435" y="3874108"/>
              <a:ext cx="1005404"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情感权重平衡训练</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sp>
          <p:nvSpPr>
            <p:cNvPr id="40" name="文本框 39"/>
            <p:cNvSpPr txBox="1"/>
            <p:nvPr/>
          </p:nvSpPr>
          <p:spPr>
            <a:xfrm rot="21014457">
              <a:off x="2556133" y="4919118"/>
              <a:ext cx="1005403"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医学人文教育体系</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grpSp>
          <p:nvGrpSpPr>
            <p:cNvPr id="41" name="组合 40"/>
            <p:cNvGrpSpPr/>
            <p:nvPr/>
          </p:nvGrpSpPr>
          <p:grpSpPr>
            <a:xfrm>
              <a:off x="504810" y="5526406"/>
              <a:ext cx="3408044" cy="798194"/>
              <a:chOff x="2551430" y="1764031"/>
              <a:chExt cx="3408044" cy="798194"/>
            </a:xfrm>
          </p:grpSpPr>
          <p:sp>
            <p:nvSpPr>
              <p:cNvPr id="42" name="菱形 4"/>
              <p:cNvSpPr/>
              <p:nvPr/>
            </p:nvSpPr>
            <p:spPr>
              <a:xfrm>
                <a:off x="2551430" y="1764031"/>
                <a:ext cx="3394710" cy="541020"/>
              </a:xfrm>
              <a:custGeom>
                <a:avLst/>
                <a:gdLst>
                  <a:gd name="connsiteX0" fmla="*/ 0 w 3379470"/>
                  <a:gd name="connsiteY0" fmla="*/ 285750 h 571500"/>
                  <a:gd name="connsiteX1" fmla="*/ 1689735 w 3379470"/>
                  <a:gd name="connsiteY1" fmla="*/ 0 h 571500"/>
                  <a:gd name="connsiteX2" fmla="*/ 3379470 w 3379470"/>
                  <a:gd name="connsiteY2" fmla="*/ 285750 h 571500"/>
                  <a:gd name="connsiteX3" fmla="*/ 1689735 w 3379470"/>
                  <a:gd name="connsiteY3" fmla="*/ 571500 h 571500"/>
                  <a:gd name="connsiteX4" fmla="*/ 0 w 3379470"/>
                  <a:gd name="connsiteY4" fmla="*/ 285750 h 571500"/>
                  <a:gd name="connsiteX0-1" fmla="*/ 0 w 3379470"/>
                  <a:gd name="connsiteY0-2" fmla="*/ 285750 h 571500"/>
                  <a:gd name="connsiteX1-3" fmla="*/ 1689735 w 3379470"/>
                  <a:gd name="connsiteY1-4" fmla="*/ 0 h 571500"/>
                  <a:gd name="connsiteX2-5" fmla="*/ 3379470 w 3379470"/>
                  <a:gd name="connsiteY2-6" fmla="*/ 285750 h 571500"/>
                  <a:gd name="connsiteX3-7" fmla="*/ 1609725 w 3379470"/>
                  <a:gd name="connsiteY3-8" fmla="*/ 571500 h 571500"/>
                  <a:gd name="connsiteX4-9" fmla="*/ 0 w 3379470"/>
                  <a:gd name="connsiteY4-10" fmla="*/ 285750 h 571500"/>
                  <a:gd name="connsiteX0-11" fmla="*/ 0 w 3379470"/>
                  <a:gd name="connsiteY0-12" fmla="*/ 228600 h 514350"/>
                  <a:gd name="connsiteX1-13" fmla="*/ 1701165 w 3379470"/>
                  <a:gd name="connsiteY1-14" fmla="*/ 0 h 514350"/>
                  <a:gd name="connsiteX2-15" fmla="*/ 3379470 w 3379470"/>
                  <a:gd name="connsiteY2-16" fmla="*/ 228600 h 514350"/>
                  <a:gd name="connsiteX3-17" fmla="*/ 1609725 w 3379470"/>
                  <a:gd name="connsiteY3-18" fmla="*/ 514350 h 514350"/>
                  <a:gd name="connsiteX4-19" fmla="*/ 0 w 3379470"/>
                  <a:gd name="connsiteY4-20" fmla="*/ 228600 h 514350"/>
                  <a:gd name="connsiteX0-21" fmla="*/ 0 w 3379470"/>
                  <a:gd name="connsiteY0-22" fmla="*/ 247650 h 533400"/>
                  <a:gd name="connsiteX1-23" fmla="*/ 1746885 w 3379470"/>
                  <a:gd name="connsiteY1-24" fmla="*/ 0 h 533400"/>
                  <a:gd name="connsiteX2-25" fmla="*/ 3379470 w 3379470"/>
                  <a:gd name="connsiteY2-26" fmla="*/ 247650 h 533400"/>
                  <a:gd name="connsiteX3-27" fmla="*/ 1609725 w 3379470"/>
                  <a:gd name="connsiteY3-28" fmla="*/ 533400 h 533400"/>
                  <a:gd name="connsiteX4-29" fmla="*/ 0 w 3379470"/>
                  <a:gd name="connsiteY4-30" fmla="*/ 247650 h 533400"/>
                  <a:gd name="connsiteX0-31" fmla="*/ 0 w 3379470"/>
                  <a:gd name="connsiteY0-32" fmla="*/ 247650 h 533400"/>
                  <a:gd name="connsiteX1-33" fmla="*/ 1746885 w 3379470"/>
                  <a:gd name="connsiteY1-34" fmla="*/ 0 h 533400"/>
                  <a:gd name="connsiteX2-35" fmla="*/ 3379470 w 3379470"/>
                  <a:gd name="connsiteY2-36" fmla="*/ 247650 h 533400"/>
                  <a:gd name="connsiteX3-37" fmla="*/ 1609725 w 3379470"/>
                  <a:gd name="connsiteY3-38" fmla="*/ 533400 h 533400"/>
                  <a:gd name="connsiteX4-39" fmla="*/ 0 w 3379470"/>
                  <a:gd name="connsiteY4-40" fmla="*/ 247650 h 533400"/>
                  <a:gd name="connsiteX0-41" fmla="*/ 0 w 3379470"/>
                  <a:gd name="connsiteY0-42" fmla="*/ 247650 h 528320"/>
                  <a:gd name="connsiteX1-43" fmla="*/ 1746885 w 3379470"/>
                  <a:gd name="connsiteY1-44" fmla="*/ 0 h 528320"/>
                  <a:gd name="connsiteX2-45" fmla="*/ 3379470 w 3379470"/>
                  <a:gd name="connsiteY2-46" fmla="*/ 247650 h 528320"/>
                  <a:gd name="connsiteX3-47" fmla="*/ 1602243 w 3379470"/>
                  <a:gd name="connsiteY3-48" fmla="*/ 528320 h 528320"/>
                  <a:gd name="connsiteX4-49" fmla="*/ 0 w 3379470"/>
                  <a:gd name="connsiteY4-50" fmla="*/ 247650 h 528320"/>
                  <a:gd name="connsiteX0-51" fmla="*/ 0 w 3379470"/>
                  <a:gd name="connsiteY0-52" fmla="*/ 262890 h 543560"/>
                  <a:gd name="connsiteX1-53" fmla="*/ 1749379 w 3379470"/>
                  <a:gd name="connsiteY1-54" fmla="*/ 0 h 543560"/>
                  <a:gd name="connsiteX2-55" fmla="*/ 3379470 w 3379470"/>
                  <a:gd name="connsiteY2-56" fmla="*/ 262890 h 543560"/>
                  <a:gd name="connsiteX3-57" fmla="*/ 1602243 w 3379470"/>
                  <a:gd name="connsiteY3-58" fmla="*/ 543560 h 543560"/>
                  <a:gd name="connsiteX4-59" fmla="*/ 0 w 3379470"/>
                  <a:gd name="connsiteY4-60" fmla="*/ 262890 h 543560"/>
                  <a:gd name="connsiteX0-61" fmla="*/ 0 w 3379470"/>
                  <a:gd name="connsiteY0-62" fmla="*/ 262890 h 543560"/>
                  <a:gd name="connsiteX1-63" fmla="*/ 1749379 w 3379470"/>
                  <a:gd name="connsiteY1-64" fmla="*/ 0 h 543560"/>
                  <a:gd name="connsiteX2-65" fmla="*/ 3379470 w 3379470"/>
                  <a:gd name="connsiteY2-66" fmla="*/ 262890 h 543560"/>
                  <a:gd name="connsiteX3-67" fmla="*/ 1589773 w 3379470"/>
                  <a:gd name="connsiteY3-68" fmla="*/ 543560 h 543560"/>
                  <a:gd name="connsiteX4-69" fmla="*/ 0 w 3379470"/>
                  <a:gd name="connsiteY4-70" fmla="*/ 262890 h 543560"/>
                  <a:gd name="connsiteX0-71" fmla="*/ 0 w 3379470"/>
                  <a:gd name="connsiteY0-72" fmla="*/ 237490 h 518160"/>
                  <a:gd name="connsiteX1-73" fmla="*/ 1779308 w 3379470"/>
                  <a:gd name="connsiteY1-74" fmla="*/ 0 h 518160"/>
                  <a:gd name="connsiteX2-75" fmla="*/ 3379470 w 3379470"/>
                  <a:gd name="connsiteY2-76" fmla="*/ 237490 h 518160"/>
                  <a:gd name="connsiteX3-77" fmla="*/ 1589773 w 3379470"/>
                  <a:gd name="connsiteY3-78" fmla="*/ 518160 h 518160"/>
                  <a:gd name="connsiteX4-79" fmla="*/ 0 w 3379470"/>
                  <a:gd name="connsiteY4-80" fmla="*/ 237490 h 518160"/>
                  <a:gd name="connsiteX0-81" fmla="*/ 0 w 3379470"/>
                  <a:gd name="connsiteY0-82" fmla="*/ 229870 h 510540"/>
                  <a:gd name="connsiteX1-83" fmla="*/ 1746885 w 3379470"/>
                  <a:gd name="connsiteY1-84" fmla="*/ 0 h 510540"/>
                  <a:gd name="connsiteX2-85" fmla="*/ 3379470 w 3379470"/>
                  <a:gd name="connsiteY2-86" fmla="*/ 229870 h 510540"/>
                  <a:gd name="connsiteX3-87" fmla="*/ 1589773 w 3379470"/>
                  <a:gd name="connsiteY3-88" fmla="*/ 510540 h 510540"/>
                  <a:gd name="connsiteX4-89" fmla="*/ 0 w 3379470"/>
                  <a:gd name="connsiteY4-90" fmla="*/ 229870 h 510540"/>
                  <a:gd name="connsiteX0-91" fmla="*/ 0 w 3375656"/>
                  <a:gd name="connsiteY0-92" fmla="*/ 247015 h 510540"/>
                  <a:gd name="connsiteX1-93" fmla="*/ 1743071 w 3375656"/>
                  <a:gd name="connsiteY1-94" fmla="*/ 0 h 510540"/>
                  <a:gd name="connsiteX2-95" fmla="*/ 3375656 w 3375656"/>
                  <a:gd name="connsiteY2-96" fmla="*/ 229870 h 510540"/>
                  <a:gd name="connsiteX3-97" fmla="*/ 1585959 w 3375656"/>
                  <a:gd name="connsiteY3-98" fmla="*/ 510540 h 510540"/>
                  <a:gd name="connsiteX4-99" fmla="*/ 0 w 3375656"/>
                  <a:gd name="connsiteY4-100" fmla="*/ 247015 h 510540"/>
                  <a:gd name="connsiteX0-101" fmla="*/ 0 w 3375656"/>
                  <a:gd name="connsiteY0-102" fmla="*/ 247015 h 531495"/>
                  <a:gd name="connsiteX1-103" fmla="*/ 1743071 w 3375656"/>
                  <a:gd name="connsiteY1-104" fmla="*/ 0 h 531495"/>
                  <a:gd name="connsiteX2-105" fmla="*/ 3375656 w 3375656"/>
                  <a:gd name="connsiteY2-106" fmla="*/ 229870 h 531495"/>
                  <a:gd name="connsiteX3-107" fmla="*/ 1639359 w 3375656"/>
                  <a:gd name="connsiteY3-108" fmla="*/ 531495 h 531495"/>
                  <a:gd name="connsiteX4-109" fmla="*/ 0 w 3375656"/>
                  <a:gd name="connsiteY4-110" fmla="*/ 247015 h 531495"/>
                  <a:gd name="connsiteX0-111" fmla="*/ 0 w 3375656"/>
                  <a:gd name="connsiteY0-112" fmla="*/ 247015 h 531495"/>
                  <a:gd name="connsiteX1-113" fmla="*/ 1743071 w 3375656"/>
                  <a:gd name="connsiteY1-114" fmla="*/ 0 h 531495"/>
                  <a:gd name="connsiteX2-115" fmla="*/ 3375656 w 3375656"/>
                  <a:gd name="connsiteY2-116" fmla="*/ 229870 h 531495"/>
                  <a:gd name="connsiteX3-117" fmla="*/ 1631731 w 3375656"/>
                  <a:gd name="connsiteY3-118" fmla="*/ 531495 h 531495"/>
                  <a:gd name="connsiteX4-119" fmla="*/ 0 w 3375656"/>
                  <a:gd name="connsiteY4-120" fmla="*/ 247015 h 531495"/>
                  <a:gd name="connsiteX0-121" fmla="*/ 0 w 3390913"/>
                  <a:gd name="connsiteY0-122" fmla="*/ 247015 h 531495"/>
                  <a:gd name="connsiteX1-123" fmla="*/ 1743071 w 3390913"/>
                  <a:gd name="connsiteY1-124" fmla="*/ 0 h 531495"/>
                  <a:gd name="connsiteX2-125" fmla="*/ 3390913 w 3390913"/>
                  <a:gd name="connsiteY2-126" fmla="*/ 232410 h 531495"/>
                  <a:gd name="connsiteX3-127" fmla="*/ 1631731 w 3390913"/>
                  <a:gd name="connsiteY3-128" fmla="*/ 531495 h 531495"/>
                  <a:gd name="connsiteX4-129" fmla="*/ 0 w 3390913"/>
                  <a:gd name="connsiteY4-130" fmla="*/ 247015 h 531495"/>
                  <a:gd name="connsiteX0-131" fmla="*/ 0 w 3390913"/>
                  <a:gd name="connsiteY0-132" fmla="*/ 247015 h 541020"/>
                  <a:gd name="connsiteX1-133" fmla="*/ 1743071 w 3390913"/>
                  <a:gd name="connsiteY1-134" fmla="*/ 0 h 541020"/>
                  <a:gd name="connsiteX2-135" fmla="*/ 3390913 w 3390913"/>
                  <a:gd name="connsiteY2-136" fmla="*/ 232410 h 541020"/>
                  <a:gd name="connsiteX3-137" fmla="*/ 1627916 w 3390913"/>
                  <a:gd name="connsiteY3-138" fmla="*/ 541020 h 541020"/>
                  <a:gd name="connsiteX4-139" fmla="*/ 0 w 3390913"/>
                  <a:gd name="connsiteY4-140" fmla="*/ 247015 h 541020"/>
                  <a:gd name="connsiteX0-141" fmla="*/ 0 w 3398542"/>
                  <a:gd name="connsiteY0-142" fmla="*/ 254635 h 541020"/>
                  <a:gd name="connsiteX1-143" fmla="*/ 1750700 w 3398542"/>
                  <a:gd name="connsiteY1-144" fmla="*/ 0 h 541020"/>
                  <a:gd name="connsiteX2-145" fmla="*/ 3398542 w 3398542"/>
                  <a:gd name="connsiteY2-146" fmla="*/ 232410 h 541020"/>
                  <a:gd name="connsiteX3-147" fmla="*/ 1635545 w 3398542"/>
                  <a:gd name="connsiteY3-148" fmla="*/ 541020 h 541020"/>
                  <a:gd name="connsiteX4-149" fmla="*/ 0 w 3398542"/>
                  <a:gd name="connsiteY4-150" fmla="*/ 254635 h 5410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98542" h="541020">
                    <a:moveTo>
                      <a:pt x="0" y="254635"/>
                    </a:moveTo>
                    <a:lnTo>
                      <a:pt x="1750700" y="0"/>
                    </a:lnTo>
                    <a:lnTo>
                      <a:pt x="3398542" y="232410"/>
                    </a:lnTo>
                    <a:lnTo>
                      <a:pt x="1635545" y="541020"/>
                    </a:lnTo>
                    <a:lnTo>
                      <a:pt x="0" y="254635"/>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5"/>
              <p:cNvSpPr/>
              <p:nvPr/>
            </p:nvSpPr>
            <p:spPr>
              <a:xfrm>
                <a:off x="2555239" y="2019300"/>
                <a:ext cx="1631950" cy="542925"/>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31950" h="542925">
                    <a:moveTo>
                      <a:pt x="0" y="0"/>
                    </a:moveTo>
                    <a:lnTo>
                      <a:pt x="1631950" y="285750"/>
                    </a:lnTo>
                    <a:lnTo>
                      <a:pt x="1628140" y="542925"/>
                    </a:lnTo>
                    <a:lnTo>
                      <a:pt x="1905" y="259080"/>
                    </a:lnTo>
                    <a:lnTo>
                      <a:pt x="0" y="0"/>
                    </a:ln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5"/>
              <p:cNvSpPr/>
              <p:nvPr/>
            </p:nvSpPr>
            <p:spPr>
              <a:xfrm flipH="1">
                <a:off x="4171950" y="1996439"/>
                <a:ext cx="1787524" cy="563880"/>
              </a:xfrm>
              <a:custGeom>
                <a:avLst/>
                <a:gdLst>
                  <a:gd name="connsiteX0" fmla="*/ 0 w 1654810"/>
                  <a:gd name="connsiteY0" fmla="*/ 0 h 381000"/>
                  <a:gd name="connsiteX1" fmla="*/ 1654810 w 1654810"/>
                  <a:gd name="connsiteY1" fmla="*/ 0 h 381000"/>
                  <a:gd name="connsiteX2" fmla="*/ 1654810 w 1654810"/>
                  <a:gd name="connsiteY2" fmla="*/ 381000 h 381000"/>
                  <a:gd name="connsiteX3" fmla="*/ 0 w 1654810"/>
                  <a:gd name="connsiteY3" fmla="*/ 381000 h 381000"/>
                  <a:gd name="connsiteX4" fmla="*/ 0 w 1654810"/>
                  <a:gd name="connsiteY4" fmla="*/ 0 h 381000"/>
                  <a:gd name="connsiteX0-1" fmla="*/ 0 w 1654810"/>
                  <a:gd name="connsiteY0-2" fmla="*/ 0 h 542925"/>
                  <a:gd name="connsiteX1-3" fmla="*/ 1654810 w 1654810"/>
                  <a:gd name="connsiteY1-4" fmla="*/ 0 h 542925"/>
                  <a:gd name="connsiteX2-5" fmla="*/ 1628140 w 1654810"/>
                  <a:gd name="connsiteY2-6" fmla="*/ 542925 h 542925"/>
                  <a:gd name="connsiteX3-7" fmla="*/ 0 w 1654810"/>
                  <a:gd name="connsiteY3-8" fmla="*/ 381000 h 542925"/>
                  <a:gd name="connsiteX4-9" fmla="*/ 0 w 1654810"/>
                  <a:gd name="connsiteY4-10" fmla="*/ 0 h 542925"/>
                  <a:gd name="connsiteX0-11" fmla="*/ 7620 w 1662430"/>
                  <a:gd name="connsiteY0-12" fmla="*/ 0 h 542925"/>
                  <a:gd name="connsiteX1-13" fmla="*/ 1662430 w 1662430"/>
                  <a:gd name="connsiteY1-14" fmla="*/ 0 h 542925"/>
                  <a:gd name="connsiteX2-15" fmla="*/ 1635760 w 1662430"/>
                  <a:gd name="connsiteY2-16" fmla="*/ 542925 h 542925"/>
                  <a:gd name="connsiteX3-17" fmla="*/ 0 w 1662430"/>
                  <a:gd name="connsiteY3-18" fmla="*/ 255270 h 542925"/>
                  <a:gd name="connsiteX4-19" fmla="*/ 7620 w 1662430"/>
                  <a:gd name="connsiteY4-20" fmla="*/ 0 h 542925"/>
                  <a:gd name="connsiteX0-21" fmla="*/ 7620 w 1641475"/>
                  <a:gd name="connsiteY0-22" fmla="*/ 0 h 542925"/>
                  <a:gd name="connsiteX1-23" fmla="*/ 1641475 w 1641475"/>
                  <a:gd name="connsiteY1-24" fmla="*/ 266700 h 542925"/>
                  <a:gd name="connsiteX2-25" fmla="*/ 1635760 w 1641475"/>
                  <a:gd name="connsiteY2-26" fmla="*/ 542925 h 542925"/>
                  <a:gd name="connsiteX3-27" fmla="*/ 0 w 1641475"/>
                  <a:gd name="connsiteY3-28" fmla="*/ 255270 h 542925"/>
                  <a:gd name="connsiteX4-29" fmla="*/ 7620 w 1641475"/>
                  <a:gd name="connsiteY4-30" fmla="*/ 0 h 542925"/>
                  <a:gd name="connsiteX0-31" fmla="*/ 7620 w 1635760"/>
                  <a:gd name="connsiteY0-32" fmla="*/ 0 h 542925"/>
                  <a:gd name="connsiteX1-33" fmla="*/ 1551940 w 1635760"/>
                  <a:gd name="connsiteY1-34" fmla="*/ 382905 h 542925"/>
                  <a:gd name="connsiteX2-35" fmla="*/ 1635760 w 1635760"/>
                  <a:gd name="connsiteY2-36" fmla="*/ 542925 h 542925"/>
                  <a:gd name="connsiteX3-37" fmla="*/ 0 w 1635760"/>
                  <a:gd name="connsiteY3-38" fmla="*/ 255270 h 542925"/>
                  <a:gd name="connsiteX4-39" fmla="*/ 7620 w 1635760"/>
                  <a:gd name="connsiteY4-40" fmla="*/ 0 h 542925"/>
                  <a:gd name="connsiteX0-41" fmla="*/ 7620 w 1639570"/>
                  <a:gd name="connsiteY0-42" fmla="*/ 0 h 542925"/>
                  <a:gd name="connsiteX1-43" fmla="*/ 1639570 w 1639570"/>
                  <a:gd name="connsiteY1-44" fmla="*/ 285750 h 542925"/>
                  <a:gd name="connsiteX2-45" fmla="*/ 1635760 w 1639570"/>
                  <a:gd name="connsiteY2-46" fmla="*/ 542925 h 542925"/>
                  <a:gd name="connsiteX3-47" fmla="*/ 0 w 1639570"/>
                  <a:gd name="connsiteY3-48" fmla="*/ 255270 h 542925"/>
                  <a:gd name="connsiteX4-49" fmla="*/ 7620 w 1639570"/>
                  <a:gd name="connsiteY4-50" fmla="*/ 0 h 542925"/>
                  <a:gd name="connsiteX0-51" fmla="*/ 0 w 1631950"/>
                  <a:gd name="connsiteY0-52" fmla="*/ 0 h 542925"/>
                  <a:gd name="connsiteX1-53" fmla="*/ 1631950 w 1631950"/>
                  <a:gd name="connsiteY1-54" fmla="*/ 285750 h 542925"/>
                  <a:gd name="connsiteX2-55" fmla="*/ 1628140 w 1631950"/>
                  <a:gd name="connsiteY2-56" fmla="*/ 542925 h 542925"/>
                  <a:gd name="connsiteX3-57" fmla="*/ 106680 w 1631950"/>
                  <a:gd name="connsiteY3-58" fmla="*/ 251460 h 542925"/>
                  <a:gd name="connsiteX4-59" fmla="*/ 0 w 1631950"/>
                  <a:gd name="connsiteY4-60" fmla="*/ 0 h 542925"/>
                  <a:gd name="connsiteX0-61" fmla="*/ 0 w 1631950"/>
                  <a:gd name="connsiteY0-62" fmla="*/ 0 h 542925"/>
                  <a:gd name="connsiteX1-63" fmla="*/ 1631950 w 1631950"/>
                  <a:gd name="connsiteY1-64" fmla="*/ 285750 h 542925"/>
                  <a:gd name="connsiteX2-65" fmla="*/ 1628140 w 1631950"/>
                  <a:gd name="connsiteY2-66" fmla="*/ 542925 h 542925"/>
                  <a:gd name="connsiteX3-67" fmla="*/ 1905 w 1631950"/>
                  <a:gd name="connsiteY3-68" fmla="*/ 259080 h 542925"/>
                  <a:gd name="connsiteX4-69" fmla="*/ 0 w 1631950"/>
                  <a:gd name="connsiteY4-70" fmla="*/ 0 h 542925"/>
                  <a:gd name="connsiteX0-71" fmla="*/ 0 w 1766570"/>
                  <a:gd name="connsiteY0-72" fmla="*/ 0 h 565785"/>
                  <a:gd name="connsiteX1-73" fmla="*/ 1766570 w 1766570"/>
                  <a:gd name="connsiteY1-74" fmla="*/ 308610 h 565785"/>
                  <a:gd name="connsiteX2-75" fmla="*/ 1762760 w 1766570"/>
                  <a:gd name="connsiteY2-76" fmla="*/ 565785 h 565785"/>
                  <a:gd name="connsiteX3-77" fmla="*/ 136525 w 1766570"/>
                  <a:gd name="connsiteY3-78" fmla="*/ 281940 h 565785"/>
                  <a:gd name="connsiteX4-79" fmla="*/ 0 w 1766570"/>
                  <a:gd name="connsiteY4-80" fmla="*/ 0 h 565785"/>
                  <a:gd name="connsiteX0-81" fmla="*/ 5715 w 1772285"/>
                  <a:gd name="connsiteY0-82" fmla="*/ 0 h 565785"/>
                  <a:gd name="connsiteX1-83" fmla="*/ 1772285 w 1772285"/>
                  <a:gd name="connsiteY1-84" fmla="*/ 308610 h 565785"/>
                  <a:gd name="connsiteX2-85" fmla="*/ 1768475 w 1772285"/>
                  <a:gd name="connsiteY2-86" fmla="*/ 565785 h 565785"/>
                  <a:gd name="connsiteX3-87" fmla="*/ 0 w 1772285"/>
                  <a:gd name="connsiteY3-88" fmla="*/ 264160 h 565785"/>
                  <a:gd name="connsiteX4-89" fmla="*/ 5715 w 1772285"/>
                  <a:gd name="connsiteY4-90" fmla="*/ 0 h 565785"/>
                  <a:gd name="connsiteX0-91" fmla="*/ 5715 w 1776095"/>
                  <a:gd name="connsiteY0-92" fmla="*/ 0 h 563880"/>
                  <a:gd name="connsiteX1-93" fmla="*/ 1772285 w 1776095"/>
                  <a:gd name="connsiteY1-94" fmla="*/ 308610 h 563880"/>
                  <a:gd name="connsiteX2-95" fmla="*/ 1776095 w 1776095"/>
                  <a:gd name="connsiteY2-96" fmla="*/ 563880 h 563880"/>
                  <a:gd name="connsiteX3-97" fmla="*/ 0 w 1776095"/>
                  <a:gd name="connsiteY3-98" fmla="*/ 264160 h 563880"/>
                  <a:gd name="connsiteX4-99" fmla="*/ 5715 w 1776095"/>
                  <a:gd name="connsiteY4-100" fmla="*/ 0 h 56388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76095" h="563880">
                    <a:moveTo>
                      <a:pt x="5715" y="0"/>
                    </a:moveTo>
                    <a:lnTo>
                      <a:pt x="1772285" y="308610"/>
                    </a:lnTo>
                    <a:lnTo>
                      <a:pt x="1776095" y="563880"/>
                    </a:lnTo>
                    <a:lnTo>
                      <a:pt x="0" y="264160"/>
                    </a:lnTo>
                    <a:lnTo>
                      <a:pt x="5715" y="0"/>
                    </a:ln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文本框 44"/>
            <p:cNvSpPr txBox="1"/>
            <p:nvPr/>
          </p:nvSpPr>
          <p:spPr>
            <a:xfrm>
              <a:off x="1488122" y="5633207"/>
              <a:ext cx="1441420" cy="307777"/>
            </a:xfrm>
            <a:prstGeom prst="rect">
              <a:avLst/>
            </a:prstGeom>
            <a:noFill/>
          </p:spPr>
          <p:txBody>
            <a:bodyPr wrap="none" rtlCol="0">
              <a:spAutoFit/>
            </a:bodyPr>
            <a:lstStyle/>
            <a:p>
              <a:pPr algn="ctr"/>
              <a:r>
                <a:rPr lang="zh-CN" altLang="en-US" sz="1400">
                  <a:solidFill>
                    <a:schemeClr val="bg1"/>
                  </a:solidFill>
                  <a:latin typeface="+mn-ea"/>
                </a:rPr>
                <a:t>叙事实践工作坊</a:t>
              </a:r>
              <a:endParaRPr lang="zh-CN" altLang="en-US" sz="1400" dirty="0">
                <a:solidFill>
                  <a:schemeClr val="bg1"/>
                </a:solidFill>
                <a:latin typeface="+mn-ea"/>
              </a:endParaRPr>
            </a:p>
          </p:txBody>
        </p:sp>
        <p:sp>
          <p:nvSpPr>
            <p:cNvPr id="46" name="文本框 45"/>
            <p:cNvSpPr txBox="1"/>
            <p:nvPr/>
          </p:nvSpPr>
          <p:spPr>
            <a:xfrm rot="21014457">
              <a:off x="2652022" y="5940062"/>
              <a:ext cx="800219" cy="215444"/>
            </a:xfrm>
            <a:prstGeom prst="rect">
              <a:avLst/>
            </a:prstGeom>
            <a:noFill/>
          </p:spPr>
          <p:txBody>
            <a:bodyPr wrap="none" rtlCol="0">
              <a:spAutoFit/>
            </a:bodyPr>
            <a:lstStyle/>
            <a:p>
              <a:pPr algn="ctr"/>
              <a:r>
                <a:rPr lang="zh-CN" altLang="en-US" sz="80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rPr>
                <a:t>延伸教学场景</a:t>
              </a:r>
              <a:endParaRPr lang="zh-CN" altLang="en-US" sz="800" dirty="0">
                <a:solidFill>
                  <a:schemeClr val="bg1"/>
                </a:solidFill>
                <a:latin typeface="思源黑体 CN Medium" panose="020B0600000000000000" pitchFamily="34" charset="-122"/>
                <a:ea typeface="思源黑体 CN Medium" panose="020B0600000000000000" pitchFamily="34" charset="-122"/>
                <a:cs typeface="OPPOSans R" panose="00020600040101010101" pitchFamily="18" charset="-122"/>
              </a:endParaRPr>
            </a:p>
          </p:txBody>
        </p:sp>
        <p:sp>
          <p:nvSpPr>
            <p:cNvPr id="47" name="任意多边形: 形状 10"/>
            <p:cNvSpPr/>
            <p:nvPr/>
          </p:nvSpPr>
          <p:spPr>
            <a:xfrm>
              <a:off x="612074" y="1996045"/>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任意多边形: 形状 10"/>
            <p:cNvSpPr/>
            <p:nvPr/>
          </p:nvSpPr>
          <p:spPr>
            <a:xfrm>
              <a:off x="3428364" y="1996045"/>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任意多边形: 形状 10"/>
            <p:cNvSpPr/>
            <p:nvPr/>
          </p:nvSpPr>
          <p:spPr>
            <a:xfrm>
              <a:off x="612074" y="3120179"/>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任意多边形: 形状 10"/>
            <p:cNvSpPr/>
            <p:nvPr/>
          </p:nvSpPr>
          <p:spPr>
            <a:xfrm>
              <a:off x="3428364" y="3120179"/>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1" name="任意多边形: 形状 10"/>
            <p:cNvSpPr/>
            <p:nvPr/>
          </p:nvSpPr>
          <p:spPr>
            <a:xfrm>
              <a:off x="612074" y="4148182"/>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任意多边形: 形状 10"/>
            <p:cNvSpPr/>
            <p:nvPr/>
          </p:nvSpPr>
          <p:spPr>
            <a:xfrm>
              <a:off x="3428364" y="4148182"/>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任意多边形: 形状 10"/>
            <p:cNvSpPr/>
            <p:nvPr/>
          </p:nvSpPr>
          <p:spPr>
            <a:xfrm>
              <a:off x="612074" y="5176185"/>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任意多边形: 形状 10"/>
            <p:cNvSpPr/>
            <p:nvPr/>
          </p:nvSpPr>
          <p:spPr>
            <a:xfrm>
              <a:off x="3428364" y="5176185"/>
              <a:ext cx="343489" cy="443372"/>
            </a:xfrm>
            <a:prstGeom prst="upArrow">
              <a:avLst/>
            </a:prstGeom>
            <a:gradFill>
              <a:gsLst>
                <a:gs pos="50500">
                  <a:schemeClr val="accent1">
                    <a:alpha val="50000"/>
                  </a:schemeClr>
                </a:gs>
                <a:gs pos="0">
                  <a:schemeClr val="accent1">
                    <a:alpha val="0"/>
                  </a:schemeClr>
                </a:gs>
                <a:gs pos="100000">
                  <a:schemeClr val="accent1"/>
                </a:gs>
              </a:gsLst>
              <a:lin ang="16200000" scaled="1"/>
            </a:gradFill>
            <a:ln>
              <a:noFill/>
            </a:ln>
            <a:effectLst>
              <a:outerShdw blurRad="381000" dist="190500" dir="5400000" sx="90000" sy="90000" algn="ctr"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147" name="组合 146"/>
          <p:cNvGrpSpPr/>
          <p:nvPr/>
        </p:nvGrpSpPr>
        <p:grpSpPr>
          <a:xfrm>
            <a:off x="4440021" y="3405513"/>
            <a:ext cx="6979285" cy="1370723"/>
            <a:chOff x="4440021" y="3405513"/>
            <a:chExt cx="6979285" cy="1370723"/>
          </a:xfrm>
        </p:grpSpPr>
        <p:sp>
          <p:nvSpPr>
            <p:cNvPr id="123" name="圆角矩形 16"/>
            <p:cNvSpPr/>
            <p:nvPr>
              <p:custDataLst>
                <p:tags r:id="rId1"/>
              </p:custDataLst>
            </p:nvPr>
          </p:nvSpPr>
          <p:spPr>
            <a:xfrm>
              <a:off x="4440021" y="3899544"/>
              <a:ext cx="6979285" cy="876692"/>
            </a:xfrm>
            <a:prstGeom prst="roundRect">
              <a:avLst>
                <a:gd name="adj" fmla="val 0"/>
              </a:avLst>
            </a:prstGeom>
            <a:solidFill>
              <a:schemeClr val="accent6">
                <a:alpha val="10000"/>
              </a:schemeClr>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11" name="圆角矩形 4"/>
            <p:cNvSpPr/>
            <p:nvPr>
              <p:custDataLst>
                <p:tags r:id="rId2"/>
              </p:custDataLst>
            </p:nvPr>
          </p:nvSpPr>
          <p:spPr>
            <a:xfrm>
              <a:off x="4607978" y="4019404"/>
              <a:ext cx="1488022" cy="636973"/>
            </a:xfrm>
            <a:prstGeom prst="roundRect">
              <a:avLst>
                <a:gd name="adj" fmla="val 0"/>
              </a:avLst>
            </a:prstGeom>
            <a:solidFill>
              <a:schemeClr val="bg1"/>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440">
                  <a:solidFill>
                    <a:schemeClr val="tx1"/>
                  </a:solidFill>
                </a:rPr>
                <a:t>叙事医学核心工具训练</a:t>
              </a:r>
              <a:endParaRPr lang="zh-CN" altLang="en-US" sz="1440" dirty="0">
                <a:solidFill>
                  <a:schemeClr val="tx1"/>
                </a:solidFill>
              </a:endParaRPr>
            </a:p>
          </p:txBody>
        </p:sp>
        <p:sp>
          <p:nvSpPr>
            <p:cNvPr id="130" name="下箭头 27"/>
            <p:cNvSpPr/>
            <p:nvPr/>
          </p:nvSpPr>
          <p:spPr>
            <a:xfrm>
              <a:off x="9589871" y="3405513"/>
              <a:ext cx="155575" cy="459740"/>
            </a:xfrm>
            <a:prstGeom prst="downArrow">
              <a:avLst/>
            </a:prstGeom>
            <a:solidFill>
              <a:schemeClr val="accent6"/>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31" name="下箭头 28"/>
            <p:cNvSpPr/>
            <p:nvPr/>
          </p:nvSpPr>
          <p:spPr>
            <a:xfrm rot="10800000">
              <a:off x="7910296" y="3502668"/>
              <a:ext cx="155575" cy="365760"/>
            </a:xfrm>
            <a:prstGeom prst="downArrow">
              <a:avLst/>
            </a:prstGeom>
            <a:solidFill>
              <a:schemeClr val="accent6"/>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36" name="下箭头 27"/>
            <p:cNvSpPr/>
            <p:nvPr/>
          </p:nvSpPr>
          <p:spPr>
            <a:xfrm>
              <a:off x="6230721" y="3405513"/>
              <a:ext cx="155575" cy="459740"/>
            </a:xfrm>
            <a:prstGeom prst="downArrow">
              <a:avLst/>
            </a:prstGeom>
            <a:solidFill>
              <a:schemeClr val="accent6"/>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endParaRPr lang="zh-CN" altLang="en-US" sz="2160"/>
            </a:p>
          </p:txBody>
        </p:sp>
        <p:sp>
          <p:nvSpPr>
            <p:cNvPr id="137" name="圆角矩形 4"/>
            <p:cNvSpPr/>
            <p:nvPr>
              <p:custDataLst>
                <p:tags r:id="rId3"/>
              </p:custDataLst>
            </p:nvPr>
          </p:nvSpPr>
          <p:spPr>
            <a:xfrm>
              <a:off x="6327416" y="4019404"/>
              <a:ext cx="1488022" cy="636973"/>
            </a:xfrm>
            <a:prstGeom prst="roundRect">
              <a:avLst>
                <a:gd name="adj" fmla="val 0"/>
              </a:avLst>
            </a:prstGeom>
            <a:solidFill>
              <a:schemeClr val="bg1"/>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440" dirty="0">
                  <a:solidFill>
                    <a:schemeClr val="tx1"/>
                  </a:solidFill>
                </a:rPr>
                <a:t>掌握倾听、回应患者需求</a:t>
              </a:r>
            </a:p>
          </p:txBody>
        </p:sp>
        <p:sp>
          <p:nvSpPr>
            <p:cNvPr id="138" name="圆角矩形 4"/>
            <p:cNvSpPr/>
            <p:nvPr>
              <p:custDataLst>
                <p:tags r:id="rId4"/>
              </p:custDataLst>
            </p:nvPr>
          </p:nvSpPr>
          <p:spPr>
            <a:xfrm>
              <a:off x="8046854" y="4019404"/>
              <a:ext cx="1488022" cy="636973"/>
            </a:xfrm>
            <a:prstGeom prst="roundRect">
              <a:avLst>
                <a:gd name="adj" fmla="val 0"/>
              </a:avLst>
            </a:prstGeom>
            <a:solidFill>
              <a:schemeClr val="bg1"/>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440">
                  <a:solidFill>
                    <a:schemeClr val="tx1"/>
                  </a:solidFill>
                </a:rPr>
                <a:t>引导学生思考医学伦理</a:t>
              </a:r>
              <a:endParaRPr lang="zh-CN" altLang="en-US" sz="1440" dirty="0">
                <a:solidFill>
                  <a:schemeClr val="tx1"/>
                </a:solidFill>
              </a:endParaRPr>
            </a:p>
          </p:txBody>
        </p:sp>
        <p:sp>
          <p:nvSpPr>
            <p:cNvPr id="139" name="圆角矩形 4"/>
            <p:cNvSpPr/>
            <p:nvPr>
              <p:custDataLst>
                <p:tags r:id="rId5"/>
              </p:custDataLst>
            </p:nvPr>
          </p:nvSpPr>
          <p:spPr>
            <a:xfrm>
              <a:off x="9766292" y="4019404"/>
              <a:ext cx="1488022" cy="636973"/>
            </a:xfrm>
            <a:prstGeom prst="roundRect">
              <a:avLst>
                <a:gd name="adj" fmla="val 0"/>
              </a:avLst>
            </a:prstGeom>
            <a:solidFill>
              <a:schemeClr val="bg1"/>
            </a:solidFill>
            <a:ln w="63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lIns="109728" tIns="54864" rIns="109728" bIns="54864" rtlCol="0" anchor="ctr"/>
            <a:lstStyle/>
            <a:p>
              <a:pPr algn="ctr"/>
              <a:r>
                <a:rPr lang="zh-CN" altLang="en-US" sz="1440" dirty="0">
                  <a:solidFill>
                    <a:schemeClr val="tx1"/>
                  </a:solidFill>
                </a:rPr>
                <a:t>形成结构化教学闭环</a:t>
              </a:r>
            </a:p>
          </p:txBody>
        </p:sp>
      </p:grpSp>
      <p:grpSp>
        <p:nvGrpSpPr>
          <p:cNvPr id="148" name="组合 147"/>
          <p:cNvGrpSpPr/>
          <p:nvPr/>
        </p:nvGrpSpPr>
        <p:grpSpPr>
          <a:xfrm>
            <a:off x="4440021" y="4986618"/>
            <a:ext cx="6979285" cy="1249542"/>
            <a:chOff x="4440021" y="4986618"/>
            <a:chExt cx="6979285" cy="1249542"/>
          </a:xfrm>
        </p:grpSpPr>
        <p:pic>
          <p:nvPicPr>
            <p:cNvPr id="4098" name="Picture 2"/>
            <p:cNvPicPr>
              <a:picLocks noChangeAspect="1" noChangeArrowheads="1"/>
            </p:cNvPicPr>
            <p:nvPr/>
          </p:nvPicPr>
          <p:blipFill>
            <a:blip r:embed="rId7">
              <a:extLst>
                <a:ext uri="{BEBA8EAE-BF5A-486C-A8C5-ECC9F3942E4B}">
                  <a14:imgProps xmlns:a14="http://schemas.microsoft.com/office/drawing/2010/main">
                    <a14:imgLayer r:embed="rId8">
                      <a14:imgEffect>
                        <a14:artisticBlur/>
                      </a14:imgEffect>
                    </a14:imgLayer>
                  </a14:imgProps>
                </a:ext>
                <a:ext uri="{28A0092B-C50C-407E-A947-70E740481C1C}">
                  <a14:useLocalDpi xmlns:a14="http://schemas.microsoft.com/office/drawing/2010/main" val="0"/>
                </a:ext>
              </a:extLst>
            </a:blip>
            <a:srcRect l="1219" r="1219"/>
            <a:stretch>
              <a:fillRect/>
            </a:stretch>
          </p:blipFill>
          <p:spPr bwMode="auto">
            <a:xfrm>
              <a:off x="4440021" y="4986618"/>
              <a:ext cx="1626265" cy="124954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p:cNvPicPr>
              <a:picLocks noChangeAspect="1" noChangeArrowheads="1"/>
            </p:cNvPicPr>
            <p:nvPr/>
          </p:nvPicPr>
          <p:blipFill>
            <a:blip r:embed="rId9">
              <a:extLst>
                <a:ext uri="{BEBA8EAE-BF5A-486C-A8C5-ECC9F3942E4B}">
                  <a14:imgProps xmlns:a14="http://schemas.microsoft.com/office/drawing/2010/main">
                    <a14:imgLayer r:embed="rId10">
                      <a14:imgEffect>
                        <a14:artisticBlur/>
                      </a14:imgEffect>
                    </a14:imgLayer>
                  </a14:imgProps>
                </a:ext>
                <a:ext uri="{28A0092B-C50C-407E-A947-70E740481C1C}">
                  <a14:useLocalDpi xmlns:a14="http://schemas.microsoft.com/office/drawing/2010/main" val="0"/>
                </a:ext>
              </a:extLst>
            </a:blip>
            <a:srcRect l="14047" r="14047"/>
            <a:stretch>
              <a:fillRect/>
            </a:stretch>
          </p:blipFill>
          <p:spPr bwMode="auto">
            <a:xfrm>
              <a:off x="6224361" y="4986618"/>
              <a:ext cx="1626265" cy="1249542"/>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p:cNvPicPr>
              <a:picLocks noChangeAspect="1" noChangeArrowheads="1"/>
            </p:cNvPicPr>
            <p:nvPr/>
          </p:nvPicPr>
          <p:blipFill>
            <a:blip r:embed="rId11">
              <a:extLst>
                <a:ext uri="{BEBA8EAE-BF5A-486C-A8C5-ECC9F3942E4B}">
                  <a14:imgProps xmlns:a14="http://schemas.microsoft.com/office/drawing/2010/main">
                    <a14:imgLayer r:embed="rId12">
                      <a14:imgEffect>
                        <a14:artisticBlur/>
                      </a14:imgEffect>
                    </a14:imgLayer>
                  </a14:imgProps>
                </a:ext>
                <a:ext uri="{28A0092B-C50C-407E-A947-70E740481C1C}">
                  <a14:useLocalDpi xmlns:a14="http://schemas.microsoft.com/office/drawing/2010/main" val="0"/>
                </a:ext>
              </a:extLst>
            </a:blip>
            <a:srcRect l="1219" r="1219"/>
            <a:stretch>
              <a:fillRect/>
            </a:stretch>
          </p:blipFill>
          <p:spPr bwMode="auto">
            <a:xfrm>
              <a:off x="8008701" y="4986618"/>
              <a:ext cx="1626265" cy="1249542"/>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p:cNvPicPr>
              <a:picLocks noChangeAspect="1" noChangeArrowheads="1"/>
            </p:cNvPicPr>
            <p:nvPr/>
          </p:nvPicPr>
          <p:blipFill>
            <a:blip r:embed="rId13">
              <a:extLst>
                <a:ext uri="{BEBA8EAE-BF5A-486C-A8C5-ECC9F3942E4B}">
                  <a14:imgProps xmlns:a14="http://schemas.microsoft.com/office/drawing/2010/main">
                    <a14:imgLayer r:embed="rId14">
                      <a14:imgEffect>
                        <a14:artisticBlur/>
                      </a14:imgEffect>
                    </a14:imgLayer>
                  </a14:imgProps>
                </a:ext>
                <a:ext uri="{28A0092B-C50C-407E-A947-70E740481C1C}">
                  <a14:useLocalDpi xmlns:a14="http://schemas.microsoft.com/office/drawing/2010/main" val="0"/>
                </a:ext>
              </a:extLst>
            </a:blip>
            <a:srcRect l="1219" r="1219"/>
            <a:stretch>
              <a:fillRect/>
            </a:stretch>
          </p:blipFill>
          <p:spPr bwMode="auto">
            <a:xfrm>
              <a:off x="9793041" y="4986618"/>
              <a:ext cx="1626265" cy="124954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1454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wipe(down)">
                                      <p:cBhvr>
                                        <p:cTn id="7" dur="500"/>
                                        <p:tgtEl>
                                          <p:spTgt spid="14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45"/>
                                        </p:tgtEl>
                                        <p:attrNameLst>
                                          <p:attrName>style.visibility</p:attrName>
                                        </p:attrNameLst>
                                      </p:cBhvr>
                                      <p:to>
                                        <p:strVal val="visible"/>
                                      </p:to>
                                    </p:set>
                                    <p:animEffect transition="in" filter="barn(inVertical)">
                                      <p:cBhvr>
                                        <p:cTn id="12" dur="500"/>
                                        <p:tgtEl>
                                          <p:spTgt spid="14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47"/>
                                        </p:tgtEl>
                                        <p:attrNameLst>
                                          <p:attrName>style.visibility</p:attrName>
                                        </p:attrNameLst>
                                      </p:cBhvr>
                                      <p:to>
                                        <p:strVal val="visible"/>
                                      </p:to>
                                    </p:set>
                                    <p:animEffect transition="in" filter="wipe(down)">
                                      <p:cBhvr>
                                        <p:cTn id="17" dur="500"/>
                                        <p:tgtEl>
                                          <p:spTgt spid="147"/>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48"/>
                                        </p:tgtEl>
                                        <p:attrNameLst>
                                          <p:attrName>style.visibility</p:attrName>
                                        </p:attrNameLst>
                                      </p:cBhvr>
                                      <p:to>
                                        <p:strVal val="visible"/>
                                      </p:to>
                                    </p:set>
                                    <p:animEffect transition="in" filter="fade">
                                      <p:cBhvr>
                                        <p:cTn id="22" dur="500"/>
                                        <p:tgtEl>
                                          <p:spTgt spid="148"/>
                                        </p:tgtEl>
                                      </p:cBhvr>
                                    </p:animEffect>
                                    <p:anim calcmode="lin" valueType="num">
                                      <p:cBhvr>
                                        <p:cTn id="23" dur="500" fill="hold"/>
                                        <p:tgtEl>
                                          <p:spTgt spid="148"/>
                                        </p:tgtEl>
                                        <p:attrNameLst>
                                          <p:attrName>ppt_x</p:attrName>
                                        </p:attrNameLst>
                                      </p:cBhvr>
                                      <p:tavLst>
                                        <p:tav tm="0">
                                          <p:val>
                                            <p:strVal val="#ppt_x"/>
                                          </p:val>
                                        </p:tav>
                                        <p:tav tm="100000">
                                          <p:val>
                                            <p:strVal val="#ppt_x"/>
                                          </p:val>
                                        </p:tav>
                                      </p:tavLst>
                                    </p:anim>
                                    <p:anim calcmode="lin" valueType="num">
                                      <p:cBhvr>
                                        <p:cTn id="24" dur="500" fill="hold"/>
                                        <p:tgtEl>
                                          <p:spTgt spid="1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15"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教学成效</a:t>
            </a:r>
          </a:p>
        </p:txBody>
      </p:sp>
      <p:cxnSp>
        <p:nvCxnSpPr>
          <p:cNvPr id="16" name="直接连接符 1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4101" name="组合 4100"/>
          <p:cNvGrpSpPr/>
          <p:nvPr/>
        </p:nvGrpSpPr>
        <p:grpSpPr>
          <a:xfrm>
            <a:off x="3919837" y="2074040"/>
            <a:ext cx="4381355" cy="4381355"/>
            <a:chOff x="3919837" y="2074040"/>
            <a:chExt cx="4381355" cy="4381355"/>
          </a:xfrm>
        </p:grpSpPr>
        <p:sp>
          <p:nvSpPr>
            <p:cNvPr id="17" name="泪滴形 16"/>
            <p:cNvSpPr/>
            <p:nvPr/>
          </p:nvSpPr>
          <p:spPr>
            <a:xfrm rot="18890842">
              <a:off x="3919837" y="2074040"/>
              <a:ext cx="4381355" cy="4381355"/>
            </a:xfrm>
            <a:prstGeom prst="teardrop">
              <a:avLst/>
            </a:prstGeom>
            <a:solidFill>
              <a:schemeClr val="accent1">
                <a:lumMod val="20000"/>
                <a:lumOff val="80000"/>
                <a:alpha val="5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泪滴形 19"/>
            <p:cNvSpPr/>
            <p:nvPr/>
          </p:nvSpPr>
          <p:spPr>
            <a:xfrm rot="18890842">
              <a:off x="4010187" y="2164390"/>
              <a:ext cx="4200654" cy="4200654"/>
            </a:xfrm>
            <a:prstGeom prst="teardrop">
              <a:avLst/>
            </a:prstGeom>
            <a:solidFill>
              <a:schemeClr val="bg1"/>
            </a:solid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10" name="组合 4109"/>
          <p:cNvGrpSpPr/>
          <p:nvPr/>
        </p:nvGrpSpPr>
        <p:grpSpPr>
          <a:xfrm>
            <a:off x="1076417" y="1442793"/>
            <a:ext cx="4285785" cy="4701530"/>
            <a:chOff x="1076417" y="1442793"/>
            <a:chExt cx="4285785" cy="4701530"/>
          </a:xfrm>
        </p:grpSpPr>
        <p:sp>
          <p:nvSpPr>
            <p:cNvPr id="29" name="弧形 28"/>
            <p:cNvSpPr/>
            <p:nvPr/>
          </p:nvSpPr>
          <p:spPr>
            <a:xfrm rot="16200000">
              <a:off x="1538884" y="1931836"/>
              <a:ext cx="3823315" cy="3823321"/>
            </a:xfrm>
            <a:prstGeom prst="arc">
              <a:avLst>
                <a:gd name="adj1" fmla="val 12256065"/>
                <a:gd name="adj2" fmla="val 20192630"/>
              </a:avLst>
            </a:prstGeom>
            <a:noFill/>
            <a:ln w="15836">
              <a:solidFill>
                <a:schemeClr val="accent1"/>
              </a:solidFill>
              <a:prstDash val="dash"/>
              <a:tailEnd type="triangle" w="lg" len="lg"/>
            </a:ln>
            <a:effectLst/>
          </p:spPr>
          <p:style>
            <a:lnRef idx="2">
              <a:schemeClr val="accent1">
                <a:shade val="15000"/>
              </a:schemeClr>
            </a:lnRef>
            <a:fillRef idx="1">
              <a:schemeClr val="accent1"/>
            </a:fillRef>
            <a:effectRef idx="0">
              <a:schemeClr val="accent1"/>
            </a:effectRef>
            <a:fontRef idx="minor">
              <a:schemeClr val="lt1"/>
            </a:fontRef>
          </p:style>
          <p:txBody>
            <a:bodyPr lIns="114014" tIns="57007" rIns="114014" bIns="57007" rtlCol="0" anchor="ctr"/>
            <a:lstStyle/>
            <a:p>
              <a:pPr algn="ctr"/>
              <a:endParaRPr lang="en-US" sz="1245" dirty="0">
                <a:solidFill>
                  <a:schemeClr val="bg1"/>
                </a:solidFill>
                <a:latin typeface="思源黑体 CN Bold" panose="020B0800000000000000" pitchFamily="34" charset="-122"/>
                <a:ea typeface="思源黑体 CN Bold" panose="020B0800000000000000" pitchFamily="34" charset="-122"/>
              </a:endParaRPr>
            </a:p>
          </p:txBody>
        </p:sp>
        <p:grpSp>
          <p:nvGrpSpPr>
            <p:cNvPr id="4109" name="组合 4108"/>
            <p:cNvGrpSpPr/>
            <p:nvPr/>
          </p:nvGrpSpPr>
          <p:grpSpPr>
            <a:xfrm>
              <a:off x="1076417" y="1442793"/>
              <a:ext cx="3480934" cy="4701530"/>
              <a:chOff x="1076417" y="1442793"/>
              <a:chExt cx="3480934" cy="4701530"/>
            </a:xfrm>
          </p:grpSpPr>
          <p:sp>
            <p:nvSpPr>
              <p:cNvPr id="22" name="椭圆 21"/>
              <p:cNvSpPr/>
              <p:nvPr/>
            </p:nvSpPr>
            <p:spPr>
              <a:xfrm>
                <a:off x="1076417" y="3184477"/>
                <a:ext cx="1218162" cy="1218162"/>
              </a:xfrm>
              <a:prstGeom prst="ellipse">
                <a:avLst/>
              </a:prstGeom>
              <a:solidFill>
                <a:schemeClr val="accent6"/>
              </a:solidFill>
              <a:ln w="12700">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45" name="椭圆 44"/>
              <p:cNvSpPr/>
              <p:nvPr/>
            </p:nvSpPr>
            <p:spPr>
              <a:xfrm>
                <a:off x="1165615" y="3273675"/>
                <a:ext cx="1039766" cy="1039766"/>
              </a:xfrm>
              <a:prstGeom prst="ellipse">
                <a:avLst/>
              </a:prstGeom>
              <a:solidFill>
                <a:schemeClr val="accent6"/>
              </a:solidFill>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grpSp>
            <p:nvGrpSpPr>
              <p:cNvPr id="4105" name="组合 4104"/>
              <p:cNvGrpSpPr/>
              <p:nvPr/>
            </p:nvGrpSpPr>
            <p:grpSpPr>
              <a:xfrm>
                <a:off x="1336685" y="1442793"/>
                <a:ext cx="3220666" cy="4701530"/>
                <a:chOff x="1336685" y="1442793"/>
                <a:chExt cx="3220666" cy="4701530"/>
              </a:xfrm>
            </p:grpSpPr>
            <p:sp>
              <p:nvSpPr>
                <p:cNvPr id="18" name="椭圆 17"/>
                <p:cNvSpPr/>
                <p:nvPr/>
              </p:nvSpPr>
              <p:spPr>
                <a:xfrm>
                  <a:off x="2727161" y="1442793"/>
                  <a:ext cx="1218162" cy="1218162"/>
                </a:xfrm>
                <a:prstGeom prst="ellipse">
                  <a:avLst/>
                </a:prstGeom>
                <a:ln w="12700">
                  <a:solidFill>
                    <a:schemeClr val="accent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23" name="椭圆 22"/>
                <p:cNvSpPr/>
                <p:nvPr/>
              </p:nvSpPr>
              <p:spPr>
                <a:xfrm>
                  <a:off x="2727161" y="4926161"/>
                  <a:ext cx="1218162" cy="1218162"/>
                </a:xfrm>
                <a:prstGeom prst="ellipse">
                  <a:avLst/>
                </a:prstGeom>
                <a:solidFill>
                  <a:schemeClr val="accent5"/>
                </a:solidFill>
                <a:ln w="1270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cxnSp>
              <p:nvCxnSpPr>
                <p:cNvPr id="28" name="直接连接符 27"/>
                <p:cNvCxnSpPr>
                  <a:stCxn id="18" idx="5"/>
                  <a:endCxn id="17" idx="6"/>
                </p:cNvCxnSpPr>
                <p:nvPr/>
              </p:nvCxnSpPr>
              <p:spPr>
                <a:xfrm>
                  <a:off x="3766927" y="2482559"/>
                  <a:ext cx="790424" cy="237247"/>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22" idx="6"/>
                </p:cNvCxnSpPr>
                <p:nvPr/>
              </p:nvCxnSpPr>
              <p:spPr>
                <a:xfrm>
                  <a:off x="2294579" y="3793558"/>
                  <a:ext cx="1650744" cy="0"/>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23" idx="6"/>
                </p:cNvCxnSpPr>
                <p:nvPr/>
              </p:nvCxnSpPr>
              <p:spPr>
                <a:xfrm flipV="1">
                  <a:off x="3945323" y="5372100"/>
                  <a:ext cx="216816" cy="163142"/>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2816359" y="1531991"/>
                  <a:ext cx="1039766" cy="1039766"/>
                </a:xfrm>
                <a:prstGeom prst="ellipse">
                  <a:avLst/>
                </a:prstGeom>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46" name="椭圆 45"/>
                <p:cNvSpPr/>
                <p:nvPr/>
              </p:nvSpPr>
              <p:spPr>
                <a:xfrm>
                  <a:off x="2816359" y="5015359"/>
                  <a:ext cx="1039766" cy="1039766"/>
                </a:xfrm>
                <a:prstGeom prst="ellipse">
                  <a:avLst/>
                </a:prstGeom>
                <a:solidFill>
                  <a:schemeClr val="accent5"/>
                </a:solidFill>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42" name="文本框 41"/>
                <p:cNvSpPr txBox="1"/>
                <p:nvPr/>
              </p:nvSpPr>
              <p:spPr>
                <a:xfrm>
                  <a:off x="2987429" y="1697931"/>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课程标准</a:t>
                  </a:r>
                  <a:endParaRPr lang="zh-CN" altLang="en-US" sz="2000" i="0" dirty="0">
                    <a:solidFill>
                      <a:schemeClr val="bg1"/>
                    </a:solidFill>
                    <a:effectLst/>
                    <a:latin typeface="+mj-ea"/>
                    <a:ea typeface="+mj-ea"/>
                  </a:endParaRPr>
                </a:p>
              </p:txBody>
            </p:sp>
            <p:sp>
              <p:nvSpPr>
                <p:cNvPr id="47" name="文本框 46"/>
                <p:cNvSpPr txBox="1"/>
                <p:nvPr/>
              </p:nvSpPr>
              <p:spPr>
                <a:xfrm>
                  <a:off x="1336685" y="3439615"/>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辐射效应</a:t>
                  </a:r>
                  <a:endParaRPr lang="zh-CN" altLang="en-US" sz="2000" i="0" dirty="0">
                    <a:solidFill>
                      <a:schemeClr val="bg1"/>
                    </a:solidFill>
                    <a:effectLst/>
                    <a:latin typeface="+mj-ea"/>
                    <a:ea typeface="+mj-ea"/>
                  </a:endParaRPr>
                </a:p>
              </p:txBody>
            </p:sp>
            <p:sp>
              <p:nvSpPr>
                <p:cNvPr id="50" name="文本框 49"/>
                <p:cNvSpPr txBox="1"/>
                <p:nvPr/>
              </p:nvSpPr>
              <p:spPr>
                <a:xfrm>
                  <a:off x="2987429" y="5181299"/>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学术产出</a:t>
                  </a:r>
                  <a:endParaRPr lang="zh-CN" altLang="en-US" sz="2000" i="0" dirty="0">
                    <a:solidFill>
                      <a:schemeClr val="bg1"/>
                    </a:solidFill>
                    <a:effectLst/>
                    <a:latin typeface="+mj-ea"/>
                    <a:ea typeface="+mj-ea"/>
                  </a:endParaRPr>
                </a:p>
              </p:txBody>
            </p:sp>
            <p:sp>
              <p:nvSpPr>
                <p:cNvPr id="52" name="椭圆 51"/>
                <p:cNvSpPr/>
                <p:nvPr/>
              </p:nvSpPr>
              <p:spPr>
                <a:xfrm>
                  <a:off x="1535659" y="2034463"/>
                  <a:ext cx="895107" cy="895107"/>
                </a:xfrm>
                <a:prstGeom prst="ellipse">
                  <a:avLst/>
                </a:prstGeom>
                <a:solidFill>
                  <a:schemeClr val="accent2">
                    <a:lumMod val="20000"/>
                    <a:lumOff val="80000"/>
                  </a:schemeClr>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53" name="椭圆 52"/>
                <p:cNvSpPr/>
                <p:nvPr/>
              </p:nvSpPr>
              <p:spPr>
                <a:xfrm>
                  <a:off x="1535659" y="4705346"/>
                  <a:ext cx="895107" cy="895107"/>
                </a:xfrm>
                <a:prstGeom prst="ellipse">
                  <a:avLst/>
                </a:prstGeom>
                <a:solidFill>
                  <a:schemeClr val="accent2">
                    <a:lumMod val="20000"/>
                    <a:lumOff val="80000"/>
                  </a:schemeClr>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60" name="文本框 59"/>
                <p:cNvSpPr txBox="1"/>
                <p:nvPr/>
              </p:nvSpPr>
              <p:spPr>
                <a:xfrm>
                  <a:off x="1660047" y="2158851"/>
                  <a:ext cx="646331" cy="646331"/>
                </a:xfrm>
                <a:prstGeom prst="rect">
                  <a:avLst/>
                </a:prstGeom>
                <a:noFill/>
              </p:spPr>
              <p:txBody>
                <a:bodyPr wrap="square">
                  <a:spAutoFit/>
                </a:bodyPr>
                <a:lstStyle/>
                <a:p>
                  <a:pPr algn="ctr"/>
                  <a:r>
                    <a:rPr lang="zh-CN" altLang="en-US" i="0">
                      <a:solidFill>
                        <a:schemeClr val="accent2"/>
                      </a:solidFill>
                      <a:effectLst/>
                      <a:latin typeface="+mj-ea"/>
                      <a:ea typeface="+mj-ea"/>
                    </a:rPr>
                    <a:t>优秀教学</a:t>
                  </a:r>
                  <a:endParaRPr lang="zh-CN" altLang="en-US" i="0" dirty="0">
                    <a:solidFill>
                      <a:schemeClr val="accent2"/>
                    </a:solidFill>
                    <a:effectLst/>
                    <a:latin typeface="+mj-ea"/>
                    <a:ea typeface="+mj-ea"/>
                  </a:endParaRPr>
                </a:p>
              </p:txBody>
            </p:sp>
            <p:sp>
              <p:nvSpPr>
                <p:cNvPr id="61" name="文本框 60"/>
                <p:cNvSpPr txBox="1"/>
                <p:nvPr/>
              </p:nvSpPr>
              <p:spPr>
                <a:xfrm>
                  <a:off x="1660047" y="4829734"/>
                  <a:ext cx="646331" cy="646331"/>
                </a:xfrm>
                <a:prstGeom prst="rect">
                  <a:avLst/>
                </a:prstGeom>
                <a:noFill/>
              </p:spPr>
              <p:txBody>
                <a:bodyPr wrap="square">
                  <a:spAutoFit/>
                </a:bodyPr>
                <a:lstStyle/>
                <a:p>
                  <a:pPr algn="ctr"/>
                  <a:r>
                    <a:rPr lang="zh-CN" altLang="en-US" i="0">
                      <a:solidFill>
                        <a:schemeClr val="accent2"/>
                      </a:solidFill>
                      <a:effectLst/>
                      <a:latin typeface="+mj-ea"/>
                      <a:ea typeface="+mj-ea"/>
                    </a:rPr>
                    <a:t>教学成果</a:t>
                  </a:r>
                  <a:endParaRPr lang="zh-CN" altLang="en-US" i="0" dirty="0">
                    <a:solidFill>
                      <a:schemeClr val="accent2"/>
                    </a:solidFill>
                    <a:effectLst/>
                    <a:latin typeface="+mj-ea"/>
                    <a:ea typeface="+mj-ea"/>
                  </a:endParaRPr>
                </a:p>
              </p:txBody>
            </p:sp>
          </p:grpSp>
        </p:grpSp>
      </p:grpSp>
      <p:grpSp>
        <p:nvGrpSpPr>
          <p:cNvPr id="4103" name="组合 4102"/>
          <p:cNvGrpSpPr/>
          <p:nvPr/>
        </p:nvGrpSpPr>
        <p:grpSpPr>
          <a:xfrm>
            <a:off x="4310455" y="3019427"/>
            <a:ext cx="3571092" cy="620470"/>
            <a:chOff x="4310455" y="3019427"/>
            <a:chExt cx="3571092" cy="620470"/>
          </a:xfrm>
        </p:grpSpPr>
        <p:cxnSp>
          <p:nvCxnSpPr>
            <p:cNvPr id="64" name="直接箭头连接符 63"/>
            <p:cNvCxnSpPr/>
            <p:nvPr/>
          </p:nvCxnSpPr>
          <p:spPr>
            <a:xfrm flipH="1">
              <a:off x="6095996" y="3019427"/>
              <a:ext cx="4" cy="2129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矩形: 圆角 64"/>
            <p:cNvSpPr/>
            <p:nvPr/>
          </p:nvSpPr>
          <p:spPr>
            <a:xfrm>
              <a:off x="4310455" y="3253806"/>
              <a:ext cx="885646" cy="380048"/>
            </a:xfrm>
            <a:prstGeom prst="roundRect">
              <a:avLst>
                <a:gd name="adj" fmla="val 487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dirty="0">
                  <a:solidFill>
                    <a:schemeClr val="bg1"/>
                  </a:solidFill>
                  <a:effectLst>
                    <a:outerShdw blurRad="50800" dist="38100" dir="5400000" algn="t" rotWithShape="0">
                      <a:schemeClr val="accent2">
                        <a:lumMod val="50000"/>
                        <a:alpha val="40000"/>
                      </a:schemeClr>
                    </a:outerShdw>
                  </a:effectLst>
                  <a:latin typeface="+mj-ea"/>
                  <a:ea typeface="+mj-ea"/>
                </a:rPr>
                <a:t>试点期</a:t>
              </a:r>
            </a:p>
          </p:txBody>
        </p:sp>
        <p:sp>
          <p:nvSpPr>
            <p:cNvPr id="66" name="矩形: 圆角 65"/>
            <p:cNvSpPr/>
            <p:nvPr/>
          </p:nvSpPr>
          <p:spPr>
            <a:xfrm>
              <a:off x="5308599" y="3247767"/>
              <a:ext cx="1574795" cy="392130"/>
            </a:xfrm>
            <a:prstGeom prst="roundRect">
              <a:avLst>
                <a:gd name="adj" fmla="val 487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1"/>
                  </a:solidFill>
                  <a:effectLst>
                    <a:outerShdw blurRad="50800" dist="38100" dir="5400000" algn="t" rotWithShape="0">
                      <a:schemeClr val="accent2">
                        <a:lumMod val="50000"/>
                        <a:alpha val="40000"/>
                      </a:schemeClr>
                    </a:outerShdw>
                  </a:effectLst>
                  <a:latin typeface="+mj-ea"/>
                  <a:ea typeface="+mj-ea"/>
                </a:rPr>
                <a:t>推广期</a:t>
              </a:r>
              <a:endParaRPr lang="zh-CN" altLang="en-US" dirty="0">
                <a:solidFill>
                  <a:schemeClr val="bg1"/>
                </a:solidFill>
                <a:effectLst>
                  <a:outerShdw blurRad="50800" dist="38100" dir="5400000" algn="t" rotWithShape="0">
                    <a:schemeClr val="accent2">
                      <a:lumMod val="50000"/>
                      <a:alpha val="40000"/>
                    </a:schemeClr>
                  </a:outerShdw>
                </a:effectLst>
                <a:latin typeface="+mj-ea"/>
                <a:ea typeface="+mj-ea"/>
              </a:endParaRPr>
            </a:p>
          </p:txBody>
        </p:sp>
        <p:sp>
          <p:nvSpPr>
            <p:cNvPr id="67" name="矩形: 圆角 66"/>
            <p:cNvSpPr/>
            <p:nvPr/>
          </p:nvSpPr>
          <p:spPr>
            <a:xfrm>
              <a:off x="6995900" y="3253808"/>
              <a:ext cx="885647" cy="380048"/>
            </a:xfrm>
            <a:prstGeom prst="roundRect">
              <a:avLst>
                <a:gd name="adj" fmla="val 487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a:solidFill>
                    <a:schemeClr val="bg1"/>
                  </a:solidFill>
                  <a:effectLst>
                    <a:outerShdw blurRad="50800" dist="38100" dir="5400000" algn="t" rotWithShape="0">
                      <a:schemeClr val="accent2">
                        <a:lumMod val="50000"/>
                        <a:alpha val="40000"/>
                      </a:schemeClr>
                    </a:outerShdw>
                  </a:effectLst>
                  <a:latin typeface="+mj-ea"/>
                  <a:ea typeface="+mj-ea"/>
                </a:rPr>
                <a:t>成熟期</a:t>
              </a:r>
              <a:endParaRPr lang="zh-CN" altLang="en-US" dirty="0">
                <a:solidFill>
                  <a:schemeClr val="bg1"/>
                </a:solidFill>
                <a:effectLst>
                  <a:outerShdw blurRad="50800" dist="38100" dir="5400000" algn="t" rotWithShape="0">
                    <a:schemeClr val="accent2">
                      <a:lumMod val="50000"/>
                      <a:alpha val="40000"/>
                    </a:schemeClr>
                  </a:outerShdw>
                </a:effectLst>
                <a:latin typeface="+mj-ea"/>
                <a:ea typeface="+mj-ea"/>
              </a:endParaRPr>
            </a:p>
          </p:txBody>
        </p:sp>
        <p:cxnSp>
          <p:nvCxnSpPr>
            <p:cNvPr id="68" name="直接箭头连接符 67"/>
            <p:cNvCxnSpPr/>
            <p:nvPr/>
          </p:nvCxnSpPr>
          <p:spPr>
            <a:xfrm>
              <a:off x="4753277" y="3044870"/>
              <a:ext cx="0" cy="1875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直接箭头连接符 68"/>
            <p:cNvCxnSpPr/>
            <p:nvPr/>
          </p:nvCxnSpPr>
          <p:spPr>
            <a:xfrm>
              <a:off x="7438723" y="3044870"/>
              <a:ext cx="0" cy="1875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72" name="文本框 71"/>
          <p:cNvSpPr txBox="1"/>
          <p:nvPr/>
        </p:nvSpPr>
        <p:spPr>
          <a:xfrm>
            <a:off x="4811042" y="2495133"/>
            <a:ext cx="2569917" cy="591509"/>
          </a:xfrm>
          <a:prstGeom prst="rect">
            <a:avLst/>
          </a:prstGeom>
          <a:noFill/>
        </p:spPr>
        <p:txBody>
          <a:bodyPr wrap="square">
            <a:spAutoFit/>
          </a:bodyPr>
          <a:lstStyle/>
          <a:p>
            <a:pPr algn="ctr">
              <a:lnSpc>
                <a:spcPct val="120000"/>
              </a:lnSpc>
            </a:pPr>
            <a:r>
              <a:rPr lang="zh-CN" altLang="en-US" sz="1400" dirty="0"/>
              <a:t>发布</a:t>
            </a:r>
            <a:r>
              <a:rPr lang="en-US" altLang="zh-CN" sz="1400" dirty="0"/>
              <a:t>《</a:t>
            </a:r>
            <a:r>
              <a:rPr lang="zh-CN" altLang="en-US" sz="1400" dirty="0"/>
              <a:t>中国叙事医学教育发展报告</a:t>
            </a:r>
            <a:r>
              <a:rPr lang="en-US" altLang="zh-CN" sz="1400" dirty="0"/>
              <a:t>》</a:t>
            </a:r>
            <a:r>
              <a:rPr lang="zh-CN" altLang="en-US" sz="1400" dirty="0"/>
              <a:t>（</a:t>
            </a:r>
            <a:r>
              <a:rPr lang="en-US" altLang="zh-CN" sz="1400" dirty="0"/>
              <a:t>2024</a:t>
            </a:r>
            <a:r>
              <a:rPr lang="zh-CN" altLang="en-US" sz="1400" dirty="0"/>
              <a:t>年起每年发布）</a:t>
            </a:r>
          </a:p>
        </p:txBody>
      </p:sp>
      <p:grpSp>
        <p:nvGrpSpPr>
          <p:cNvPr id="4102" name="组合 4101"/>
          <p:cNvGrpSpPr/>
          <p:nvPr/>
        </p:nvGrpSpPr>
        <p:grpSpPr>
          <a:xfrm>
            <a:off x="5163172" y="1457549"/>
            <a:ext cx="1865657" cy="948267"/>
            <a:chOff x="5163172" y="1457549"/>
            <a:chExt cx="1865657" cy="948267"/>
          </a:xfrm>
        </p:grpSpPr>
        <p:sp>
          <p:nvSpPr>
            <p:cNvPr id="51" name="等腰三角形 50"/>
            <p:cNvSpPr/>
            <p:nvPr/>
          </p:nvSpPr>
          <p:spPr>
            <a:xfrm>
              <a:off x="5163172" y="1457549"/>
              <a:ext cx="1865657" cy="948267"/>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5747186" y="1634184"/>
              <a:ext cx="697627" cy="707886"/>
            </a:xfrm>
            <a:prstGeom prst="rect">
              <a:avLst/>
            </a:prstGeom>
            <a:noFill/>
          </p:spPr>
          <p:txBody>
            <a:bodyPr wrap="none">
              <a:spAutoFit/>
            </a:bodyPr>
            <a:lstStyle/>
            <a:p>
              <a:pPr algn="ctr"/>
              <a:r>
                <a:rPr lang="zh-CN" altLang="en-US" sz="2000" dirty="0">
                  <a:solidFill>
                    <a:schemeClr val="bg1"/>
                  </a:solidFill>
                  <a:latin typeface="+mj-ea"/>
                  <a:ea typeface="+mj-ea"/>
                </a:rPr>
                <a:t>里</a:t>
              </a:r>
              <a:endParaRPr lang="en-US" altLang="zh-CN" sz="2000" dirty="0">
                <a:solidFill>
                  <a:schemeClr val="bg1"/>
                </a:solidFill>
                <a:latin typeface="+mj-ea"/>
                <a:ea typeface="+mj-ea"/>
              </a:endParaRPr>
            </a:p>
            <a:p>
              <a:pPr algn="ctr"/>
              <a:r>
                <a:rPr lang="zh-CN" altLang="en-US" sz="2000" dirty="0">
                  <a:solidFill>
                    <a:schemeClr val="bg1"/>
                  </a:solidFill>
                  <a:latin typeface="+mj-ea"/>
                  <a:ea typeface="+mj-ea"/>
                </a:rPr>
                <a:t>程碑</a:t>
              </a:r>
              <a:endParaRPr lang="en-US" altLang="zh-CN" sz="2000" i="0" dirty="0">
                <a:solidFill>
                  <a:schemeClr val="bg1"/>
                </a:solidFill>
                <a:effectLst/>
                <a:latin typeface="+mj-ea"/>
                <a:ea typeface="+mj-ea"/>
              </a:endParaRPr>
            </a:p>
          </p:txBody>
        </p:sp>
      </p:grpSp>
      <p:grpSp>
        <p:nvGrpSpPr>
          <p:cNvPr id="4111" name="组合 4110"/>
          <p:cNvGrpSpPr/>
          <p:nvPr/>
        </p:nvGrpSpPr>
        <p:grpSpPr>
          <a:xfrm>
            <a:off x="2436029" y="2920184"/>
            <a:ext cx="7321175" cy="1761453"/>
            <a:chOff x="2436029" y="2920184"/>
            <a:chExt cx="7321175" cy="1761453"/>
          </a:xfrm>
        </p:grpSpPr>
        <p:sp>
          <p:nvSpPr>
            <p:cNvPr id="43" name="矩形: 圆角 42"/>
            <p:cNvSpPr/>
            <p:nvPr/>
          </p:nvSpPr>
          <p:spPr>
            <a:xfrm>
              <a:off x="2436029" y="2920184"/>
              <a:ext cx="1330898" cy="637272"/>
            </a:xfrm>
            <a:prstGeom prst="roundRect">
              <a:avLst>
                <a:gd name="adj" fmla="val 6652"/>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2454797" y="2943066"/>
              <a:ext cx="1293362" cy="591509"/>
            </a:xfrm>
            <a:prstGeom prst="rect">
              <a:avLst/>
            </a:prstGeom>
            <a:noFill/>
          </p:spPr>
          <p:txBody>
            <a:bodyPr wrap="square">
              <a:spAutoFit/>
            </a:bodyPr>
            <a:lstStyle/>
            <a:p>
              <a:pPr algn="ctr">
                <a:lnSpc>
                  <a:spcPct val="120000"/>
                </a:lnSpc>
              </a:pPr>
              <a:r>
                <a:rPr lang="zh-CN" altLang="en-US" sz="1400" dirty="0"/>
                <a:t>纳入国家住培考核体系</a:t>
              </a:r>
            </a:p>
          </p:txBody>
        </p:sp>
        <p:sp>
          <p:nvSpPr>
            <p:cNvPr id="58" name="矩形: 圆角 57"/>
            <p:cNvSpPr/>
            <p:nvPr/>
          </p:nvSpPr>
          <p:spPr>
            <a:xfrm>
              <a:off x="2436029" y="4044365"/>
              <a:ext cx="1330898" cy="637272"/>
            </a:xfrm>
            <a:prstGeom prst="roundRect">
              <a:avLst>
                <a:gd name="adj" fmla="val 6652"/>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2454797" y="4067247"/>
              <a:ext cx="1293362" cy="591509"/>
            </a:xfrm>
            <a:prstGeom prst="rect">
              <a:avLst/>
            </a:prstGeom>
            <a:noFill/>
          </p:spPr>
          <p:txBody>
            <a:bodyPr wrap="square">
              <a:spAutoFit/>
            </a:bodyPr>
            <a:lstStyle/>
            <a:p>
              <a:pPr algn="ctr">
                <a:lnSpc>
                  <a:spcPct val="120000"/>
                </a:lnSpc>
              </a:pPr>
              <a:r>
                <a:rPr lang="zh-CN" altLang="en-US" sz="1400" dirty="0"/>
                <a:t>学生叙事能力测评提升</a:t>
              </a:r>
              <a:r>
                <a:rPr lang="en-US" altLang="zh-CN" sz="1400" dirty="0">
                  <a:solidFill>
                    <a:srgbClr val="C00000"/>
                  </a:solidFill>
                </a:rPr>
                <a:t>35%</a:t>
              </a:r>
              <a:endParaRPr lang="zh-CN" altLang="en-US" sz="1400" dirty="0">
                <a:solidFill>
                  <a:srgbClr val="C00000"/>
                </a:solidFill>
              </a:endParaRPr>
            </a:p>
          </p:txBody>
        </p:sp>
        <p:sp>
          <p:nvSpPr>
            <p:cNvPr id="90" name="矩形: 圆角 89"/>
            <p:cNvSpPr/>
            <p:nvPr/>
          </p:nvSpPr>
          <p:spPr>
            <a:xfrm flipH="1">
              <a:off x="8426306" y="2920184"/>
              <a:ext cx="1330898" cy="637272"/>
            </a:xfrm>
            <a:prstGeom prst="roundRect">
              <a:avLst>
                <a:gd name="adj" fmla="val 6652"/>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文本框 90"/>
            <p:cNvSpPr txBox="1"/>
            <p:nvPr/>
          </p:nvSpPr>
          <p:spPr>
            <a:xfrm flipH="1">
              <a:off x="8445074" y="2943066"/>
              <a:ext cx="1293362" cy="591509"/>
            </a:xfrm>
            <a:prstGeom prst="rect">
              <a:avLst/>
            </a:prstGeom>
            <a:noFill/>
          </p:spPr>
          <p:txBody>
            <a:bodyPr wrap="square">
              <a:spAutoFit/>
            </a:bodyPr>
            <a:lstStyle/>
            <a:p>
              <a:pPr algn="ctr">
                <a:lnSpc>
                  <a:spcPct val="120000"/>
                </a:lnSpc>
              </a:pPr>
              <a:r>
                <a:rPr lang="zh-CN" altLang="en-US" sz="1400" dirty="0"/>
                <a:t>医患沟通投诉率下降</a:t>
              </a:r>
              <a:r>
                <a:rPr lang="en-US" altLang="zh-CN" sz="1400" dirty="0">
                  <a:solidFill>
                    <a:srgbClr val="C00000"/>
                  </a:solidFill>
                </a:rPr>
                <a:t>20%</a:t>
              </a:r>
              <a:endParaRPr lang="zh-CN" altLang="en-US" sz="1400" dirty="0">
                <a:solidFill>
                  <a:srgbClr val="C00000"/>
                </a:solidFill>
              </a:endParaRPr>
            </a:p>
          </p:txBody>
        </p:sp>
        <p:sp>
          <p:nvSpPr>
            <p:cNvPr id="92" name="矩形: 圆角 91"/>
            <p:cNvSpPr/>
            <p:nvPr/>
          </p:nvSpPr>
          <p:spPr>
            <a:xfrm flipH="1">
              <a:off x="8426306" y="4044365"/>
              <a:ext cx="1330898" cy="637272"/>
            </a:xfrm>
            <a:prstGeom prst="roundRect">
              <a:avLst>
                <a:gd name="adj" fmla="val 6652"/>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文本框 92"/>
            <p:cNvSpPr txBox="1"/>
            <p:nvPr/>
          </p:nvSpPr>
          <p:spPr>
            <a:xfrm flipH="1">
              <a:off x="8445074" y="4067247"/>
              <a:ext cx="1293362" cy="591509"/>
            </a:xfrm>
            <a:prstGeom prst="rect">
              <a:avLst/>
            </a:prstGeom>
            <a:noFill/>
          </p:spPr>
          <p:txBody>
            <a:bodyPr wrap="square">
              <a:spAutoFit/>
            </a:bodyPr>
            <a:lstStyle/>
            <a:p>
              <a:pPr algn="ctr">
                <a:lnSpc>
                  <a:spcPct val="120000"/>
                </a:lnSpc>
              </a:pPr>
              <a:r>
                <a:rPr lang="zh-CN" altLang="en-US" sz="1400" dirty="0"/>
                <a:t>课程满意度达</a:t>
              </a:r>
              <a:r>
                <a:rPr lang="en-US" altLang="zh-CN" sz="1400" dirty="0">
                  <a:solidFill>
                    <a:srgbClr val="C00000"/>
                  </a:solidFill>
                </a:rPr>
                <a:t>90%</a:t>
              </a:r>
              <a:r>
                <a:rPr lang="zh-CN" altLang="en-US" sz="1400" dirty="0"/>
                <a:t>以上</a:t>
              </a:r>
            </a:p>
          </p:txBody>
        </p:sp>
      </p:grpSp>
      <p:grpSp>
        <p:nvGrpSpPr>
          <p:cNvPr id="4108" name="组合 4107"/>
          <p:cNvGrpSpPr/>
          <p:nvPr/>
        </p:nvGrpSpPr>
        <p:grpSpPr>
          <a:xfrm>
            <a:off x="6835404" y="1442793"/>
            <a:ext cx="4281412" cy="4701530"/>
            <a:chOff x="6835404" y="1442793"/>
            <a:chExt cx="4281412" cy="4701530"/>
          </a:xfrm>
        </p:grpSpPr>
        <p:sp>
          <p:nvSpPr>
            <p:cNvPr id="110" name="弧形 109"/>
            <p:cNvSpPr/>
            <p:nvPr/>
          </p:nvSpPr>
          <p:spPr>
            <a:xfrm rot="5400000" flipH="1">
              <a:off x="6835407" y="1931836"/>
              <a:ext cx="3823315" cy="3823321"/>
            </a:xfrm>
            <a:prstGeom prst="arc">
              <a:avLst>
                <a:gd name="adj1" fmla="val 12256065"/>
                <a:gd name="adj2" fmla="val 20192630"/>
              </a:avLst>
            </a:prstGeom>
            <a:noFill/>
            <a:ln w="15836">
              <a:solidFill>
                <a:schemeClr val="accent1"/>
              </a:solidFill>
              <a:prstDash val="dash"/>
              <a:tailEnd type="triangle" w="lg" len="lg"/>
            </a:ln>
            <a:effectLst/>
          </p:spPr>
          <p:style>
            <a:lnRef idx="2">
              <a:schemeClr val="accent1">
                <a:shade val="15000"/>
              </a:schemeClr>
            </a:lnRef>
            <a:fillRef idx="1">
              <a:schemeClr val="accent1"/>
            </a:fillRef>
            <a:effectRef idx="0">
              <a:schemeClr val="accent1"/>
            </a:effectRef>
            <a:fontRef idx="minor">
              <a:schemeClr val="lt1"/>
            </a:fontRef>
          </p:style>
          <p:txBody>
            <a:bodyPr lIns="114014" tIns="57007" rIns="114014" bIns="57007" rtlCol="0" anchor="ctr"/>
            <a:lstStyle/>
            <a:p>
              <a:pPr algn="ctr"/>
              <a:endParaRPr lang="en-US" sz="1245" dirty="0">
                <a:solidFill>
                  <a:schemeClr val="bg1"/>
                </a:solidFill>
                <a:latin typeface="思源黑体 CN Bold" panose="020B0800000000000000" pitchFamily="34" charset="-122"/>
                <a:ea typeface="思源黑体 CN Bold" panose="020B0800000000000000" pitchFamily="34" charset="-122"/>
              </a:endParaRPr>
            </a:p>
          </p:txBody>
        </p:sp>
        <p:sp>
          <p:nvSpPr>
            <p:cNvPr id="76" name="椭圆 75"/>
            <p:cNvSpPr/>
            <p:nvPr/>
          </p:nvSpPr>
          <p:spPr>
            <a:xfrm flipH="1">
              <a:off x="8247910" y="1442793"/>
              <a:ext cx="1218162" cy="1218162"/>
            </a:xfrm>
            <a:prstGeom prst="ellipse">
              <a:avLst/>
            </a:prstGeom>
            <a:ln w="12700">
              <a:solidFill>
                <a:schemeClr val="accent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77" name="椭圆 76"/>
            <p:cNvSpPr/>
            <p:nvPr/>
          </p:nvSpPr>
          <p:spPr>
            <a:xfrm flipH="1">
              <a:off x="9898654" y="3184477"/>
              <a:ext cx="1218162" cy="1218162"/>
            </a:xfrm>
            <a:prstGeom prst="ellipse">
              <a:avLst/>
            </a:prstGeom>
            <a:solidFill>
              <a:schemeClr val="accent6"/>
            </a:solidFill>
            <a:ln w="12700">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78" name="椭圆 77"/>
            <p:cNvSpPr/>
            <p:nvPr/>
          </p:nvSpPr>
          <p:spPr>
            <a:xfrm flipH="1">
              <a:off x="8247910" y="4926161"/>
              <a:ext cx="1218162" cy="1218162"/>
            </a:xfrm>
            <a:prstGeom prst="ellipse">
              <a:avLst/>
            </a:prstGeom>
            <a:solidFill>
              <a:schemeClr val="accent5"/>
            </a:solidFill>
            <a:ln w="1270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cxnSp>
          <p:nvCxnSpPr>
            <p:cNvPr id="79" name="直接连接符 78"/>
            <p:cNvCxnSpPr>
              <a:stCxn id="76" idx="5"/>
            </p:cNvCxnSpPr>
            <p:nvPr/>
          </p:nvCxnSpPr>
          <p:spPr>
            <a:xfrm flipH="1">
              <a:off x="7635882" y="2482559"/>
              <a:ext cx="790424" cy="237247"/>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77" idx="6"/>
            </p:cNvCxnSpPr>
            <p:nvPr/>
          </p:nvCxnSpPr>
          <p:spPr>
            <a:xfrm flipH="1">
              <a:off x="8247910" y="3793558"/>
              <a:ext cx="1650744" cy="0"/>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78" idx="6"/>
            </p:cNvCxnSpPr>
            <p:nvPr/>
          </p:nvCxnSpPr>
          <p:spPr>
            <a:xfrm flipH="1" flipV="1">
              <a:off x="8031094" y="5372100"/>
              <a:ext cx="216816" cy="163142"/>
            </a:xfrm>
            <a:prstGeom prst="line">
              <a:avLst/>
            </a:prstGeom>
            <a:ln>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82" name="椭圆 81"/>
            <p:cNvSpPr/>
            <p:nvPr/>
          </p:nvSpPr>
          <p:spPr>
            <a:xfrm flipH="1">
              <a:off x="8337108" y="1531991"/>
              <a:ext cx="1039766" cy="1039766"/>
            </a:xfrm>
            <a:prstGeom prst="ellipse">
              <a:avLst/>
            </a:prstGeom>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83" name="椭圆 82"/>
            <p:cNvSpPr/>
            <p:nvPr/>
          </p:nvSpPr>
          <p:spPr>
            <a:xfrm flipH="1">
              <a:off x="9987852" y="3273675"/>
              <a:ext cx="1039766" cy="1039766"/>
            </a:xfrm>
            <a:prstGeom prst="ellipse">
              <a:avLst/>
            </a:prstGeom>
            <a:solidFill>
              <a:schemeClr val="accent6"/>
            </a:solidFill>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84" name="椭圆 83"/>
            <p:cNvSpPr/>
            <p:nvPr/>
          </p:nvSpPr>
          <p:spPr>
            <a:xfrm flipH="1">
              <a:off x="8337108" y="5015359"/>
              <a:ext cx="1039766" cy="1039766"/>
            </a:xfrm>
            <a:prstGeom prst="ellipse">
              <a:avLst/>
            </a:prstGeom>
            <a:solidFill>
              <a:schemeClr val="accent5"/>
            </a:solidFill>
            <a:ln w="12700">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85" name="文本框 84"/>
            <p:cNvSpPr txBox="1"/>
            <p:nvPr/>
          </p:nvSpPr>
          <p:spPr>
            <a:xfrm flipH="1">
              <a:off x="8508177" y="1697931"/>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成本效益</a:t>
              </a:r>
              <a:endParaRPr lang="zh-CN" altLang="en-US" sz="2000" i="0" dirty="0">
                <a:solidFill>
                  <a:schemeClr val="bg1"/>
                </a:solidFill>
                <a:effectLst/>
                <a:latin typeface="+mj-ea"/>
                <a:ea typeface="+mj-ea"/>
              </a:endParaRPr>
            </a:p>
          </p:txBody>
        </p:sp>
        <p:sp>
          <p:nvSpPr>
            <p:cNvPr id="86" name="文本框 85"/>
            <p:cNvSpPr txBox="1"/>
            <p:nvPr/>
          </p:nvSpPr>
          <p:spPr>
            <a:xfrm flipH="1">
              <a:off x="10158921" y="3439615"/>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社会认可</a:t>
              </a:r>
              <a:endParaRPr lang="zh-CN" altLang="en-US" sz="2000" i="0" dirty="0">
                <a:solidFill>
                  <a:schemeClr val="bg1"/>
                </a:solidFill>
                <a:effectLst/>
                <a:latin typeface="+mj-ea"/>
                <a:ea typeface="+mj-ea"/>
              </a:endParaRPr>
            </a:p>
          </p:txBody>
        </p:sp>
        <p:sp>
          <p:nvSpPr>
            <p:cNvPr id="87" name="文本框 86"/>
            <p:cNvSpPr txBox="1"/>
            <p:nvPr/>
          </p:nvSpPr>
          <p:spPr>
            <a:xfrm flipH="1">
              <a:off x="8508177" y="5181299"/>
              <a:ext cx="697627" cy="707886"/>
            </a:xfrm>
            <a:prstGeom prst="rect">
              <a:avLst/>
            </a:prstGeom>
            <a:noFill/>
          </p:spPr>
          <p:txBody>
            <a:bodyPr wrap="square">
              <a:spAutoFit/>
            </a:bodyPr>
            <a:lstStyle/>
            <a:p>
              <a:pPr algn="ctr"/>
              <a:r>
                <a:rPr lang="zh-CN" altLang="en-US" sz="2000" i="0">
                  <a:solidFill>
                    <a:schemeClr val="bg1"/>
                  </a:solidFill>
                  <a:effectLst/>
                  <a:latin typeface="+mj-ea"/>
                  <a:ea typeface="+mj-ea"/>
                </a:rPr>
                <a:t>国际影响</a:t>
              </a:r>
              <a:endParaRPr lang="zh-CN" altLang="en-US" sz="2000" i="0" dirty="0">
                <a:solidFill>
                  <a:schemeClr val="bg1"/>
                </a:solidFill>
                <a:effectLst/>
                <a:latin typeface="+mj-ea"/>
                <a:ea typeface="+mj-ea"/>
              </a:endParaRPr>
            </a:p>
          </p:txBody>
        </p:sp>
        <p:sp>
          <p:nvSpPr>
            <p:cNvPr id="88" name="椭圆 87"/>
            <p:cNvSpPr/>
            <p:nvPr/>
          </p:nvSpPr>
          <p:spPr>
            <a:xfrm flipH="1">
              <a:off x="9762467" y="2034463"/>
              <a:ext cx="895107" cy="895107"/>
            </a:xfrm>
            <a:prstGeom prst="ellipse">
              <a:avLst/>
            </a:prstGeom>
            <a:solidFill>
              <a:schemeClr val="accent2">
                <a:lumMod val="20000"/>
                <a:lumOff val="80000"/>
              </a:schemeClr>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89" name="椭圆 88"/>
            <p:cNvSpPr/>
            <p:nvPr/>
          </p:nvSpPr>
          <p:spPr>
            <a:xfrm flipH="1">
              <a:off x="9762467" y="4705346"/>
              <a:ext cx="895107" cy="895107"/>
            </a:xfrm>
            <a:prstGeom prst="ellipse">
              <a:avLst/>
            </a:prstGeom>
            <a:solidFill>
              <a:schemeClr val="accent2">
                <a:lumMod val="20000"/>
                <a:lumOff val="80000"/>
              </a:schemeClr>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100584" tIns="50292" rIns="100584" bIns="50292" rtlCol="0" anchor="ctr"/>
            <a:lstStyle/>
            <a:p>
              <a:pPr algn="ctr"/>
              <a:endParaRPr lang="zh-CN" altLang="en-US" sz="1980"/>
            </a:p>
          </p:txBody>
        </p:sp>
        <p:sp>
          <p:nvSpPr>
            <p:cNvPr id="94" name="文本框 93"/>
            <p:cNvSpPr txBox="1"/>
            <p:nvPr/>
          </p:nvSpPr>
          <p:spPr>
            <a:xfrm flipH="1">
              <a:off x="9886855" y="2158851"/>
              <a:ext cx="646331" cy="646331"/>
            </a:xfrm>
            <a:prstGeom prst="rect">
              <a:avLst/>
            </a:prstGeom>
            <a:noFill/>
          </p:spPr>
          <p:txBody>
            <a:bodyPr wrap="square">
              <a:spAutoFit/>
            </a:bodyPr>
            <a:lstStyle/>
            <a:p>
              <a:pPr algn="ctr"/>
              <a:r>
                <a:rPr lang="zh-CN" altLang="en-US" i="0">
                  <a:solidFill>
                    <a:schemeClr val="accent2"/>
                  </a:solidFill>
                  <a:effectLst/>
                  <a:latin typeface="+mj-ea"/>
                  <a:ea typeface="+mj-ea"/>
                </a:rPr>
                <a:t>课程投入</a:t>
              </a:r>
              <a:endParaRPr lang="zh-CN" altLang="en-US" i="0" dirty="0">
                <a:solidFill>
                  <a:schemeClr val="accent2"/>
                </a:solidFill>
                <a:effectLst/>
                <a:latin typeface="+mj-ea"/>
                <a:ea typeface="+mj-ea"/>
              </a:endParaRPr>
            </a:p>
          </p:txBody>
        </p:sp>
        <p:sp>
          <p:nvSpPr>
            <p:cNvPr id="95" name="文本框 94"/>
            <p:cNvSpPr txBox="1"/>
            <p:nvPr/>
          </p:nvSpPr>
          <p:spPr>
            <a:xfrm flipH="1">
              <a:off x="9886855" y="4829734"/>
              <a:ext cx="646331" cy="646331"/>
            </a:xfrm>
            <a:prstGeom prst="rect">
              <a:avLst/>
            </a:prstGeom>
            <a:noFill/>
          </p:spPr>
          <p:txBody>
            <a:bodyPr wrap="square">
              <a:spAutoFit/>
            </a:bodyPr>
            <a:lstStyle/>
            <a:p>
              <a:pPr algn="ctr"/>
              <a:r>
                <a:rPr lang="zh-CN" altLang="en-US" i="0">
                  <a:solidFill>
                    <a:schemeClr val="accent2"/>
                  </a:solidFill>
                  <a:effectLst/>
                  <a:latin typeface="+mj-ea"/>
                  <a:ea typeface="+mj-ea"/>
                </a:rPr>
                <a:t>最佳实践</a:t>
              </a:r>
              <a:endParaRPr lang="zh-CN" altLang="en-US" i="0" dirty="0">
                <a:solidFill>
                  <a:schemeClr val="accent2"/>
                </a:solidFill>
                <a:effectLst/>
                <a:latin typeface="+mj-ea"/>
                <a:ea typeface="+mj-ea"/>
              </a:endParaRPr>
            </a:p>
          </p:txBody>
        </p:sp>
      </p:grpSp>
      <p:grpSp>
        <p:nvGrpSpPr>
          <p:cNvPr id="4104" name="组合 4103"/>
          <p:cNvGrpSpPr/>
          <p:nvPr/>
        </p:nvGrpSpPr>
        <p:grpSpPr>
          <a:xfrm>
            <a:off x="4716431" y="3827354"/>
            <a:ext cx="2759139" cy="2364981"/>
            <a:chOff x="4716431" y="3827354"/>
            <a:chExt cx="2759139" cy="2364981"/>
          </a:xfrm>
        </p:grpSpPr>
        <p:sp>
          <p:nvSpPr>
            <p:cNvPr id="97" name="矩形 96"/>
            <p:cNvSpPr/>
            <p:nvPr/>
          </p:nvSpPr>
          <p:spPr>
            <a:xfrm>
              <a:off x="4716431" y="3827354"/>
              <a:ext cx="2759139" cy="1943154"/>
            </a:xfrm>
            <a:prstGeom prst="rect">
              <a:avLst/>
            </a:prstGeom>
            <a:solidFill>
              <a:schemeClr val="accent1">
                <a:lumMod val="20000"/>
                <a:lumOff val="80000"/>
              </a:schemeClr>
            </a:solidFill>
            <a:ln w="6350" cmpd="dbl">
              <a:solidFill>
                <a:schemeClr val="accent1"/>
              </a:solidFill>
              <a:prstDash val="solid"/>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dirty="0"/>
            </a:p>
          </p:txBody>
        </p:sp>
        <p:sp>
          <p:nvSpPr>
            <p:cNvPr id="103" name="矩形 102"/>
            <p:cNvSpPr/>
            <p:nvPr/>
          </p:nvSpPr>
          <p:spPr>
            <a:xfrm>
              <a:off x="4850987" y="3961894"/>
              <a:ext cx="2490028" cy="771550"/>
            </a:xfrm>
            <a:prstGeom prst="rect">
              <a:avLst/>
            </a:prstGeom>
            <a:solidFill>
              <a:schemeClr val="bg1"/>
            </a:solidFill>
            <a:ln w="6350" cmpd="sng">
              <a:solidFill>
                <a:schemeClr val="accent1"/>
              </a:solidFill>
              <a:prstDash val="solid"/>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solidFill>
                  <a:schemeClr val="tx1"/>
                </a:solidFill>
              </a:endParaRPr>
            </a:p>
          </p:txBody>
        </p:sp>
        <p:sp>
          <p:nvSpPr>
            <p:cNvPr id="104" name="文本框 103"/>
            <p:cNvSpPr txBox="1"/>
            <p:nvPr/>
          </p:nvSpPr>
          <p:spPr>
            <a:xfrm>
              <a:off x="4850985" y="3980582"/>
              <a:ext cx="2490029" cy="734175"/>
            </a:xfrm>
            <a:prstGeom prst="rect">
              <a:avLst/>
            </a:prstGeom>
            <a:noFill/>
          </p:spPr>
          <p:txBody>
            <a:bodyPr wrap="square" rtlCol="0" anchor="ctr">
              <a:spAutoFit/>
            </a:bodyPr>
            <a:lstStyle/>
            <a:p>
              <a:pPr algn="ctr">
                <a:lnSpc>
                  <a:spcPct val="120000"/>
                </a:lnSpc>
              </a:pPr>
              <a:r>
                <a:rPr lang="zh-CN" altLang="en-US" dirty="0">
                  <a:solidFill>
                    <a:schemeClr val="accent1"/>
                  </a:solidFill>
                  <a:latin typeface="+mj-ea"/>
                  <a:ea typeface="+mj-ea"/>
                </a:rPr>
                <a:t>完成</a:t>
              </a:r>
              <a:r>
                <a:rPr lang="en-US" altLang="zh-CN" dirty="0">
                  <a:solidFill>
                    <a:srgbClr val="C00000"/>
                  </a:solidFill>
                  <a:latin typeface="+mj-ea"/>
                  <a:ea typeface="+mj-ea"/>
                </a:rPr>
                <a:t>3</a:t>
              </a:r>
              <a:r>
                <a:rPr lang="zh-CN" altLang="en-US" dirty="0">
                  <a:solidFill>
                    <a:schemeClr val="accent1"/>
                  </a:solidFill>
                  <a:latin typeface="+mj-ea"/>
                  <a:ea typeface="+mj-ea"/>
                </a:rPr>
                <a:t>所高校试点，覆盖</a:t>
              </a:r>
              <a:r>
                <a:rPr lang="en-US" altLang="zh-CN" dirty="0">
                  <a:solidFill>
                    <a:srgbClr val="C00000"/>
                  </a:solidFill>
                  <a:latin typeface="+mj-ea"/>
                  <a:ea typeface="+mj-ea"/>
                </a:rPr>
                <a:t>500</a:t>
              </a:r>
              <a:r>
                <a:rPr lang="zh-CN" altLang="en-US" dirty="0">
                  <a:solidFill>
                    <a:schemeClr val="accent1"/>
                  </a:solidFill>
                  <a:latin typeface="+mj-ea"/>
                  <a:ea typeface="+mj-ea"/>
                </a:rPr>
                <a:t>名学生</a:t>
              </a:r>
            </a:p>
          </p:txBody>
        </p:sp>
        <p:sp>
          <p:nvSpPr>
            <p:cNvPr id="100" name="矩形 99"/>
            <p:cNvSpPr/>
            <p:nvPr/>
          </p:nvSpPr>
          <p:spPr>
            <a:xfrm>
              <a:off x="4850987" y="4864419"/>
              <a:ext cx="2490028" cy="771550"/>
            </a:xfrm>
            <a:prstGeom prst="rect">
              <a:avLst/>
            </a:prstGeom>
            <a:solidFill>
              <a:schemeClr val="bg1"/>
            </a:solidFill>
            <a:ln w="6350" cmpd="sng">
              <a:solidFill>
                <a:schemeClr val="accent1"/>
              </a:solidFill>
              <a:prstDash val="solid"/>
              <a:head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dirty="0"/>
            </a:p>
          </p:txBody>
        </p:sp>
        <p:sp>
          <p:nvSpPr>
            <p:cNvPr id="106" name="Rectangle 1551"/>
            <p:cNvSpPr/>
            <p:nvPr/>
          </p:nvSpPr>
          <p:spPr>
            <a:xfrm>
              <a:off x="5418017" y="5915336"/>
              <a:ext cx="1384995" cy="276999"/>
            </a:xfrm>
            <a:prstGeom prst="rect">
              <a:avLst/>
            </a:prstGeom>
          </p:spPr>
          <p:txBody>
            <a:bodyPr wrap="none" lIns="0" tIns="0" rIns="0" bIns="0">
              <a:spAutoFit/>
            </a:bodyPr>
            <a:lstStyle/>
            <a:p>
              <a:pPr marL="0"/>
              <a:r>
                <a:rPr lang="zh-CN" altLang="en-US" dirty="0">
                  <a:solidFill>
                    <a:schemeClr val="accent5"/>
                  </a:solidFill>
                  <a:latin typeface="思源黑体 CN Bold" panose="020B0800000000000000" pitchFamily="34" charset="-122"/>
                  <a:ea typeface="思源黑体 CN Bold" panose="020B0800000000000000" pitchFamily="34" charset="-122"/>
                </a:rPr>
                <a:t>医学教学中心</a:t>
              </a:r>
              <a:endParaRPr lang="en-US" altLang="zh-CN" i="0" spc="0" baseline="0" dirty="0">
                <a:solidFill>
                  <a:schemeClr val="accent5"/>
                </a:solidFill>
                <a:latin typeface="思源黑体 CN Bold" panose="020B0800000000000000" pitchFamily="34" charset="-122"/>
                <a:ea typeface="思源黑体 CN Bold" panose="020B0800000000000000" pitchFamily="34" charset="-122"/>
              </a:endParaRPr>
            </a:p>
          </p:txBody>
        </p:sp>
        <p:sp>
          <p:nvSpPr>
            <p:cNvPr id="109" name="文本框 108"/>
            <p:cNvSpPr txBox="1"/>
            <p:nvPr/>
          </p:nvSpPr>
          <p:spPr>
            <a:xfrm>
              <a:off x="4850985" y="4886318"/>
              <a:ext cx="2490029" cy="734175"/>
            </a:xfrm>
            <a:prstGeom prst="rect">
              <a:avLst/>
            </a:prstGeom>
            <a:noFill/>
          </p:spPr>
          <p:txBody>
            <a:bodyPr wrap="square" rtlCol="0" anchor="ctr">
              <a:spAutoFit/>
            </a:bodyPr>
            <a:lstStyle/>
            <a:p>
              <a:pPr algn="ctr">
                <a:lnSpc>
                  <a:spcPct val="120000"/>
                </a:lnSpc>
              </a:pPr>
              <a:r>
                <a:rPr lang="zh-CN" altLang="en-US" dirty="0">
                  <a:latin typeface="+mj-ea"/>
                  <a:ea typeface="+mj-ea"/>
                </a:rPr>
                <a:t>建立</a:t>
              </a:r>
              <a:r>
                <a:rPr lang="en-US" altLang="zh-CN" dirty="0">
                  <a:solidFill>
                    <a:srgbClr val="C00000"/>
                  </a:solidFill>
                  <a:latin typeface="+mj-ea"/>
                  <a:ea typeface="+mj-ea"/>
                </a:rPr>
                <a:t>10</a:t>
              </a:r>
              <a:r>
                <a:rPr lang="zh-CN" altLang="en-US" dirty="0">
                  <a:latin typeface="+mj-ea"/>
                  <a:ea typeface="+mj-ea"/>
                </a:rPr>
                <a:t>个叙事医学示范基地</a:t>
              </a:r>
            </a:p>
          </p:txBody>
        </p:sp>
      </p:grpSp>
    </p:spTree>
    <p:extLst>
      <p:ext uri="{BB962C8B-B14F-4D97-AF65-F5344CB8AC3E}">
        <p14:creationId xmlns:p14="http://schemas.microsoft.com/office/powerpoint/2010/main" val="171700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101"/>
                                        </p:tgtEl>
                                        <p:attrNameLst>
                                          <p:attrName>style.visibility</p:attrName>
                                        </p:attrNameLst>
                                      </p:cBhvr>
                                      <p:to>
                                        <p:strVal val="visible"/>
                                      </p:to>
                                    </p:set>
                                    <p:animEffect transition="in" filter="wipe(down)">
                                      <p:cBhvr>
                                        <p:cTn id="7" dur="500"/>
                                        <p:tgtEl>
                                          <p:spTgt spid="410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102"/>
                                        </p:tgtEl>
                                        <p:attrNameLst>
                                          <p:attrName>style.visibility</p:attrName>
                                        </p:attrNameLst>
                                      </p:cBhvr>
                                      <p:to>
                                        <p:strVal val="visible"/>
                                      </p:to>
                                    </p:set>
                                    <p:animEffect transition="in" filter="circle(in)">
                                      <p:cBhvr>
                                        <p:cTn id="12" dur="500"/>
                                        <p:tgtEl>
                                          <p:spTgt spid="410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randombar(horizontal)">
                                      <p:cBhvr>
                                        <p:cTn id="17" dur="500"/>
                                        <p:tgtEl>
                                          <p:spTgt spid="7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103"/>
                                        </p:tgtEl>
                                        <p:attrNameLst>
                                          <p:attrName>style.visibility</p:attrName>
                                        </p:attrNameLst>
                                      </p:cBhvr>
                                      <p:to>
                                        <p:strVal val="visible"/>
                                      </p:to>
                                    </p:set>
                                    <p:animEffect transition="in" filter="wipe(up)">
                                      <p:cBhvr>
                                        <p:cTn id="22" dur="500"/>
                                        <p:tgtEl>
                                          <p:spTgt spid="410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104"/>
                                        </p:tgtEl>
                                        <p:attrNameLst>
                                          <p:attrName>style.visibility</p:attrName>
                                        </p:attrNameLst>
                                      </p:cBhvr>
                                      <p:to>
                                        <p:strVal val="visible"/>
                                      </p:to>
                                    </p:set>
                                    <p:animEffect transition="in" filter="barn(inVertical)">
                                      <p:cBhvr>
                                        <p:cTn id="27" dur="500"/>
                                        <p:tgtEl>
                                          <p:spTgt spid="41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110"/>
                                        </p:tgtEl>
                                        <p:attrNameLst>
                                          <p:attrName>style.visibility</p:attrName>
                                        </p:attrNameLst>
                                      </p:cBhvr>
                                      <p:to>
                                        <p:strVal val="visible"/>
                                      </p:to>
                                    </p:set>
                                    <p:animEffect transition="in" filter="wipe(down)">
                                      <p:cBhvr>
                                        <p:cTn id="32" dur="500"/>
                                        <p:tgtEl>
                                          <p:spTgt spid="41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108"/>
                                        </p:tgtEl>
                                        <p:attrNameLst>
                                          <p:attrName>style.visibility</p:attrName>
                                        </p:attrNameLst>
                                      </p:cBhvr>
                                      <p:to>
                                        <p:strVal val="visible"/>
                                      </p:to>
                                    </p:set>
                                    <p:animEffect transition="in" filter="wipe(down)">
                                      <p:cBhvr>
                                        <p:cTn id="37" dur="500"/>
                                        <p:tgtEl>
                                          <p:spTgt spid="4108"/>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4111"/>
                                        </p:tgtEl>
                                        <p:attrNameLst>
                                          <p:attrName>style.visibility</p:attrName>
                                        </p:attrNameLst>
                                      </p:cBhvr>
                                      <p:to>
                                        <p:strVal val="visible"/>
                                      </p:to>
                                    </p:set>
                                    <p:animEffect transition="in" filter="barn(inVertical)">
                                      <p:cBhvr>
                                        <p:cTn id="42" dur="500"/>
                                        <p:tgtEl>
                                          <p:spTgt spid="4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9230405" y="2312293"/>
            <a:ext cx="2466295" cy="3406598"/>
            <a:chOff x="9230405" y="2312293"/>
            <a:chExt cx="2466295" cy="3406598"/>
          </a:xfrm>
        </p:grpSpPr>
        <p:sp>
          <p:nvSpPr>
            <p:cNvPr id="204" name="矩形 203"/>
            <p:cNvSpPr/>
            <p:nvPr/>
          </p:nvSpPr>
          <p:spPr>
            <a:xfrm>
              <a:off x="9230405" y="2312293"/>
              <a:ext cx="2466295" cy="3406598"/>
            </a:xfrm>
            <a:prstGeom prst="rect">
              <a:avLst/>
            </a:prstGeom>
            <a:solidFill>
              <a:schemeClr val="accent3">
                <a:lumMod val="20000"/>
                <a:lumOff val="80000"/>
                <a:alpha val="26000"/>
              </a:schemeClr>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cxnSp>
          <p:nvCxnSpPr>
            <p:cNvPr id="163" name="直接连接符 162"/>
            <p:cNvCxnSpPr/>
            <p:nvPr/>
          </p:nvCxnSpPr>
          <p:spPr>
            <a:xfrm>
              <a:off x="9594421" y="3883578"/>
              <a:ext cx="1738263" cy="0"/>
            </a:xfrm>
            <a:prstGeom prst="line">
              <a:avLst/>
            </a:prstGeom>
            <a:ln w="15875">
              <a:solidFill>
                <a:schemeClr val="accent6"/>
              </a:solidFill>
            </a:ln>
          </p:spPr>
          <p:style>
            <a:lnRef idx="2">
              <a:schemeClr val="accent1"/>
            </a:lnRef>
            <a:fillRef idx="0">
              <a:schemeClr val="accent1"/>
            </a:fillRef>
            <a:effectRef idx="1">
              <a:schemeClr val="accent1"/>
            </a:effectRef>
            <a:fontRef idx="minor">
              <a:schemeClr val="tx1"/>
            </a:fontRef>
          </p:style>
        </p:cxnSp>
        <p:sp>
          <p:nvSpPr>
            <p:cNvPr id="205" name="圆角矩形 1"/>
            <p:cNvSpPr/>
            <p:nvPr/>
          </p:nvSpPr>
          <p:spPr>
            <a:xfrm>
              <a:off x="9352836" y="2465896"/>
              <a:ext cx="2221432" cy="426420"/>
            </a:xfrm>
            <a:prstGeom prst="roundRect">
              <a:avLst>
                <a:gd name="adj" fmla="val 0"/>
              </a:avLst>
            </a:prstGeom>
            <a:solidFill>
              <a:schemeClr val="accent3"/>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井盖绘画与舞蹈融合</a:t>
              </a:r>
              <a:endParaRPr lang="zh-CN" sz="1600" dirty="0">
                <a:solidFill>
                  <a:schemeClr val="bg1"/>
                </a:solidFill>
                <a:latin typeface="思源黑体 CN Bold" panose="020B0800000000000000" pitchFamily="34" charset="-122"/>
                <a:ea typeface="思源黑体 CN Bold" panose="020B0800000000000000" pitchFamily="34" charset="-122"/>
              </a:endParaRPr>
            </a:p>
          </p:txBody>
        </p:sp>
        <p:sp>
          <p:nvSpPr>
            <p:cNvPr id="209" name="圆角矩形 1"/>
            <p:cNvSpPr/>
            <p:nvPr/>
          </p:nvSpPr>
          <p:spPr>
            <a:xfrm>
              <a:off x="9352836" y="5145425"/>
              <a:ext cx="2221432" cy="426420"/>
            </a:xfrm>
            <a:prstGeom prst="roundRect">
              <a:avLst>
                <a:gd name="adj" fmla="val 0"/>
              </a:avLst>
            </a:prstGeom>
            <a:solidFill>
              <a:schemeClr val="accent3"/>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altLang="en-US" sz="1600" dirty="0">
                  <a:solidFill>
                    <a:schemeClr val="bg1"/>
                  </a:solidFill>
                  <a:latin typeface="思源黑体 CN Bold" panose="020B0800000000000000" pitchFamily="34" charset="-122"/>
                  <a:ea typeface="思源黑体 CN Bold" panose="020B0800000000000000" pitchFamily="34" charset="-122"/>
                </a:rPr>
                <a:t>学前教育课程改革</a:t>
              </a:r>
              <a:endParaRPr lang="zh-CN" sz="1600" dirty="0">
                <a:solidFill>
                  <a:schemeClr val="bg1"/>
                </a:solidFill>
                <a:latin typeface="思源黑体 CN Bold" panose="020B0800000000000000" pitchFamily="34" charset="-122"/>
                <a:ea typeface="思源黑体 CN Bold" panose="020B0800000000000000" pitchFamily="34" charset="-122"/>
              </a:endParaRPr>
            </a:p>
          </p:txBody>
        </p:sp>
        <p:sp>
          <p:nvSpPr>
            <p:cNvPr id="162" name="文本框 161"/>
            <p:cNvSpPr txBox="1"/>
            <p:nvPr/>
          </p:nvSpPr>
          <p:spPr>
            <a:xfrm>
              <a:off x="9438884" y="3077926"/>
              <a:ext cx="2049337" cy="619785"/>
            </a:xfrm>
            <a:prstGeom prst="rect">
              <a:avLst/>
            </a:prstGeom>
            <a:noFill/>
          </p:spPr>
          <p:txBody>
            <a:bodyPr wrap="square">
              <a:spAutoFit/>
            </a:bodyPr>
            <a:lstStyle/>
            <a:p>
              <a:pPr algn="ctr">
                <a:lnSpc>
                  <a:spcPct val="110000"/>
                </a:lnSpc>
              </a:pPr>
              <a:r>
                <a:rPr lang="zh-CN" altLang="en-US" sz="1600" dirty="0">
                  <a:latin typeface="思源黑体 CN Bold" panose="020B0800000000000000" pitchFamily="34" charset="-122"/>
                  <a:ea typeface="思源黑体 CN Bold" panose="020B0800000000000000" pitchFamily="34" charset="-122"/>
                </a:rPr>
                <a:t>将单调的校园设施转变为艺术作品</a:t>
              </a:r>
            </a:p>
          </p:txBody>
        </p:sp>
        <p:sp>
          <p:nvSpPr>
            <p:cNvPr id="164" name="文本框 163"/>
            <p:cNvSpPr txBox="1"/>
            <p:nvPr/>
          </p:nvSpPr>
          <p:spPr>
            <a:xfrm>
              <a:off x="9550482" y="4069188"/>
              <a:ext cx="1826141" cy="890628"/>
            </a:xfrm>
            <a:prstGeom prst="rect">
              <a:avLst/>
            </a:prstGeom>
            <a:noFill/>
          </p:spPr>
          <p:txBody>
            <a:bodyPr wrap="square">
              <a:spAutoFit/>
            </a:bodyPr>
            <a:lstStyle/>
            <a:p>
              <a:pPr>
                <a:lnSpc>
                  <a:spcPct val="110000"/>
                </a:lnSpc>
              </a:pPr>
              <a:r>
                <a:rPr lang="zh-CN" altLang="en-US" sz="1600" dirty="0">
                  <a:latin typeface="思源黑体 CN Bold" panose="020B0800000000000000" pitchFamily="34" charset="-122"/>
                  <a:ea typeface="思源黑体 CN Bold" panose="020B0800000000000000" pitchFamily="34" charset="-122"/>
                </a:rPr>
                <a:t>融合德育与劳动教育，开展生态美育行动增强环保意识</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grpSp>
      <p:grpSp>
        <p:nvGrpSpPr>
          <p:cNvPr id="14" name="组合 13"/>
          <p:cNvGrpSpPr/>
          <p:nvPr/>
        </p:nvGrpSpPr>
        <p:grpSpPr>
          <a:xfrm>
            <a:off x="482599" y="2312293"/>
            <a:ext cx="2466295" cy="3406598"/>
            <a:chOff x="482599" y="2312293"/>
            <a:chExt cx="2466295" cy="3406598"/>
          </a:xfrm>
        </p:grpSpPr>
        <p:sp>
          <p:nvSpPr>
            <p:cNvPr id="82" name="矩形 81"/>
            <p:cNvSpPr/>
            <p:nvPr/>
          </p:nvSpPr>
          <p:spPr>
            <a:xfrm>
              <a:off x="482599" y="2312293"/>
              <a:ext cx="2466295" cy="3406598"/>
            </a:xfrm>
            <a:prstGeom prst="rect">
              <a:avLst/>
            </a:prstGeom>
            <a:solidFill>
              <a:schemeClr val="accent3">
                <a:lumMod val="20000"/>
                <a:lumOff val="80000"/>
                <a:alpha val="26000"/>
              </a:schemeClr>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84" name="圆角矩形 1"/>
            <p:cNvSpPr/>
            <p:nvPr/>
          </p:nvSpPr>
          <p:spPr>
            <a:xfrm>
              <a:off x="605030" y="2465896"/>
              <a:ext cx="2221432" cy="426420"/>
            </a:xfrm>
            <a:prstGeom prst="roundRect">
              <a:avLst>
                <a:gd name="adj" fmla="val 0"/>
              </a:avLst>
            </a:prstGeom>
            <a:solidFill>
              <a:schemeClr val="accent3"/>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统筹学科资源</a:t>
              </a:r>
              <a:endParaRPr lang="zh-CN" sz="1600" dirty="0">
                <a:solidFill>
                  <a:schemeClr val="bg1"/>
                </a:solidFill>
                <a:latin typeface="思源黑体 CN Bold" panose="020B0800000000000000" pitchFamily="34" charset="-122"/>
                <a:ea typeface="思源黑体 CN Bold" panose="020B0800000000000000" pitchFamily="34" charset="-122"/>
              </a:endParaRPr>
            </a:p>
          </p:txBody>
        </p:sp>
        <p:sp>
          <p:nvSpPr>
            <p:cNvPr id="86" name="文本框 85"/>
            <p:cNvSpPr txBox="1"/>
            <p:nvPr/>
          </p:nvSpPr>
          <p:spPr>
            <a:xfrm>
              <a:off x="691078" y="3077926"/>
              <a:ext cx="2049337" cy="620042"/>
            </a:xfrm>
            <a:prstGeom prst="rect">
              <a:avLst/>
            </a:prstGeom>
            <a:noFill/>
          </p:spPr>
          <p:txBody>
            <a:bodyPr wrap="square">
              <a:spAutoFit/>
            </a:bodyPr>
            <a:lstStyle/>
            <a:p>
              <a:pPr algn="ctr">
                <a:lnSpc>
                  <a:spcPct val="110000"/>
                </a:lnSpc>
              </a:pPr>
              <a:r>
                <a:rPr lang="zh-CN" altLang="en-US" sz="1600" dirty="0">
                  <a:solidFill>
                    <a:srgbClr val="C00000"/>
                  </a:solidFill>
                  <a:latin typeface="思源黑体 CN Bold" panose="020B0800000000000000" pitchFamily="34" charset="-122"/>
                  <a:ea typeface="思源黑体 CN Bold" panose="020B0800000000000000" pitchFamily="34" charset="-122"/>
                </a:rPr>
                <a:t>“一育为主、他育融合”</a:t>
              </a:r>
              <a:r>
                <a:rPr lang="zh-CN" altLang="en-US" sz="1600" dirty="0">
                  <a:latin typeface="思源黑体 CN Bold" panose="020B0800000000000000" pitchFamily="34" charset="-122"/>
                  <a:ea typeface="思源黑体 CN Bold" panose="020B0800000000000000" pitchFamily="34" charset="-122"/>
                </a:rPr>
                <a:t>的思路</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cxnSp>
          <p:nvCxnSpPr>
            <p:cNvPr id="87" name="直接连接符 86"/>
            <p:cNvCxnSpPr/>
            <p:nvPr/>
          </p:nvCxnSpPr>
          <p:spPr>
            <a:xfrm>
              <a:off x="752345" y="3883578"/>
              <a:ext cx="1738263" cy="0"/>
            </a:xfrm>
            <a:prstGeom prst="line">
              <a:avLst/>
            </a:prstGeom>
            <a:ln w="15875">
              <a:solidFill>
                <a:schemeClr val="accent6"/>
              </a:solidFill>
            </a:ln>
          </p:spPr>
          <p:style>
            <a:lnRef idx="2">
              <a:schemeClr val="accent1"/>
            </a:lnRef>
            <a:fillRef idx="0">
              <a:schemeClr val="accent1"/>
            </a:fillRef>
            <a:effectRef idx="1">
              <a:schemeClr val="accent1"/>
            </a:effectRef>
            <a:fontRef idx="minor">
              <a:schemeClr val="tx1"/>
            </a:fontRef>
          </p:style>
        </p:cxnSp>
        <p:sp>
          <p:nvSpPr>
            <p:cNvPr id="88" name="文本框 87"/>
            <p:cNvSpPr txBox="1"/>
            <p:nvPr/>
          </p:nvSpPr>
          <p:spPr>
            <a:xfrm>
              <a:off x="802676" y="4069188"/>
              <a:ext cx="1826141" cy="890628"/>
            </a:xfrm>
            <a:prstGeom prst="rect">
              <a:avLst/>
            </a:prstGeom>
            <a:noFill/>
          </p:spPr>
          <p:txBody>
            <a:bodyPr wrap="none">
              <a:spAutoFit/>
            </a:bodyPr>
            <a:lstStyle/>
            <a:p>
              <a:pPr>
                <a:lnSpc>
                  <a:spcPct val="110000"/>
                </a:lnSpc>
              </a:pPr>
              <a:r>
                <a:rPr lang="zh-CN" altLang="en-US" sz="1600" dirty="0">
                  <a:latin typeface="思源黑体 CN Bold" panose="020B0800000000000000" pitchFamily="34" charset="-122"/>
                  <a:ea typeface="思源黑体 CN Bold" panose="020B0800000000000000" pitchFamily="34" charset="-122"/>
                </a:rPr>
                <a:t>挖掘舞蹈美育与劳</a:t>
              </a:r>
              <a:endParaRPr lang="en-US" altLang="zh-CN" sz="1600" dirty="0">
                <a:latin typeface="思源黑体 CN Bold" panose="020B0800000000000000" pitchFamily="34" charset="-122"/>
                <a:ea typeface="思源黑体 CN Bold" panose="020B0800000000000000" pitchFamily="34" charset="-122"/>
              </a:endParaRPr>
            </a:p>
            <a:p>
              <a:pPr>
                <a:lnSpc>
                  <a:spcPct val="110000"/>
                </a:lnSpc>
              </a:pPr>
              <a:r>
                <a:rPr lang="zh-CN" altLang="en-US" sz="1600" dirty="0">
                  <a:latin typeface="思源黑体 CN Bold" panose="020B0800000000000000" pitchFamily="34" charset="-122"/>
                  <a:ea typeface="思源黑体 CN Bold" panose="020B0800000000000000" pitchFamily="34" charset="-122"/>
                </a:rPr>
                <a:t>动教育的内在联系</a:t>
              </a:r>
              <a:endParaRPr lang="en-US" altLang="zh-CN" sz="1600" dirty="0">
                <a:latin typeface="思源黑体 CN Bold" panose="020B0800000000000000" pitchFamily="34" charset="-122"/>
                <a:ea typeface="思源黑体 CN Bold" panose="020B0800000000000000" pitchFamily="34" charset="-122"/>
              </a:endParaRPr>
            </a:p>
            <a:p>
              <a:pPr>
                <a:lnSpc>
                  <a:spcPct val="110000"/>
                </a:lnSpc>
              </a:pPr>
              <a:r>
                <a:rPr lang="zh-CN" altLang="en-US" sz="1600" dirty="0">
                  <a:latin typeface="思源黑体 CN Bold" panose="020B0800000000000000" pitchFamily="34" charset="-122"/>
                  <a:ea typeface="思源黑体 CN Bold" panose="020B0800000000000000" pitchFamily="34" charset="-122"/>
                </a:rPr>
                <a:t>设计融合教学活动</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sp>
          <p:nvSpPr>
            <p:cNvPr id="89" name="圆角矩形 1"/>
            <p:cNvSpPr/>
            <p:nvPr/>
          </p:nvSpPr>
          <p:spPr>
            <a:xfrm>
              <a:off x="605030" y="5145425"/>
              <a:ext cx="2221432" cy="426420"/>
            </a:xfrm>
            <a:prstGeom prst="roundRect">
              <a:avLst>
                <a:gd name="adj" fmla="val 0"/>
              </a:avLst>
            </a:prstGeom>
            <a:solidFill>
              <a:schemeClr val="accent3"/>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组建跨学科备课组</a:t>
              </a:r>
              <a:endParaRPr lang="zh-CN" sz="16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4" name="组合 3"/>
          <p:cNvGrpSpPr/>
          <p:nvPr/>
        </p:nvGrpSpPr>
        <p:grpSpPr>
          <a:xfrm>
            <a:off x="482600" y="838198"/>
            <a:ext cx="11214100" cy="1239723"/>
            <a:chOff x="482600" y="838198"/>
            <a:chExt cx="11214100" cy="1239723"/>
          </a:xfrm>
        </p:grpSpPr>
        <p:sp>
          <p:nvSpPr>
            <p:cNvPr id="211" name="右中括号 210"/>
            <p:cNvSpPr/>
            <p:nvPr/>
          </p:nvSpPr>
          <p:spPr>
            <a:xfrm rot="16200000">
              <a:off x="5740935" y="-3239038"/>
              <a:ext cx="710132" cy="8864603"/>
            </a:xfrm>
            <a:prstGeom prst="rightBracket">
              <a:avLst>
                <a:gd name="adj"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nvGrpSpPr>
            <p:cNvPr id="3" name="组合 2"/>
            <p:cNvGrpSpPr/>
            <p:nvPr/>
          </p:nvGrpSpPr>
          <p:grpSpPr>
            <a:xfrm>
              <a:off x="482600" y="1548331"/>
              <a:ext cx="11214100" cy="529590"/>
              <a:chOff x="482600" y="1548331"/>
              <a:chExt cx="11214100" cy="529590"/>
            </a:xfrm>
          </p:grpSpPr>
          <p:sp>
            <p:nvSpPr>
              <p:cNvPr id="47" name="圆角矩形 2"/>
              <p:cNvSpPr/>
              <p:nvPr/>
            </p:nvSpPr>
            <p:spPr>
              <a:xfrm>
                <a:off x="4161790" y="1548331"/>
                <a:ext cx="3868420" cy="529590"/>
              </a:xfrm>
              <a:prstGeom prst="roundRect">
                <a:avLst>
                  <a:gd name="adj" fmla="val 6846"/>
                </a:avLst>
              </a:prstGeom>
              <a:solidFill>
                <a:schemeClr val="accent2"/>
              </a:solidFill>
            </p:spPr>
            <p:style>
              <a:lnRef idx="2">
                <a:schemeClr val="lt1"/>
              </a:lnRef>
              <a:fillRef idx="1">
                <a:schemeClr val="accent4"/>
              </a:fillRef>
              <a:effectRef idx="1">
                <a:schemeClr val="accent4"/>
              </a:effectRef>
              <a:fontRef idx="minor">
                <a:schemeClr val="dk1"/>
              </a:fontRef>
            </p:style>
            <p:txBody>
              <a:bodyPr rtlCol="0" anchor="ctr"/>
              <a:lstStyle/>
              <a:p>
                <a:pPr algn="ctr"/>
                <a:r>
                  <a:rPr lang="zh-CN" b="1" dirty="0">
                    <a:solidFill>
                      <a:schemeClr val="tx1"/>
                    </a:solidFill>
                    <a:latin typeface="思源黑体 CN Bold" panose="020B0800000000000000" pitchFamily="34" charset="-122"/>
                    <a:ea typeface="思源黑体 CN Bold" panose="020B0800000000000000" pitchFamily="34" charset="-122"/>
                  </a:rPr>
                  <a:t>任务二：</a:t>
                </a:r>
                <a:r>
                  <a:rPr lang="zh-CN" altLang="en-US" b="1" dirty="0">
                    <a:solidFill>
                      <a:schemeClr val="tx1"/>
                    </a:solidFill>
                    <a:latin typeface="思源黑体 CN Bold" panose="020B0800000000000000" pitchFamily="34" charset="-122"/>
                    <a:ea typeface="思源黑体 CN Bold" panose="020B0800000000000000" pitchFamily="34" charset="-122"/>
                  </a:rPr>
                  <a:t>建立“</a:t>
                </a:r>
                <a:r>
                  <a:rPr lang="en-US" altLang="zh-CN" b="1" dirty="0">
                    <a:solidFill>
                      <a:schemeClr val="tx1"/>
                    </a:solidFill>
                    <a:latin typeface="思源黑体 CN Bold" panose="020B0800000000000000" pitchFamily="34" charset="-122"/>
                    <a:ea typeface="思源黑体 CN Bold" panose="020B0800000000000000" pitchFamily="34" charset="-122"/>
                  </a:rPr>
                  <a:t>1+X”</a:t>
                </a:r>
                <a:r>
                  <a:rPr lang="zh-CN" altLang="en-US" b="1" dirty="0">
                    <a:solidFill>
                      <a:schemeClr val="tx1"/>
                    </a:solidFill>
                    <a:latin typeface="思源黑体 CN Bold" panose="020B0800000000000000" pitchFamily="34" charset="-122"/>
                    <a:ea typeface="思源黑体 CN Bold" panose="020B0800000000000000" pitchFamily="34" charset="-122"/>
                  </a:rPr>
                  <a:t>教师协作机制</a:t>
                </a:r>
                <a:endParaRPr lang="zh-CN" b="1" dirty="0">
                  <a:solidFill>
                    <a:schemeClr val="tx1"/>
                  </a:solidFill>
                  <a:latin typeface="思源黑体 CN Bold" panose="020B0800000000000000" pitchFamily="34" charset="-122"/>
                  <a:ea typeface="思源黑体 CN Bold" panose="020B0800000000000000" pitchFamily="34" charset="-122"/>
                </a:endParaRPr>
              </a:p>
            </p:txBody>
          </p:sp>
          <p:sp>
            <p:nvSpPr>
              <p:cNvPr id="46" name="圆角矩形 1"/>
              <p:cNvSpPr/>
              <p:nvPr/>
            </p:nvSpPr>
            <p:spPr>
              <a:xfrm>
                <a:off x="482600" y="1548331"/>
                <a:ext cx="2466294" cy="529590"/>
              </a:xfrm>
              <a:prstGeom prst="roundRect">
                <a:avLst>
                  <a:gd name="adj" fmla="val 6846"/>
                </a:avLst>
              </a:prstGeom>
              <a:solidFill>
                <a:schemeClr val="accent2"/>
              </a:solidFill>
              <a:ln>
                <a:noFill/>
              </a:ln>
            </p:spPr>
            <p:style>
              <a:lnRef idx="2">
                <a:schemeClr val="lt1"/>
              </a:lnRef>
              <a:fillRef idx="1">
                <a:schemeClr val="accent1"/>
              </a:fillRef>
              <a:effectRef idx="1">
                <a:schemeClr val="accent1"/>
              </a:effectRef>
              <a:fontRef idx="minor">
                <a:schemeClr val="dk1"/>
              </a:fontRef>
            </p:style>
            <p:txBody>
              <a:bodyPr rtlCol="0" anchor="ctr"/>
              <a:lstStyle/>
              <a:p>
                <a:pPr algn="ctr"/>
                <a:r>
                  <a:rPr lang="zh-CN" b="1" dirty="0">
                    <a:solidFill>
                      <a:schemeClr val="tx1"/>
                    </a:solidFill>
                    <a:latin typeface="思源黑体 CN Bold" panose="020B0800000000000000" pitchFamily="34" charset="-122"/>
                    <a:ea typeface="思源黑体 CN Bold" panose="020B0800000000000000" pitchFamily="34" charset="-122"/>
                  </a:rPr>
                  <a:t>任务一：</a:t>
                </a:r>
                <a:r>
                  <a:rPr lang="zh-CN" altLang="en-US" b="1" dirty="0">
                    <a:solidFill>
                      <a:schemeClr val="tx1"/>
                    </a:solidFill>
                    <a:latin typeface="思源黑体 CN Bold" panose="020B0800000000000000" pitchFamily="34" charset="-122"/>
                    <a:ea typeface="思源黑体 CN Bold" panose="020B0800000000000000" pitchFamily="34" charset="-122"/>
                  </a:rPr>
                  <a:t>优化课程</a:t>
                </a:r>
                <a:endParaRPr lang="zh-CN" b="1" dirty="0">
                  <a:solidFill>
                    <a:schemeClr val="tx1"/>
                  </a:solidFill>
                  <a:latin typeface="思源黑体 CN Bold" panose="020B0800000000000000" pitchFamily="34" charset="-122"/>
                  <a:ea typeface="思源黑体 CN Bold" panose="020B0800000000000000" pitchFamily="34" charset="-122"/>
                </a:endParaRPr>
              </a:p>
            </p:txBody>
          </p:sp>
          <p:sp>
            <p:nvSpPr>
              <p:cNvPr id="48" name="圆角矩形 3"/>
              <p:cNvSpPr/>
              <p:nvPr/>
            </p:nvSpPr>
            <p:spPr>
              <a:xfrm>
                <a:off x="9230404" y="1548331"/>
                <a:ext cx="2466296" cy="529590"/>
              </a:xfrm>
              <a:prstGeom prst="roundRect">
                <a:avLst>
                  <a:gd name="adj" fmla="val 6846"/>
                </a:avLst>
              </a:prstGeom>
              <a:solidFill>
                <a:schemeClr val="accent2"/>
              </a:solidFill>
              <a:ln>
                <a:noFill/>
              </a:ln>
            </p:spPr>
            <p:style>
              <a:lnRef idx="2">
                <a:schemeClr val="lt1"/>
              </a:lnRef>
              <a:fillRef idx="1">
                <a:schemeClr val="accent2"/>
              </a:fillRef>
              <a:effectRef idx="1">
                <a:schemeClr val="accent2"/>
              </a:effectRef>
              <a:fontRef idx="minor">
                <a:schemeClr val="lt1"/>
              </a:fontRef>
            </p:style>
            <p:txBody>
              <a:bodyPr rtlCol="0" anchor="ctr"/>
              <a:lstStyle/>
              <a:p>
                <a:pPr algn="ctr"/>
                <a:r>
                  <a:rPr lang="zh-CN" b="1" dirty="0">
                    <a:solidFill>
                      <a:schemeClr val="tx1"/>
                    </a:solidFill>
                    <a:latin typeface="思源黑体 CN Bold" panose="020B0800000000000000" pitchFamily="34" charset="-122"/>
                    <a:ea typeface="思源黑体 CN Bold" panose="020B0800000000000000" pitchFamily="34" charset="-122"/>
                  </a:rPr>
                  <a:t>任务三：</a:t>
                </a:r>
                <a:r>
                  <a:rPr lang="zh-CN" altLang="en-US" b="1" dirty="0">
                    <a:solidFill>
                      <a:schemeClr val="tx1"/>
                    </a:solidFill>
                    <a:latin typeface="思源黑体 CN Bold" panose="020B0800000000000000" pitchFamily="34" charset="-122"/>
                    <a:ea typeface="思源黑体 CN Bold" panose="020B0800000000000000" pitchFamily="34" charset="-122"/>
                  </a:rPr>
                  <a:t>创新融合</a:t>
                </a:r>
                <a:endParaRPr lang="zh-CN" b="1" dirty="0">
                  <a:solidFill>
                    <a:schemeClr val="tx1"/>
                  </a:solidFill>
                  <a:latin typeface="思源黑体 CN Bold" panose="020B0800000000000000" pitchFamily="34" charset="-122"/>
                  <a:ea typeface="思源黑体 CN Bold" panose="020B0800000000000000" pitchFamily="34" charset="-122"/>
                </a:endParaRPr>
              </a:p>
            </p:txBody>
          </p:sp>
        </p:grpSp>
      </p:grpSp>
      <p:grpSp>
        <p:nvGrpSpPr>
          <p:cNvPr id="16" name="组合 15"/>
          <p:cNvGrpSpPr/>
          <p:nvPr/>
        </p:nvGrpSpPr>
        <p:grpSpPr>
          <a:xfrm>
            <a:off x="484584" y="5976610"/>
            <a:ext cx="11222832" cy="436890"/>
            <a:chOff x="484584" y="5976610"/>
            <a:chExt cx="11222832" cy="436890"/>
          </a:xfrm>
        </p:grpSpPr>
        <p:sp>
          <p:nvSpPr>
            <p:cNvPr id="80" name="矩形 79"/>
            <p:cNvSpPr/>
            <p:nvPr/>
          </p:nvSpPr>
          <p:spPr>
            <a:xfrm>
              <a:off x="484584" y="5976610"/>
              <a:ext cx="11222832" cy="4368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81" name="文本框 80"/>
            <p:cNvSpPr txBox="1"/>
            <p:nvPr/>
          </p:nvSpPr>
          <p:spPr>
            <a:xfrm>
              <a:off x="1002299" y="5995000"/>
              <a:ext cx="10187404" cy="400110"/>
            </a:xfrm>
            <a:prstGeom prst="rect">
              <a:avLst/>
            </a:prstGeom>
            <a:noFill/>
          </p:spPr>
          <p:txBody>
            <a:bodyPr wrap="none">
              <a:spAutoFit/>
            </a:bodyPr>
            <a:lstStyle>
              <a:defPPr>
                <a:defRPr lang="zh-CN"/>
              </a:defPPr>
              <a:lvl2pPr marL="0" lvl="1" algn="ctr">
                <a:defRPr sz="2000" b="0" i="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defRPr>
              </a:lvl2pPr>
            </a:lstStyle>
            <a:p>
              <a:pPr lvl="1"/>
              <a:r>
                <a:rPr lang="zh-CN" altLang="en-US" dirty="0"/>
                <a:t>构建主题式、故事式、情感体验式的教学体系，在舞蹈课程中增加劳动和美育的结合内容</a:t>
              </a:r>
              <a:endParaRPr lang="en-US" altLang="zh-CN" dirty="0"/>
            </a:p>
          </p:txBody>
        </p:sp>
      </p:grpSp>
      <p:sp>
        <p:nvSpPr>
          <p:cNvPr id="518" name="文本框 517"/>
          <p:cNvSpPr txBox="1"/>
          <p:nvPr/>
        </p:nvSpPr>
        <p:spPr>
          <a:xfrm>
            <a:off x="3759811" y="4504395"/>
            <a:ext cx="4672379"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建立校内外的劳动教育实践基地，让学生在真实劳动场景中感受劳动之美，并将其融入舞蹈创作中</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grpSp>
        <p:nvGrpSpPr>
          <p:cNvPr id="2" name="组合 1"/>
          <p:cNvGrpSpPr/>
          <p:nvPr/>
        </p:nvGrpSpPr>
        <p:grpSpPr>
          <a:xfrm>
            <a:off x="2955245" y="452393"/>
            <a:ext cx="6281510" cy="782320"/>
            <a:chOff x="2955245" y="452393"/>
            <a:chExt cx="6281510" cy="782320"/>
          </a:xfrm>
        </p:grpSpPr>
        <p:sp>
          <p:nvSpPr>
            <p:cNvPr id="45" name="圆角矩形 5"/>
            <p:cNvSpPr/>
            <p:nvPr/>
          </p:nvSpPr>
          <p:spPr>
            <a:xfrm>
              <a:off x="2955245" y="452393"/>
              <a:ext cx="6281510" cy="782320"/>
            </a:xfrm>
            <a:prstGeom prst="roundRect">
              <a:avLst>
                <a:gd name="adj" fmla="val 6846"/>
              </a:avLst>
            </a:prstGeom>
            <a:solidFill>
              <a:schemeClr val="accent1"/>
            </a:solidFill>
            <a:ln>
              <a:noFill/>
            </a:ln>
          </p:spPr>
          <p:style>
            <a:lnRef idx="2">
              <a:schemeClr val="lt1"/>
            </a:lnRef>
            <a:fillRef idx="1">
              <a:schemeClr val="accent6"/>
            </a:fillRef>
            <a:effectRef idx="1">
              <a:schemeClr val="accent6"/>
            </a:effectRef>
            <a:fontRef idx="minor">
              <a:schemeClr val="dk1"/>
            </a:fontRef>
          </p:style>
          <p:txBody>
            <a:bodyPr rtlCol="0" anchor="ctr"/>
            <a:lstStyle/>
            <a:p>
              <a:pPr algn="ctr">
                <a:lnSpc>
                  <a:spcPct val="120000"/>
                </a:lnSpc>
              </a:pPr>
              <a:endParaRPr sz="1600" b="1" dirty="0">
                <a:solidFill>
                  <a:schemeClr val="bg1"/>
                </a:solidFill>
                <a:latin typeface="思源黑体 CN Bold" panose="020B0800000000000000" pitchFamily="34" charset="-122"/>
                <a:ea typeface="思源黑体 CN Bold" panose="020B0800000000000000" pitchFamily="34" charset="-122"/>
              </a:endParaRPr>
            </a:p>
          </p:txBody>
        </p:sp>
        <p:sp>
          <p:nvSpPr>
            <p:cNvPr id="161" name="文本框 160"/>
            <p:cNvSpPr txBox="1"/>
            <p:nvPr/>
          </p:nvSpPr>
          <p:spPr>
            <a:xfrm>
              <a:off x="3746639" y="475183"/>
              <a:ext cx="4698722" cy="736740"/>
            </a:xfrm>
            <a:prstGeom prst="rect">
              <a:avLst/>
            </a:prstGeom>
            <a:noFill/>
          </p:spPr>
          <p:txBody>
            <a:bodyPr wrap="none">
              <a:spAutoFit/>
            </a:bodyPr>
            <a:lstStyle/>
            <a:p>
              <a:pPr marL="0" lvl="1" algn="ctr">
                <a:lnSpc>
                  <a:spcPct val="120000"/>
                </a:lnSpc>
              </a:pPr>
              <a:r>
                <a:rPr lang="zh-CN" altLang="en-US" sz="2000" b="0" i="0" dirty="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rPr>
                <a:t>构建跨学科主题学习模式</a:t>
              </a:r>
              <a:endParaRPr lang="en-US" altLang="zh-CN" sz="2000" b="0" i="0" dirty="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endParaRPr>
            </a:p>
            <a:p>
              <a:pPr marL="0" lvl="1" algn="ctr">
                <a:lnSpc>
                  <a:spcPct val="120000"/>
                </a:lnSpc>
              </a:pPr>
              <a:r>
                <a:rPr lang="zh-CN" altLang="en-US" sz="1600" b="0" i="0" dirty="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rPr>
                <a:t>结合校情和学情，开发适合的跨学科主题学习模式</a:t>
              </a:r>
              <a:endParaRPr lang="en-US" altLang="zh-CN" sz="1600" b="0" i="0" dirty="0">
                <a:solidFill>
                  <a:schemeClr val="bg1"/>
                </a:solidFill>
                <a:effectLst>
                  <a:outerShdw blurRad="50800" dist="38100" dir="5400000" algn="t" rotWithShape="0">
                    <a:schemeClr val="accent6">
                      <a:lumMod val="50000"/>
                      <a:alpha val="40000"/>
                    </a:schemeClr>
                  </a:outerShdw>
                </a:effectLst>
                <a:latin typeface="思源黑体 CN Bold" panose="020B0800000000000000" pitchFamily="34" charset="-122"/>
                <a:ea typeface="思源黑体 CN Bold" panose="020B0800000000000000" pitchFamily="34" charset="-122"/>
              </a:endParaRPr>
            </a:p>
          </p:txBody>
        </p:sp>
      </p:grpSp>
      <p:grpSp>
        <p:nvGrpSpPr>
          <p:cNvPr id="13" name="组合 12"/>
          <p:cNvGrpSpPr/>
          <p:nvPr/>
        </p:nvGrpSpPr>
        <p:grpSpPr>
          <a:xfrm>
            <a:off x="3951128" y="3061211"/>
            <a:ext cx="4289745" cy="1300161"/>
            <a:chOff x="3951128" y="3061211"/>
            <a:chExt cx="4289745" cy="1300161"/>
          </a:xfrm>
        </p:grpSpPr>
        <p:sp>
          <p:nvSpPr>
            <p:cNvPr id="471" name="任意多边形: 形状 470"/>
            <p:cNvSpPr/>
            <p:nvPr>
              <p:custDataLst>
                <p:tags r:id="rId3"/>
              </p:custDataLst>
            </p:nvPr>
          </p:nvSpPr>
          <p:spPr>
            <a:xfrm>
              <a:off x="3951128" y="3061211"/>
              <a:ext cx="1300159" cy="1300159"/>
            </a:xfrm>
            <a:custGeom>
              <a:avLst/>
              <a:gdLst>
                <a:gd name="connsiteX0" fmla="*/ 1346237 w 1529600"/>
                <a:gd name="connsiteY0" fmla="*/ 1529600 h 1529600"/>
                <a:gd name="connsiteX1" fmla="*/ 183363 w 1529600"/>
                <a:gd name="connsiteY1" fmla="*/ 1529600 h 1529600"/>
                <a:gd name="connsiteX2" fmla="*/ 0 w 1529600"/>
                <a:gd name="connsiteY2" fmla="*/ 1346237 h 1529600"/>
                <a:gd name="connsiteX3" fmla="*/ 0 w 1529600"/>
                <a:gd name="connsiteY3" fmla="*/ 183363 h 1529600"/>
                <a:gd name="connsiteX4" fmla="*/ 183363 w 1529600"/>
                <a:gd name="connsiteY4" fmla="*/ 0 h 1529600"/>
                <a:gd name="connsiteX5" fmla="*/ 1346237 w 1529600"/>
                <a:gd name="connsiteY5" fmla="*/ 0 h 1529600"/>
                <a:gd name="connsiteX6" fmla="*/ 1529600 w 1529600"/>
                <a:gd name="connsiteY6" fmla="*/ 183363 h 1529600"/>
                <a:gd name="connsiteX7" fmla="*/ 1529600 w 1529600"/>
                <a:gd name="connsiteY7" fmla="*/ 1346237 h 1529600"/>
                <a:gd name="connsiteX8" fmla="*/ 1346237 w 1529600"/>
                <a:gd name="connsiteY8" fmla="*/ 1529600 h 152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9600" h="1529600">
                  <a:moveTo>
                    <a:pt x="1346237" y="1529600"/>
                  </a:moveTo>
                  <a:lnTo>
                    <a:pt x="183363" y="1529600"/>
                  </a:lnTo>
                  <a:cubicBezTo>
                    <a:pt x="82101" y="1529600"/>
                    <a:pt x="0" y="1447500"/>
                    <a:pt x="0" y="1346237"/>
                  </a:cubicBezTo>
                  <a:lnTo>
                    <a:pt x="0" y="183363"/>
                  </a:lnTo>
                  <a:cubicBezTo>
                    <a:pt x="0" y="82101"/>
                    <a:pt x="82101" y="0"/>
                    <a:pt x="183363" y="0"/>
                  </a:cubicBezTo>
                  <a:lnTo>
                    <a:pt x="1346237" y="0"/>
                  </a:lnTo>
                  <a:cubicBezTo>
                    <a:pt x="1447500" y="0"/>
                    <a:pt x="1529600" y="82101"/>
                    <a:pt x="1529600" y="183363"/>
                  </a:cubicBezTo>
                  <a:lnTo>
                    <a:pt x="1529600" y="1346237"/>
                  </a:lnTo>
                  <a:cubicBezTo>
                    <a:pt x="1529628" y="1447500"/>
                    <a:pt x="1447527" y="1529600"/>
                    <a:pt x="1346237" y="1529600"/>
                  </a:cubicBezTo>
                  <a:close/>
                </a:path>
              </a:pathLst>
            </a:custGeom>
            <a:solidFill>
              <a:schemeClr val="accent3"/>
            </a:solidFill>
            <a:ln>
              <a:noFill/>
            </a:ln>
            <a:effectLst/>
          </p:spPr>
          <p:txBody>
            <a:bodyPr vert="horz" wrap="square" lIns="58293" tIns="29147" rIns="58293" bIns="29147" numCol="1" anchor="t" anchorCtr="0" compatLnSpc="1"/>
            <a:lstStyle/>
            <a:p>
              <a:endParaRPr lang="zh-CN" altLang="en-US" sz="1150" dirty="0">
                <a:solidFill>
                  <a:prstClr val="black"/>
                </a:solidFill>
                <a:latin typeface="思源黑体 CN Bold" panose="020B0800000000000000" pitchFamily="34" charset="-122"/>
                <a:ea typeface="思源黑体 CN Bold" panose="020B0800000000000000" pitchFamily="34" charset="-122"/>
              </a:endParaRPr>
            </a:p>
          </p:txBody>
        </p:sp>
        <p:sp>
          <p:nvSpPr>
            <p:cNvPr id="468" name="任意多边形: 形状 467"/>
            <p:cNvSpPr/>
            <p:nvPr/>
          </p:nvSpPr>
          <p:spPr>
            <a:xfrm>
              <a:off x="4011928" y="3282917"/>
              <a:ext cx="1239360" cy="1078455"/>
            </a:xfrm>
            <a:custGeom>
              <a:avLst/>
              <a:gdLst>
                <a:gd name="connsiteX0" fmla="*/ 413992 w 1458071"/>
                <a:gd name="connsiteY0" fmla="*/ 0 h 1268770"/>
                <a:gd name="connsiteX1" fmla="*/ 1458071 w 1458071"/>
                <a:gd name="connsiteY1" fmla="*/ 1044079 h 1268770"/>
                <a:gd name="connsiteX2" fmla="*/ 1458071 w 1458071"/>
                <a:gd name="connsiteY2" fmla="*/ 1085407 h 1268770"/>
                <a:gd name="connsiteX3" fmla="*/ 1274708 w 1458071"/>
                <a:gd name="connsiteY3" fmla="*/ 1268770 h 1268770"/>
                <a:gd name="connsiteX4" fmla="*/ 456541 w 1458071"/>
                <a:gd name="connsiteY4" fmla="*/ 1268770 h 1268770"/>
                <a:gd name="connsiteX5" fmla="*/ 169108 w 1458071"/>
                <a:gd name="connsiteY5" fmla="*/ 981336 h 1268770"/>
                <a:gd name="connsiteX6" fmla="*/ 268026 w 1458071"/>
                <a:gd name="connsiteY6" fmla="*/ 539596 h 1268770"/>
                <a:gd name="connsiteX7" fmla="*/ 0 w 1458071"/>
                <a:gd name="connsiteY7" fmla="*/ 271570 h 1268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8071" h="1268770">
                  <a:moveTo>
                    <a:pt x="413992" y="0"/>
                  </a:moveTo>
                  <a:lnTo>
                    <a:pt x="1458071" y="1044079"/>
                  </a:lnTo>
                  <a:lnTo>
                    <a:pt x="1458071" y="1085407"/>
                  </a:lnTo>
                  <a:cubicBezTo>
                    <a:pt x="1458071" y="1186670"/>
                    <a:pt x="1375971" y="1268770"/>
                    <a:pt x="1274708" y="1268770"/>
                  </a:cubicBezTo>
                  <a:lnTo>
                    <a:pt x="456541" y="1268770"/>
                  </a:lnTo>
                  <a:lnTo>
                    <a:pt x="169108" y="981336"/>
                  </a:lnTo>
                  <a:lnTo>
                    <a:pt x="268026" y="539596"/>
                  </a:lnTo>
                  <a:lnTo>
                    <a:pt x="0" y="271570"/>
                  </a:lnTo>
                  <a:close/>
                </a:path>
              </a:pathLst>
            </a:custGeom>
            <a:solidFill>
              <a:srgbClr val="000000">
                <a:alpha val="20000"/>
              </a:srgbClr>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69" name="任意多边形: 形状 468"/>
            <p:cNvSpPr/>
            <p:nvPr>
              <p:custDataLst>
                <p:tags r:id="rId4"/>
              </p:custDataLst>
            </p:nvPr>
          </p:nvSpPr>
          <p:spPr>
            <a:xfrm>
              <a:off x="6940713" y="3061211"/>
              <a:ext cx="1300159" cy="1300159"/>
            </a:xfrm>
            <a:custGeom>
              <a:avLst/>
              <a:gdLst>
                <a:gd name="connsiteX0" fmla="*/ 1346237 w 1529600"/>
                <a:gd name="connsiteY0" fmla="*/ 1529600 h 1529600"/>
                <a:gd name="connsiteX1" fmla="*/ 183363 w 1529600"/>
                <a:gd name="connsiteY1" fmla="*/ 1529600 h 1529600"/>
                <a:gd name="connsiteX2" fmla="*/ 0 w 1529600"/>
                <a:gd name="connsiteY2" fmla="*/ 1346237 h 1529600"/>
                <a:gd name="connsiteX3" fmla="*/ 0 w 1529600"/>
                <a:gd name="connsiteY3" fmla="*/ 183363 h 1529600"/>
                <a:gd name="connsiteX4" fmla="*/ 183363 w 1529600"/>
                <a:gd name="connsiteY4" fmla="*/ 0 h 1529600"/>
                <a:gd name="connsiteX5" fmla="*/ 1346237 w 1529600"/>
                <a:gd name="connsiteY5" fmla="*/ 0 h 1529600"/>
                <a:gd name="connsiteX6" fmla="*/ 1529600 w 1529600"/>
                <a:gd name="connsiteY6" fmla="*/ 183363 h 1529600"/>
                <a:gd name="connsiteX7" fmla="*/ 1529600 w 1529600"/>
                <a:gd name="connsiteY7" fmla="*/ 1346237 h 1529600"/>
                <a:gd name="connsiteX8" fmla="*/ 1346237 w 1529600"/>
                <a:gd name="connsiteY8" fmla="*/ 1529600 h 152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9600" h="1529600">
                  <a:moveTo>
                    <a:pt x="1346237" y="1529600"/>
                  </a:moveTo>
                  <a:lnTo>
                    <a:pt x="183363" y="1529600"/>
                  </a:lnTo>
                  <a:cubicBezTo>
                    <a:pt x="82101" y="1529600"/>
                    <a:pt x="0" y="1447500"/>
                    <a:pt x="0" y="1346237"/>
                  </a:cubicBezTo>
                  <a:lnTo>
                    <a:pt x="0" y="183363"/>
                  </a:lnTo>
                  <a:cubicBezTo>
                    <a:pt x="0" y="82101"/>
                    <a:pt x="82101" y="0"/>
                    <a:pt x="183363" y="0"/>
                  </a:cubicBezTo>
                  <a:lnTo>
                    <a:pt x="1346237" y="0"/>
                  </a:lnTo>
                  <a:cubicBezTo>
                    <a:pt x="1447500" y="0"/>
                    <a:pt x="1529600" y="82101"/>
                    <a:pt x="1529600" y="183363"/>
                  </a:cubicBezTo>
                  <a:lnTo>
                    <a:pt x="1529600" y="1346237"/>
                  </a:lnTo>
                  <a:cubicBezTo>
                    <a:pt x="1529600" y="1447500"/>
                    <a:pt x="1447527" y="1529600"/>
                    <a:pt x="1346237" y="1529600"/>
                  </a:cubicBezTo>
                  <a:close/>
                </a:path>
              </a:pathLst>
            </a:custGeom>
            <a:solidFill>
              <a:schemeClr val="accent6"/>
            </a:solidFill>
            <a:ln>
              <a:noFill/>
            </a:ln>
            <a:effectLst/>
          </p:spPr>
          <p:txBody>
            <a:bodyPr vert="horz" wrap="square" lIns="58293" tIns="29147" rIns="58293" bIns="29147" numCol="1" anchor="t" anchorCtr="0" compatLnSpc="1"/>
            <a:lstStyle/>
            <a:p>
              <a:endParaRPr lang="zh-CN" altLang="en-US" sz="1150">
                <a:solidFill>
                  <a:prstClr val="black"/>
                </a:solidFill>
                <a:latin typeface="思源黑体 CN Bold" panose="020B0800000000000000" pitchFamily="34" charset="-122"/>
                <a:ea typeface="思源黑体 CN Bold" panose="020B0800000000000000" pitchFamily="34" charset="-122"/>
              </a:endParaRPr>
            </a:p>
          </p:txBody>
        </p:sp>
        <p:sp>
          <p:nvSpPr>
            <p:cNvPr id="470" name="任意多边形: 形状 469"/>
            <p:cNvSpPr/>
            <p:nvPr/>
          </p:nvSpPr>
          <p:spPr>
            <a:xfrm>
              <a:off x="7001166" y="3326289"/>
              <a:ext cx="1239707" cy="1035082"/>
            </a:xfrm>
            <a:custGeom>
              <a:avLst/>
              <a:gdLst>
                <a:gd name="connsiteX0" fmla="*/ 506096 w 1458480"/>
                <a:gd name="connsiteY0" fmla="*/ 0 h 1217743"/>
                <a:gd name="connsiteX1" fmla="*/ 1458480 w 1458480"/>
                <a:gd name="connsiteY1" fmla="*/ 952384 h 1217743"/>
                <a:gd name="connsiteX2" fmla="*/ 1458480 w 1458480"/>
                <a:gd name="connsiteY2" fmla="*/ 1034380 h 1217743"/>
                <a:gd name="connsiteX3" fmla="*/ 1275117 w 1458480"/>
                <a:gd name="connsiteY3" fmla="*/ 1217743 h 1217743"/>
                <a:gd name="connsiteX4" fmla="*/ 402733 w 1458480"/>
                <a:gd name="connsiteY4" fmla="*/ 1217743 h 1217743"/>
                <a:gd name="connsiteX5" fmla="*/ 67136 w 1458480"/>
                <a:gd name="connsiteY5" fmla="*/ 882145 h 1217743"/>
                <a:gd name="connsiteX6" fmla="*/ 244857 w 1458480"/>
                <a:gd name="connsiteY6" fmla="*/ 542513 h 1217743"/>
                <a:gd name="connsiteX7" fmla="*/ 352580 w 1458480"/>
                <a:gd name="connsiteY7" fmla="*/ 650236 h 1217743"/>
                <a:gd name="connsiteX8" fmla="*/ 385317 w 1458480"/>
                <a:gd name="connsiteY8" fmla="*/ 669643 h 1217743"/>
                <a:gd name="connsiteX9" fmla="*/ 186062 w 1458480"/>
                <a:gd name="connsiteY9" fmla="*/ 470388 h 1217743"/>
                <a:gd name="connsiteX10" fmla="*/ 219507 w 1458480"/>
                <a:gd name="connsiteY10" fmla="*/ 442313 h 1217743"/>
                <a:gd name="connsiteX11" fmla="*/ 0 w 1458480"/>
                <a:gd name="connsiteY11" fmla="*/ 254615 h 1217743"/>
                <a:gd name="connsiteX12" fmla="*/ 227221 w 1458480"/>
                <a:gd name="connsiteY12" fmla="*/ 22297 h 121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58480" h="1217743">
                  <a:moveTo>
                    <a:pt x="506096" y="0"/>
                  </a:moveTo>
                  <a:lnTo>
                    <a:pt x="1458480" y="952384"/>
                  </a:lnTo>
                  <a:lnTo>
                    <a:pt x="1458480" y="1034380"/>
                  </a:lnTo>
                  <a:cubicBezTo>
                    <a:pt x="1458480" y="1135643"/>
                    <a:pt x="1376407" y="1217743"/>
                    <a:pt x="1275117" y="1217743"/>
                  </a:cubicBezTo>
                  <a:lnTo>
                    <a:pt x="402733" y="1217743"/>
                  </a:lnTo>
                  <a:lnTo>
                    <a:pt x="67136" y="882145"/>
                  </a:lnTo>
                  <a:lnTo>
                    <a:pt x="244857" y="542513"/>
                  </a:lnTo>
                  <a:lnTo>
                    <a:pt x="352580" y="650236"/>
                  </a:lnTo>
                  <a:lnTo>
                    <a:pt x="385317" y="669643"/>
                  </a:lnTo>
                  <a:lnTo>
                    <a:pt x="186062" y="470388"/>
                  </a:lnTo>
                  <a:lnTo>
                    <a:pt x="219507" y="442313"/>
                  </a:lnTo>
                  <a:lnTo>
                    <a:pt x="0" y="254615"/>
                  </a:lnTo>
                  <a:lnTo>
                    <a:pt x="227221" y="22297"/>
                  </a:lnTo>
                  <a:close/>
                </a:path>
              </a:pathLst>
            </a:custGeom>
            <a:solidFill>
              <a:srgbClr val="000000">
                <a:alpha val="20000"/>
              </a:srgbClr>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67" name="任意多边形: 形状 466"/>
            <p:cNvSpPr/>
            <p:nvPr>
              <p:custDataLst>
                <p:tags r:id="rId5"/>
              </p:custDataLst>
            </p:nvPr>
          </p:nvSpPr>
          <p:spPr>
            <a:xfrm>
              <a:off x="5445910" y="3061211"/>
              <a:ext cx="1300159" cy="1300159"/>
            </a:xfrm>
            <a:custGeom>
              <a:avLst/>
              <a:gdLst>
                <a:gd name="connsiteX0" fmla="*/ 1346237 w 1529600"/>
                <a:gd name="connsiteY0" fmla="*/ 1529600 h 1529600"/>
                <a:gd name="connsiteX1" fmla="*/ 183363 w 1529600"/>
                <a:gd name="connsiteY1" fmla="*/ 1529600 h 1529600"/>
                <a:gd name="connsiteX2" fmla="*/ 0 w 1529600"/>
                <a:gd name="connsiteY2" fmla="*/ 1346237 h 1529600"/>
                <a:gd name="connsiteX3" fmla="*/ 0 w 1529600"/>
                <a:gd name="connsiteY3" fmla="*/ 183363 h 1529600"/>
                <a:gd name="connsiteX4" fmla="*/ 183363 w 1529600"/>
                <a:gd name="connsiteY4" fmla="*/ 0 h 1529600"/>
                <a:gd name="connsiteX5" fmla="*/ 1346237 w 1529600"/>
                <a:gd name="connsiteY5" fmla="*/ 0 h 1529600"/>
                <a:gd name="connsiteX6" fmla="*/ 1529600 w 1529600"/>
                <a:gd name="connsiteY6" fmla="*/ 183363 h 1529600"/>
                <a:gd name="connsiteX7" fmla="*/ 1529600 w 1529600"/>
                <a:gd name="connsiteY7" fmla="*/ 1346237 h 1529600"/>
                <a:gd name="connsiteX8" fmla="*/ 1346237 w 1529600"/>
                <a:gd name="connsiteY8" fmla="*/ 1529600 h 152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9600" h="1529600">
                  <a:moveTo>
                    <a:pt x="1346237" y="1529600"/>
                  </a:moveTo>
                  <a:lnTo>
                    <a:pt x="183363" y="1529600"/>
                  </a:lnTo>
                  <a:cubicBezTo>
                    <a:pt x="82101" y="1529600"/>
                    <a:pt x="0" y="1447500"/>
                    <a:pt x="0" y="1346237"/>
                  </a:cubicBezTo>
                  <a:lnTo>
                    <a:pt x="0" y="183363"/>
                  </a:lnTo>
                  <a:cubicBezTo>
                    <a:pt x="0" y="82101"/>
                    <a:pt x="82101" y="0"/>
                    <a:pt x="183363" y="0"/>
                  </a:cubicBezTo>
                  <a:lnTo>
                    <a:pt x="1346237" y="0"/>
                  </a:lnTo>
                  <a:cubicBezTo>
                    <a:pt x="1447500" y="0"/>
                    <a:pt x="1529600" y="82101"/>
                    <a:pt x="1529600" y="183363"/>
                  </a:cubicBezTo>
                  <a:lnTo>
                    <a:pt x="1529600" y="1346237"/>
                  </a:lnTo>
                  <a:cubicBezTo>
                    <a:pt x="1529600" y="1447500"/>
                    <a:pt x="1447500" y="1529600"/>
                    <a:pt x="1346237" y="1529600"/>
                  </a:cubicBezTo>
                  <a:close/>
                </a:path>
              </a:pathLst>
            </a:custGeom>
            <a:solidFill>
              <a:schemeClr val="accent2"/>
            </a:solidFill>
            <a:ln>
              <a:noFill/>
            </a:ln>
            <a:effectLst/>
          </p:spPr>
          <p:txBody>
            <a:bodyPr vert="horz" wrap="square" lIns="58293" tIns="29147" rIns="58293" bIns="29147" numCol="1" anchor="t" anchorCtr="0" compatLnSpc="1"/>
            <a:lstStyle/>
            <a:p>
              <a:endParaRPr lang="zh-CN" altLang="en-US" sz="1150">
                <a:solidFill>
                  <a:prstClr val="black"/>
                </a:solidFill>
                <a:latin typeface="思源黑体 CN Bold" panose="020B0800000000000000" pitchFamily="34" charset="-122"/>
                <a:ea typeface="思源黑体 CN Bold" panose="020B0800000000000000" pitchFamily="34" charset="-122"/>
              </a:endParaRPr>
            </a:p>
          </p:txBody>
        </p:sp>
        <p:sp>
          <p:nvSpPr>
            <p:cNvPr id="472" name="任意多边形: 形状 471"/>
            <p:cNvSpPr/>
            <p:nvPr/>
          </p:nvSpPr>
          <p:spPr>
            <a:xfrm>
              <a:off x="5506362" y="3330182"/>
              <a:ext cx="1239707" cy="1031189"/>
            </a:xfrm>
            <a:custGeom>
              <a:avLst/>
              <a:gdLst>
                <a:gd name="connsiteX0" fmla="*/ 485816 w 1458479"/>
                <a:gd name="connsiteY0" fmla="*/ 0 h 1213164"/>
                <a:gd name="connsiteX1" fmla="*/ 1458479 w 1458479"/>
                <a:gd name="connsiteY1" fmla="*/ 972663 h 1213164"/>
                <a:gd name="connsiteX2" fmla="*/ 1458479 w 1458479"/>
                <a:gd name="connsiteY2" fmla="*/ 1029801 h 1213164"/>
                <a:gd name="connsiteX3" fmla="*/ 1275116 w 1458479"/>
                <a:gd name="connsiteY3" fmla="*/ 1213164 h 1213164"/>
                <a:gd name="connsiteX4" fmla="*/ 285471 w 1458479"/>
                <a:gd name="connsiteY4" fmla="*/ 1213164 h 1213164"/>
                <a:gd name="connsiteX5" fmla="*/ 0 w 1458479"/>
                <a:gd name="connsiteY5" fmla="*/ 927693 h 1213164"/>
                <a:gd name="connsiteX6" fmla="*/ 268026 w 1458479"/>
                <a:gd name="connsiteY6" fmla="*/ 548373 h 1213164"/>
                <a:gd name="connsiteX7" fmla="*/ 0 w 1458479"/>
                <a:gd name="connsiteY7" fmla="*/ 280347 h 1213164"/>
                <a:gd name="connsiteX8" fmla="*/ 209122 w 1458479"/>
                <a:gd name="connsiteY8" fmla="*/ 46175 h 12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8479" h="1213164">
                  <a:moveTo>
                    <a:pt x="485816" y="0"/>
                  </a:moveTo>
                  <a:lnTo>
                    <a:pt x="1458479" y="972663"/>
                  </a:lnTo>
                  <a:lnTo>
                    <a:pt x="1458479" y="1029801"/>
                  </a:lnTo>
                  <a:cubicBezTo>
                    <a:pt x="1458507" y="1131064"/>
                    <a:pt x="1376406" y="1213164"/>
                    <a:pt x="1275116" y="1213164"/>
                  </a:cubicBezTo>
                  <a:lnTo>
                    <a:pt x="285471" y="1213164"/>
                  </a:lnTo>
                  <a:lnTo>
                    <a:pt x="0" y="927693"/>
                  </a:lnTo>
                  <a:lnTo>
                    <a:pt x="268026" y="548373"/>
                  </a:lnTo>
                  <a:lnTo>
                    <a:pt x="0" y="280347"/>
                  </a:lnTo>
                  <a:lnTo>
                    <a:pt x="209122" y="46175"/>
                  </a:lnTo>
                  <a:close/>
                </a:path>
              </a:pathLst>
            </a:custGeom>
            <a:solidFill>
              <a:srgbClr val="000000">
                <a:alpha val="20000"/>
              </a:srgbClr>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grpSp>
          <p:nvGrpSpPr>
            <p:cNvPr id="473" name="图形 17"/>
            <p:cNvGrpSpPr>
              <a:grpSpLocks noChangeAspect="1"/>
            </p:cNvGrpSpPr>
            <p:nvPr/>
          </p:nvGrpSpPr>
          <p:grpSpPr>
            <a:xfrm>
              <a:off x="4630372" y="3208401"/>
              <a:ext cx="397801" cy="510908"/>
              <a:chOff x="1450913" y="2359706"/>
              <a:chExt cx="389829" cy="500675"/>
            </a:xfrm>
            <a:solidFill>
              <a:schemeClr val="bg1"/>
            </a:solidFill>
            <a:effectLst/>
          </p:grpSpPr>
          <p:sp>
            <p:nvSpPr>
              <p:cNvPr id="474" name="任意多边形: 形状 473"/>
              <p:cNvSpPr/>
              <p:nvPr/>
            </p:nvSpPr>
            <p:spPr>
              <a:xfrm>
                <a:off x="1527602" y="2809086"/>
                <a:ext cx="15334" cy="15630"/>
              </a:xfrm>
              <a:custGeom>
                <a:avLst/>
                <a:gdLst>
                  <a:gd name="connsiteX0" fmla="*/ 1759 w 18042"/>
                  <a:gd name="connsiteY0" fmla="*/ 3863 h 18387"/>
                  <a:gd name="connsiteX1" fmla="*/ 3373 w 18042"/>
                  <a:gd name="connsiteY1" fmla="*/ 16774 h 18387"/>
                  <a:gd name="connsiteX2" fmla="*/ 8214 w 18042"/>
                  <a:gd name="connsiteY2" fmla="*/ 18387 h 18387"/>
                  <a:gd name="connsiteX3" fmla="*/ 16283 w 18042"/>
                  <a:gd name="connsiteY3" fmla="*/ 15160 h 18387"/>
                  <a:gd name="connsiteX4" fmla="*/ 14670 w 18042"/>
                  <a:gd name="connsiteY4" fmla="*/ 2249 h 18387"/>
                  <a:gd name="connsiteX5" fmla="*/ 1759 w 18042"/>
                  <a:gd name="connsiteY5" fmla="*/ 3863 h 1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8387">
                    <a:moveTo>
                      <a:pt x="1759" y="3863"/>
                    </a:moveTo>
                    <a:cubicBezTo>
                      <a:pt x="-1468" y="8705"/>
                      <a:pt x="146" y="13546"/>
                      <a:pt x="3373" y="16774"/>
                    </a:cubicBezTo>
                    <a:cubicBezTo>
                      <a:pt x="4987" y="18387"/>
                      <a:pt x="6601" y="18387"/>
                      <a:pt x="8214" y="18387"/>
                    </a:cubicBezTo>
                    <a:cubicBezTo>
                      <a:pt x="11442" y="18387"/>
                      <a:pt x="13056" y="16774"/>
                      <a:pt x="16283" y="15160"/>
                    </a:cubicBezTo>
                    <a:cubicBezTo>
                      <a:pt x="19511" y="11932"/>
                      <a:pt x="17897" y="5477"/>
                      <a:pt x="14670" y="2249"/>
                    </a:cubicBezTo>
                    <a:cubicBezTo>
                      <a:pt x="9828" y="-978"/>
                      <a:pt x="4987" y="-978"/>
                      <a:pt x="1759" y="3863"/>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5" name="任意多边形: 形状 474"/>
              <p:cNvSpPr/>
              <p:nvPr/>
            </p:nvSpPr>
            <p:spPr>
              <a:xfrm>
                <a:off x="1526230" y="2503611"/>
                <a:ext cx="15334" cy="15213"/>
              </a:xfrm>
              <a:custGeom>
                <a:avLst/>
                <a:gdLst>
                  <a:gd name="connsiteX0" fmla="*/ 9828 w 18042"/>
                  <a:gd name="connsiteY0" fmla="*/ 17897 h 17897"/>
                  <a:gd name="connsiteX1" fmla="*/ 14670 w 18042"/>
                  <a:gd name="connsiteY1" fmla="*/ 16283 h 17897"/>
                  <a:gd name="connsiteX2" fmla="*/ 16283 w 18042"/>
                  <a:gd name="connsiteY2" fmla="*/ 3373 h 17897"/>
                  <a:gd name="connsiteX3" fmla="*/ 3373 w 18042"/>
                  <a:gd name="connsiteY3" fmla="*/ 1759 h 17897"/>
                  <a:gd name="connsiteX4" fmla="*/ 1759 w 18042"/>
                  <a:gd name="connsiteY4" fmla="*/ 14670 h 17897"/>
                  <a:gd name="connsiteX5" fmla="*/ 9828 w 18042"/>
                  <a:gd name="connsiteY5"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9828" y="17897"/>
                    </a:moveTo>
                    <a:cubicBezTo>
                      <a:pt x="11442" y="17897"/>
                      <a:pt x="13056" y="17897"/>
                      <a:pt x="14670" y="16283"/>
                    </a:cubicBezTo>
                    <a:cubicBezTo>
                      <a:pt x="17897" y="13056"/>
                      <a:pt x="19511" y="8215"/>
                      <a:pt x="16283" y="3373"/>
                    </a:cubicBezTo>
                    <a:cubicBezTo>
                      <a:pt x="13056" y="146"/>
                      <a:pt x="8214" y="-1468"/>
                      <a:pt x="3373" y="1759"/>
                    </a:cubicBezTo>
                    <a:cubicBezTo>
                      <a:pt x="146" y="4987"/>
                      <a:pt x="-1468" y="9828"/>
                      <a:pt x="1759" y="14670"/>
                    </a:cubicBezTo>
                    <a:cubicBezTo>
                      <a:pt x="3373" y="17897"/>
                      <a:pt x="6601" y="17897"/>
                      <a:pt x="9828" y="17897"/>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6" name="任意多边形: 形状 475"/>
              <p:cNvSpPr/>
              <p:nvPr/>
            </p:nvSpPr>
            <p:spPr>
              <a:xfrm>
                <a:off x="1579494" y="2835325"/>
                <a:ext cx="15802" cy="14081"/>
              </a:xfrm>
              <a:custGeom>
                <a:avLst/>
                <a:gdLst>
                  <a:gd name="connsiteX0" fmla="*/ 11716 w 18591"/>
                  <a:gd name="connsiteY0" fmla="*/ 429 h 16567"/>
                  <a:gd name="connsiteX1" fmla="*/ 420 w 18591"/>
                  <a:gd name="connsiteY1" fmla="*/ 5271 h 16567"/>
                  <a:gd name="connsiteX2" fmla="*/ 6875 w 18591"/>
                  <a:gd name="connsiteY2" fmla="*/ 16567 h 16567"/>
                  <a:gd name="connsiteX3" fmla="*/ 10103 w 18591"/>
                  <a:gd name="connsiteY3" fmla="*/ 16567 h 16567"/>
                  <a:gd name="connsiteX4" fmla="*/ 18172 w 18591"/>
                  <a:gd name="connsiteY4" fmla="*/ 10112 h 16567"/>
                  <a:gd name="connsiteX5" fmla="*/ 11716 w 18591"/>
                  <a:gd name="connsiteY5" fmla="*/ 429 h 1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6567">
                    <a:moveTo>
                      <a:pt x="11716" y="429"/>
                    </a:moveTo>
                    <a:cubicBezTo>
                      <a:pt x="6875" y="-1185"/>
                      <a:pt x="2034" y="2043"/>
                      <a:pt x="420" y="5271"/>
                    </a:cubicBezTo>
                    <a:cubicBezTo>
                      <a:pt x="-1194" y="10112"/>
                      <a:pt x="2034" y="14953"/>
                      <a:pt x="6875" y="16567"/>
                    </a:cubicBezTo>
                    <a:cubicBezTo>
                      <a:pt x="8489" y="16567"/>
                      <a:pt x="8489" y="16567"/>
                      <a:pt x="10103" y="16567"/>
                    </a:cubicBezTo>
                    <a:cubicBezTo>
                      <a:pt x="13330" y="16567"/>
                      <a:pt x="18172" y="14953"/>
                      <a:pt x="18172" y="10112"/>
                    </a:cubicBezTo>
                    <a:cubicBezTo>
                      <a:pt x="19785" y="6884"/>
                      <a:pt x="16558" y="2043"/>
                      <a:pt x="11716" y="429"/>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7" name="任意多边形: 形状 476"/>
              <p:cNvSpPr/>
              <p:nvPr/>
            </p:nvSpPr>
            <p:spPr>
              <a:xfrm>
                <a:off x="1458784" y="2714622"/>
                <a:ext cx="15445" cy="15445"/>
              </a:xfrm>
              <a:custGeom>
                <a:avLst/>
                <a:gdLst>
                  <a:gd name="connsiteX0" fmla="*/ 6875 w 18171"/>
                  <a:gd name="connsiteY0" fmla="*/ 420 h 18171"/>
                  <a:gd name="connsiteX1" fmla="*/ 420 w 18171"/>
                  <a:gd name="connsiteY1" fmla="*/ 11716 h 18171"/>
                  <a:gd name="connsiteX2" fmla="*/ 8489 w 18171"/>
                  <a:gd name="connsiteY2" fmla="*/ 18172 h 18171"/>
                  <a:gd name="connsiteX3" fmla="*/ 11716 w 18171"/>
                  <a:gd name="connsiteY3" fmla="*/ 18172 h 18171"/>
                  <a:gd name="connsiteX4" fmla="*/ 18172 w 18171"/>
                  <a:gd name="connsiteY4" fmla="*/ 6875 h 18171"/>
                  <a:gd name="connsiteX5" fmla="*/ 6875 w 18171"/>
                  <a:gd name="connsiteY5" fmla="*/ 420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71" h="18171">
                    <a:moveTo>
                      <a:pt x="6875" y="420"/>
                    </a:moveTo>
                    <a:cubicBezTo>
                      <a:pt x="2034" y="2034"/>
                      <a:pt x="-1194" y="6875"/>
                      <a:pt x="420" y="11716"/>
                    </a:cubicBezTo>
                    <a:cubicBezTo>
                      <a:pt x="2034" y="14944"/>
                      <a:pt x="5261" y="18172"/>
                      <a:pt x="8489" y="18172"/>
                    </a:cubicBezTo>
                    <a:cubicBezTo>
                      <a:pt x="10103" y="18172"/>
                      <a:pt x="10103" y="18172"/>
                      <a:pt x="11716" y="18172"/>
                    </a:cubicBezTo>
                    <a:cubicBezTo>
                      <a:pt x="16558" y="16558"/>
                      <a:pt x="18172" y="11716"/>
                      <a:pt x="18172" y="6875"/>
                    </a:cubicBezTo>
                    <a:cubicBezTo>
                      <a:pt x="16558" y="2034"/>
                      <a:pt x="10103" y="-1194"/>
                      <a:pt x="6875" y="42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8" name="任意多边形: 形状 477"/>
              <p:cNvSpPr/>
              <p:nvPr/>
            </p:nvSpPr>
            <p:spPr>
              <a:xfrm>
                <a:off x="1450913" y="2655996"/>
                <a:ext cx="13717" cy="15357"/>
              </a:xfrm>
              <a:custGeom>
                <a:avLst/>
                <a:gdLst>
                  <a:gd name="connsiteX0" fmla="*/ 16138 w 16137"/>
                  <a:gd name="connsiteY0" fmla="*/ 9683 h 18068"/>
                  <a:gd name="connsiteX1" fmla="*/ 8069 w 16137"/>
                  <a:gd name="connsiteY1" fmla="*/ 0 h 18068"/>
                  <a:gd name="connsiteX2" fmla="*/ 0 w 16137"/>
                  <a:gd name="connsiteY2" fmla="*/ 9683 h 18068"/>
                  <a:gd name="connsiteX3" fmla="*/ 9683 w 16137"/>
                  <a:gd name="connsiteY3" fmla="*/ 17752 h 18068"/>
                  <a:gd name="connsiteX4" fmla="*/ 16138 w 16137"/>
                  <a:gd name="connsiteY4" fmla="*/ 9683 h 18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 h="18068">
                    <a:moveTo>
                      <a:pt x="16138" y="9683"/>
                    </a:moveTo>
                    <a:cubicBezTo>
                      <a:pt x="16138" y="4841"/>
                      <a:pt x="12910" y="0"/>
                      <a:pt x="8069" y="0"/>
                    </a:cubicBezTo>
                    <a:cubicBezTo>
                      <a:pt x="3228" y="0"/>
                      <a:pt x="0" y="3228"/>
                      <a:pt x="0" y="9683"/>
                    </a:cubicBezTo>
                    <a:cubicBezTo>
                      <a:pt x="0" y="14524"/>
                      <a:pt x="3228" y="19366"/>
                      <a:pt x="9683" y="17752"/>
                    </a:cubicBezTo>
                    <a:cubicBezTo>
                      <a:pt x="12910" y="17752"/>
                      <a:pt x="16138" y="14524"/>
                      <a:pt x="16138" y="9683"/>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79" name="任意多边形: 形状 478"/>
              <p:cNvSpPr/>
              <p:nvPr/>
            </p:nvSpPr>
            <p:spPr>
              <a:xfrm>
                <a:off x="1486036" y="2766980"/>
                <a:ext cx="14797" cy="15213"/>
              </a:xfrm>
              <a:custGeom>
                <a:avLst/>
                <a:gdLst>
                  <a:gd name="connsiteX0" fmla="*/ 3863 w 17409"/>
                  <a:gd name="connsiteY0" fmla="*/ 1759 h 17897"/>
                  <a:gd name="connsiteX1" fmla="*/ 2249 w 17409"/>
                  <a:gd name="connsiteY1" fmla="*/ 14670 h 17897"/>
                  <a:gd name="connsiteX2" fmla="*/ 8705 w 17409"/>
                  <a:gd name="connsiteY2" fmla="*/ 17897 h 17897"/>
                  <a:gd name="connsiteX3" fmla="*/ 13546 w 17409"/>
                  <a:gd name="connsiteY3" fmla="*/ 16283 h 17897"/>
                  <a:gd name="connsiteX4" fmla="*/ 15160 w 17409"/>
                  <a:gd name="connsiteY4" fmla="*/ 3373 h 17897"/>
                  <a:gd name="connsiteX5" fmla="*/ 3863 w 17409"/>
                  <a:gd name="connsiteY5" fmla="*/ 1759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09" h="17897">
                    <a:moveTo>
                      <a:pt x="3863" y="1759"/>
                    </a:moveTo>
                    <a:cubicBezTo>
                      <a:pt x="-978" y="4987"/>
                      <a:pt x="-978" y="9828"/>
                      <a:pt x="2249" y="14670"/>
                    </a:cubicBezTo>
                    <a:cubicBezTo>
                      <a:pt x="3863" y="16283"/>
                      <a:pt x="7091" y="17897"/>
                      <a:pt x="8705" y="17897"/>
                    </a:cubicBezTo>
                    <a:cubicBezTo>
                      <a:pt x="10318" y="17897"/>
                      <a:pt x="11932" y="17897"/>
                      <a:pt x="13546" y="16283"/>
                    </a:cubicBezTo>
                    <a:cubicBezTo>
                      <a:pt x="18387" y="13056"/>
                      <a:pt x="18387" y="8215"/>
                      <a:pt x="15160" y="3373"/>
                    </a:cubicBezTo>
                    <a:cubicBezTo>
                      <a:pt x="13546" y="146"/>
                      <a:pt x="7091" y="-1468"/>
                      <a:pt x="3863" y="1759"/>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0" name="任意多边形: 形状 479"/>
              <p:cNvSpPr/>
              <p:nvPr/>
            </p:nvSpPr>
            <p:spPr>
              <a:xfrm>
                <a:off x="1485082" y="2546133"/>
                <a:ext cx="15334" cy="15213"/>
              </a:xfrm>
              <a:custGeom>
                <a:avLst/>
                <a:gdLst>
                  <a:gd name="connsiteX0" fmla="*/ 8214 w 18042"/>
                  <a:gd name="connsiteY0" fmla="*/ 17897 h 17897"/>
                  <a:gd name="connsiteX1" fmla="*/ 16283 w 18042"/>
                  <a:gd name="connsiteY1" fmla="*/ 14670 h 17897"/>
                  <a:gd name="connsiteX2" fmla="*/ 14670 w 18042"/>
                  <a:gd name="connsiteY2" fmla="*/ 1759 h 17897"/>
                  <a:gd name="connsiteX3" fmla="*/ 1759 w 18042"/>
                  <a:gd name="connsiteY3" fmla="*/ 3373 h 17897"/>
                  <a:gd name="connsiteX4" fmla="*/ 3373 w 18042"/>
                  <a:gd name="connsiteY4" fmla="*/ 16283 h 17897"/>
                  <a:gd name="connsiteX5" fmla="*/ 8214 w 18042"/>
                  <a:gd name="connsiteY5"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8214" y="17897"/>
                    </a:moveTo>
                    <a:cubicBezTo>
                      <a:pt x="11442" y="17897"/>
                      <a:pt x="13056" y="16283"/>
                      <a:pt x="16283" y="14670"/>
                    </a:cubicBezTo>
                    <a:cubicBezTo>
                      <a:pt x="19511" y="11442"/>
                      <a:pt x="17897" y="4987"/>
                      <a:pt x="14670" y="1759"/>
                    </a:cubicBezTo>
                    <a:cubicBezTo>
                      <a:pt x="11442" y="-1468"/>
                      <a:pt x="4987" y="146"/>
                      <a:pt x="1759" y="3373"/>
                    </a:cubicBezTo>
                    <a:cubicBezTo>
                      <a:pt x="-1468" y="6601"/>
                      <a:pt x="146" y="13056"/>
                      <a:pt x="3373" y="16283"/>
                    </a:cubicBezTo>
                    <a:cubicBezTo>
                      <a:pt x="4987" y="16283"/>
                      <a:pt x="6601" y="17897"/>
                      <a:pt x="8214" y="17897"/>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1" name="任意多边形: 形状 480"/>
              <p:cNvSpPr/>
              <p:nvPr/>
            </p:nvSpPr>
            <p:spPr>
              <a:xfrm>
                <a:off x="1457772" y="2598027"/>
                <a:ext cx="15445" cy="15445"/>
              </a:xfrm>
              <a:custGeom>
                <a:avLst/>
                <a:gdLst>
                  <a:gd name="connsiteX0" fmla="*/ 6455 w 18171"/>
                  <a:gd name="connsiteY0" fmla="*/ 18172 h 18171"/>
                  <a:gd name="connsiteX1" fmla="*/ 9683 w 18171"/>
                  <a:gd name="connsiteY1" fmla="*/ 18172 h 18171"/>
                  <a:gd name="connsiteX2" fmla="*/ 17752 w 18171"/>
                  <a:gd name="connsiteY2" fmla="*/ 11716 h 18171"/>
                  <a:gd name="connsiteX3" fmla="*/ 11297 w 18171"/>
                  <a:gd name="connsiteY3" fmla="*/ 420 h 18171"/>
                  <a:gd name="connsiteX4" fmla="*/ 0 w 18171"/>
                  <a:gd name="connsiteY4" fmla="*/ 6875 h 18171"/>
                  <a:gd name="connsiteX5" fmla="*/ 6455 w 18171"/>
                  <a:gd name="connsiteY5" fmla="*/ 18172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71" h="18171">
                    <a:moveTo>
                      <a:pt x="6455" y="18172"/>
                    </a:moveTo>
                    <a:cubicBezTo>
                      <a:pt x="8069" y="18172"/>
                      <a:pt x="8069" y="18172"/>
                      <a:pt x="9683" y="18172"/>
                    </a:cubicBezTo>
                    <a:cubicBezTo>
                      <a:pt x="12910" y="18172"/>
                      <a:pt x="17752" y="16558"/>
                      <a:pt x="17752" y="11716"/>
                    </a:cubicBezTo>
                    <a:cubicBezTo>
                      <a:pt x="19366" y="6875"/>
                      <a:pt x="16138" y="2034"/>
                      <a:pt x="11297" y="420"/>
                    </a:cubicBezTo>
                    <a:cubicBezTo>
                      <a:pt x="6455" y="-1194"/>
                      <a:pt x="1614" y="2034"/>
                      <a:pt x="0" y="6875"/>
                    </a:cubicBezTo>
                    <a:cubicBezTo>
                      <a:pt x="0" y="11716"/>
                      <a:pt x="3228" y="16558"/>
                      <a:pt x="6455" y="18172"/>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2" name="任意多边形: 形状 481"/>
              <p:cNvSpPr/>
              <p:nvPr/>
            </p:nvSpPr>
            <p:spPr>
              <a:xfrm>
                <a:off x="1790967" y="2766980"/>
                <a:ext cx="15334" cy="15213"/>
              </a:xfrm>
              <a:custGeom>
                <a:avLst/>
                <a:gdLst>
                  <a:gd name="connsiteX0" fmla="*/ 1759 w 18042"/>
                  <a:gd name="connsiteY0" fmla="*/ 3373 h 17897"/>
                  <a:gd name="connsiteX1" fmla="*/ 3373 w 18042"/>
                  <a:gd name="connsiteY1" fmla="*/ 16283 h 17897"/>
                  <a:gd name="connsiteX2" fmla="*/ 8214 w 18042"/>
                  <a:gd name="connsiteY2" fmla="*/ 17897 h 17897"/>
                  <a:gd name="connsiteX3" fmla="*/ 16283 w 18042"/>
                  <a:gd name="connsiteY3" fmla="*/ 14670 h 17897"/>
                  <a:gd name="connsiteX4" fmla="*/ 14670 w 18042"/>
                  <a:gd name="connsiteY4" fmla="*/ 1759 h 17897"/>
                  <a:gd name="connsiteX5" fmla="*/ 1759 w 18042"/>
                  <a:gd name="connsiteY5" fmla="*/ 3373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1759" y="3373"/>
                    </a:moveTo>
                    <a:cubicBezTo>
                      <a:pt x="-1468" y="8215"/>
                      <a:pt x="146" y="13056"/>
                      <a:pt x="3373" y="16283"/>
                    </a:cubicBezTo>
                    <a:cubicBezTo>
                      <a:pt x="4987" y="17897"/>
                      <a:pt x="6601" y="17897"/>
                      <a:pt x="8214" y="17897"/>
                    </a:cubicBezTo>
                    <a:cubicBezTo>
                      <a:pt x="11442" y="17897"/>
                      <a:pt x="13056" y="16283"/>
                      <a:pt x="16283" y="14670"/>
                    </a:cubicBezTo>
                    <a:cubicBezTo>
                      <a:pt x="19511" y="11442"/>
                      <a:pt x="17897" y="4987"/>
                      <a:pt x="14670" y="1759"/>
                    </a:cubicBezTo>
                    <a:cubicBezTo>
                      <a:pt x="9828" y="-1468"/>
                      <a:pt x="3373" y="146"/>
                      <a:pt x="1759" y="3373"/>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3" name="任意多边形: 形状 482"/>
              <p:cNvSpPr/>
              <p:nvPr/>
            </p:nvSpPr>
            <p:spPr>
              <a:xfrm>
                <a:off x="1789180" y="2544763"/>
                <a:ext cx="15751" cy="15213"/>
              </a:xfrm>
              <a:custGeom>
                <a:avLst/>
                <a:gdLst>
                  <a:gd name="connsiteX0" fmla="*/ 10318 w 18532"/>
                  <a:gd name="connsiteY0" fmla="*/ 17897 h 17897"/>
                  <a:gd name="connsiteX1" fmla="*/ 15160 w 18532"/>
                  <a:gd name="connsiteY1" fmla="*/ 16283 h 17897"/>
                  <a:gd name="connsiteX2" fmla="*/ 16774 w 18532"/>
                  <a:gd name="connsiteY2" fmla="*/ 3373 h 17897"/>
                  <a:gd name="connsiteX3" fmla="*/ 16774 w 18532"/>
                  <a:gd name="connsiteY3" fmla="*/ 3373 h 17897"/>
                  <a:gd name="connsiteX4" fmla="*/ 3863 w 18532"/>
                  <a:gd name="connsiteY4" fmla="*/ 1759 h 17897"/>
                  <a:gd name="connsiteX5" fmla="*/ 2249 w 18532"/>
                  <a:gd name="connsiteY5" fmla="*/ 14670 h 17897"/>
                  <a:gd name="connsiteX6" fmla="*/ 10318 w 18532"/>
                  <a:gd name="connsiteY6"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32" h="17897">
                    <a:moveTo>
                      <a:pt x="10318" y="17897"/>
                    </a:moveTo>
                    <a:cubicBezTo>
                      <a:pt x="11932" y="17897"/>
                      <a:pt x="13546" y="17897"/>
                      <a:pt x="15160" y="16283"/>
                    </a:cubicBezTo>
                    <a:cubicBezTo>
                      <a:pt x="18387" y="13056"/>
                      <a:pt x="20001" y="8215"/>
                      <a:pt x="16774" y="3373"/>
                    </a:cubicBezTo>
                    <a:lnTo>
                      <a:pt x="16774" y="3373"/>
                    </a:lnTo>
                    <a:cubicBezTo>
                      <a:pt x="13546" y="146"/>
                      <a:pt x="8705" y="-1468"/>
                      <a:pt x="3863" y="1759"/>
                    </a:cubicBezTo>
                    <a:cubicBezTo>
                      <a:pt x="-978" y="4987"/>
                      <a:pt x="-978" y="9828"/>
                      <a:pt x="2249" y="14670"/>
                    </a:cubicBezTo>
                    <a:cubicBezTo>
                      <a:pt x="3863" y="16283"/>
                      <a:pt x="7091" y="17897"/>
                      <a:pt x="10318" y="17897"/>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4" name="任意多边形: 形状 483"/>
              <p:cNvSpPr/>
              <p:nvPr/>
            </p:nvSpPr>
            <p:spPr>
              <a:xfrm>
                <a:off x="1638834" y="2845292"/>
                <a:ext cx="13717" cy="15089"/>
              </a:xfrm>
              <a:custGeom>
                <a:avLst/>
                <a:gdLst>
                  <a:gd name="connsiteX0" fmla="*/ 8069 w 16137"/>
                  <a:gd name="connsiteY0" fmla="*/ 0 h 17751"/>
                  <a:gd name="connsiteX1" fmla="*/ 0 w 16137"/>
                  <a:gd name="connsiteY1" fmla="*/ 9683 h 17751"/>
                  <a:gd name="connsiteX2" fmla="*/ 8069 w 16137"/>
                  <a:gd name="connsiteY2" fmla="*/ 17752 h 17751"/>
                  <a:gd name="connsiteX3" fmla="*/ 16138 w 16137"/>
                  <a:gd name="connsiteY3" fmla="*/ 9683 h 17751"/>
                  <a:gd name="connsiteX4" fmla="*/ 8069 w 16137"/>
                  <a:gd name="connsiteY4" fmla="*/ 0 h 17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 h="17751">
                    <a:moveTo>
                      <a:pt x="8069" y="0"/>
                    </a:moveTo>
                    <a:cubicBezTo>
                      <a:pt x="3228" y="0"/>
                      <a:pt x="0" y="3228"/>
                      <a:pt x="0" y="9683"/>
                    </a:cubicBezTo>
                    <a:cubicBezTo>
                      <a:pt x="0" y="14524"/>
                      <a:pt x="3228" y="17752"/>
                      <a:pt x="8069" y="17752"/>
                    </a:cubicBezTo>
                    <a:cubicBezTo>
                      <a:pt x="12910" y="17752"/>
                      <a:pt x="16138" y="14524"/>
                      <a:pt x="16138" y="9683"/>
                    </a:cubicBezTo>
                    <a:cubicBezTo>
                      <a:pt x="16138" y="3228"/>
                      <a:pt x="12910" y="0"/>
                      <a:pt x="8069" y="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5" name="任意多边形: 形状 484"/>
              <p:cNvSpPr/>
              <p:nvPr/>
            </p:nvSpPr>
            <p:spPr>
              <a:xfrm>
                <a:off x="1826757" y="2655995"/>
                <a:ext cx="13985" cy="16461"/>
              </a:xfrm>
              <a:custGeom>
                <a:avLst/>
                <a:gdLst>
                  <a:gd name="connsiteX0" fmla="*/ 8069 w 16454"/>
                  <a:gd name="connsiteY0" fmla="*/ 0 h 19365"/>
                  <a:gd name="connsiteX1" fmla="*/ 0 w 16454"/>
                  <a:gd name="connsiteY1" fmla="*/ 9683 h 19365"/>
                  <a:gd name="connsiteX2" fmla="*/ 0 w 16454"/>
                  <a:gd name="connsiteY2" fmla="*/ 9683 h 19365"/>
                  <a:gd name="connsiteX3" fmla="*/ 0 w 16454"/>
                  <a:gd name="connsiteY3" fmla="*/ 9683 h 19365"/>
                  <a:gd name="connsiteX4" fmla="*/ 8069 w 16454"/>
                  <a:gd name="connsiteY4" fmla="*/ 19366 h 19365"/>
                  <a:gd name="connsiteX5" fmla="*/ 16138 w 16454"/>
                  <a:gd name="connsiteY5" fmla="*/ 9683 h 19365"/>
                  <a:gd name="connsiteX6" fmla="*/ 16138 w 16454"/>
                  <a:gd name="connsiteY6" fmla="*/ 9683 h 19365"/>
                  <a:gd name="connsiteX7" fmla="*/ 16138 w 16454"/>
                  <a:gd name="connsiteY7" fmla="*/ 9683 h 19365"/>
                  <a:gd name="connsiteX8" fmla="*/ 8069 w 16454"/>
                  <a:gd name="connsiteY8" fmla="*/ 0 h 1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54" h="19365">
                    <a:moveTo>
                      <a:pt x="8069" y="0"/>
                    </a:moveTo>
                    <a:cubicBezTo>
                      <a:pt x="3228" y="0"/>
                      <a:pt x="0" y="3228"/>
                      <a:pt x="0" y="9683"/>
                    </a:cubicBezTo>
                    <a:cubicBezTo>
                      <a:pt x="0" y="9683"/>
                      <a:pt x="0" y="9683"/>
                      <a:pt x="0" y="9683"/>
                    </a:cubicBezTo>
                    <a:cubicBezTo>
                      <a:pt x="0" y="9683"/>
                      <a:pt x="0" y="9683"/>
                      <a:pt x="0" y="9683"/>
                    </a:cubicBezTo>
                    <a:cubicBezTo>
                      <a:pt x="0" y="14524"/>
                      <a:pt x="3228" y="19366"/>
                      <a:pt x="8069" y="19366"/>
                    </a:cubicBezTo>
                    <a:cubicBezTo>
                      <a:pt x="12910" y="19366"/>
                      <a:pt x="16138" y="16138"/>
                      <a:pt x="16138" y="9683"/>
                    </a:cubicBezTo>
                    <a:lnTo>
                      <a:pt x="16138" y="9683"/>
                    </a:lnTo>
                    <a:cubicBezTo>
                      <a:pt x="16138" y="9683"/>
                      <a:pt x="16138" y="9683"/>
                      <a:pt x="16138" y="9683"/>
                    </a:cubicBezTo>
                    <a:cubicBezTo>
                      <a:pt x="17752" y="3228"/>
                      <a:pt x="12910" y="0"/>
                      <a:pt x="8069" y="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6" name="任意多边形: 形状 485"/>
              <p:cNvSpPr/>
              <p:nvPr/>
            </p:nvSpPr>
            <p:spPr>
              <a:xfrm>
                <a:off x="1816796" y="2714613"/>
                <a:ext cx="15802" cy="14081"/>
              </a:xfrm>
              <a:custGeom>
                <a:avLst/>
                <a:gdLst>
                  <a:gd name="connsiteX0" fmla="*/ 11716 w 18591"/>
                  <a:gd name="connsiteY0" fmla="*/ 429 h 16567"/>
                  <a:gd name="connsiteX1" fmla="*/ 420 w 18591"/>
                  <a:gd name="connsiteY1" fmla="*/ 5271 h 16567"/>
                  <a:gd name="connsiteX2" fmla="*/ 6875 w 18591"/>
                  <a:gd name="connsiteY2" fmla="*/ 16567 h 16567"/>
                  <a:gd name="connsiteX3" fmla="*/ 10103 w 18591"/>
                  <a:gd name="connsiteY3" fmla="*/ 16567 h 16567"/>
                  <a:gd name="connsiteX4" fmla="*/ 18172 w 18591"/>
                  <a:gd name="connsiteY4" fmla="*/ 10112 h 16567"/>
                  <a:gd name="connsiteX5" fmla="*/ 11716 w 18591"/>
                  <a:gd name="connsiteY5" fmla="*/ 429 h 1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6567">
                    <a:moveTo>
                      <a:pt x="11716" y="429"/>
                    </a:moveTo>
                    <a:cubicBezTo>
                      <a:pt x="6875" y="-1185"/>
                      <a:pt x="2034" y="2043"/>
                      <a:pt x="420" y="5271"/>
                    </a:cubicBezTo>
                    <a:cubicBezTo>
                      <a:pt x="-1194" y="10112"/>
                      <a:pt x="2034" y="14953"/>
                      <a:pt x="6875" y="16567"/>
                    </a:cubicBezTo>
                    <a:cubicBezTo>
                      <a:pt x="8489" y="16567"/>
                      <a:pt x="8489" y="16567"/>
                      <a:pt x="10103" y="16567"/>
                    </a:cubicBezTo>
                    <a:cubicBezTo>
                      <a:pt x="13330" y="16567"/>
                      <a:pt x="18172" y="14953"/>
                      <a:pt x="18172" y="10112"/>
                    </a:cubicBezTo>
                    <a:cubicBezTo>
                      <a:pt x="19785" y="6884"/>
                      <a:pt x="16558" y="2043"/>
                      <a:pt x="11716" y="429"/>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7" name="任意多边形: 形状 486"/>
              <p:cNvSpPr/>
              <p:nvPr/>
            </p:nvSpPr>
            <p:spPr>
              <a:xfrm>
                <a:off x="1816796" y="2596654"/>
                <a:ext cx="15802" cy="15445"/>
              </a:xfrm>
              <a:custGeom>
                <a:avLst/>
                <a:gdLst>
                  <a:gd name="connsiteX0" fmla="*/ 8489 w 18591"/>
                  <a:gd name="connsiteY0" fmla="*/ 18172 h 18171"/>
                  <a:gd name="connsiteX1" fmla="*/ 11716 w 18591"/>
                  <a:gd name="connsiteY1" fmla="*/ 18172 h 18171"/>
                  <a:gd name="connsiteX2" fmla="*/ 18172 w 18591"/>
                  <a:gd name="connsiteY2" fmla="*/ 6875 h 18171"/>
                  <a:gd name="connsiteX3" fmla="*/ 18172 w 18591"/>
                  <a:gd name="connsiteY3" fmla="*/ 6875 h 18171"/>
                  <a:gd name="connsiteX4" fmla="*/ 6875 w 18591"/>
                  <a:gd name="connsiteY4" fmla="*/ 420 h 18171"/>
                  <a:gd name="connsiteX5" fmla="*/ 420 w 18591"/>
                  <a:gd name="connsiteY5" fmla="*/ 11716 h 18171"/>
                  <a:gd name="connsiteX6" fmla="*/ 8489 w 18591"/>
                  <a:gd name="connsiteY6" fmla="*/ 18172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91" h="18171">
                    <a:moveTo>
                      <a:pt x="8489" y="18172"/>
                    </a:moveTo>
                    <a:cubicBezTo>
                      <a:pt x="10103" y="18172"/>
                      <a:pt x="10103" y="18172"/>
                      <a:pt x="11716" y="18172"/>
                    </a:cubicBezTo>
                    <a:cubicBezTo>
                      <a:pt x="16558" y="16558"/>
                      <a:pt x="19785" y="11716"/>
                      <a:pt x="18172" y="6875"/>
                    </a:cubicBezTo>
                    <a:cubicBezTo>
                      <a:pt x="18172" y="6875"/>
                      <a:pt x="18172" y="6875"/>
                      <a:pt x="18172" y="6875"/>
                    </a:cubicBezTo>
                    <a:cubicBezTo>
                      <a:pt x="16558" y="2034"/>
                      <a:pt x="11716" y="-1194"/>
                      <a:pt x="6875" y="420"/>
                    </a:cubicBezTo>
                    <a:cubicBezTo>
                      <a:pt x="2034" y="2034"/>
                      <a:pt x="-1194" y="6875"/>
                      <a:pt x="420" y="11716"/>
                    </a:cubicBezTo>
                    <a:cubicBezTo>
                      <a:pt x="2034" y="16558"/>
                      <a:pt x="5261" y="18172"/>
                      <a:pt x="8489" y="18172"/>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8" name="任意多边形: 形状 487"/>
              <p:cNvSpPr/>
              <p:nvPr/>
            </p:nvSpPr>
            <p:spPr>
              <a:xfrm>
                <a:off x="1696085" y="2835331"/>
                <a:ext cx="15802" cy="15445"/>
              </a:xfrm>
              <a:custGeom>
                <a:avLst/>
                <a:gdLst>
                  <a:gd name="connsiteX0" fmla="*/ 6875 w 18591"/>
                  <a:gd name="connsiteY0" fmla="*/ 420 h 18171"/>
                  <a:gd name="connsiteX1" fmla="*/ 420 w 18591"/>
                  <a:gd name="connsiteY1" fmla="*/ 11716 h 18171"/>
                  <a:gd name="connsiteX2" fmla="*/ 8489 w 18591"/>
                  <a:gd name="connsiteY2" fmla="*/ 18172 h 18171"/>
                  <a:gd name="connsiteX3" fmla="*/ 11716 w 18591"/>
                  <a:gd name="connsiteY3" fmla="*/ 18172 h 18171"/>
                  <a:gd name="connsiteX4" fmla="*/ 18172 w 18591"/>
                  <a:gd name="connsiteY4" fmla="*/ 6875 h 18171"/>
                  <a:gd name="connsiteX5" fmla="*/ 6875 w 18591"/>
                  <a:gd name="connsiteY5" fmla="*/ 420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8171">
                    <a:moveTo>
                      <a:pt x="6875" y="420"/>
                    </a:moveTo>
                    <a:cubicBezTo>
                      <a:pt x="2034" y="2034"/>
                      <a:pt x="-1194" y="6875"/>
                      <a:pt x="420" y="11716"/>
                    </a:cubicBezTo>
                    <a:cubicBezTo>
                      <a:pt x="2034" y="14944"/>
                      <a:pt x="5261" y="18172"/>
                      <a:pt x="8489" y="18172"/>
                    </a:cubicBezTo>
                    <a:cubicBezTo>
                      <a:pt x="10103" y="18172"/>
                      <a:pt x="10103" y="18172"/>
                      <a:pt x="11716" y="18172"/>
                    </a:cubicBezTo>
                    <a:cubicBezTo>
                      <a:pt x="16558" y="16558"/>
                      <a:pt x="19785" y="11716"/>
                      <a:pt x="18172" y="6875"/>
                    </a:cubicBezTo>
                    <a:cubicBezTo>
                      <a:pt x="16558" y="2034"/>
                      <a:pt x="11716" y="-1194"/>
                      <a:pt x="6875" y="42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89" name="任意多边形: 形状 488"/>
              <p:cNvSpPr/>
              <p:nvPr/>
            </p:nvSpPr>
            <p:spPr>
              <a:xfrm>
                <a:off x="1748444" y="2808725"/>
                <a:ext cx="14381" cy="14617"/>
              </a:xfrm>
              <a:custGeom>
                <a:avLst/>
                <a:gdLst>
                  <a:gd name="connsiteX0" fmla="*/ 3373 w 16919"/>
                  <a:gd name="connsiteY0" fmla="*/ 1060 h 17197"/>
                  <a:gd name="connsiteX1" fmla="*/ 1759 w 16919"/>
                  <a:gd name="connsiteY1" fmla="*/ 13970 h 17197"/>
                  <a:gd name="connsiteX2" fmla="*/ 8214 w 16919"/>
                  <a:gd name="connsiteY2" fmla="*/ 17198 h 17197"/>
                  <a:gd name="connsiteX3" fmla="*/ 13056 w 16919"/>
                  <a:gd name="connsiteY3" fmla="*/ 15584 h 17197"/>
                  <a:gd name="connsiteX4" fmla="*/ 14670 w 16919"/>
                  <a:gd name="connsiteY4" fmla="*/ 2674 h 17197"/>
                  <a:gd name="connsiteX5" fmla="*/ 3373 w 16919"/>
                  <a:gd name="connsiteY5" fmla="*/ 1060 h 1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19" h="17197">
                    <a:moveTo>
                      <a:pt x="3373" y="1060"/>
                    </a:moveTo>
                    <a:cubicBezTo>
                      <a:pt x="146" y="4288"/>
                      <a:pt x="-1468" y="9129"/>
                      <a:pt x="1759" y="13970"/>
                    </a:cubicBezTo>
                    <a:cubicBezTo>
                      <a:pt x="3373" y="15584"/>
                      <a:pt x="6601" y="17198"/>
                      <a:pt x="8214" y="17198"/>
                    </a:cubicBezTo>
                    <a:cubicBezTo>
                      <a:pt x="9828" y="17198"/>
                      <a:pt x="11442" y="17198"/>
                      <a:pt x="13056" y="15584"/>
                    </a:cubicBezTo>
                    <a:cubicBezTo>
                      <a:pt x="17897" y="12357"/>
                      <a:pt x="17897" y="7515"/>
                      <a:pt x="14670" y="2674"/>
                    </a:cubicBezTo>
                    <a:cubicBezTo>
                      <a:pt x="13056" y="-554"/>
                      <a:pt x="8214" y="-554"/>
                      <a:pt x="3373" y="106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0" name="任意多边形: 形状 489"/>
              <p:cNvSpPr/>
              <p:nvPr/>
            </p:nvSpPr>
            <p:spPr>
              <a:xfrm>
                <a:off x="1748444" y="2503609"/>
                <a:ext cx="15334" cy="15213"/>
              </a:xfrm>
              <a:custGeom>
                <a:avLst/>
                <a:gdLst>
                  <a:gd name="connsiteX0" fmla="*/ 8214 w 18042"/>
                  <a:gd name="connsiteY0" fmla="*/ 17897 h 17897"/>
                  <a:gd name="connsiteX1" fmla="*/ 16283 w 18042"/>
                  <a:gd name="connsiteY1" fmla="*/ 14670 h 17897"/>
                  <a:gd name="connsiteX2" fmla="*/ 14670 w 18042"/>
                  <a:gd name="connsiteY2" fmla="*/ 1759 h 17897"/>
                  <a:gd name="connsiteX3" fmla="*/ 14670 w 18042"/>
                  <a:gd name="connsiteY3" fmla="*/ 1759 h 17897"/>
                  <a:gd name="connsiteX4" fmla="*/ 1759 w 18042"/>
                  <a:gd name="connsiteY4" fmla="*/ 3373 h 17897"/>
                  <a:gd name="connsiteX5" fmla="*/ 3373 w 18042"/>
                  <a:gd name="connsiteY5" fmla="*/ 16283 h 17897"/>
                  <a:gd name="connsiteX6" fmla="*/ 8214 w 18042"/>
                  <a:gd name="connsiteY6"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42" h="17897">
                    <a:moveTo>
                      <a:pt x="8214" y="17897"/>
                    </a:moveTo>
                    <a:cubicBezTo>
                      <a:pt x="11442" y="17897"/>
                      <a:pt x="13056" y="16283"/>
                      <a:pt x="16283" y="14670"/>
                    </a:cubicBezTo>
                    <a:cubicBezTo>
                      <a:pt x="19511" y="11442"/>
                      <a:pt x="17897" y="4987"/>
                      <a:pt x="14670" y="1759"/>
                    </a:cubicBezTo>
                    <a:lnTo>
                      <a:pt x="14670" y="1759"/>
                    </a:lnTo>
                    <a:cubicBezTo>
                      <a:pt x="11442" y="-1468"/>
                      <a:pt x="4987" y="146"/>
                      <a:pt x="1759" y="3373"/>
                    </a:cubicBezTo>
                    <a:cubicBezTo>
                      <a:pt x="-1468" y="6601"/>
                      <a:pt x="146" y="13056"/>
                      <a:pt x="3373" y="16283"/>
                    </a:cubicBezTo>
                    <a:cubicBezTo>
                      <a:pt x="4987" y="17897"/>
                      <a:pt x="6601" y="17897"/>
                      <a:pt x="8214" y="17897"/>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1" name="任意多边形: 形状 490"/>
              <p:cNvSpPr/>
              <p:nvPr/>
            </p:nvSpPr>
            <p:spPr>
              <a:xfrm>
                <a:off x="1513458" y="2359706"/>
                <a:ext cx="261187" cy="368989"/>
              </a:xfrm>
              <a:custGeom>
                <a:avLst/>
                <a:gdLst>
                  <a:gd name="connsiteX0" fmla="*/ 242716 w 307286"/>
                  <a:gd name="connsiteY0" fmla="*/ 243683 h 434111"/>
                  <a:gd name="connsiteX1" fmla="*/ 158799 w 307286"/>
                  <a:gd name="connsiteY1" fmla="*/ 0 h 434111"/>
                  <a:gd name="connsiteX2" fmla="*/ 157185 w 307286"/>
                  <a:gd name="connsiteY2" fmla="*/ 0 h 434111"/>
                  <a:gd name="connsiteX3" fmla="*/ 155571 w 307286"/>
                  <a:gd name="connsiteY3" fmla="*/ 0 h 434111"/>
                  <a:gd name="connsiteX4" fmla="*/ 153957 w 307286"/>
                  <a:gd name="connsiteY4" fmla="*/ 0 h 434111"/>
                  <a:gd name="connsiteX5" fmla="*/ 152344 w 307286"/>
                  <a:gd name="connsiteY5" fmla="*/ 0 h 434111"/>
                  <a:gd name="connsiteX6" fmla="*/ 150730 w 307286"/>
                  <a:gd name="connsiteY6" fmla="*/ 0 h 434111"/>
                  <a:gd name="connsiteX7" fmla="*/ 149116 w 307286"/>
                  <a:gd name="connsiteY7" fmla="*/ 1614 h 434111"/>
                  <a:gd name="connsiteX8" fmla="*/ 65199 w 307286"/>
                  <a:gd name="connsiteY8" fmla="*/ 245297 h 434111"/>
                  <a:gd name="connsiteX9" fmla="*/ 5489 w 307286"/>
                  <a:gd name="connsiteY9" fmla="*/ 419587 h 434111"/>
                  <a:gd name="connsiteX10" fmla="*/ 11944 w 307286"/>
                  <a:gd name="connsiteY10" fmla="*/ 426042 h 434111"/>
                  <a:gd name="connsiteX11" fmla="*/ 13557 w 307286"/>
                  <a:gd name="connsiteY11" fmla="*/ 426042 h 434111"/>
                  <a:gd name="connsiteX12" fmla="*/ 20013 w 307286"/>
                  <a:gd name="connsiteY12" fmla="*/ 422815 h 434111"/>
                  <a:gd name="connsiteX13" fmla="*/ 92633 w 307286"/>
                  <a:gd name="connsiteY13" fmla="*/ 388925 h 434111"/>
                  <a:gd name="connsiteX14" fmla="*/ 76495 w 307286"/>
                  <a:gd name="connsiteY14" fmla="*/ 421201 h 434111"/>
                  <a:gd name="connsiteX15" fmla="*/ 76495 w 307286"/>
                  <a:gd name="connsiteY15" fmla="*/ 429270 h 434111"/>
                  <a:gd name="connsiteX16" fmla="*/ 84564 w 307286"/>
                  <a:gd name="connsiteY16" fmla="*/ 434111 h 434111"/>
                  <a:gd name="connsiteX17" fmla="*/ 220123 w 307286"/>
                  <a:gd name="connsiteY17" fmla="*/ 434111 h 434111"/>
                  <a:gd name="connsiteX18" fmla="*/ 228192 w 307286"/>
                  <a:gd name="connsiteY18" fmla="*/ 429270 h 434111"/>
                  <a:gd name="connsiteX19" fmla="*/ 228192 w 307286"/>
                  <a:gd name="connsiteY19" fmla="*/ 421201 h 434111"/>
                  <a:gd name="connsiteX20" fmla="*/ 212054 w 307286"/>
                  <a:gd name="connsiteY20" fmla="*/ 388925 h 434111"/>
                  <a:gd name="connsiteX21" fmla="*/ 284675 w 307286"/>
                  <a:gd name="connsiteY21" fmla="*/ 422815 h 434111"/>
                  <a:gd name="connsiteX22" fmla="*/ 291130 w 307286"/>
                  <a:gd name="connsiteY22" fmla="*/ 426042 h 434111"/>
                  <a:gd name="connsiteX23" fmla="*/ 292744 w 307286"/>
                  <a:gd name="connsiteY23" fmla="*/ 426042 h 434111"/>
                  <a:gd name="connsiteX24" fmla="*/ 299199 w 307286"/>
                  <a:gd name="connsiteY24" fmla="*/ 419587 h 434111"/>
                  <a:gd name="connsiteX25" fmla="*/ 242716 w 307286"/>
                  <a:gd name="connsiteY25" fmla="*/ 243683 h 434111"/>
                  <a:gd name="connsiteX26" fmla="*/ 194302 w 307286"/>
                  <a:gd name="connsiteY26" fmla="*/ 371173 h 434111"/>
                  <a:gd name="connsiteX27" fmla="*/ 155571 w 307286"/>
                  <a:gd name="connsiteY27" fmla="*/ 371173 h 434111"/>
                  <a:gd name="connsiteX28" fmla="*/ 116840 w 307286"/>
                  <a:gd name="connsiteY28" fmla="*/ 371173 h 434111"/>
                  <a:gd name="connsiteX29" fmla="*/ 86178 w 307286"/>
                  <a:gd name="connsiteY29" fmla="*/ 246911 h 434111"/>
                  <a:gd name="connsiteX30" fmla="*/ 86178 w 307286"/>
                  <a:gd name="connsiteY30" fmla="*/ 246911 h 434111"/>
                  <a:gd name="connsiteX31" fmla="*/ 95861 w 307286"/>
                  <a:gd name="connsiteY31" fmla="*/ 111352 h 434111"/>
                  <a:gd name="connsiteX32" fmla="*/ 215282 w 307286"/>
                  <a:gd name="connsiteY32" fmla="*/ 111352 h 434111"/>
                  <a:gd name="connsiteX33" fmla="*/ 224964 w 307286"/>
                  <a:gd name="connsiteY33" fmla="*/ 245297 h 434111"/>
                  <a:gd name="connsiteX34" fmla="*/ 224964 w 307286"/>
                  <a:gd name="connsiteY34" fmla="*/ 245297 h 434111"/>
                  <a:gd name="connsiteX35" fmla="*/ 194302 w 307286"/>
                  <a:gd name="connsiteY35" fmla="*/ 371173 h 434111"/>
                  <a:gd name="connsiteX36" fmla="*/ 155571 w 307286"/>
                  <a:gd name="connsiteY36" fmla="*/ 19366 h 434111"/>
                  <a:gd name="connsiteX37" fmla="*/ 208826 w 307286"/>
                  <a:gd name="connsiteY37" fmla="*/ 91986 h 434111"/>
                  <a:gd name="connsiteX38" fmla="*/ 102316 w 307286"/>
                  <a:gd name="connsiteY38" fmla="*/ 91986 h 434111"/>
                  <a:gd name="connsiteX39" fmla="*/ 155571 w 307286"/>
                  <a:gd name="connsiteY39" fmla="*/ 19366 h 434111"/>
                  <a:gd name="connsiteX40" fmla="*/ 21626 w 307286"/>
                  <a:gd name="connsiteY40" fmla="*/ 396994 h 434111"/>
                  <a:gd name="connsiteX41" fmla="*/ 70040 w 307286"/>
                  <a:gd name="connsiteY41" fmla="*/ 264663 h 434111"/>
                  <a:gd name="connsiteX42" fmla="*/ 97475 w 307286"/>
                  <a:gd name="connsiteY42" fmla="*/ 369560 h 434111"/>
                  <a:gd name="connsiteX43" fmla="*/ 21626 w 307286"/>
                  <a:gd name="connsiteY43" fmla="*/ 396994 h 434111"/>
                  <a:gd name="connsiteX44" fmla="*/ 102316 w 307286"/>
                  <a:gd name="connsiteY44" fmla="*/ 414746 h 434111"/>
                  <a:gd name="connsiteX45" fmla="*/ 115226 w 307286"/>
                  <a:gd name="connsiteY45" fmla="*/ 388925 h 434111"/>
                  <a:gd name="connsiteX46" fmla="*/ 155571 w 307286"/>
                  <a:gd name="connsiteY46" fmla="*/ 388925 h 434111"/>
                  <a:gd name="connsiteX47" fmla="*/ 195916 w 307286"/>
                  <a:gd name="connsiteY47" fmla="*/ 388925 h 434111"/>
                  <a:gd name="connsiteX48" fmla="*/ 208826 w 307286"/>
                  <a:gd name="connsiteY48" fmla="*/ 414746 h 434111"/>
                  <a:gd name="connsiteX49" fmla="*/ 102316 w 307286"/>
                  <a:gd name="connsiteY49" fmla="*/ 414746 h 434111"/>
                  <a:gd name="connsiteX50" fmla="*/ 289516 w 307286"/>
                  <a:gd name="connsiteY50" fmla="*/ 396994 h 434111"/>
                  <a:gd name="connsiteX51" fmla="*/ 213668 w 307286"/>
                  <a:gd name="connsiteY51" fmla="*/ 369560 h 434111"/>
                  <a:gd name="connsiteX52" fmla="*/ 241102 w 307286"/>
                  <a:gd name="connsiteY52" fmla="*/ 264663 h 434111"/>
                  <a:gd name="connsiteX53" fmla="*/ 289516 w 307286"/>
                  <a:gd name="connsiteY53" fmla="*/ 396994 h 43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07286" h="434111">
                    <a:moveTo>
                      <a:pt x="242716" y="243683"/>
                    </a:moveTo>
                    <a:cubicBezTo>
                      <a:pt x="262082" y="66166"/>
                      <a:pt x="165254" y="3228"/>
                      <a:pt x="158799" y="0"/>
                    </a:cubicBezTo>
                    <a:cubicBezTo>
                      <a:pt x="158799" y="0"/>
                      <a:pt x="157185" y="0"/>
                      <a:pt x="157185" y="0"/>
                    </a:cubicBezTo>
                    <a:cubicBezTo>
                      <a:pt x="157185" y="0"/>
                      <a:pt x="155571" y="0"/>
                      <a:pt x="155571" y="0"/>
                    </a:cubicBezTo>
                    <a:cubicBezTo>
                      <a:pt x="155571" y="0"/>
                      <a:pt x="153957" y="0"/>
                      <a:pt x="153957" y="0"/>
                    </a:cubicBezTo>
                    <a:cubicBezTo>
                      <a:pt x="153957" y="0"/>
                      <a:pt x="152344" y="0"/>
                      <a:pt x="152344" y="0"/>
                    </a:cubicBezTo>
                    <a:cubicBezTo>
                      <a:pt x="152344" y="0"/>
                      <a:pt x="152344" y="0"/>
                      <a:pt x="150730" y="0"/>
                    </a:cubicBezTo>
                    <a:cubicBezTo>
                      <a:pt x="150730" y="0"/>
                      <a:pt x="149116" y="0"/>
                      <a:pt x="149116" y="1614"/>
                    </a:cubicBezTo>
                    <a:cubicBezTo>
                      <a:pt x="144275" y="4841"/>
                      <a:pt x="45833" y="67779"/>
                      <a:pt x="65199" y="245297"/>
                    </a:cubicBezTo>
                    <a:cubicBezTo>
                      <a:pt x="-26787" y="319532"/>
                      <a:pt x="5489" y="417974"/>
                      <a:pt x="5489" y="419587"/>
                    </a:cubicBezTo>
                    <a:cubicBezTo>
                      <a:pt x="7102" y="422815"/>
                      <a:pt x="8716" y="424429"/>
                      <a:pt x="11944" y="426042"/>
                    </a:cubicBezTo>
                    <a:cubicBezTo>
                      <a:pt x="11944" y="426042"/>
                      <a:pt x="13557" y="426042"/>
                      <a:pt x="13557" y="426042"/>
                    </a:cubicBezTo>
                    <a:cubicBezTo>
                      <a:pt x="16785" y="426042"/>
                      <a:pt x="18399" y="424429"/>
                      <a:pt x="20013" y="422815"/>
                    </a:cubicBezTo>
                    <a:cubicBezTo>
                      <a:pt x="44220" y="395380"/>
                      <a:pt x="74882" y="388925"/>
                      <a:pt x="92633" y="388925"/>
                    </a:cubicBezTo>
                    <a:lnTo>
                      <a:pt x="76495" y="421201"/>
                    </a:lnTo>
                    <a:cubicBezTo>
                      <a:pt x="74882" y="424429"/>
                      <a:pt x="74882" y="427656"/>
                      <a:pt x="76495" y="429270"/>
                    </a:cubicBezTo>
                    <a:cubicBezTo>
                      <a:pt x="78109" y="432498"/>
                      <a:pt x="81337" y="434111"/>
                      <a:pt x="84564" y="434111"/>
                    </a:cubicBezTo>
                    <a:lnTo>
                      <a:pt x="220123" y="434111"/>
                    </a:lnTo>
                    <a:cubicBezTo>
                      <a:pt x="223351" y="434111"/>
                      <a:pt x="226578" y="432498"/>
                      <a:pt x="228192" y="429270"/>
                    </a:cubicBezTo>
                    <a:cubicBezTo>
                      <a:pt x="229806" y="426042"/>
                      <a:pt x="229806" y="422815"/>
                      <a:pt x="228192" y="421201"/>
                    </a:cubicBezTo>
                    <a:lnTo>
                      <a:pt x="212054" y="388925"/>
                    </a:lnTo>
                    <a:cubicBezTo>
                      <a:pt x="229806" y="388925"/>
                      <a:pt x="260468" y="393767"/>
                      <a:pt x="284675" y="422815"/>
                    </a:cubicBezTo>
                    <a:cubicBezTo>
                      <a:pt x="286289" y="424429"/>
                      <a:pt x="289516" y="426042"/>
                      <a:pt x="291130" y="426042"/>
                    </a:cubicBezTo>
                    <a:cubicBezTo>
                      <a:pt x="291130" y="426042"/>
                      <a:pt x="292744" y="426042"/>
                      <a:pt x="292744" y="426042"/>
                    </a:cubicBezTo>
                    <a:cubicBezTo>
                      <a:pt x="295971" y="426042"/>
                      <a:pt x="299199" y="422815"/>
                      <a:pt x="299199" y="419587"/>
                    </a:cubicBezTo>
                    <a:cubicBezTo>
                      <a:pt x="302426" y="417974"/>
                      <a:pt x="334702" y="317918"/>
                      <a:pt x="242716" y="243683"/>
                    </a:cubicBezTo>
                    <a:close/>
                    <a:moveTo>
                      <a:pt x="194302" y="371173"/>
                    </a:moveTo>
                    <a:lnTo>
                      <a:pt x="155571" y="371173"/>
                    </a:lnTo>
                    <a:lnTo>
                      <a:pt x="116840" y="371173"/>
                    </a:lnTo>
                    <a:cubicBezTo>
                      <a:pt x="100702" y="324373"/>
                      <a:pt x="91020" y="282415"/>
                      <a:pt x="86178" y="246911"/>
                    </a:cubicBezTo>
                    <a:cubicBezTo>
                      <a:pt x="86178" y="246911"/>
                      <a:pt x="86178" y="246911"/>
                      <a:pt x="86178" y="246911"/>
                    </a:cubicBezTo>
                    <a:cubicBezTo>
                      <a:pt x="78109" y="188814"/>
                      <a:pt x="84564" y="145242"/>
                      <a:pt x="95861" y="111352"/>
                    </a:cubicBezTo>
                    <a:lnTo>
                      <a:pt x="215282" y="111352"/>
                    </a:lnTo>
                    <a:cubicBezTo>
                      <a:pt x="226578" y="145242"/>
                      <a:pt x="231420" y="188814"/>
                      <a:pt x="224964" y="245297"/>
                    </a:cubicBezTo>
                    <a:cubicBezTo>
                      <a:pt x="224964" y="245297"/>
                      <a:pt x="224964" y="245297"/>
                      <a:pt x="224964" y="245297"/>
                    </a:cubicBezTo>
                    <a:cubicBezTo>
                      <a:pt x="220123" y="282415"/>
                      <a:pt x="210440" y="322759"/>
                      <a:pt x="194302" y="371173"/>
                    </a:cubicBezTo>
                    <a:close/>
                    <a:moveTo>
                      <a:pt x="155571" y="19366"/>
                    </a:moveTo>
                    <a:cubicBezTo>
                      <a:pt x="165254" y="27435"/>
                      <a:pt x="191075" y="50028"/>
                      <a:pt x="208826" y="91986"/>
                    </a:cubicBezTo>
                    <a:lnTo>
                      <a:pt x="102316" y="91986"/>
                    </a:lnTo>
                    <a:cubicBezTo>
                      <a:pt x="120068" y="50028"/>
                      <a:pt x="144275" y="27435"/>
                      <a:pt x="155571" y="19366"/>
                    </a:cubicBezTo>
                    <a:close/>
                    <a:moveTo>
                      <a:pt x="21626" y="396994"/>
                    </a:moveTo>
                    <a:cubicBezTo>
                      <a:pt x="16785" y="369560"/>
                      <a:pt x="16785" y="313077"/>
                      <a:pt x="70040" y="264663"/>
                    </a:cubicBezTo>
                    <a:cubicBezTo>
                      <a:pt x="74882" y="296939"/>
                      <a:pt x="82951" y="330828"/>
                      <a:pt x="97475" y="369560"/>
                    </a:cubicBezTo>
                    <a:cubicBezTo>
                      <a:pt x="79723" y="369560"/>
                      <a:pt x="47447" y="374401"/>
                      <a:pt x="21626" y="396994"/>
                    </a:cubicBezTo>
                    <a:close/>
                    <a:moveTo>
                      <a:pt x="102316" y="414746"/>
                    </a:moveTo>
                    <a:lnTo>
                      <a:pt x="115226" y="388925"/>
                    </a:lnTo>
                    <a:lnTo>
                      <a:pt x="155571" y="388925"/>
                    </a:lnTo>
                    <a:lnTo>
                      <a:pt x="195916" y="388925"/>
                    </a:lnTo>
                    <a:lnTo>
                      <a:pt x="208826" y="414746"/>
                    </a:lnTo>
                    <a:lnTo>
                      <a:pt x="102316" y="414746"/>
                    </a:lnTo>
                    <a:close/>
                    <a:moveTo>
                      <a:pt x="289516" y="396994"/>
                    </a:moveTo>
                    <a:cubicBezTo>
                      <a:pt x="262082" y="374401"/>
                      <a:pt x="231420" y="369560"/>
                      <a:pt x="213668" y="369560"/>
                    </a:cubicBezTo>
                    <a:cubicBezTo>
                      <a:pt x="226578" y="330828"/>
                      <a:pt x="236261" y="295325"/>
                      <a:pt x="241102" y="264663"/>
                    </a:cubicBezTo>
                    <a:cubicBezTo>
                      <a:pt x="294357" y="314690"/>
                      <a:pt x="292744" y="371173"/>
                      <a:pt x="289516" y="396994"/>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2" name="任意多边形: 形状 491"/>
              <p:cNvSpPr/>
              <p:nvPr/>
            </p:nvSpPr>
            <p:spPr>
              <a:xfrm>
                <a:off x="1611397" y="2491386"/>
                <a:ext cx="68583" cy="68584"/>
              </a:xfrm>
              <a:custGeom>
                <a:avLst/>
                <a:gdLst>
                  <a:gd name="connsiteX0" fmla="*/ 40345 w 80689"/>
                  <a:gd name="connsiteY0" fmla="*/ 0 h 80689"/>
                  <a:gd name="connsiteX1" fmla="*/ 0 w 80689"/>
                  <a:gd name="connsiteY1" fmla="*/ 40345 h 80689"/>
                  <a:gd name="connsiteX2" fmla="*/ 40345 w 80689"/>
                  <a:gd name="connsiteY2" fmla="*/ 80690 h 80689"/>
                  <a:gd name="connsiteX3" fmla="*/ 80690 w 80689"/>
                  <a:gd name="connsiteY3" fmla="*/ 40345 h 80689"/>
                  <a:gd name="connsiteX4" fmla="*/ 40345 w 80689"/>
                  <a:gd name="connsiteY4" fmla="*/ 0 h 80689"/>
                  <a:gd name="connsiteX5" fmla="*/ 40345 w 80689"/>
                  <a:gd name="connsiteY5" fmla="*/ 62938 h 80689"/>
                  <a:gd name="connsiteX6" fmla="*/ 17752 w 80689"/>
                  <a:gd name="connsiteY6" fmla="*/ 40345 h 80689"/>
                  <a:gd name="connsiteX7" fmla="*/ 40345 w 80689"/>
                  <a:gd name="connsiteY7" fmla="*/ 17752 h 80689"/>
                  <a:gd name="connsiteX8" fmla="*/ 62938 w 80689"/>
                  <a:gd name="connsiteY8" fmla="*/ 40345 h 80689"/>
                  <a:gd name="connsiteX9" fmla="*/ 40345 w 80689"/>
                  <a:gd name="connsiteY9" fmla="*/ 62938 h 8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89" h="80689">
                    <a:moveTo>
                      <a:pt x="40345" y="0"/>
                    </a:moveTo>
                    <a:cubicBezTo>
                      <a:pt x="17752" y="0"/>
                      <a:pt x="0" y="17752"/>
                      <a:pt x="0" y="40345"/>
                    </a:cubicBezTo>
                    <a:cubicBezTo>
                      <a:pt x="0" y="62938"/>
                      <a:pt x="17752" y="80690"/>
                      <a:pt x="40345" y="80690"/>
                    </a:cubicBezTo>
                    <a:cubicBezTo>
                      <a:pt x="62938" y="80690"/>
                      <a:pt x="80690" y="62938"/>
                      <a:pt x="80690" y="40345"/>
                    </a:cubicBezTo>
                    <a:cubicBezTo>
                      <a:pt x="80690" y="19366"/>
                      <a:pt x="61324" y="0"/>
                      <a:pt x="40345" y="0"/>
                    </a:cubicBezTo>
                    <a:close/>
                    <a:moveTo>
                      <a:pt x="40345" y="62938"/>
                    </a:moveTo>
                    <a:cubicBezTo>
                      <a:pt x="27434" y="62938"/>
                      <a:pt x="17752" y="53255"/>
                      <a:pt x="17752" y="40345"/>
                    </a:cubicBezTo>
                    <a:cubicBezTo>
                      <a:pt x="17752" y="27435"/>
                      <a:pt x="27434" y="17752"/>
                      <a:pt x="40345" y="17752"/>
                    </a:cubicBezTo>
                    <a:cubicBezTo>
                      <a:pt x="53255" y="17752"/>
                      <a:pt x="62938" y="27435"/>
                      <a:pt x="62938" y="40345"/>
                    </a:cubicBezTo>
                    <a:cubicBezTo>
                      <a:pt x="62938" y="53255"/>
                      <a:pt x="51641" y="62938"/>
                      <a:pt x="40345" y="62938"/>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3" name="任意多边形: 形状 492"/>
              <p:cNvSpPr/>
              <p:nvPr/>
            </p:nvSpPr>
            <p:spPr>
              <a:xfrm>
                <a:off x="1637460" y="2753383"/>
                <a:ext cx="16460" cy="58983"/>
              </a:xfrm>
              <a:custGeom>
                <a:avLst/>
                <a:gdLst>
                  <a:gd name="connsiteX0" fmla="*/ 9683 w 19365"/>
                  <a:gd name="connsiteY0" fmla="*/ 69393 h 69393"/>
                  <a:gd name="connsiteX1" fmla="*/ 19366 w 19365"/>
                  <a:gd name="connsiteY1" fmla="*/ 59711 h 69393"/>
                  <a:gd name="connsiteX2" fmla="*/ 19366 w 19365"/>
                  <a:gd name="connsiteY2" fmla="*/ 9683 h 69393"/>
                  <a:gd name="connsiteX3" fmla="*/ 9683 w 19365"/>
                  <a:gd name="connsiteY3" fmla="*/ 0 h 69393"/>
                  <a:gd name="connsiteX4" fmla="*/ 0 w 19365"/>
                  <a:gd name="connsiteY4" fmla="*/ 9683 h 69393"/>
                  <a:gd name="connsiteX5" fmla="*/ 0 w 19365"/>
                  <a:gd name="connsiteY5" fmla="*/ 59711 h 69393"/>
                  <a:gd name="connsiteX6" fmla="*/ 9683 w 19365"/>
                  <a:gd name="connsiteY6" fmla="*/ 69393 h 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65" h="69393">
                    <a:moveTo>
                      <a:pt x="9683" y="69393"/>
                    </a:moveTo>
                    <a:cubicBezTo>
                      <a:pt x="14524" y="69393"/>
                      <a:pt x="19366" y="66166"/>
                      <a:pt x="19366" y="59711"/>
                    </a:cubicBezTo>
                    <a:lnTo>
                      <a:pt x="19366" y="9683"/>
                    </a:lnTo>
                    <a:cubicBezTo>
                      <a:pt x="19366" y="4841"/>
                      <a:pt x="16138" y="0"/>
                      <a:pt x="9683" y="0"/>
                    </a:cubicBezTo>
                    <a:cubicBezTo>
                      <a:pt x="4841" y="0"/>
                      <a:pt x="0" y="3228"/>
                      <a:pt x="0" y="9683"/>
                    </a:cubicBezTo>
                    <a:lnTo>
                      <a:pt x="0" y="59711"/>
                    </a:lnTo>
                    <a:cubicBezTo>
                      <a:pt x="0" y="66166"/>
                      <a:pt x="4841" y="69393"/>
                      <a:pt x="9683" y="69393"/>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494" name="任意多边形: 形状 493"/>
              <p:cNvSpPr/>
              <p:nvPr/>
            </p:nvSpPr>
            <p:spPr>
              <a:xfrm>
                <a:off x="1674497" y="2768472"/>
                <a:ext cx="15437" cy="57612"/>
              </a:xfrm>
              <a:custGeom>
                <a:avLst/>
                <a:gdLst>
                  <a:gd name="connsiteX0" fmla="*/ 9683 w 18162"/>
                  <a:gd name="connsiteY0" fmla="*/ 0 h 67779"/>
                  <a:gd name="connsiteX1" fmla="*/ 0 w 18162"/>
                  <a:gd name="connsiteY1" fmla="*/ 9683 h 67779"/>
                  <a:gd name="connsiteX2" fmla="*/ 0 w 18162"/>
                  <a:gd name="connsiteY2" fmla="*/ 59711 h 67779"/>
                  <a:gd name="connsiteX3" fmla="*/ 9683 w 18162"/>
                  <a:gd name="connsiteY3" fmla="*/ 67780 h 67779"/>
                  <a:gd name="connsiteX4" fmla="*/ 17752 w 18162"/>
                  <a:gd name="connsiteY4" fmla="*/ 59711 h 67779"/>
                  <a:gd name="connsiteX5" fmla="*/ 17752 w 18162"/>
                  <a:gd name="connsiteY5" fmla="*/ 9683 h 67779"/>
                  <a:gd name="connsiteX6" fmla="*/ 9683 w 18162"/>
                  <a:gd name="connsiteY6" fmla="*/ 0 h 6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62" h="67779">
                    <a:moveTo>
                      <a:pt x="9683" y="0"/>
                    </a:moveTo>
                    <a:cubicBezTo>
                      <a:pt x="4841" y="0"/>
                      <a:pt x="0" y="3228"/>
                      <a:pt x="0" y="9683"/>
                    </a:cubicBezTo>
                    <a:lnTo>
                      <a:pt x="0" y="59711"/>
                    </a:lnTo>
                    <a:cubicBezTo>
                      <a:pt x="0" y="64552"/>
                      <a:pt x="4841" y="67780"/>
                      <a:pt x="9683" y="67780"/>
                    </a:cubicBezTo>
                    <a:cubicBezTo>
                      <a:pt x="14524" y="67780"/>
                      <a:pt x="17752" y="64552"/>
                      <a:pt x="17752" y="59711"/>
                    </a:cubicBezTo>
                    <a:lnTo>
                      <a:pt x="17752" y="9683"/>
                    </a:lnTo>
                    <a:cubicBezTo>
                      <a:pt x="19366" y="3228"/>
                      <a:pt x="16138" y="0"/>
                      <a:pt x="9683" y="0"/>
                    </a:cubicBezTo>
                    <a:close/>
                  </a:path>
                </a:pathLst>
              </a:custGeom>
              <a:grpFill/>
              <a:ln w="16094" cap="flat">
                <a:noFill/>
                <a:prstDash val="solid"/>
                <a:miter/>
              </a:ln>
              <a:effectLst/>
            </p:spPr>
            <p:txBody>
              <a:bodyPr lIns="77724" tIns="38862" rIns="77724" bIns="38862" rtlCol="0" anchor="ctr"/>
              <a:lstStyle/>
              <a:p>
                <a:endParaRPr lang="zh-CN" altLang="en-US" sz="1530" dirty="0">
                  <a:latin typeface="思源黑体 CN Bold" panose="020B0800000000000000" pitchFamily="34" charset="-122"/>
                  <a:ea typeface="思源黑体 CN Bold" panose="020B0800000000000000" pitchFamily="34" charset="-122"/>
                </a:endParaRPr>
              </a:p>
            </p:txBody>
          </p:sp>
          <p:sp>
            <p:nvSpPr>
              <p:cNvPr id="495" name="任意多边形: 形状 494"/>
              <p:cNvSpPr/>
              <p:nvPr/>
            </p:nvSpPr>
            <p:spPr>
              <a:xfrm>
                <a:off x="1600425" y="2741037"/>
                <a:ext cx="13985" cy="58983"/>
              </a:xfrm>
              <a:custGeom>
                <a:avLst/>
                <a:gdLst>
                  <a:gd name="connsiteX0" fmla="*/ 8069 w 16454"/>
                  <a:gd name="connsiteY0" fmla="*/ 0 h 69393"/>
                  <a:gd name="connsiteX1" fmla="*/ 0 w 16454"/>
                  <a:gd name="connsiteY1" fmla="*/ 9683 h 69393"/>
                  <a:gd name="connsiteX2" fmla="*/ 0 w 16454"/>
                  <a:gd name="connsiteY2" fmla="*/ 59711 h 69393"/>
                  <a:gd name="connsiteX3" fmla="*/ 8069 w 16454"/>
                  <a:gd name="connsiteY3" fmla="*/ 69393 h 69393"/>
                  <a:gd name="connsiteX4" fmla="*/ 16138 w 16454"/>
                  <a:gd name="connsiteY4" fmla="*/ 59711 h 69393"/>
                  <a:gd name="connsiteX5" fmla="*/ 16138 w 16454"/>
                  <a:gd name="connsiteY5" fmla="*/ 9683 h 69393"/>
                  <a:gd name="connsiteX6" fmla="*/ 8069 w 16454"/>
                  <a:gd name="connsiteY6" fmla="*/ 0 h 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54" h="69393">
                    <a:moveTo>
                      <a:pt x="8069" y="0"/>
                    </a:moveTo>
                    <a:cubicBezTo>
                      <a:pt x="3228" y="0"/>
                      <a:pt x="0" y="3228"/>
                      <a:pt x="0" y="9683"/>
                    </a:cubicBezTo>
                    <a:lnTo>
                      <a:pt x="0" y="59711"/>
                    </a:lnTo>
                    <a:cubicBezTo>
                      <a:pt x="0" y="64552"/>
                      <a:pt x="3228" y="69393"/>
                      <a:pt x="8069" y="69393"/>
                    </a:cubicBezTo>
                    <a:cubicBezTo>
                      <a:pt x="12910" y="69393"/>
                      <a:pt x="16138" y="66166"/>
                      <a:pt x="16138" y="59711"/>
                    </a:cubicBezTo>
                    <a:lnTo>
                      <a:pt x="16138" y="9683"/>
                    </a:lnTo>
                    <a:cubicBezTo>
                      <a:pt x="17752" y="4841"/>
                      <a:pt x="12910" y="0"/>
                      <a:pt x="8069" y="0"/>
                    </a:cubicBezTo>
                    <a:close/>
                  </a:path>
                </a:pathLst>
              </a:custGeom>
              <a:grpFill/>
              <a:ln w="1609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grpSp>
        <p:grpSp>
          <p:nvGrpSpPr>
            <p:cNvPr id="496" name="组合 495"/>
            <p:cNvGrpSpPr>
              <a:grpSpLocks noChangeAspect="1"/>
            </p:cNvGrpSpPr>
            <p:nvPr/>
          </p:nvGrpSpPr>
          <p:grpSpPr>
            <a:xfrm>
              <a:off x="7667171" y="3264955"/>
              <a:ext cx="397969" cy="397800"/>
              <a:chOff x="919078" y="5870834"/>
              <a:chExt cx="391551" cy="391383"/>
            </a:xfrm>
            <a:solidFill>
              <a:schemeClr val="bg1"/>
            </a:solidFill>
            <a:effectLst/>
          </p:grpSpPr>
          <p:grpSp>
            <p:nvGrpSpPr>
              <p:cNvPr id="497" name="组合 496"/>
              <p:cNvGrpSpPr/>
              <p:nvPr/>
            </p:nvGrpSpPr>
            <p:grpSpPr>
              <a:xfrm>
                <a:off x="995511" y="5947186"/>
                <a:ext cx="238683" cy="238679"/>
                <a:chOff x="996758" y="5945564"/>
                <a:chExt cx="238683" cy="238679"/>
              </a:xfrm>
              <a:grpFill/>
            </p:grpSpPr>
            <p:sp>
              <p:nvSpPr>
                <p:cNvPr id="499" name="任意多边形: 形状 498"/>
                <p:cNvSpPr/>
                <p:nvPr/>
              </p:nvSpPr>
              <p:spPr>
                <a:xfrm>
                  <a:off x="1045522" y="6004535"/>
                  <a:ext cx="141156" cy="170861"/>
                </a:xfrm>
                <a:custGeom>
                  <a:avLst/>
                  <a:gdLst>
                    <a:gd name="connsiteX0" fmla="*/ 49819 w 166064"/>
                    <a:gd name="connsiteY0" fmla="*/ 1133 h 201013"/>
                    <a:gd name="connsiteX1" fmla="*/ 55858 w 166064"/>
                    <a:gd name="connsiteY1" fmla="*/ 1133 h 201013"/>
                    <a:gd name="connsiteX2" fmla="*/ 58877 w 166064"/>
                    <a:gd name="connsiteY2" fmla="*/ 7172 h 201013"/>
                    <a:gd name="connsiteX3" fmla="*/ 58877 w 166064"/>
                    <a:gd name="connsiteY3" fmla="*/ 84165 h 201013"/>
                    <a:gd name="connsiteX4" fmla="*/ 110206 w 166064"/>
                    <a:gd name="connsiteY4" fmla="*/ 84165 h 201013"/>
                    <a:gd name="connsiteX5" fmla="*/ 110206 w 166064"/>
                    <a:gd name="connsiteY5" fmla="*/ 7172 h 201013"/>
                    <a:gd name="connsiteX6" fmla="*/ 113226 w 166064"/>
                    <a:gd name="connsiteY6" fmla="*/ 1133 h 201013"/>
                    <a:gd name="connsiteX7" fmla="*/ 119264 w 166064"/>
                    <a:gd name="connsiteY7" fmla="*/ 1133 h 201013"/>
                    <a:gd name="connsiteX8" fmla="*/ 166064 w 166064"/>
                    <a:gd name="connsiteY8" fmla="*/ 76617 h 201013"/>
                    <a:gd name="connsiteX9" fmla="*/ 129832 w 166064"/>
                    <a:gd name="connsiteY9" fmla="*/ 146062 h 201013"/>
                    <a:gd name="connsiteX10" fmla="*/ 129832 w 166064"/>
                    <a:gd name="connsiteY10" fmla="*/ 197828 h 201013"/>
                    <a:gd name="connsiteX11" fmla="*/ 117755 w 166064"/>
                    <a:gd name="connsiteY11" fmla="*/ 200266 h 201013"/>
                    <a:gd name="connsiteX12" fmla="*/ 117755 w 166064"/>
                    <a:gd name="connsiteY12" fmla="*/ 143043 h 201013"/>
                    <a:gd name="connsiteX13" fmla="*/ 120774 w 166064"/>
                    <a:gd name="connsiteY13" fmla="*/ 137004 h 201013"/>
                    <a:gd name="connsiteX14" fmla="*/ 153987 w 166064"/>
                    <a:gd name="connsiteY14" fmla="*/ 78127 h 201013"/>
                    <a:gd name="connsiteX15" fmla="*/ 123793 w 166064"/>
                    <a:gd name="connsiteY15" fmla="*/ 22269 h 201013"/>
                    <a:gd name="connsiteX16" fmla="*/ 123793 w 166064"/>
                    <a:gd name="connsiteY16" fmla="*/ 90204 h 201013"/>
                    <a:gd name="connsiteX17" fmla="*/ 120774 w 166064"/>
                    <a:gd name="connsiteY17" fmla="*/ 96243 h 201013"/>
                    <a:gd name="connsiteX18" fmla="*/ 48309 w 166064"/>
                    <a:gd name="connsiteY18" fmla="*/ 96243 h 201013"/>
                    <a:gd name="connsiteX19" fmla="*/ 45290 w 166064"/>
                    <a:gd name="connsiteY19" fmla="*/ 90204 h 201013"/>
                    <a:gd name="connsiteX20" fmla="*/ 45290 w 166064"/>
                    <a:gd name="connsiteY20" fmla="*/ 22269 h 201013"/>
                    <a:gd name="connsiteX21" fmla="*/ 15097 w 166064"/>
                    <a:gd name="connsiteY21" fmla="*/ 78127 h 201013"/>
                    <a:gd name="connsiteX22" fmla="*/ 48309 w 166064"/>
                    <a:gd name="connsiteY22" fmla="*/ 137004 h 201013"/>
                    <a:gd name="connsiteX23" fmla="*/ 51329 w 166064"/>
                    <a:gd name="connsiteY23" fmla="*/ 143043 h 201013"/>
                    <a:gd name="connsiteX24" fmla="*/ 51329 w 166064"/>
                    <a:gd name="connsiteY24" fmla="*/ 201013 h 201013"/>
                    <a:gd name="connsiteX25" fmla="*/ 36232 w 166064"/>
                    <a:gd name="connsiteY25" fmla="*/ 197966 h 201013"/>
                    <a:gd name="connsiteX26" fmla="*/ 36232 w 166064"/>
                    <a:gd name="connsiteY26" fmla="*/ 146062 h 201013"/>
                    <a:gd name="connsiteX27" fmla="*/ 0 w 166064"/>
                    <a:gd name="connsiteY27" fmla="*/ 76617 h 201013"/>
                    <a:gd name="connsiteX28" fmla="*/ 49819 w 166064"/>
                    <a:gd name="connsiteY28" fmla="*/ 1133 h 20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064" h="201013">
                      <a:moveTo>
                        <a:pt x="49819" y="1133"/>
                      </a:moveTo>
                      <a:cubicBezTo>
                        <a:pt x="51329" y="-377"/>
                        <a:pt x="54348" y="-377"/>
                        <a:pt x="55858" y="1133"/>
                      </a:cubicBezTo>
                      <a:cubicBezTo>
                        <a:pt x="57367" y="2643"/>
                        <a:pt x="58877" y="4152"/>
                        <a:pt x="58877" y="7172"/>
                      </a:cubicBezTo>
                      <a:lnTo>
                        <a:pt x="58877" y="84165"/>
                      </a:lnTo>
                      <a:cubicBezTo>
                        <a:pt x="75484" y="91714"/>
                        <a:pt x="93600" y="91714"/>
                        <a:pt x="110206" y="84165"/>
                      </a:cubicBezTo>
                      <a:lnTo>
                        <a:pt x="110206" y="7172"/>
                      </a:lnTo>
                      <a:cubicBezTo>
                        <a:pt x="110206" y="4152"/>
                        <a:pt x="111716" y="2643"/>
                        <a:pt x="113226" y="1133"/>
                      </a:cubicBezTo>
                      <a:cubicBezTo>
                        <a:pt x="114735" y="-377"/>
                        <a:pt x="117755" y="-377"/>
                        <a:pt x="119264" y="1133"/>
                      </a:cubicBezTo>
                      <a:cubicBezTo>
                        <a:pt x="147948" y="14720"/>
                        <a:pt x="166064" y="44914"/>
                        <a:pt x="166064" y="76617"/>
                      </a:cubicBezTo>
                      <a:cubicBezTo>
                        <a:pt x="166064" y="105301"/>
                        <a:pt x="152477" y="130965"/>
                        <a:pt x="129832" y="146062"/>
                      </a:cubicBezTo>
                      <a:lnTo>
                        <a:pt x="129832" y="197828"/>
                      </a:lnTo>
                      <a:lnTo>
                        <a:pt x="117755" y="200266"/>
                      </a:lnTo>
                      <a:lnTo>
                        <a:pt x="117755" y="143043"/>
                      </a:lnTo>
                      <a:cubicBezTo>
                        <a:pt x="117755" y="140023"/>
                        <a:pt x="119264" y="138514"/>
                        <a:pt x="120774" y="137004"/>
                      </a:cubicBezTo>
                      <a:cubicBezTo>
                        <a:pt x="141909" y="124927"/>
                        <a:pt x="153987" y="102282"/>
                        <a:pt x="153987" y="78127"/>
                      </a:cubicBezTo>
                      <a:cubicBezTo>
                        <a:pt x="153987" y="55481"/>
                        <a:pt x="141909" y="34346"/>
                        <a:pt x="123793" y="22269"/>
                      </a:cubicBezTo>
                      <a:lnTo>
                        <a:pt x="123793" y="90204"/>
                      </a:lnTo>
                      <a:cubicBezTo>
                        <a:pt x="123793" y="93223"/>
                        <a:pt x="122284" y="94733"/>
                        <a:pt x="120774" y="96243"/>
                      </a:cubicBezTo>
                      <a:cubicBezTo>
                        <a:pt x="98129" y="109830"/>
                        <a:pt x="70955" y="109830"/>
                        <a:pt x="48309" y="96243"/>
                      </a:cubicBezTo>
                      <a:cubicBezTo>
                        <a:pt x="46800" y="94733"/>
                        <a:pt x="45290" y="93223"/>
                        <a:pt x="45290" y="90204"/>
                      </a:cubicBezTo>
                      <a:lnTo>
                        <a:pt x="45290" y="22269"/>
                      </a:lnTo>
                      <a:cubicBezTo>
                        <a:pt x="27174" y="34346"/>
                        <a:pt x="15097" y="55481"/>
                        <a:pt x="15097" y="78127"/>
                      </a:cubicBezTo>
                      <a:cubicBezTo>
                        <a:pt x="15097" y="102282"/>
                        <a:pt x="27174" y="124927"/>
                        <a:pt x="48309" y="137004"/>
                      </a:cubicBezTo>
                      <a:cubicBezTo>
                        <a:pt x="49819" y="138514"/>
                        <a:pt x="51329" y="140023"/>
                        <a:pt x="51329" y="143043"/>
                      </a:cubicBezTo>
                      <a:lnTo>
                        <a:pt x="51329" y="201013"/>
                      </a:lnTo>
                      <a:lnTo>
                        <a:pt x="36232" y="197966"/>
                      </a:lnTo>
                      <a:lnTo>
                        <a:pt x="36232" y="146062"/>
                      </a:lnTo>
                      <a:cubicBezTo>
                        <a:pt x="13587" y="129456"/>
                        <a:pt x="0" y="103791"/>
                        <a:pt x="0" y="76617"/>
                      </a:cubicBezTo>
                      <a:cubicBezTo>
                        <a:pt x="0" y="44914"/>
                        <a:pt x="18116" y="16230"/>
                        <a:pt x="49819" y="1133"/>
                      </a:cubicBezTo>
                      <a:close/>
                    </a:path>
                  </a:pathLst>
                </a:custGeom>
                <a:grpFill/>
                <a:ln w="15056"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0" name="任意多边形: 形状 499"/>
                <p:cNvSpPr/>
                <p:nvPr/>
              </p:nvSpPr>
              <p:spPr>
                <a:xfrm>
                  <a:off x="996758" y="5945564"/>
                  <a:ext cx="238683" cy="238679"/>
                </a:xfrm>
                <a:custGeom>
                  <a:avLst/>
                  <a:gdLst>
                    <a:gd name="connsiteX0" fmla="*/ 140400 w 280800"/>
                    <a:gd name="connsiteY0" fmla="*/ 0 h 280800"/>
                    <a:gd name="connsiteX1" fmla="*/ 280800 w 280800"/>
                    <a:gd name="connsiteY1" fmla="*/ 140400 h 280800"/>
                    <a:gd name="connsiteX2" fmla="*/ 140400 w 280800"/>
                    <a:gd name="connsiteY2" fmla="*/ 280800 h 280800"/>
                    <a:gd name="connsiteX3" fmla="*/ 0 w 280800"/>
                    <a:gd name="connsiteY3" fmla="*/ 140400 h 280800"/>
                    <a:gd name="connsiteX4" fmla="*/ 140400 w 280800"/>
                    <a:gd name="connsiteY4" fmla="*/ 0 h 280800"/>
                    <a:gd name="connsiteX5" fmla="*/ 140400 w 280800"/>
                    <a:gd name="connsiteY5" fmla="*/ 15097 h 280800"/>
                    <a:gd name="connsiteX6" fmla="*/ 24910 w 280800"/>
                    <a:gd name="connsiteY6" fmla="*/ 91524 h 280800"/>
                    <a:gd name="connsiteX7" fmla="*/ 24696 w 280800"/>
                    <a:gd name="connsiteY7" fmla="*/ 92589 h 280800"/>
                    <a:gd name="connsiteX8" fmla="*/ 24672 w 280800"/>
                    <a:gd name="connsiteY8" fmla="*/ 92625 h 280800"/>
                    <a:gd name="connsiteX9" fmla="*/ 14831 w 280800"/>
                    <a:gd name="connsiteY9" fmla="*/ 141370 h 280800"/>
                    <a:gd name="connsiteX10" fmla="*/ 16428 w 280800"/>
                    <a:gd name="connsiteY10" fmla="*/ 149280 h 280800"/>
                    <a:gd name="connsiteX11" fmla="*/ 20782 w 280800"/>
                    <a:gd name="connsiteY11" fmla="*/ 178331 h 280800"/>
                    <a:gd name="connsiteX12" fmla="*/ 23392 w 280800"/>
                    <a:gd name="connsiteY12" fmla="*/ 183773 h 280800"/>
                    <a:gd name="connsiteX13" fmla="*/ 24672 w 280800"/>
                    <a:gd name="connsiteY13" fmla="*/ 190115 h 280800"/>
                    <a:gd name="connsiteX14" fmla="*/ 30770 w 280800"/>
                    <a:gd name="connsiteY14" fmla="*/ 199159 h 280800"/>
                    <a:gd name="connsiteX15" fmla="*/ 36799 w 280800"/>
                    <a:gd name="connsiteY15" fmla="*/ 211732 h 280800"/>
                    <a:gd name="connsiteX16" fmla="*/ 46181 w 280800"/>
                    <a:gd name="connsiteY16" fmla="*/ 222016 h 280800"/>
                    <a:gd name="connsiteX17" fmla="*/ 51510 w 280800"/>
                    <a:gd name="connsiteY17" fmla="*/ 229920 h 280800"/>
                    <a:gd name="connsiteX18" fmla="*/ 56398 w 280800"/>
                    <a:gd name="connsiteY18" fmla="*/ 233216 h 280800"/>
                    <a:gd name="connsiteX19" fmla="*/ 61590 w 280800"/>
                    <a:gd name="connsiteY19" fmla="*/ 238907 h 280800"/>
                    <a:gd name="connsiteX20" fmla="*/ 93600 w 280800"/>
                    <a:gd name="connsiteY20" fmla="*/ 258155 h 280800"/>
                    <a:gd name="connsiteX21" fmla="*/ 93600 w 280800"/>
                    <a:gd name="connsiteY21" fmla="*/ 257220 h 280800"/>
                    <a:gd name="connsiteX22" fmla="*/ 108697 w 280800"/>
                    <a:gd name="connsiteY22" fmla="*/ 260267 h 280800"/>
                    <a:gd name="connsiteX23" fmla="*/ 108697 w 280800"/>
                    <a:gd name="connsiteY23" fmla="*/ 262684 h 280800"/>
                    <a:gd name="connsiteX24" fmla="*/ 143419 w 280800"/>
                    <a:gd name="connsiteY24" fmla="*/ 267213 h 280800"/>
                    <a:gd name="connsiteX25" fmla="*/ 175123 w 280800"/>
                    <a:gd name="connsiteY25" fmla="*/ 262684 h 280800"/>
                    <a:gd name="connsiteX26" fmla="*/ 175123 w 280800"/>
                    <a:gd name="connsiteY26" fmla="*/ 259520 h 280800"/>
                    <a:gd name="connsiteX27" fmla="*/ 187200 w 280800"/>
                    <a:gd name="connsiteY27" fmla="*/ 257082 h 280800"/>
                    <a:gd name="connsiteX28" fmla="*/ 187200 w 280800"/>
                    <a:gd name="connsiteY28" fmla="*/ 258155 h 280800"/>
                    <a:gd name="connsiteX29" fmla="*/ 219422 w 280800"/>
                    <a:gd name="connsiteY29" fmla="*/ 238930 h 280800"/>
                    <a:gd name="connsiteX30" fmla="*/ 226462 w 280800"/>
                    <a:gd name="connsiteY30" fmla="*/ 231368 h 280800"/>
                    <a:gd name="connsiteX31" fmla="*/ 228610 w 280800"/>
                    <a:gd name="connsiteY31" fmla="*/ 229920 h 280800"/>
                    <a:gd name="connsiteX32" fmla="*/ 230709 w 280800"/>
                    <a:gd name="connsiteY32" fmla="*/ 226807 h 280800"/>
                    <a:gd name="connsiteX33" fmla="*/ 244568 w 280800"/>
                    <a:gd name="connsiteY33" fmla="*/ 211921 h 280800"/>
                    <a:gd name="connsiteX34" fmla="*/ 254597 w 280800"/>
                    <a:gd name="connsiteY34" fmla="*/ 191377 h 280800"/>
                    <a:gd name="connsiteX35" fmla="*/ 255448 w 280800"/>
                    <a:gd name="connsiteY35" fmla="*/ 190115 h 280800"/>
                    <a:gd name="connsiteX36" fmla="*/ 255614 w 280800"/>
                    <a:gd name="connsiteY36" fmla="*/ 189295 h 280800"/>
                    <a:gd name="connsiteX37" fmla="*/ 260655 w 280800"/>
                    <a:gd name="connsiteY37" fmla="*/ 178968 h 280800"/>
                    <a:gd name="connsiteX38" fmla="*/ 265703 w 280800"/>
                    <a:gd name="connsiteY38" fmla="*/ 141910 h 280800"/>
                    <a:gd name="connsiteX39" fmla="*/ 140400 w 280800"/>
                    <a:gd name="connsiteY39" fmla="*/ 15097 h 28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80800" h="280800">
                      <a:moveTo>
                        <a:pt x="140400" y="0"/>
                      </a:moveTo>
                      <a:cubicBezTo>
                        <a:pt x="217394" y="0"/>
                        <a:pt x="280800" y="63406"/>
                        <a:pt x="280800" y="140400"/>
                      </a:cubicBezTo>
                      <a:cubicBezTo>
                        <a:pt x="280800" y="217394"/>
                        <a:pt x="217394" y="280800"/>
                        <a:pt x="140400" y="280800"/>
                      </a:cubicBezTo>
                      <a:cubicBezTo>
                        <a:pt x="63406" y="280800"/>
                        <a:pt x="0" y="217394"/>
                        <a:pt x="0" y="140400"/>
                      </a:cubicBezTo>
                      <a:cubicBezTo>
                        <a:pt x="0" y="63406"/>
                        <a:pt x="63406" y="0"/>
                        <a:pt x="140400" y="0"/>
                      </a:cubicBezTo>
                      <a:close/>
                      <a:moveTo>
                        <a:pt x="140400" y="15097"/>
                      </a:moveTo>
                      <a:cubicBezTo>
                        <a:pt x="88316" y="15097"/>
                        <a:pt x="43875" y="46517"/>
                        <a:pt x="24910" y="91524"/>
                      </a:cubicBezTo>
                      <a:lnTo>
                        <a:pt x="24696" y="92589"/>
                      </a:lnTo>
                      <a:lnTo>
                        <a:pt x="24672" y="92625"/>
                      </a:lnTo>
                      <a:cubicBezTo>
                        <a:pt x="18335" y="107608"/>
                        <a:pt x="14831" y="124080"/>
                        <a:pt x="14831" y="141370"/>
                      </a:cubicBezTo>
                      <a:lnTo>
                        <a:pt x="16428" y="149280"/>
                      </a:lnTo>
                      <a:lnTo>
                        <a:pt x="20782" y="178331"/>
                      </a:lnTo>
                      <a:lnTo>
                        <a:pt x="23392" y="183773"/>
                      </a:lnTo>
                      <a:lnTo>
                        <a:pt x="24672" y="190115"/>
                      </a:lnTo>
                      <a:lnTo>
                        <a:pt x="30770" y="199159"/>
                      </a:lnTo>
                      <a:lnTo>
                        <a:pt x="36799" y="211732"/>
                      </a:lnTo>
                      <a:lnTo>
                        <a:pt x="46181" y="222016"/>
                      </a:lnTo>
                      <a:lnTo>
                        <a:pt x="51510" y="229920"/>
                      </a:lnTo>
                      <a:lnTo>
                        <a:pt x="56398" y="233216"/>
                      </a:lnTo>
                      <a:lnTo>
                        <a:pt x="61590" y="238907"/>
                      </a:lnTo>
                      <a:cubicBezTo>
                        <a:pt x="71144" y="246738"/>
                        <a:pt x="81900" y="253249"/>
                        <a:pt x="93600" y="258155"/>
                      </a:cubicBezTo>
                      <a:lnTo>
                        <a:pt x="93600" y="257220"/>
                      </a:lnTo>
                      <a:lnTo>
                        <a:pt x="108697" y="260267"/>
                      </a:lnTo>
                      <a:lnTo>
                        <a:pt x="108697" y="262684"/>
                      </a:lnTo>
                      <a:cubicBezTo>
                        <a:pt x="119265" y="264194"/>
                        <a:pt x="132852" y="267213"/>
                        <a:pt x="143419" y="267213"/>
                      </a:cubicBezTo>
                      <a:cubicBezTo>
                        <a:pt x="153987" y="267213"/>
                        <a:pt x="164555" y="265703"/>
                        <a:pt x="175123" y="262684"/>
                      </a:cubicBezTo>
                      <a:lnTo>
                        <a:pt x="175123" y="259520"/>
                      </a:lnTo>
                      <a:lnTo>
                        <a:pt x="187200" y="257082"/>
                      </a:lnTo>
                      <a:lnTo>
                        <a:pt x="187200" y="258155"/>
                      </a:lnTo>
                      <a:cubicBezTo>
                        <a:pt x="198900" y="253249"/>
                        <a:pt x="209751" y="246738"/>
                        <a:pt x="219422" y="238930"/>
                      </a:cubicBezTo>
                      <a:lnTo>
                        <a:pt x="226462" y="231368"/>
                      </a:lnTo>
                      <a:lnTo>
                        <a:pt x="228610" y="229920"/>
                      </a:lnTo>
                      <a:lnTo>
                        <a:pt x="230709" y="226807"/>
                      </a:lnTo>
                      <a:lnTo>
                        <a:pt x="244568" y="211921"/>
                      </a:lnTo>
                      <a:lnTo>
                        <a:pt x="254597" y="191377"/>
                      </a:lnTo>
                      <a:lnTo>
                        <a:pt x="255448" y="190115"/>
                      </a:lnTo>
                      <a:lnTo>
                        <a:pt x="255614" y="189295"/>
                      </a:lnTo>
                      <a:lnTo>
                        <a:pt x="260655" y="178968"/>
                      </a:lnTo>
                      <a:cubicBezTo>
                        <a:pt x="264288" y="167197"/>
                        <a:pt x="266081" y="154742"/>
                        <a:pt x="265703" y="141910"/>
                      </a:cubicBezTo>
                      <a:cubicBezTo>
                        <a:pt x="265703" y="70955"/>
                        <a:pt x="209845" y="15097"/>
                        <a:pt x="140400" y="15097"/>
                      </a:cubicBezTo>
                      <a:close/>
                    </a:path>
                  </a:pathLst>
                </a:custGeom>
                <a:grpFill/>
                <a:ln w="15056"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grpSp>
          <p:sp>
            <p:nvSpPr>
              <p:cNvPr id="498" name="任意多边形: 形状 497"/>
              <p:cNvSpPr/>
              <p:nvPr/>
            </p:nvSpPr>
            <p:spPr>
              <a:xfrm>
                <a:off x="919078" y="5870834"/>
                <a:ext cx="391551" cy="391383"/>
              </a:xfrm>
              <a:custGeom>
                <a:avLst/>
                <a:gdLst>
                  <a:gd name="connsiteX0" fmla="*/ 443845 w 460643"/>
                  <a:gd name="connsiteY0" fmla="*/ 196258 h 460451"/>
                  <a:gd name="connsiteX1" fmla="*/ 419690 w 460643"/>
                  <a:gd name="connsiteY1" fmla="*/ 196258 h 460451"/>
                  <a:gd name="connsiteX2" fmla="*/ 412142 w 460643"/>
                  <a:gd name="connsiteY2" fmla="*/ 167574 h 460451"/>
                  <a:gd name="connsiteX3" fmla="*/ 433277 w 460643"/>
                  <a:gd name="connsiteY3" fmla="*/ 155497 h 460451"/>
                  <a:gd name="connsiteX4" fmla="*/ 442335 w 460643"/>
                  <a:gd name="connsiteY4" fmla="*/ 144929 h 460451"/>
                  <a:gd name="connsiteX5" fmla="*/ 440826 w 460643"/>
                  <a:gd name="connsiteY5" fmla="*/ 131342 h 460451"/>
                  <a:gd name="connsiteX6" fmla="*/ 422710 w 460643"/>
                  <a:gd name="connsiteY6" fmla="*/ 101148 h 460451"/>
                  <a:gd name="connsiteX7" fmla="*/ 412142 w 460643"/>
                  <a:gd name="connsiteY7" fmla="*/ 92090 h 460451"/>
                  <a:gd name="connsiteX8" fmla="*/ 398555 w 460643"/>
                  <a:gd name="connsiteY8" fmla="*/ 93600 h 460451"/>
                  <a:gd name="connsiteX9" fmla="*/ 377419 w 460643"/>
                  <a:gd name="connsiteY9" fmla="*/ 105677 h 460451"/>
                  <a:gd name="connsiteX10" fmla="*/ 356284 w 460643"/>
                  <a:gd name="connsiteY10" fmla="*/ 84542 h 460451"/>
                  <a:gd name="connsiteX11" fmla="*/ 368361 w 460643"/>
                  <a:gd name="connsiteY11" fmla="*/ 63406 h 460451"/>
                  <a:gd name="connsiteX12" fmla="*/ 369871 w 460643"/>
                  <a:gd name="connsiteY12" fmla="*/ 49819 h 460451"/>
                  <a:gd name="connsiteX13" fmla="*/ 360813 w 460643"/>
                  <a:gd name="connsiteY13" fmla="*/ 39252 h 460451"/>
                  <a:gd name="connsiteX14" fmla="*/ 332129 w 460643"/>
                  <a:gd name="connsiteY14" fmla="*/ 22645 h 460451"/>
                  <a:gd name="connsiteX15" fmla="*/ 307974 w 460643"/>
                  <a:gd name="connsiteY15" fmla="*/ 28684 h 460451"/>
                  <a:gd name="connsiteX16" fmla="*/ 295897 w 460643"/>
                  <a:gd name="connsiteY16" fmla="*/ 49819 h 460451"/>
                  <a:gd name="connsiteX17" fmla="*/ 267213 w 460643"/>
                  <a:gd name="connsiteY17" fmla="*/ 42271 h 460451"/>
                  <a:gd name="connsiteX18" fmla="*/ 267213 w 460643"/>
                  <a:gd name="connsiteY18" fmla="*/ 18116 h 460451"/>
                  <a:gd name="connsiteX19" fmla="*/ 249097 w 460643"/>
                  <a:gd name="connsiteY19" fmla="*/ 0 h 460451"/>
                  <a:gd name="connsiteX20" fmla="*/ 215884 w 460643"/>
                  <a:gd name="connsiteY20" fmla="*/ 0 h 460451"/>
                  <a:gd name="connsiteX21" fmla="*/ 196258 w 460643"/>
                  <a:gd name="connsiteY21" fmla="*/ 18116 h 460451"/>
                  <a:gd name="connsiteX22" fmla="*/ 196258 w 460643"/>
                  <a:gd name="connsiteY22" fmla="*/ 42271 h 460451"/>
                  <a:gd name="connsiteX23" fmla="*/ 167574 w 460643"/>
                  <a:gd name="connsiteY23" fmla="*/ 49819 h 460451"/>
                  <a:gd name="connsiteX24" fmla="*/ 155497 w 460643"/>
                  <a:gd name="connsiteY24" fmla="*/ 28684 h 460451"/>
                  <a:gd name="connsiteX25" fmla="*/ 144929 w 460643"/>
                  <a:gd name="connsiteY25" fmla="*/ 19626 h 460451"/>
                  <a:gd name="connsiteX26" fmla="*/ 131342 w 460643"/>
                  <a:gd name="connsiteY26" fmla="*/ 21135 h 460451"/>
                  <a:gd name="connsiteX27" fmla="*/ 101148 w 460643"/>
                  <a:gd name="connsiteY27" fmla="*/ 39252 h 460451"/>
                  <a:gd name="connsiteX28" fmla="*/ 92090 w 460643"/>
                  <a:gd name="connsiteY28" fmla="*/ 49819 h 460451"/>
                  <a:gd name="connsiteX29" fmla="*/ 95110 w 460643"/>
                  <a:gd name="connsiteY29" fmla="*/ 64916 h 460451"/>
                  <a:gd name="connsiteX30" fmla="*/ 105677 w 460643"/>
                  <a:gd name="connsiteY30" fmla="*/ 84542 h 460451"/>
                  <a:gd name="connsiteX31" fmla="*/ 84542 w 460643"/>
                  <a:gd name="connsiteY31" fmla="*/ 105677 h 460451"/>
                  <a:gd name="connsiteX32" fmla="*/ 64916 w 460643"/>
                  <a:gd name="connsiteY32" fmla="*/ 95110 h 460451"/>
                  <a:gd name="connsiteX33" fmla="*/ 49819 w 460643"/>
                  <a:gd name="connsiteY33" fmla="*/ 92090 h 460451"/>
                  <a:gd name="connsiteX34" fmla="*/ 39252 w 460643"/>
                  <a:gd name="connsiteY34" fmla="*/ 101148 h 460451"/>
                  <a:gd name="connsiteX35" fmla="*/ 22645 w 460643"/>
                  <a:gd name="connsiteY35" fmla="*/ 129832 h 460451"/>
                  <a:gd name="connsiteX36" fmla="*/ 28684 w 460643"/>
                  <a:gd name="connsiteY36" fmla="*/ 153987 h 460451"/>
                  <a:gd name="connsiteX37" fmla="*/ 49819 w 460643"/>
                  <a:gd name="connsiteY37" fmla="*/ 166065 h 460451"/>
                  <a:gd name="connsiteX38" fmla="*/ 42271 w 460643"/>
                  <a:gd name="connsiteY38" fmla="*/ 194748 h 460451"/>
                  <a:gd name="connsiteX39" fmla="*/ 18116 w 460643"/>
                  <a:gd name="connsiteY39" fmla="*/ 194748 h 460451"/>
                  <a:gd name="connsiteX40" fmla="*/ 0 w 460643"/>
                  <a:gd name="connsiteY40" fmla="*/ 214374 h 460451"/>
                  <a:gd name="connsiteX41" fmla="*/ 0 w 460643"/>
                  <a:gd name="connsiteY41" fmla="*/ 247587 h 460451"/>
                  <a:gd name="connsiteX42" fmla="*/ 18116 w 460643"/>
                  <a:gd name="connsiteY42" fmla="*/ 265703 h 460451"/>
                  <a:gd name="connsiteX43" fmla="*/ 42271 w 460643"/>
                  <a:gd name="connsiteY43" fmla="*/ 265703 h 460451"/>
                  <a:gd name="connsiteX44" fmla="*/ 49819 w 460643"/>
                  <a:gd name="connsiteY44" fmla="*/ 294387 h 460451"/>
                  <a:gd name="connsiteX45" fmla="*/ 28684 w 460643"/>
                  <a:gd name="connsiteY45" fmla="*/ 306465 h 460451"/>
                  <a:gd name="connsiteX46" fmla="*/ 22645 w 460643"/>
                  <a:gd name="connsiteY46" fmla="*/ 332129 h 460451"/>
                  <a:gd name="connsiteX47" fmla="*/ 39252 w 460643"/>
                  <a:gd name="connsiteY47" fmla="*/ 360813 h 460451"/>
                  <a:gd name="connsiteX48" fmla="*/ 49819 w 460643"/>
                  <a:gd name="connsiteY48" fmla="*/ 369871 h 460451"/>
                  <a:gd name="connsiteX49" fmla="*/ 63406 w 460643"/>
                  <a:gd name="connsiteY49" fmla="*/ 368361 h 460451"/>
                  <a:gd name="connsiteX50" fmla="*/ 84542 w 460643"/>
                  <a:gd name="connsiteY50" fmla="*/ 356284 h 460451"/>
                  <a:gd name="connsiteX51" fmla="*/ 105677 w 460643"/>
                  <a:gd name="connsiteY51" fmla="*/ 377419 h 460451"/>
                  <a:gd name="connsiteX52" fmla="*/ 93600 w 460643"/>
                  <a:gd name="connsiteY52" fmla="*/ 398555 h 460451"/>
                  <a:gd name="connsiteX53" fmla="*/ 92090 w 460643"/>
                  <a:gd name="connsiteY53" fmla="*/ 412142 h 460451"/>
                  <a:gd name="connsiteX54" fmla="*/ 101148 w 460643"/>
                  <a:gd name="connsiteY54" fmla="*/ 422710 h 460451"/>
                  <a:gd name="connsiteX55" fmla="*/ 129832 w 460643"/>
                  <a:gd name="connsiteY55" fmla="*/ 439316 h 460451"/>
                  <a:gd name="connsiteX56" fmla="*/ 143419 w 460643"/>
                  <a:gd name="connsiteY56" fmla="*/ 440826 h 460451"/>
                  <a:gd name="connsiteX57" fmla="*/ 153987 w 460643"/>
                  <a:gd name="connsiteY57" fmla="*/ 431768 h 460451"/>
                  <a:gd name="connsiteX58" fmla="*/ 166065 w 460643"/>
                  <a:gd name="connsiteY58" fmla="*/ 410632 h 460451"/>
                  <a:gd name="connsiteX59" fmla="*/ 194748 w 460643"/>
                  <a:gd name="connsiteY59" fmla="*/ 418181 h 460451"/>
                  <a:gd name="connsiteX60" fmla="*/ 194748 w 460643"/>
                  <a:gd name="connsiteY60" fmla="*/ 442335 h 460451"/>
                  <a:gd name="connsiteX61" fmla="*/ 212865 w 460643"/>
                  <a:gd name="connsiteY61" fmla="*/ 460452 h 460451"/>
                  <a:gd name="connsiteX62" fmla="*/ 246077 w 460643"/>
                  <a:gd name="connsiteY62" fmla="*/ 460452 h 460451"/>
                  <a:gd name="connsiteX63" fmla="*/ 264194 w 460643"/>
                  <a:gd name="connsiteY63" fmla="*/ 442335 h 460451"/>
                  <a:gd name="connsiteX64" fmla="*/ 264194 w 460643"/>
                  <a:gd name="connsiteY64" fmla="*/ 418181 h 460451"/>
                  <a:gd name="connsiteX65" fmla="*/ 292877 w 460643"/>
                  <a:gd name="connsiteY65" fmla="*/ 410632 h 460451"/>
                  <a:gd name="connsiteX66" fmla="*/ 304955 w 460643"/>
                  <a:gd name="connsiteY66" fmla="*/ 431768 h 460451"/>
                  <a:gd name="connsiteX67" fmla="*/ 329110 w 460643"/>
                  <a:gd name="connsiteY67" fmla="*/ 437806 h 460451"/>
                  <a:gd name="connsiteX68" fmla="*/ 357794 w 460643"/>
                  <a:gd name="connsiteY68" fmla="*/ 421200 h 460451"/>
                  <a:gd name="connsiteX69" fmla="*/ 363832 w 460643"/>
                  <a:gd name="connsiteY69" fmla="*/ 395536 h 460451"/>
                  <a:gd name="connsiteX70" fmla="*/ 356284 w 460643"/>
                  <a:gd name="connsiteY70" fmla="*/ 377419 h 460451"/>
                  <a:gd name="connsiteX71" fmla="*/ 377419 w 460643"/>
                  <a:gd name="connsiteY71" fmla="*/ 356284 h 460451"/>
                  <a:gd name="connsiteX72" fmla="*/ 398555 w 460643"/>
                  <a:gd name="connsiteY72" fmla="*/ 368361 h 460451"/>
                  <a:gd name="connsiteX73" fmla="*/ 412142 w 460643"/>
                  <a:gd name="connsiteY73" fmla="*/ 369871 h 460451"/>
                  <a:gd name="connsiteX74" fmla="*/ 422710 w 460643"/>
                  <a:gd name="connsiteY74" fmla="*/ 360813 h 460451"/>
                  <a:gd name="connsiteX75" fmla="*/ 439316 w 460643"/>
                  <a:gd name="connsiteY75" fmla="*/ 332129 h 460451"/>
                  <a:gd name="connsiteX76" fmla="*/ 440826 w 460643"/>
                  <a:gd name="connsiteY76" fmla="*/ 318542 h 460451"/>
                  <a:gd name="connsiteX77" fmla="*/ 431768 w 460643"/>
                  <a:gd name="connsiteY77" fmla="*/ 307974 h 460451"/>
                  <a:gd name="connsiteX78" fmla="*/ 410632 w 460643"/>
                  <a:gd name="connsiteY78" fmla="*/ 295897 h 460451"/>
                  <a:gd name="connsiteX79" fmla="*/ 418181 w 460643"/>
                  <a:gd name="connsiteY79" fmla="*/ 267213 h 460451"/>
                  <a:gd name="connsiteX80" fmla="*/ 442335 w 460643"/>
                  <a:gd name="connsiteY80" fmla="*/ 267213 h 460451"/>
                  <a:gd name="connsiteX81" fmla="*/ 460452 w 460643"/>
                  <a:gd name="connsiteY81" fmla="*/ 249097 h 460451"/>
                  <a:gd name="connsiteX82" fmla="*/ 460452 w 460643"/>
                  <a:gd name="connsiteY82" fmla="*/ 215884 h 460451"/>
                  <a:gd name="connsiteX83" fmla="*/ 443845 w 460643"/>
                  <a:gd name="connsiteY83" fmla="*/ 196258 h 460451"/>
                  <a:gd name="connsiteX84" fmla="*/ 448374 w 460643"/>
                  <a:gd name="connsiteY84" fmla="*/ 247587 h 460451"/>
                  <a:gd name="connsiteX85" fmla="*/ 443845 w 460643"/>
                  <a:gd name="connsiteY85" fmla="*/ 252116 h 460451"/>
                  <a:gd name="connsiteX86" fmla="*/ 413652 w 460643"/>
                  <a:gd name="connsiteY86" fmla="*/ 252116 h 460451"/>
                  <a:gd name="connsiteX87" fmla="*/ 406103 w 460643"/>
                  <a:gd name="connsiteY87" fmla="*/ 258155 h 460451"/>
                  <a:gd name="connsiteX88" fmla="*/ 395536 w 460643"/>
                  <a:gd name="connsiteY88" fmla="*/ 295897 h 460451"/>
                  <a:gd name="connsiteX89" fmla="*/ 398555 w 460643"/>
                  <a:gd name="connsiteY89" fmla="*/ 304955 h 460451"/>
                  <a:gd name="connsiteX90" fmla="*/ 424219 w 460643"/>
                  <a:gd name="connsiteY90" fmla="*/ 320052 h 460451"/>
                  <a:gd name="connsiteX91" fmla="*/ 425729 w 460643"/>
                  <a:gd name="connsiteY91" fmla="*/ 323071 h 460451"/>
                  <a:gd name="connsiteX92" fmla="*/ 425729 w 460643"/>
                  <a:gd name="connsiteY92" fmla="*/ 326090 h 460451"/>
                  <a:gd name="connsiteX93" fmla="*/ 409123 w 460643"/>
                  <a:gd name="connsiteY93" fmla="*/ 354774 h 460451"/>
                  <a:gd name="connsiteX94" fmla="*/ 406103 w 460643"/>
                  <a:gd name="connsiteY94" fmla="*/ 356284 h 460451"/>
                  <a:gd name="connsiteX95" fmla="*/ 403084 w 460643"/>
                  <a:gd name="connsiteY95" fmla="*/ 356284 h 460451"/>
                  <a:gd name="connsiteX96" fmla="*/ 377419 w 460643"/>
                  <a:gd name="connsiteY96" fmla="*/ 341187 h 460451"/>
                  <a:gd name="connsiteX97" fmla="*/ 368361 w 460643"/>
                  <a:gd name="connsiteY97" fmla="*/ 342697 h 460451"/>
                  <a:gd name="connsiteX98" fmla="*/ 341187 w 460643"/>
                  <a:gd name="connsiteY98" fmla="*/ 369871 h 460451"/>
                  <a:gd name="connsiteX99" fmla="*/ 339677 w 460643"/>
                  <a:gd name="connsiteY99" fmla="*/ 378929 h 460451"/>
                  <a:gd name="connsiteX100" fmla="*/ 354774 w 460643"/>
                  <a:gd name="connsiteY100" fmla="*/ 404594 h 460451"/>
                  <a:gd name="connsiteX101" fmla="*/ 353265 w 460643"/>
                  <a:gd name="connsiteY101" fmla="*/ 410632 h 460451"/>
                  <a:gd name="connsiteX102" fmla="*/ 324581 w 460643"/>
                  <a:gd name="connsiteY102" fmla="*/ 427239 h 460451"/>
                  <a:gd name="connsiteX103" fmla="*/ 318542 w 460643"/>
                  <a:gd name="connsiteY103" fmla="*/ 425729 h 460451"/>
                  <a:gd name="connsiteX104" fmla="*/ 303445 w 460643"/>
                  <a:gd name="connsiteY104" fmla="*/ 400065 h 460451"/>
                  <a:gd name="connsiteX105" fmla="*/ 294387 w 460643"/>
                  <a:gd name="connsiteY105" fmla="*/ 397045 h 460451"/>
                  <a:gd name="connsiteX106" fmla="*/ 256645 w 460643"/>
                  <a:gd name="connsiteY106" fmla="*/ 407613 h 460451"/>
                  <a:gd name="connsiteX107" fmla="*/ 250606 w 460643"/>
                  <a:gd name="connsiteY107" fmla="*/ 415161 h 460451"/>
                  <a:gd name="connsiteX108" fmla="*/ 250606 w 460643"/>
                  <a:gd name="connsiteY108" fmla="*/ 445355 h 460451"/>
                  <a:gd name="connsiteX109" fmla="*/ 246077 w 460643"/>
                  <a:gd name="connsiteY109" fmla="*/ 449884 h 460451"/>
                  <a:gd name="connsiteX110" fmla="*/ 212865 w 460643"/>
                  <a:gd name="connsiteY110" fmla="*/ 449884 h 460451"/>
                  <a:gd name="connsiteX111" fmla="*/ 208335 w 460643"/>
                  <a:gd name="connsiteY111" fmla="*/ 445355 h 460451"/>
                  <a:gd name="connsiteX112" fmla="*/ 208335 w 460643"/>
                  <a:gd name="connsiteY112" fmla="*/ 415161 h 460451"/>
                  <a:gd name="connsiteX113" fmla="*/ 202297 w 460643"/>
                  <a:gd name="connsiteY113" fmla="*/ 407613 h 460451"/>
                  <a:gd name="connsiteX114" fmla="*/ 164555 w 460643"/>
                  <a:gd name="connsiteY114" fmla="*/ 397045 h 460451"/>
                  <a:gd name="connsiteX115" fmla="*/ 161535 w 460643"/>
                  <a:gd name="connsiteY115" fmla="*/ 397045 h 460451"/>
                  <a:gd name="connsiteX116" fmla="*/ 155497 w 460643"/>
                  <a:gd name="connsiteY116" fmla="*/ 400065 h 460451"/>
                  <a:gd name="connsiteX117" fmla="*/ 140400 w 460643"/>
                  <a:gd name="connsiteY117" fmla="*/ 425729 h 460451"/>
                  <a:gd name="connsiteX118" fmla="*/ 137381 w 460643"/>
                  <a:gd name="connsiteY118" fmla="*/ 427239 h 460451"/>
                  <a:gd name="connsiteX119" fmla="*/ 134361 w 460643"/>
                  <a:gd name="connsiteY119" fmla="*/ 427239 h 460451"/>
                  <a:gd name="connsiteX120" fmla="*/ 105677 w 460643"/>
                  <a:gd name="connsiteY120" fmla="*/ 410632 h 460451"/>
                  <a:gd name="connsiteX121" fmla="*/ 105677 w 460643"/>
                  <a:gd name="connsiteY121" fmla="*/ 407613 h 460451"/>
                  <a:gd name="connsiteX122" fmla="*/ 105677 w 460643"/>
                  <a:gd name="connsiteY122" fmla="*/ 404594 h 460451"/>
                  <a:gd name="connsiteX123" fmla="*/ 120774 w 460643"/>
                  <a:gd name="connsiteY123" fmla="*/ 378929 h 460451"/>
                  <a:gd name="connsiteX124" fmla="*/ 119265 w 460643"/>
                  <a:gd name="connsiteY124" fmla="*/ 369871 h 460451"/>
                  <a:gd name="connsiteX125" fmla="*/ 92090 w 460643"/>
                  <a:gd name="connsiteY125" fmla="*/ 342697 h 460451"/>
                  <a:gd name="connsiteX126" fmla="*/ 83032 w 460643"/>
                  <a:gd name="connsiteY126" fmla="*/ 341187 h 460451"/>
                  <a:gd name="connsiteX127" fmla="*/ 57368 w 460643"/>
                  <a:gd name="connsiteY127" fmla="*/ 356284 h 460451"/>
                  <a:gd name="connsiteX128" fmla="*/ 54348 w 460643"/>
                  <a:gd name="connsiteY128" fmla="*/ 356284 h 460451"/>
                  <a:gd name="connsiteX129" fmla="*/ 51329 w 460643"/>
                  <a:gd name="connsiteY129" fmla="*/ 354774 h 460451"/>
                  <a:gd name="connsiteX130" fmla="*/ 34723 w 460643"/>
                  <a:gd name="connsiteY130" fmla="*/ 326090 h 460451"/>
                  <a:gd name="connsiteX131" fmla="*/ 36232 w 460643"/>
                  <a:gd name="connsiteY131" fmla="*/ 320052 h 460451"/>
                  <a:gd name="connsiteX132" fmla="*/ 61897 w 460643"/>
                  <a:gd name="connsiteY132" fmla="*/ 304955 h 460451"/>
                  <a:gd name="connsiteX133" fmla="*/ 64916 w 460643"/>
                  <a:gd name="connsiteY133" fmla="*/ 295897 h 460451"/>
                  <a:gd name="connsiteX134" fmla="*/ 54348 w 460643"/>
                  <a:gd name="connsiteY134" fmla="*/ 258155 h 460451"/>
                  <a:gd name="connsiteX135" fmla="*/ 46800 w 460643"/>
                  <a:gd name="connsiteY135" fmla="*/ 252116 h 460451"/>
                  <a:gd name="connsiteX136" fmla="*/ 16606 w 460643"/>
                  <a:gd name="connsiteY136" fmla="*/ 252116 h 460451"/>
                  <a:gd name="connsiteX137" fmla="*/ 12077 w 460643"/>
                  <a:gd name="connsiteY137" fmla="*/ 247587 h 460451"/>
                  <a:gd name="connsiteX138" fmla="*/ 12077 w 460643"/>
                  <a:gd name="connsiteY138" fmla="*/ 214374 h 460451"/>
                  <a:gd name="connsiteX139" fmla="*/ 16606 w 460643"/>
                  <a:gd name="connsiteY139" fmla="*/ 209845 h 460451"/>
                  <a:gd name="connsiteX140" fmla="*/ 46800 w 460643"/>
                  <a:gd name="connsiteY140" fmla="*/ 209845 h 460451"/>
                  <a:gd name="connsiteX141" fmla="*/ 54348 w 460643"/>
                  <a:gd name="connsiteY141" fmla="*/ 203806 h 460451"/>
                  <a:gd name="connsiteX142" fmla="*/ 64916 w 460643"/>
                  <a:gd name="connsiteY142" fmla="*/ 166065 h 460451"/>
                  <a:gd name="connsiteX143" fmla="*/ 61897 w 460643"/>
                  <a:gd name="connsiteY143" fmla="*/ 157006 h 460451"/>
                  <a:gd name="connsiteX144" fmla="*/ 36232 w 460643"/>
                  <a:gd name="connsiteY144" fmla="*/ 141910 h 460451"/>
                  <a:gd name="connsiteX145" fmla="*/ 34723 w 460643"/>
                  <a:gd name="connsiteY145" fmla="*/ 137381 h 460451"/>
                  <a:gd name="connsiteX146" fmla="*/ 51329 w 460643"/>
                  <a:gd name="connsiteY146" fmla="*/ 108697 h 460451"/>
                  <a:gd name="connsiteX147" fmla="*/ 54348 w 460643"/>
                  <a:gd name="connsiteY147" fmla="*/ 105677 h 460451"/>
                  <a:gd name="connsiteX148" fmla="*/ 57368 w 460643"/>
                  <a:gd name="connsiteY148" fmla="*/ 105677 h 460451"/>
                  <a:gd name="connsiteX149" fmla="*/ 83032 w 460643"/>
                  <a:gd name="connsiteY149" fmla="*/ 120774 h 460451"/>
                  <a:gd name="connsiteX150" fmla="*/ 92090 w 460643"/>
                  <a:gd name="connsiteY150" fmla="*/ 119265 h 460451"/>
                  <a:gd name="connsiteX151" fmla="*/ 119265 w 460643"/>
                  <a:gd name="connsiteY151" fmla="*/ 92090 h 460451"/>
                  <a:gd name="connsiteX152" fmla="*/ 122284 w 460643"/>
                  <a:gd name="connsiteY152" fmla="*/ 83032 h 460451"/>
                  <a:gd name="connsiteX153" fmla="*/ 105677 w 460643"/>
                  <a:gd name="connsiteY153" fmla="*/ 57368 h 460451"/>
                  <a:gd name="connsiteX154" fmla="*/ 105677 w 460643"/>
                  <a:gd name="connsiteY154" fmla="*/ 54348 h 460451"/>
                  <a:gd name="connsiteX155" fmla="*/ 107187 w 460643"/>
                  <a:gd name="connsiteY155" fmla="*/ 51329 h 460451"/>
                  <a:gd name="connsiteX156" fmla="*/ 135871 w 460643"/>
                  <a:gd name="connsiteY156" fmla="*/ 34723 h 460451"/>
                  <a:gd name="connsiteX157" fmla="*/ 138890 w 460643"/>
                  <a:gd name="connsiteY157" fmla="*/ 34723 h 460451"/>
                  <a:gd name="connsiteX158" fmla="*/ 141910 w 460643"/>
                  <a:gd name="connsiteY158" fmla="*/ 36232 h 460451"/>
                  <a:gd name="connsiteX159" fmla="*/ 157006 w 460643"/>
                  <a:gd name="connsiteY159" fmla="*/ 61897 h 460451"/>
                  <a:gd name="connsiteX160" fmla="*/ 166065 w 460643"/>
                  <a:gd name="connsiteY160" fmla="*/ 64916 h 460451"/>
                  <a:gd name="connsiteX161" fmla="*/ 203806 w 460643"/>
                  <a:gd name="connsiteY161" fmla="*/ 54348 h 460451"/>
                  <a:gd name="connsiteX162" fmla="*/ 209845 w 460643"/>
                  <a:gd name="connsiteY162" fmla="*/ 46800 h 460451"/>
                  <a:gd name="connsiteX163" fmla="*/ 209845 w 460643"/>
                  <a:gd name="connsiteY163" fmla="*/ 16606 h 460451"/>
                  <a:gd name="connsiteX164" fmla="*/ 214374 w 460643"/>
                  <a:gd name="connsiteY164" fmla="*/ 12077 h 460451"/>
                  <a:gd name="connsiteX165" fmla="*/ 247587 w 460643"/>
                  <a:gd name="connsiteY165" fmla="*/ 12077 h 460451"/>
                  <a:gd name="connsiteX166" fmla="*/ 252116 w 460643"/>
                  <a:gd name="connsiteY166" fmla="*/ 16606 h 460451"/>
                  <a:gd name="connsiteX167" fmla="*/ 252116 w 460643"/>
                  <a:gd name="connsiteY167" fmla="*/ 46800 h 460451"/>
                  <a:gd name="connsiteX168" fmla="*/ 258155 w 460643"/>
                  <a:gd name="connsiteY168" fmla="*/ 54348 h 460451"/>
                  <a:gd name="connsiteX169" fmla="*/ 295897 w 460643"/>
                  <a:gd name="connsiteY169" fmla="*/ 64916 h 460451"/>
                  <a:gd name="connsiteX170" fmla="*/ 304955 w 460643"/>
                  <a:gd name="connsiteY170" fmla="*/ 61897 h 460451"/>
                  <a:gd name="connsiteX171" fmla="*/ 320052 w 460643"/>
                  <a:gd name="connsiteY171" fmla="*/ 36232 h 460451"/>
                  <a:gd name="connsiteX172" fmla="*/ 326090 w 460643"/>
                  <a:gd name="connsiteY172" fmla="*/ 34723 h 460451"/>
                  <a:gd name="connsiteX173" fmla="*/ 354774 w 460643"/>
                  <a:gd name="connsiteY173" fmla="*/ 51329 h 460451"/>
                  <a:gd name="connsiteX174" fmla="*/ 356284 w 460643"/>
                  <a:gd name="connsiteY174" fmla="*/ 54348 h 460451"/>
                  <a:gd name="connsiteX175" fmla="*/ 356284 w 460643"/>
                  <a:gd name="connsiteY175" fmla="*/ 57368 h 460451"/>
                  <a:gd name="connsiteX176" fmla="*/ 341187 w 460643"/>
                  <a:gd name="connsiteY176" fmla="*/ 83032 h 460451"/>
                  <a:gd name="connsiteX177" fmla="*/ 342697 w 460643"/>
                  <a:gd name="connsiteY177" fmla="*/ 92090 h 460451"/>
                  <a:gd name="connsiteX178" fmla="*/ 369871 w 460643"/>
                  <a:gd name="connsiteY178" fmla="*/ 119265 h 460451"/>
                  <a:gd name="connsiteX179" fmla="*/ 378929 w 460643"/>
                  <a:gd name="connsiteY179" fmla="*/ 120774 h 460451"/>
                  <a:gd name="connsiteX180" fmla="*/ 404594 w 460643"/>
                  <a:gd name="connsiteY180" fmla="*/ 105677 h 460451"/>
                  <a:gd name="connsiteX181" fmla="*/ 407613 w 460643"/>
                  <a:gd name="connsiteY181" fmla="*/ 105677 h 460451"/>
                  <a:gd name="connsiteX182" fmla="*/ 410632 w 460643"/>
                  <a:gd name="connsiteY182" fmla="*/ 107187 h 460451"/>
                  <a:gd name="connsiteX183" fmla="*/ 427239 w 460643"/>
                  <a:gd name="connsiteY183" fmla="*/ 135871 h 460451"/>
                  <a:gd name="connsiteX184" fmla="*/ 427239 w 460643"/>
                  <a:gd name="connsiteY184" fmla="*/ 138890 h 460451"/>
                  <a:gd name="connsiteX185" fmla="*/ 425729 w 460643"/>
                  <a:gd name="connsiteY185" fmla="*/ 141910 h 460451"/>
                  <a:gd name="connsiteX186" fmla="*/ 400065 w 460643"/>
                  <a:gd name="connsiteY186" fmla="*/ 157006 h 460451"/>
                  <a:gd name="connsiteX187" fmla="*/ 397045 w 460643"/>
                  <a:gd name="connsiteY187" fmla="*/ 166065 h 460451"/>
                  <a:gd name="connsiteX188" fmla="*/ 407613 w 460643"/>
                  <a:gd name="connsiteY188" fmla="*/ 203806 h 460451"/>
                  <a:gd name="connsiteX189" fmla="*/ 415161 w 460643"/>
                  <a:gd name="connsiteY189" fmla="*/ 209845 h 460451"/>
                  <a:gd name="connsiteX190" fmla="*/ 445355 w 460643"/>
                  <a:gd name="connsiteY190" fmla="*/ 209845 h 460451"/>
                  <a:gd name="connsiteX191" fmla="*/ 449884 w 460643"/>
                  <a:gd name="connsiteY191" fmla="*/ 214374 h 460451"/>
                  <a:gd name="connsiteX192" fmla="*/ 449884 w 460643"/>
                  <a:gd name="connsiteY192" fmla="*/ 247587 h 46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460643" h="460451">
                    <a:moveTo>
                      <a:pt x="443845" y="196258"/>
                    </a:moveTo>
                    <a:lnTo>
                      <a:pt x="419690" y="196258"/>
                    </a:lnTo>
                    <a:cubicBezTo>
                      <a:pt x="418181" y="187200"/>
                      <a:pt x="415161" y="176632"/>
                      <a:pt x="412142" y="167574"/>
                    </a:cubicBezTo>
                    <a:lnTo>
                      <a:pt x="433277" y="155497"/>
                    </a:lnTo>
                    <a:cubicBezTo>
                      <a:pt x="437806" y="152477"/>
                      <a:pt x="440826" y="149458"/>
                      <a:pt x="442335" y="144929"/>
                    </a:cubicBezTo>
                    <a:cubicBezTo>
                      <a:pt x="443845" y="140400"/>
                      <a:pt x="442335" y="135871"/>
                      <a:pt x="440826" y="131342"/>
                    </a:cubicBezTo>
                    <a:lnTo>
                      <a:pt x="422710" y="101148"/>
                    </a:lnTo>
                    <a:cubicBezTo>
                      <a:pt x="419690" y="96619"/>
                      <a:pt x="416671" y="93600"/>
                      <a:pt x="412142" y="92090"/>
                    </a:cubicBezTo>
                    <a:cubicBezTo>
                      <a:pt x="407613" y="90581"/>
                      <a:pt x="403084" y="92090"/>
                      <a:pt x="398555" y="93600"/>
                    </a:cubicBezTo>
                    <a:lnTo>
                      <a:pt x="377419" y="105677"/>
                    </a:lnTo>
                    <a:cubicBezTo>
                      <a:pt x="371381" y="98129"/>
                      <a:pt x="363832" y="90581"/>
                      <a:pt x="356284" y="84542"/>
                    </a:cubicBezTo>
                    <a:lnTo>
                      <a:pt x="368361" y="63406"/>
                    </a:lnTo>
                    <a:cubicBezTo>
                      <a:pt x="371381" y="58877"/>
                      <a:pt x="371381" y="54348"/>
                      <a:pt x="369871" y="49819"/>
                    </a:cubicBezTo>
                    <a:cubicBezTo>
                      <a:pt x="368361" y="45290"/>
                      <a:pt x="365342" y="40761"/>
                      <a:pt x="360813" y="39252"/>
                    </a:cubicBezTo>
                    <a:lnTo>
                      <a:pt x="332129" y="22645"/>
                    </a:lnTo>
                    <a:cubicBezTo>
                      <a:pt x="323071" y="18116"/>
                      <a:pt x="312503" y="21135"/>
                      <a:pt x="307974" y="28684"/>
                    </a:cubicBezTo>
                    <a:lnTo>
                      <a:pt x="295897" y="49819"/>
                    </a:lnTo>
                    <a:cubicBezTo>
                      <a:pt x="286839" y="46800"/>
                      <a:pt x="276271" y="43781"/>
                      <a:pt x="267213" y="42271"/>
                    </a:cubicBezTo>
                    <a:lnTo>
                      <a:pt x="267213" y="18116"/>
                    </a:lnTo>
                    <a:cubicBezTo>
                      <a:pt x="267213" y="7548"/>
                      <a:pt x="259665" y="0"/>
                      <a:pt x="249097" y="0"/>
                    </a:cubicBezTo>
                    <a:lnTo>
                      <a:pt x="215884" y="0"/>
                    </a:lnTo>
                    <a:cubicBezTo>
                      <a:pt x="203806" y="0"/>
                      <a:pt x="196258" y="7548"/>
                      <a:pt x="196258" y="18116"/>
                    </a:cubicBezTo>
                    <a:lnTo>
                      <a:pt x="196258" y="42271"/>
                    </a:lnTo>
                    <a:cubicBezTo>
                      <a:pt x="187200" y="43781"/>
                      <a:pt x="176632" y="46800"/>
                      <a:pt x="167574" y="49819"/>
                    </a:cubicBezTo>
                    <a:lnTo>
                      <a:pt x="155497" y="28684"/>
                    </a:lnTo>
                    <a:cubicBezTo>
                      <a:pt x="152477" y="24155"/>
                      <a:pt x="149458" y="21135"/>
                      <a:pt x="144929" y="19626"/>
                    </a:cubicBezTo>
                    <a:cubicBezTo>
                      <a:pt x="140400" y="18116"/>
                      <a:pt x="135871" y="19626"/>
                      <a:pt x="131342" y="21135"/>
                    </a:cubicBezTo>
                    <a:lnTo>
                      <a:pt x="101148" y="39252"/>
                    </a:lnTo>
                    <a:cubicBezTo>
                      <a:pt x="96619" y="42271"/>
                      <a:pt x="93600" y="45290"/>
                      <a:pt x="92090" y="49819"/>
                    </a:cubicBezTo>
                    <a:cubicBezTo>
                      <a:pt x="90581" y="54348"/>
                      <a:pt x="92090" y="60387"/>
                      <a:pt x="95110" y="64916"/>
                    </a:cubicBezTo>
                    <a:lnTo>
                      <a:pt x="105677" y="84542"/>
                    </a:lnTo>
                    <a:cubicBezTo>
                      <a:pt x="99639" y="92090"/>
                      <a:pt x="92090" y="99639"/>
                      <a:pt x="84542" y="105677"/>
                    </a:cubicBezTo>
                    <a:lnTo>
                      <a:pt x="64916" y="95110"/>
                    </a:lnTo>
                    <a:cubicBezTo>
                      <a:pt x="60387" y="92090"/>
                      <a:pt x="54348" y="90581"/>
                      <a:pt x="49819" y="92090"/>
                    </a:cubicBezTo>
                    <a:cubicBezTo>
                      <a:pt x="45290" y="93600"/>
                      <a:pt x="42271" y="96619"/>
                      <a:pt x="39252" y="101148"/>
                    </a:cubicBezTo>
                    <a:lnTo>
                      <a:pt x="22645" y="129832"/>
                    </a:lnTo>
                    <a:cubicBezTo>
                      <a:pt x="18116" y="138890"/>
                      <a:pt x="21135" y="149458"/>
                      <a:pt x="28684" y="153987"/>
                    </a:cubicBezTo>
                    <a:lnTo>
                      <a:pt x="49819" y="166065"/>
                    </a:lnTo>
                    <a:cubicBezTo>
                      <a:pt x="46800" y="175123"/>
                      <a:pt x="43781" y="185690"/>
                      <a:pt x="42271" y="194748"/>
                    </a:cubicBezTo>
                    <a:lnTo>
                      <a:pt x="18116" y="194748"/>
                    </a:lnTo>
                    <a:cubicBezTo>
                      <a:pt x="7548" y="196258"/>
                      <a:pt x="0" y="203806"/>
                      <a:pt x="0" y="214374"/>
                    </a:cubicBezTo>
                    <a:lnTo>
                      <a:pt x="0" y="247587"/>
                    </a:lnTo>
                    <a:cubicBezTo>
                      <a:pt x="0" y="258155"/>
                      <a:pt x="7548" y="265703"/>
                      <a:pt x="18116" y="265703"/>
                    </a:cubicBezTo>
                    <a:lnTo>
                      <a:pt x="42271" y="265703"/>
                    </a:lnTo>
                    <a:cubicBezTo>
                      <a:pt x="43781" y="274761"/>
                      <a:pt x="46800" y="285329"/>
                      <a:pt x="49819" y="294387"/>
                    </a:cubicBezTo>
                    <a:lnTo>
                      <a:pt x="28684" y="306465"/>
                    </a:lnTo>
                    <a:cubicBezTo>
                      <a:pt x="19626" y="310994"/>
                      <a:pt x="16606" y="323071"/>
                      <a:pt x="22645" y="332129"/>
                    </a:cubicBezTo>
                    <a:lnTo>
                      <a:pt x="39252" y="360813"/>
                    </a:lnTo>
                    <a:cubicBezTo>
                      <a:pt x="42271" y="365342"/>
                      <a:pt x="45290" y="368361"/>
                      <a:pt x="49819" y="369871"/>
                    </a:cubicBezTo>
                    <a:cubicBezTo>
                      <a:pt x="54348" y="371381"/>
                      <a:pt x="58877" y="369871"/>
                      <a:pt x="63406" y="368361"/>
                    </a:cubicBezTo>
                    <a:lnTo>
                      <a:pt x="84542" y="356284"/>
                    </a:lnTo>
                    <a:cubicBezTo>
                      <a:pt x="90581" y="363832"/>
                      <a:pt x="98129" y="371381"/>
                      <a:pt x="105677" y="377419"/>
                    </a:cubicBezTo>
                    <a:lnTo>
                      <a:pt x="93600" y="398555"/>
                    </a:lnTo>
                    <a:cubicBezTo>
                      <a:pt x="92090" y="401574"/>
                      <a:pt x="90581" y="407613"/>
                      <a:pt x="92090" y="412142"/>
                    </a:cubicBezTo>
                    <a:cubicBezTo>
                      <a:pt x="93600" y="416671"/>
                      <a:pt x="96619" y="421200"/>
                      <a:pt x="101148" y="422710"/>
                    </a:cubicBezTo>
                    <a:lnTo>
                      <a:pt x="129832" y="439316"/>
                    </a:lnTo>
                    <a:cubicBezTo>
                      <a:pt x="134361" y="442335"/>
                      <a:pt x="138890" y="442335"/>
                      <a:pt x="143419" y="440826"/>
                    </a:cubicBezTo>
                    <a:cubicBezTo>
                      <a:pt x="147948" y="439316"/>
                      <a:pt x="152477" y="436297"/>
                      <a:pt x="153987" y="431768"/>
                    </a:cubicBezTo>
                    <a:lnTo>
                      <a:pt x="166065" y="410632"/>
                    </a:lnTo>
                    <a:cubicBezTo>
                      <a:pt x="175123" y="413652"/>
                      <a:pt x="185690" y="416671"/>
                      <a:pt x="194748" y="418181"/>
                    </a:cubicBezTo>
                    <a:lnTo>
                      <a:pt x="194748" y="442335"/>
                    </a:lnTo>
                    <a:cubicBezTo>
                      <a:pt x="194748" y="452903"/>
                      <a:pt x="202297" y="460452"/>
                      <a:pt x="212865" y="460452"/>
                    </a:cubicBezTo>
                    <a:lnTo>
                      <a:pt x="246077" y="460452"/>
                    </a:lnTo>
                    <a:cubicBezTo>
                      <a:pt x="256645" y="460452"/>
                      <a:pt x="264194" y="452903"/>
                      <a:pt x="264194" y="442335"/>
                    </a:cubicBezTo>
                    <a:lnTo>
                      <a:pt x="264194" y="418181"/>
                    </a:lnTo>
                    <a:cubicBezTo>
                      <a:pt x="274761" y="416671"/>
                      <a:pt x="283819" y="413652"/>
                      <a:pt x="292877" y="410632"/>
                    </a:cubicBezTo>
                    <a:lnTo>
                      <a:pt x="304955" y="431768"/>
                    </a:lnTo>
                    <a:cubicBezTo>
                      <a:pt x="309484" y="440826"/>
                      <a:pt x="321561" y="443845"/>
                      <a:pt x="329110" y="437806"/>
                    </a:cubicBezTo>
                    <a:lnTo>
                      <a:pt x="357794" y="421200"/>
                    </a:lnTo>
                    <a:cubicBezTo>
                      <a:pt x="366852" y="416671"/>
                      <a:pt x="369871" y="404594"/>
                      <a:pt x="363832" y="395536"/>
                    </a:cubicBezTo>
                    <a:lnTo>
                      <a:pt x="356284" y="377419"/>
                    </a:lnTo>
                    <a:cubicBezTo>
                      <a:pt x="363832" y="371381"/>
                      <a:pt x="371381" y="363832"/>
                      <a:pt x="377419" y="356284"/>
                    </a:cubicBezTo>
                    <a:lnTo>
                      <a:pt x="398555" y="368361"/>
                    </a:lnTo>
                    <a:cubicBezTo>
                      <a:pt x="403084" y="371381"/>
                      <a:pt x="407613" y="371381"/>
                      <a:pt x="412142" y="369871"/>
                    </a:cubicBezTo>
                    <a:cubicBezTo>
                      <a:pt x="416671" y="368361"/>
                      <a:pt x="421200" y="365342"/>
                      <a:pt x="422710" y="360813"/>
                    </a:cubicBezTo>
                    <a:lnTo>
                      <a:pt x="439316" y="332129"/>
                    </a:lnTo>
                    <a:cubicBezTo>
                      <a:pt x="442335" y="327600"/>
                      <a:pt x="442335" y="323071"/>
                      <a:pt x="440826" y="318542"/>
                    </a:cubicBezTo>
                    <a:cubicBezTo>
                      <a:pt x="439316" y="314013"/>
                      <a:pt x="436297" y="309484"/>
                      <a:pt x="431768" y="307974"/>
                    </a:cubicBezTo>
                    <a:lnTo>
                      <a:pt x="410632" y="295897"/>
                    </a:lnTo>
                    <a:cubicBezTo>
                      <a:pt x="413652" y="286839"/>
                      <a:pt x="416671" y="276271"/>
                      <a:pt x="418181" y="267213"/>
                    </a:cubicBezTo>
                    <a:lnTo>
                      <a:pt x="442335" y="267213"/>
                    </a:lnTo>
                    <a:cubicBezTo>
                      <a:pt x="452903" y="267213"/>
                      <a:pt x="460452" y="259665"/>
                      <a:pt x="460452" y="249097"/>
                    </a:cubicBezTo>
                    <a:lnTo>
                      <a:pt x="460452" y="215884"/>
                    </a:lnTo>
                    <a:cubicBezTo>
                      <a:pt x="461961" y="203806"/>
                      <a:pt x="454413" y="196258"/>
                      <a:pt x="443845" y="196258"/>
                    </a:cubicBezTo>
                    <a:close/>
                    <a:moveTo>
                      <a:pt x="448374" y="247587"/>
                    </a:moveTo>
                    <a:cubicBezTo>
                      <a:pt x="448374" y="250606"/>
                      <a:pt x="446865" y="252116"/>
                      <a:pt x="443845" y="252116"/>
                    </a:cubicBezTo>
                    <a:lnTo>
                      <a:pt x="413652" y="252116"/>
                    </a:lnTo>
                    <a:cubicBezTo>
                      <a:pt x="410632" y="252116"/>
                      <a:pt x="407613" y="255135"/>
                      <a:pt x="406103" y="258155"/>
                    </a:cubicBezTo>
                    <a:cubicBezTo>
                      <a:pt x="404594" y="270232"/>
                      <a:pt x="400065" y="283819"/>
                      <a:pt x="395536" y="295897"/>
                    </a:cubicBezTo>
                    <a:cubicBezTo>
                      <a:pt x="394026" y="298916"/>
                      <a:pt x="395536" y="303445"/>
                      <a:pt x="398555" y="304955"/>
                    </a:cubicBezTo>
                    <a:lnTo>
                      <a:pt x="424219" y="320052"/>
                    </a:lnTo>
                    <a:cubicBezTo>
                      <a:pt x="425729" y="320052"/>
                      <a:pt x="425729" y="321561"/>
                      <a:pt x="425729" y="323071"/>
                    </a:cubicBezTo>
                    <a:cubicBezTo>
                      <a:pt x="425729" y="324581"/>
                      <a:pt x="425729" y="326090"/>
                      <a:pt x="425729" y="326090"/>
                    </a:cubicBezTo>
                    <a:lnTo>
                      <a:pt x="409123" y="354774"/>
                    </a:lnTo>
                    <a:cubicBezTo>
                      <a:pt x="409123" y="356284"/>
                      <a:pt x="407613" y="356284"/>
                      <a:pt x="406103" y="356284"/>
                    </a:cubicBezTo>
                    <a:cubicBezTo>
                      <a:pt x="404594" y="356284"/>
                      <a:pt x="404594" y="356284"/>
                      <a:pt x="403084" y="356284"/>
                    </a:cubicBezTo>
                    <a:lnTo>
                      <a:pt x="377419" y="341187"/>
                    </a:lnTo>
                    <a:cubicBezTo>
                      <a:pt x="374400" y="339677"/>
                      <a:pt x="371381" y="339677"/>
                      <a:pt x="368361" y="342697"/>
                    </a:cubicBezTo>
                    <a:cubicBezTo>
                      <a:pt x="360813" y="353265"/>
                      <a:pt x="350245" y="362323"/>
                      <a:pt x="341187" y="369871"/>
                    </a:cubicBezTo>
                    <a:cubicBezTo>
                      <a:pt x="338168" y="372890"/>
                      <a:pt x="338168" y="375910"/>
                      <a:pt x="339677" y="378929"/>
                    </a:cubicBezTo>
                    <a:lnTo>
                      <a:pt x="354774" y="404594"/>
                    </a:lnTo>
                    <a:cubicBezTo>
                      <a:pt x="356284" y="406103"/>
                      <a:pt x="354774" y="409123"/>
                      <a:pt x="353265" y="410632"/>
                    </a:cubicBezTo>
                    <a:lnTo>
                      <a:pt x="324581" y="427239"/>
                    </a:lnTo>
                    <a:cubicBezTo>
                      <a:pt x="323071" y="428748"/>
                      <a:pt x="320052" y="427239"/>
                      <a:pt x="318542" y="425729"/>
                    </a:cubicBezTo>
                    <a:lnTo>
                      <a:pt x="303445" y="400065"/>
                    </a:lnTo>
                    <a:cubicBezTo>
                      <a:pt x="301935" y="397045"/>
                      <a:pt x="297406" y="395536"/>
                      <a:pt x="294387" y="397045"/>
                    </a:cubicBezTo>
                    <a:cubicBezTo>
                      <a:pt x="282310" y="401574"/>
                      <a:pt x="268723" y="404594"/>
                      <a:pt x="256645" y="407613"/>
                    </a:cubicBezTo>
                    <a:cubicBezTo>
                      <a:pt x="253626" y="407613"/>
                      <a:pt x="250606" y="410632"/>
                      <a:pt x="250606" y="415161"/>
                    </a:cubicBezTo>
                    <a:lnTo>
                      <a:pt x="250606" y="445355"/>
                    </a:lnTo>
                    <a:cubicBezTo>
                      <a:pt x="250606" y="448374"/>
                      <a:pt x="249097" y="449884"/>
                      <a:pt x="246077" y="449884"/>
                    </a:cubicBezTo>
                    <a:lnTo>
                      <a:pt x="212865" y="449884"/>
                    </a:lnTo>
                    <a:cubicBezTo>
                      <a:pt x="209845" y="449884"/>
                      <a:pt x="208335" y="448374"/>
                      <a:pt x="208335" y="445355"/>
                    </a:cubicBezTo>
                    <a:lnTo>
                      <a:pt x="208335" y="415161"/>
                    </a:lnTo>
                    <a:cubicBezTo>
                      <a:pt x="208335" y="412142"/>
                      <a:pt x="205316" y="409123"/>
                      <a:pt x="202297" y="407613"/>
                    </a:cubicBezTo>
                    <a:cubicBezTo>
                      <a:pt x="190219" y="406103"/>
                      <a:pt x="176632" y="401574"/>
                      <a:pt x="164555" y="397045"/>
                    </a:cubicBezTo>
                    <a:cubicBezTo>
                      <a:pt x="163045" y="397045"/>
                      <a:pt x="163045" y="397045"/>
                      <a:pt x="161535" y="397045"/>
                    </a:cubicBezTo>
                    <a:cubicBezTo>
                      <a:pt x="158516" y="397045"/>
                      <a:pt x="157006" y="398555"/>
                      <a:pt x="155497" y="400065"/>
                    </a:cubicBezTo>
                    <a:lnTo>
                      <a:pt x="140400" y="425729"/>
                    </a:lnTo>
                    <a:cubicBezTo>
                      <a:pt x="140400" y="427239"/>
                      <a:pt x="138890" y="427239"/>
                      <a:pt x="137381" y="427239"/>
                    </a:cubicBezTo>
                    <a:cubicBezTo>
                      <a:pt x="135871" y="427239"/>
                      <a:pt x="135871" y="427239"/>
                      <a:pt x="134361" y="427239"/>
                    </a:cubicBezTo>
                    <a:lnTo>
                      <a:pt x="105677" y="410632"/>
                    </a:lnTo>
                    <a:cubicBezTo>
                      <a:pt x="107187" y="410632"/>
                      <a:pt x="105677" y="409123"/>
                      <a:pt x="105677" y="407613"/>
                    </a:cubicBezTo>
                    <a:cubicBezTo>
                      <a:pt x="105677" y="406103"/>
                      <a:pt x="105677" y="404594"/>
                      <a:pt x="105677" y="404594"/>
                    </a:cubicBezTo>
                    <a:lnTo>
                      <a:pt x="120774" y="378929"/>
                    </a:lnTo>
                    <a:cubicBezTo>
                      <a:pt x="122284" y="375910"/>
                      <a:pt x="122284" y="372890"/>
                      <a:pt x="119265" y="369871"/>
                    </a:cubicBezTo>
                    <a:cubicBezTo>
                      <a:pt x="108697" y="362323"/>
                      <a:pt x="99639" y="351755"/>
                      <a:pt x="92090" y="342697"/>
                    </a:cubicBezTo>
                    <a:cubicBezTo>
                      <a:pt x="90581" y="339677"/>
                      <a:pt x="86052" y="339677"/>
                      <a:pt x="83032" y="341187"/>
                    </a:cubicBezTo>
                    <a:lnTo>
                      <a:pt x="57368" y="356284"/>
                    </a:lnTo>
                    <a:cubicBezTo>
                      <a:pt x="55858" y="356284"/>
                      <a:pt x="55858" y="356284"/>
                      <a:pt x="54348" y="356284"/>
                    </a:cubicBezTo>
                    <a:cubicBezTo>
                      <a:pt x="52839" y="356284"/>
                      <a:pt x="52839" y="354774"/>
                      <a:pt x="51329" y="354774"/>
                    </a:cubicBezTo>
                    <a:lnTo>
                      <a:pt x="34723" y="326090"/>
                    </a:lnTo>
                    <a:cubicBezTo>
                      <a:pt x="33213" y="324581"/>
                      <a:pt x="34723" y="321561"/>
                      <a:pt x="36232" y="320052"/>
                    </a:cubicBezTo>
                    <a:lnTo>
                      <a:pt x="61897" y="304955"/>
                    </a:lnTo>
                    <a:cubicBezTo>
                      <a:pt x="64916" y="303445"/>
                      <a:pt x="66426" y="298916"/>
                      <a:pt x="64916" y="295897"/>
                    </a:cubicBezTo>
                    <a:cubicBezTo>
                      <a:pt x="60387" y="283819"/>
                      <a:pt x="57368" y="270232"/>
                      <a:pt x="54348" y="258155"/>
                    </a:cubicBezTo>
                    <a:cubicBezTo>
                      <a:pt x="54348" y="255135"/>
                      <a:pt x="51329" y="252116"/>
                      <a:pt x="46800" y="252116"/>
                    </a:cubicBezTo>
                    <a:lnTo>
                      <a:pt x="16606" y="252116"/>
                    </a:lnTo>
                    <a:cubicBezTo>
                      <a:pt x="13587" y="252116"/>
                      <a:pt x="12077" y="250606"/>
                      <a:pt x="12077" y="247587"/>
                    </a:cubicBezTo>
                    <a:lnTo>
                      <a:pt x="12077" y="214374"/>
                    </a:lnTo>
                    <a:cubicBezTo>
                      <a:pt x="12077" y="211355"/>
                      <a:pt x="13587" y="209845"/>
                      <a:pt x="16606" y="209845"/>
                    </a:cubicBezTo>
                    <a:lnTo>
                      <a:pt x="46800" y="209845"/>
                    </a:lnTo>
                    <a:cubicBezTo>
                      <a:pt x="49819" y="209845"/>
                      <a:pt x="52839" y="206826"/>
                      <a:pt x="54348" y="203806"/>
                    </a:cubicBezTo>
                    <a:cubicBezTo>
                      <a:pt x="57368" y="191729"/>
                      <a:pt x="60387" y="178142"/>
                      <a:pt x="64916" y="166065"/>
                    </a:cubicBezTo>
                    <a:cubicBezTo>
                      <a:pt x="66426" y="163045"/>
                      <a:pt x="64916" y="158516"/>
                      <a:pt x="61897" y="157006"/>
                    </a:cubicBezTo>
                    <a:lnTo>
                      <a:pt x="36232" y="141910"/>
                    </a:lnTo>
                    <a:cubicBezTo>
                      <a:pt x="34723" y="141910"/>
                      <a:pt x="33213" y="138890"/>
                      <a:pt x="34723" y="137381"/>
                    </a:cubicBezTo>
                    <a:lnTo>
                      <a:pt x="51329" y="108697"/>
                    </a:lnTo>
                    <a:cubicBezTo>
                      <a:pt x="51329" y="107187"/>
                      <a:pt x="52839" y="105677"/>
                      <a:pt x="54348" y="105677"/>
                    </a:cubicBezTo>
                    <a:cubicBezTo>
                      <a:pt x="55858" y="105677"/>
                      <a:pt x="55858" y="105677"/>
                      <a:pt x="57368" y="105677"/>
                    </a:cubicBezTo>
                    <a:lnTo>
                      <a:pt x="83032" y="120774"/>
                    </a:lnTo>
                    <a:cubicBezTo>
                      <a:pt x="86052" y="123794"/>
                      <a:pt x="90581" y="122284"/>
                      <a:pt x="92090" y="119265"/>
                    </a:cubicBezTo>
                    <a:cubicBezTo>
                      <a:pt x="99639" y="108697"/>
                      <a:pt x="110206" y="99639"/>
                      <a:pt x="119265" y="92090"/>
                    </a:cubicBezTo>
                    <a:cubicBezTo>
                      <a:pt x="122284" y="90581"/>
                      <a:pt x="123794" y="86052"/>
                      <a:pt x="122284" y="83032"/>
                    </a:cubicBezTo>
                    <a:lnTo>
                      <a:pt x="105677" y="57368"/>
                    </a:lnTo>
                    <a:cubicBezTo>
                      <a:pt x="105677" y="55858"/>
                      <a:pt x="105677" y="55858"/>
                      <a:pt x="105677" y="54348"/>
                    </a:cubicBezTo>
                    <a:cubicBezTo>
                      <a:pt x="105677" y="52839"/>
                      <a:pt x="107187" y="52839"/>
                      <a:pt x="107187" y="51329"/>
                    </a:cubicBezTo>
                    <a:lnTo>
                      <a:pt x="135871" y="34723"/>
                    </a:lnTo>
                    <a:cubicBezTo>
                      <a:pt x="137381" y="34723"/>
                      <a:pt x="137381" y="33213"/>
                      <a:pt x="138890" y="34723"/>
                    </a:cubicBezTo>
                    <a:cubicBezTo>
                      <a:pt x="140400" y="34723"/>
                      <a:pt x="140400" y="36232"/>
                      <a:pt x="141910" y="36232"/>
                    </a:cubicBezTo>
                    <a:lnTo>
                      <a:pt x="157006" y="61897"/>
                    </a:lnTo>
                    <a:cubicBezTo>
                      <a:pt x="158516" y="64916"/>
                      <a:pt x="163045" y="66426"/>
                      <a:pt x="166065" y="64916"/>
                    </a:cubicBezTo>
                    <a:cubicBezTo>
                      <a:pt x="178142" y="60387"/>
                      <a:pt x="191729" y="57368"/>
                      <a:pt x="203806" y="54348"/>
                    </a:cubicBezTo>
                    <a:cubicBezTo>
                      <a:pt x="206826" y="54348"/>
                      <a:pt x="209845" y="51329"/>
                      <a:pt x="209845" y="46800"/>
                    </a:cubicBezTo>
                    <a:lnTo>
                      <a:pt x="209845" y="16606"/>
                    </a:lnTo>
                    <a:cubicBezTo>
                      <a:pt x="209845" y="13587"/>
                      <a:pt x="211355" y="12077"/>
                      <a:pt x="214374" y="12077"/>
                    </a:cubicBezTo>
                    <a:lnTo>
                      <a:pt x="247587" y="12077"/>
                    </a:lnTo>
                    <a:cubicBezTo>
                      <a:pt x="250606" y="12077"/>
                      <a:pt x="252116" y="13587"/>
                      <a:pt x="252116" y="16606"/>
                    </a:cubicBezTo>
                    <a:lnTo>
                      <a:pt x="252116" y="46800"/>
                    </a:lnTo>
                    <a:cubicBezTo>
                      <a:pt x="252116" y="49819"/>
                      <a:pt x="255135" y="52839"/>
                      <a:pt x="258155" y="54348"/>
                    </a:cubicBezTo>
                    <a:cubicBezTo>
                      <a:pt x="270232" y="55858"/>
                      <a:pt x="283819" y="60387"/>
                      <a:pt x="295897" y="64916"/>
                    </a:cubicBezTo>
                    <a:cubicBezTo>
                      <a:pt x="298916" y="66426"/>
                      <a:pt x="303445" y="64916"/>
                      <a:pt x="304955" y="61897"/>
                    </a:cubicBezTo>
                    <a:lnTo>
                      <a:pt x="320052" y="36232"/>
                    </a:lnTo>
                    <a:cubicBezTo>
                      <a:pt x="321561" y="34723"/>
                      <a:pt x="323071" y="33213"/>
                      <a:pt x="326090" y="34723"/>
                    </a:cubicBezTo>
                    <a:lnTo>
                      <a:pt x="354774" y="51329"/>
                    </a:lnTo>
                    <a:cubicBezTo>
                      <a:pt x="356284" y="51329"/>
                      <a:pt x="356284" y="52839"/>
                      <a:pt x="356284" y="54348"/>
                    </a:cubicBezTo>
                    <a:cubicBezTo>
                      <a:pt x="356284" y="55858"/>
                      <a:pt x="356284" y="55858"/>
                      <a:pt x="356284" y="57368"/>
                    </a:cubicBezTo>
                    <a:lnTo>
                      <a:pt x="341187" y="83032"/>
                    </a:lnTo>
                    <a:cubicBezTo>
                      <a:pt x="339677" y="86052"/>
                      <a:pt x="339677" y="90581"/>
                      <a:pt x="342697" y="92090"/>
                    </a:cubicBezTo>
                    <a:cubicBezTo>
                      <a:pt x="353265" y="99639"/>
                      <a:pt x="362323" y="110206"/>
                      <a:pt x="369871" y="119265"/>
                    </a:cubicBezTo>
                    <a:cubicBezTo>
                      <a:pt x="371381" y="122284"/>
                      <a:pt x="375910" y="122284"/>
                      <a:pt x="378929" y="120774"/>
                    </a:cubicBezTo>
                    <a:lnTo>
                      <a:pt x="404594" y="105677"/>
                    </a:lnTo>
                    <a:cubicBezTo>
                      <a:pt x="406103" y="105677"/>
                      <a:pt x="407613" y="105677"/>
                      <a:pt x="407613" y="105677"/>
                    </a:cubicBezTo>
                    <a:cubicBezTo>
                      <a:pt x="409123" y="105677"/>
                      <a:pt x="409123" y="107187"/>
                      <a:pt x="410632" y="107187"/>
                    </a:cubicBezTo>
                    <a:lnTo>
                      <a:pt x="427239" y="135871"/>
                    </a:lnTo>
                    <a:cubicBezTo>
                      <a:pt x="427239" y="137381"/>
                      <a:pt x="427239" y="137381"/>
                      <a:pt x="427239" y="138890"/>
                    </a:cubicBezTo>
                    <a:cubicBezTo>
                      <a:pt x="427239" y="140400"/>
                      <a:pt x="425729" y="140400"/>
                      <a:pt x="425729" y="141910"/>
                    </a:cubicBezTo>
                    <a:lnTo>
                      <a:pt x="400065" y="157006"/>
                    </a:lnTo>
                    <a:cubicBezTo>
                      <a:pt x="397045" y="158516"/>
                      <a:pt x="395536" y="163045"/>
                      <a:pt x="397045" y="166065"/>
                    </a:cubicBezTo>
                    <a:cubicBezTo>
                      <a:pt x="401574" y="178142"/>
                      <a:pt x="404594" y="191729"/>
                      <a:pt x="407613" y="203806"/>
                    </a:cubicBezTo>
                    <a:cubicBezTo>
                      <a:pt x="407613" y="206826"/>
                      <a:pt x="410632" y="209845"/>
                      <a:pt x="415161" y="209845"/>
                    </a:cubicBezTo>
                    <a:lnTo>
                      <a:pt x="445355" y="209845"/>
                    </a:lnTo>
                    <a:cubicBezTo>
                      <a:pt x="448374" y="209845"/>
                      <a:pt x="449884" y="211355"/>
                      <a:pt x="449884" y="214374"/>
                    </a:cubicBezTo>
                    <a:lnTo>
                      <a:pt x="449884" y="247587"/>
                    </a:lnTo>
                    <a:close/>
                  </a:path>
                </a:pathLst>
              </a:custGeom>
              <a:grpFill/>
              <a:ln w="15056"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grpSp>
        <p:grpSp>
          <p:nvGrpSpPr>
            <p:cNvPr id="501" name="组合 500"/>
            <p:cNvGrpSpPr>
              <a:grpSpLocks noChangeAspect="1"/>
            </p:cNvGrpSpPr>
            <p:nvPr/>
          </p:nvGrpSpPr>
          <p:grpSpPr>
            <a:xfrm>
              <a:off x="6150232" y="3264954"/>
              <a:ext cx="394599" cy="397802"/>
              <a:chOff x="1177725" y="3563608"/>
              <a:chExt cx="405421" cy="408728"/>
            </a:xfrm>
            <a:solidFill>
              <a:schemeClr val="bg1"/>
            </a:solidFill>
            <a:effectLst/>
          </p:grpSpPr>
          <p:sp>
            <p:nvSpPr>
              <p:cNvPr id="502" name="任意多边形: 形状 501"/>
              <p:cNvSpPr/>
              <p:nvPr/>
            </p:nvSpPr>
            <p:spPr>
              <a:xfrm>
                <a:off x="1362633" y="3629255"/>
                <a:ext cx="12901" cy="65584"/>
              </a:xfrm>
              <a:custGeom>
                <a:avLst/>
                <a:gdLst>
                  <a:gd name="connsiteX0" fmla="*/ 7589 w 15178"/>
                  <a:gd name="connsiteY0" fmla="*/ 77157 h 77156"/>
                  <a:gd name="connsiteX1" fmla="*/ 15178 w 15178"/>
                  <a:gd name="connsiteY1" fmla="*/ 69568 h 77156"/>
                  <a:gd name="connsiteX2" fmla="*/ 15178 w 15178"/>
                  <a:gd name="connsiteY2" fmla="*/ 7589 h 77156"/>
                  <a:gd name="connsiteX3" fmla="*/ 7589 w 15178"/>
                  <a:gd name="connsiteY3" fmla="*/ 0 h 77156"/>
                  <a:gd name="connsiteX4" fmla="*/ 0 w 15178"/>
                  <a:gd name="connsiteY4" fmla="*/ 7589 h 77156"/>
                  <a:gd name="connsiteX5" fmla="*/ 0 w 15178"/>
                  <a:gd name="connsiteY5" fmla="*/ 69568 h 77156"/>
                  <a:gd name="connsiteX6" fmla="*/ 7589 w 15178"/>
                  <a:gd name="connsiteY6" fmla="*/ 77157 h 7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78" h="77156">
                    <a:moveTo>
                      <a:pt x="7589" y="77157"/>
                    </a:moveTo>
                    <a:cubicBezTo>
                      <a:pt x="11384" y="77157"/>
                      <a:pt x="15178" y="73362"/>
                      <a:pt x="15178" y="69568"/>
                    </a:cubicBezTo>
                    <a:lnTo>
                      <a:pt x="15178" y="7589"/>
                    </a:lnTo>
                    <a:cubicBezTo>
                      <a:pt x="15178" y="3795"/>
                      <a:pt x="11384" y="0"/>
                      <a:pt x="7589" y="0"/>
                    </a:cubicBezTo>
                    <a:cubicBezTo>
                      <a:pt x="3795" y="0"/>
                      <a:pt x="0" y="3795"/>
                      <a:pt x="0" y="7589"/>
                    </a:cubicBezTo>
                    <a:lnTo>
                      <a:pt x="0" y="69568"/>
                    </a:lnTo>
                    <a:cubicBezTo>
                      <a:pt x="1265" y="73362"/>
                      <a:pt x="3795" y="77157"/>
                      <a:pt x="7589" y="77157"/>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3" name="任意多边形: 形状 502"/>
              <p:cNvSpPr/>
              <p:nvPr/>
            </p:nvSpPr>
            <p:spPr>
              <a:xfrm>
                <a:off x="1362633" y="3862564"/>
                <a:ext cx="12901" cy="65584"/>
              </a:xfrm>
              <a:custGeom>
                <a:avLst/>
                <a:gdLst>
                  <a:gd name="connsiteX0" fmla="*/ 7589 w 15178"/>
                  <a:gd name="connsiteY0" fmla="*/ 0 h 77156"/>
                  <a:gd name="connsiteX1" fmla="*/ 0 w 15178"/>
                  <a:gd name="connsiteY1" fmla="*/ 7589 h 77156"/>
                  <a:gd name="connsiteX2" fmla="*/ 0 w 15178"/>
                  <a:gd name="connsiteY2" fmla="*/ 69568 h 77156"/>
                  <a:gd name="connsiteX3" fmla="*/ 7589 w 15178"/>
                  <a:gd name="connsiteY3" fmla="*/ 77157 h 77156"/>
                  <a:gd name="connsiteX4" fmla="*/ 15178 w 15178"/>
                  <a:gd name="connsiteY4" fmla="*/ 69568 h 77156"/>
                  <a:gd name="connsiteX5" fmla="*/ 15178 w 15178"/>
                  <a:gd name="connsiteY5" fmla="*/ 7589 h 77156"/>
                  <a:gd name="connsiteX6" fmla="*/ 7589 w 15178"/>
                  <a:gd name="connsiteY6" fmla="*/ 0 h 7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78" h="77156">
                    <a:moveTo>
                      <a:pt x="7589" y="0"/>
                    </a:moveTo>
                    <a:cubicBezTo>
                      <a:pt x="3795" y="0"/>
                      <a:pt x="0" y="3795"/>
                      <a:pt x="0" y="7589"/>
                    </a:cubicBezTo>
                    <a:lnTo>
                      <a:pt x="0" y="69568"/>
                    </a:lnTo>
                    <a:cubicBezTo>
                      <a:pt x="0" y="73362"/>
                      <a:pt x="3795" y="77157"/>
                      <a:pt x="7589" y="77157"/>
                    </a:cubicBezTo>
                    <a:cubicBezTo>
                      <a:pt x="11384" y="77157"/>
                      <a:pt x="15178" y="74627"/>
                      <a:pt x="15178" y="69568"/>
                    </a:cubicBezTo>
                    <a:lnTo>
                      <a:pt x="15178" y="7589"/>
                    </a:lnTo>
                    <a:cubicBezTo>
                      <a:pt x="15178" y="2530"/>
                      <a:pt x="12649" y="0"/>
                      <a:pt x="7589" y="0"/>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4" name="任意多边形: 形状 503"/>
              <p:cNvSpPr/>
              <p:nvPr/>
            </p:nvSpPr>
            <p:spPr>
              <a:xfrm>
                <a:off x="1452943" y="3772251"/>
                <a:ext cx="65581" cy="12902"/>
              </a:xfrm>
              <a:custGeom>
                <a:avLst/>
                <a:gdLst>
                  <a:gd name="connsiteX0" fmla="*/ 0 w 77156"/>
                  <a:gd name="connsiteY0" fmla="*/ 7589 h 15178"/>
                  <a:gd name="connsiteX1" fmla="*/ 7589 w 77156"/>
                  <a:gd name="connsiteY1" fmla="*/ 15178 h 15178"/>
                  <a:gd name="connsiteX2" fmla="*/ 69568 w 77156"/>
                  <a:gd name="connsiteY2" fmla="*/ 15178 h 15178"/>
                  <a:gd name="connsiteX3" fmla="*/ 77157 w 77156"/>
                  <a:gd name="connsiteY3" fmla="*/ 7589 h 15178"/>
                  <a:gd name="connsiteX4" fmla="*/ 69568 w 77156"/>
                  <a:gd name="connsiteY4" fmla="*/ 0 h 15178"/>
                  <a:gd name="connsiteX5" fmla="*/ 7589 w 77156"/>
                  <a:gd name="connsiteY5" fmla="*/ 0 h 15178"/>
                  <a:gd name="connsiteX6" fmla="*/ 0 w 77156"/>
                  <a:gd name="connsiteY6" fmla="*/ 7589 h 1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56" h="15178">
                    <a:moveTo>
                      <a:pt x="0" y="7589"/>
                    </a:moveTo>
                    <a:cubicBezTo>
                      <a:pt x="0" y="11384"/>
                      <a:pt x="3795" y="15178"/>
                      <a:pt x="7589" y="15178"/>
                    </a:cubicBezTo>
                    <a:lnTo>
                      <a:pt x="69568" y="15178"/>
                    </a:lnTo>
                    <a:cubicBezTo>
                      <a:pt x="73362" y="15178"/>
                      <a:pt x="77157" y="11384"/>
                      <a:pt x="77157" y="7589"/>
                    </a:cubicBezTo>
                    <a:cubicBezTo>
                      <a:pt x="77157" y="3795"/>
                      <a:pt x="73362" y="0"/>
                      <a:pt x="69568" y="0"/>
                    </a:cubicBezTo>
                    <a:lnTo>
                      <a:pt x="7589" y="0"/>
                    </a:lnTo>
                    <a:cubicBezTo>
                      <a:pt x="3795" y="0"/>
                      <a:pt x="0" y="3795"/>
                      <a:pt x="0" y="7589"/>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5" name="任意多边形: 形状 504"/>
              <p:cNvSpPr/>
              <p:nvPr/>
            </p:nvSpPr>
            <p:spPr>
              <a:xfrm>
                <a:off x="1220717" y="3772251"/>
                <a:ext cx="64506" cy="12902"/>
              </a:xfrm>
              <a:custGeom>
                <a:avLst/>
                <a:gdLst>
                  <a:gd name="connsiteX0" fmla="*/ 75892 w 75891"/>
                  <a:gd name="connsiteY0" fmla="*/ 7589 h 15178"/>
                  <a:gd name="connsiteX1" fmla="*/ 68303 w 75891"/>
                  <a:gd name="connsiteY1" fmla="*/ 0 h 15178"/>
                  <a:gd name="connsiteX2" fmla="*/ 7589 w 75891"/>
                  <a:gd name="connsiteY2" fmla="*/ 0 h 15178"/>
                  <a:gd name="connsiteX3" fmla="*/ 0 w 75891"/>
                  <a:gd name="connsiteY3" fmla="*/ 7589 h 15178"/>
                  <a:gd name="connsiteX4" fmla="*/ 7589 w 75891"/>
                  <a:gd name="connsiteY4" fmla="*/ 15178 h 15178"/>
                  <a:gd name="connsiteX5" fmla="*/ 69568 w 75891"/>
                  <a:gd name="connsiteY5" fmla="*/ 15178 h 15178"/>
                  <a:gd name="connsiteX6" fmla="*/ 75892 w 75891"/>
                  <a:gd name="connsiteY6" fmla="*/ 7589 h 1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891" h="15178">
                    <a:moveTo>
                      <a:pt x="75892" y="7589"/>
                    </a:moveTo>
                    <a:cubicBezTo>
                      <a:pt x="75892" y="3795"/>
                      <a:pt x="72097" y="0"/>
                      <a:pt x="68303" y="0"/>
                    </a:cubicBezTo>
                    <a:lnTo>
                      <a:pt x="7589" y="0"/>
                    </a:lnTo>
                    <a:cubicBezTo>
                      <a:pt x="3795" y="0"/>
                      <a:pt x="0" y="3795"/>
                      <a:pt x="0" y="7589"/>
                    </a:cubicBezTo>
                    <a:cubicBezTo>
                      <a:pt x="0" y="11384"/>
                      <a:pt x="3795" y="15178"/>
                      <a:pt x="7589" y="15178"/>
                    </a:cubicBezTo>
                    <a:lnTo>
                      <a:pt x="69568" y="15178"/>
                    </a:lnTo>
                    <a:cubicBezTo>
                      <a:pt x="73362" y="13914"/>
                      <a:pt x="75892" y="11384"/>
                      <a:pt x="75892" y="7589"/>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6" name="任意多边形: 形状 505"/>
              <p:cNvSpPr/>
              <p:nvPr/>
            </p:nvSpPr>
            <p:spPr>
              <a:xfrm>
                <a:off x="1249466" y="3794828"/>
                <a:ext cx="103490" cy="102139"/>
              </a:xfrm>
              <a:custGeom>
                <a:avLst/>
                <a:gdLst>
                  <a:gd name="connsiteX0" fmla="*/ 115432 w 121756"/>
                  <a:gd name="connsiteY0" fmla="*/ 107514 h 120162"/>
                  <a:gd name="connsiteX1" fmla="*/ 14243 w 121756"/>
                  <a:gd name="connsiteY1" fmla="*/ 6324 h 120162"/>
                  <a:gd name="connsiteX2" fmla="*/ 5388 w 121756"/>
                  <a:gd name="connsiteY2" fmla="*/ 0 h 120162"/>
                  <a:gd name="connsiteX3" fmla="*/ 329 w 121756"/>
                  <a:gd name="connsiteY3" fmla="*/ 8854 h 120162"/>
                  <a:gd name="connsiteX4" fmla="*/ 112902 w 121756"/>
                  <a:gd name="connsiteY4" fmla="*/ 120162 h 120162"/>
                  <a:gd name="connsiteX5" fmla="*/ 114167 w 121756"/>
                  <a:gd name="connsiteY5" fmla="*/ 120162 h 120162"/>
                  <a:gd name="connsiteX6" fmla="*/ 121756 w 121756"/>
                  <a:gd name="connsiteY6" fmla="*/ 113838 h 120162"/>
                  <a:gd name="connsiteX7" fmla="*/ 115432 w 121756"/>
                  <a:gd name="connsiteY7" fmla="*/ 107514 h 12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0162">
                    <a:moveTo>
                      <a:pt x="115432" y="107514"/>
                    </a:moveTo>
                    <a:cubicBezTo>
                      <a:pt x="64837" y="97395"/>
                      <a:pt x="25626" y="58184"/>
                      <a:pt x="14243" y="6324"/>
                    </a:cubicBezTo>
                    <a:cubicBezTo>
                      <a:pt x="12978" y="2530"/>
                      <a:pt x="9183" y="0"/>
                      <a:pt x="5388" y="0"/>
                    </a:cubicBezTo>
                    <a:cubicBezTo>
                      <a:pt x="1594" y="1265"/>
                      <a:pt x="-936" y="5059"/>
                      <a:pt x="329" y="8854"/>
                    </a:cubicBezTo>
                    <a:cubicBezTo>
                      <a:pt x="11713" y="65773"/>
                      <a:pt x="55983" y="108778"/>
                      <a:pt x="112902" y="120162"/>
                    </a:cubicBezTo>
                    <a:cubicBezTo>
                      <a:pt x="112902" y="120162"/>
                      <a:pt x="114167" y="120162"/>
                      <a:pt x="114167" y="120162"/>
                    </a:cubicBezTo>
                    <a:cubicBezTo>
                      <a:pt x="117961" y="120162"/>
                      <a:pt x="120491" y="117632"/>
                      <a:pt x="121756" y="113838"/>
                    </a:cubicBezTo>
                    <a:cubicBezTo>
                      <a:pt x="121756" y="112573"/>
                      <a:pt x="119226" y="108778"/>
                      <a:pt x="115432" y="107514"/>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7" name="任意多边形: 形状 506"/>
              <p:cNvSpPr/>
              <p:nvPr/>
            </p:nvSpPr>
            <p:spPr>
              <a:xfrm>
                <a:off x="1248670" y="3658002"/>
                <a:ext cx="103490" cy="103495"/>
              </a:xfrm>
              <a:custGeom>
                <a:avLst/>
                <a:gdLst>
                  <a:gd name="connsiteX0" fmla="*/ 6324 w 121756"/>
                  <a:gd name="connsiteY0" fmla="*/ 121756 h 121756"/>
                  <a:gd name="connsiteX1" fmla="*/ 7589 w 121756"/>
                  <a:gd name="connsiteY1" fmla="*/ 121756 h 121756"/>
                  <a:gd name="connsiteX2" fmla="*/ 15178 w 121756"/>
                  <a:gd name="connsiteY2" fmla="*/ 115432 h 121756"/>
                  <a:gd name="connsiteX3" fmla="*/ 116368 w 121756"/>
                  <a:gd name="connsiteY3" fmla="*/ 14243 h 121756"/>
                  <a:gd name="connsiteX4" fmla="*/ 121427 w 121756"/>
                  <a:gd name="connsiteY4" fmla="*/ 5388 h 121756"/>
                  <a:gd name="connsiteX5" fmla="*/ 112573 w 121756"/>
                  <a:gd name="connsiteY5" fmla="*/ 329 h 121756"/>
                  <a:gd name="connsiteX6" fmla="*/ 0 w 121756"/>
                  <a:gd name="connsiteY6" fmla="*/ 112902 h 121756"/>
                  <a:gd name="connsiteX7" fmla="*/ 6324 w 121756"/>
                  <a:gd name="connsiteY7" fmla="*/ 121756 h 121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1756">
                    <a:moveTo>
                      <a:pt x="6324" y="121756"/>
                    </a:moveTo>
                    <a:cubicBezTo>
                      <a:pt x="6324" y="121756"/>
                      <a:pt x="7589" y="121756"/>
                      <a:pt x="7589" y="121756"/>
                    </a:cubicBezTo>
                    <a:cubicBezTo>
                      <a:pt x="11384" y="121756"/>
                      <a:pt x="13914" y="119226"/>
                      <a:pt x="15178" y="115432"/>
                    </a:cubicBezTo>
                    <a:cubicBezTo>
                      <a:pt x="25297" y="64837"/>
                      <a:pt x="64508" y="24361"/>
                      <a:pt x="116368" y="14243"/>
                    </a:cubicBezTo>
                    <a:cubicBezTo>
                      <a:pt x="120162" y="12978"/>
                      <a:pt x="122692" y="9183"/>
                      <a:pt x="121427" y="5388"/>
                    </a:cubicBezTo>
                    <a:cubicBezTo>
                      <a:pt x="120162" y="1594"/>
                      <a:pt x="116368" y="-936"/>
                      <a:pt x="112573" y="329"/>
                    </a:cubicBezTo>
                    <a:cubicBezTo>
                      <a:pt x="55654" y="11713"/>
                      <a:pt x="11384" y="55983"/>
                      <a:pt x="0" y="112902"/>
                    </a:cubicBezTo>
                    <a:cubicBezTo>
                      <a:pt x="0" y="116697"/>
                      <a:pt x="2530" y="120491"/>
                      <a:pt x="6324" y="121756"/>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8" name="任意多边形: 形状 507"/>
              <p:cNvSpPr/>
              <p:nvPr/>
            </p:nvSpPr>
            <p:spPr>
              <a:xfrm>
                <a:off x="1386004" y="3795631"/>
                <a:ext cx="103490" cy="104564"/>
              </a:xfrm>
              <a:custGeom>
                <a:avLst/>
                <a:gdLst>
                  <a:gd name="connsiteX0" fmla="*/ 115432 w 121756"/>
                  <a:gd name="connsiteY0" fmla="*/ 322 h 123014"/>
                  <a:gd name="connsiteX1" fmla="*/ 106578 w 121756"/>
                  <a:gd name="connsiteY1" fmla="*/ 6647 h 123014"/>
                  <a:gd name="connsiteX2" fmla="*/ 5388 w 121756"/>
                  <a:gd name="connsiteY2" fmla="*/ 107836 h 123014"/>
                  <a:gd name="connsiteX3" fmla="*/ 329 w 121756"/>
                  <a:gd name="connsiteY3" fmla="*/ 116690 h 123014"/>
                  <a:gd name="connsiteX4" fmla="*/ 7918 w 121756"/>
                  <a:gd name="connsiteY4" fmla="*/ 123014 h 123014"/>
                  <a:gd name="connsiteX5" fmla="*/ 9183 w 121756"/>
                  <a:gd name="connsiteY5" fmla="*/ 123014 h 123014"/>
                  <a:gd name="connsiteX6" fmla="*/ 121756 w 121756"/>
                  <a:gd name="connsiteY6" fmla="*/ 11706 h 123014"/>
                  <a:gd name="connsiteX7" fmla="*/ 115432 w 121756"/>
                  <a:gd name="connsiteY7" fmla="*/ 322 h 12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3014">
                    <a:moveTo>
                      <a:pt x="115432" y="322"/>
                    </a:moveTo>
                    <a:cubicBezTo>
                      <a:pt x="111637" y="-943"/>
                      <a:pt x="107843" y="1587"/>
                      <a:pt x="106578" y="6647"/>
                    </a:cubicBezTo>
                    <a:cubicBezTo>
                      <a:pt x="96459" y="57241"/>
                      <a:pt x="55983" y="96452"/>
                      <a:pt x="5388" y="107836"/>
                    </a:cubicBezTo>
                    <a:cubicBezTo>
                      <a:pt x="1594" y="109101"/>
                      <a:pt x="-936" y="112895"/>
                      <a:pt x="329" y="116690"/>
                    </a:cubicBezTo>
                    <a:cubicBezTo>
                      <a:pt x="1594" y="120484"/>
                      <a:pt x="4124" y="123014"/>
                      <a:pt x="7918" y="123014"/>
                    </a:cubicBezTo>
                    <a:cubicBezTo>
                      <a:pt x="7918" y="123014"/>
                      <a:pt x="9183" y="123014"/>
                      <a:pt x="9183" y="123014"/>
                    </a:cubicBezTo>
                    <a:cubicBezTo>
                      <a:pt x="66102" y="111630"/>
                      <a:pt x="109107" y="67360"/>
                      <a:pt x="121756" y="11706"/>
                    </a:cubicBezTo>
                    <a:cubicBezTo>
                      <a:pt x="121756" y="5382"/>
                      <a:pt x="119226" y="322"/>
                      <a:pt x="115432" y="322"/>
                    </a:cubicBezTo>
                    <a:close/>
                  </a:path>
                </a:pathLst>
              </a:custGeom>
              <a:grpFill/>
              <a:ln w="1261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09" name="任意多边形: 形状 508"/>
              <p:cNvSpPr/>
              <p:nvPr/>
            </p:nvSpPr>
            <p:spPr>
              <a:xfrm>
                <a:off x="1177725" y="3586555"/>
                <a:ext cx="385765" cy="385781"/>
              </a:xfrm>
              <a:custGeom>
                <a:avLst/>
                <a:gdLst>
                  <a:gd name="connsiteX0" fmla="*/ 226926 w 453852"/>
                  <a:gd name="connsiteY0" fmla="*/ 15825 h 453852"/>
                  <a:gd name="connsiteX1" fmla="*/ 15825 w 453852"/>
                  <a:gd name="connsiteY1" fmla="*/ 226926 h 453852"/>
                  <a:gd name="connsiteX2" fmla="*/ 226926 w 453852"/>
                  <a:gd name="connsiteY2" fmla="*/ 438027 h 453852"/>
                  <a:gd name="connsiteX3" fmla="*/ 438027 w 453852"/>
                  <a:gd name="connsiteY3" fmla="*/ 226926 h 453852"/>
                  <a:gd name="connsiteX4" fmla="*/ 226926 w 453852"/>
                  <a:gd name="connsiteY4" fmla="*/ 15825 h 453852"/>
                  <a:gd name="connsiteX5" fmla="*/ 226926 w 453852"/>
                  <a:gd name="connsiteY5" fmla="*/ 0 h 453852"/>
                  <a:gd name="connsiteX6" fmla="*/ 453852 w 453852"/>
                  <a:gd name="connsiteY6" fmla="*/ 226926 h 453852"/>
                  <a:gd name="connsiteX7" fmla="*/ 226926 w 453852"/>
                  <a:gd name="connsiteY7" fmla="*/ 453852 h 453852"/>
                  <a:gd name="connsiteX8" fmla="*/ 0 w 453852"/>
                  <a:gd name="connsiteY8" fmla="*/ 226926 h 453852"/>
                  <a:gd name="connsiteX9" fmla="*/ 226926 w 453852"/>
                  <a:gd name="connsiteY9" fmla="*/ 0 h 45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852" h="453852">
                    <a:moveTo>
                      <a:pt x="226926" y="15825"/>
                    </a:moveTo>
                    <a:cubicBezTo>
                      <a:pt x="110338" y="15825"/>
                      <a:pt x="15825" y="110338"/>
                      <a:pt x="15825" y="226926"/>
                    </a:cubicBezTo>
                    <a:cubicBezTo>
                      <a:pt x="15825" y="343514"/>
                      <a:pt x="110338" y="438027"/>
                      <a:pt x="226926" y="438027"/>
                    </a:cubicBezTo>
                    <a:cubicBezTo>
                      <a:pt x="343514" y="438027"/>
                      <a:pt x="438027" y="343514"/>
                      <a:pt x="438027" y="226926"/>
                    </a:cubicBezTo>
                    <a:cubicBezTo>
                      <a:pt x="438027" y="110338"/>
                      <a:pt x="343514" y="15825"/>
                      <a:pt x="226926" y="15825"/>
                    </a:cubicBezTo>
                    <a:close/>
                    <a:moveTo>
                      <a:pt x="226926" y="0"/>
                    </a:moveTo>
                    <a:cubicBezTo>
                      <a:pt x="352254" y="0"/>
                      <a:pt x="453852" y="101598"/>
                      <a:pt x="453852" y="226926"/>
                    </a:cubicBezTo>
                    <a:cubicBezTo>
                      <a:pt x="453852" y="352254"/>
                      <a:pt x="352254" y="453852"/>
                      <a:pt x="226926" y="453852"/>
                    </a:cubicBezTo>
                    <a:cubicBezTo>
                      <a:pt x="101598" y="453852"/>
                      <a:pt x="0" y="352254"/>
                      <a:pt x="0" y="226926"/>
                    </a:cubicBezTo>
                    <a:cubicBezTo>
                      <a:pt x="0" y="101598"/>
                      <a:pt x="101598" y="0"/>
                      <a:pt x="226926"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77724" tIns="38862" rIns="77724" bIns="38862" rtlCol="0" anchor="ctr">
                <a:noAutofit/>
              </a:bodyPr>
              <a:lstStyle/>
              <a:p>
                <a:pPr algn="ctr"/>
                <a:endParaRPr lang="zh-CN" altLang="en-US" sz="1530">
                  <a:latin typeface="思源黑体 CN Bold" panose="020B0800000000000000" pitchFamily="34" charset="-122"/>
                  <a:ea typeface="思源黑体 CN Bold" panose="020B0800000000000000" pitchFamily="34" charset="-122"/>
                </a:endParaRPr>
              </a:p>
            </p:txBody>
          </p:sp>
          <p:sp>
            <p:nvSpPr>
              <p:cNvPr id="510" name="任意多边形: 形状 509"/>
              <p:cNvSpPr/>
              <p:nvPr/>
            </p:nvSpPr>
            <p:spPr>
              <a:xfrm>
                <a:off x="1326564" y="3563608"/>
                <a:ext cx="256582" cy="255517"/>
              </a:xfrm>
              <a:custGeom>
                <a:avLst/>
                <a:gdLst>
                  <a:gd name="connsiteX0" fmla="*/ 54389 w 301868"/>
                  <a:gd name="connsiteY0" fmla="*/ 205739 h 300604"/>
                  <a:gd name="connsiteX1" fmla="*/ 13913 w 301868"/>
                  <a:gd name="connsiteY1" fmla="*/ 246215 h 300604"/>
                  <a:gd name="connsiteX2" fmla="*/ 54389 w 301868"/>
                  <a:gd name="connsiteY2" fmla="*/ 286690 h 300604"/>
                  <a:gd name="connsiteX3" fmla="*/ 94865 w 301868"/>
                  <a:gd name="connsiteY3" fmla="*/ 246215 h 300604"/>
                  <a:gd name="connsiteX4" fmla="*/ 87275 w 301868"/>
                  <a:gd name="connsiteY4" fmla="*/ 223447 h 300604"/>
                  <a:gd name="connsiteX5" fmla="*/ 59448 w 301868"/>
                  <a:gd name="connsiteY5" fmla="*/ 251274 h 300604"/>
                  <a:gd name="connsiteX6" fmla="*/ 54389 w 301868"/>
                  <a:gd name="connsiteY6" fmla="*/ 253804 h 300604"/>
                  <a:gd name="connsiteX7" fmla="*/ 49329 w 301868"/>
                  <a:gd name="connsiteY7" fmla="*/ 251274 h 300604"/>
                  <a:gd name="connsiteX8" fmla="*/ 49329 w 301868"/>
                  <a:gd name="connsiteY8" fmla="*/ 241155 h 300604"/>
                  <a:gd name="connsiteX9" fmla="*/ 77157 w 301868"/>
                  <a:gd name="connsiteY9" fmla="*/ 213328 h 300604"/>
                  <a:gd name="connsiteX10" fmla="*/ 54389 w 301868"/>
                  <a:gd name="connsiteY10" fmla="*/ 205739 h 300604"/>
                  <a:gd name="connsiteX11" fmla="*/ 255502 w 301868"/>
                  <a:gd name="connsiteY11" fmla="*/ 23598 h 300604"/>
                  <a:gd name="connsiteX12" fmla="*/ 237794 w 301868"/>
                  <a:gd name="connsiteY12" fmla="*/ 41307 h 300604"/>
                  <a:gd name="connsiteX13" fmla="*/ 237794 w 301868"/>
                  <a:gd name="connsiteY13" fmla="*/ 62809 h 300604"/>
                  <a:gd name="connsiteX14" fmla="*/ 259297 w 301868"/>
                  <a:gd name="connsiteY14" fmla="*/ 62809 h 300604"/>
                  <a:gd name="connsiteX15" fmla="*/ 277005 w 301868"/>
                  <a:gd name="connsiteY15" fmla="*/ 45101 h 300604"/>
                  <a:gd name="connsiteX16" fmla="*/ 263092 w 301868"/>
                  <a:gd name="connsiteY16" fmla="*/ 45101 h 300604"/>
                  <a:gd name="connsiteX17" fmla="*/ 255502 w 301868"/>
                  <a:gd name="connsiteY17" fmla="*/ 37512 h 300604"/>
                  <a:gd name="connsiteX18" fmla="*/ 266886 w 301868"/>
                  <a:gd name="connsiteY18" fmla="*/ 831 h 300604"/>
                  <a:gd name="connsiteX19" fmla="*/ 270681 w 301868"/>
                  <a:gd name="connsiteY19" fmla="*/ 7155 h 300604"/>
                  <a:gd name="connsiteX20" fmla="*/ 270681 w 301868"/>
                  <a:gd name="connsiteY20" fmla="*/ 31188 h 300604"/>
                  <a:gd name="connsiteX21" fmla="*/ 294713 w 301868"/>
                  <a:gd name="connsiteY21" fmla="*/ 31188 h 300604"/>
                  <a:gd name="connsiteX22" fmla="*/ 301038 w 301868"/>
                  <a:gd name="connsiteY22" fmla="*/ 34982 h 300604"/>
                  <a:gd name="connsiteX23" fmla="*/ 299773 w 301868"/>
                  <a:gd name="connsiteY23" fmla="*/ 42571 h 300604"/>
                  <a:gd name="connsiteX24" fmla="*/ 268151 w 301868"/>
                  <a:gd name="connsiteY24" fmla="*/ 74193 h 300604"/>
                  <a:gd name="connsiteX25" fmla="*/ 263092 w 301868"/>
                  <a:gd name="connsiteY25" fmla="*/ 76723 h 300604"/>
                  <a:gd name="connsiteX26" fmla="*/ 234000 w 301868"/>
                  <a:gd name="connsiteY26" fmla="*/ 76723 h 300604"/>
                  <a:gd name="connsiteX27" fmla="*/ 228242 w 301868"/>
                  <a:gd name="connsiteY27" fmla="*/ 82480 h 300604"/>
                  <a:gd name="connsiteX28" fmla="*/ 227023 w 301868"/>
                  <a:gd name="connsiteY28" fmla="*/ 81236 h 300604"/>
                  <a:gd name="connsiteX29" fmla="*/ 209016 w 301868"/>
                  <a:gd name="connsiteY29" fmla="*/ 101244 h 300604"/>
                  <a:gd name="connsiteX30" fmla="*/ 208702 w 301868"/>
                  <a:gd name="connsiteY30" fmla="*/ 100755 h 300604"/>
                  <a:gd name="connsiteX31" fmla="*/ 160638 w 301868"/>
                  <a:gd name="connsiteY31" fmla="*/ 148820 h 300604"/>
                  <a:gd name="connsiteX32" fmla="*/ 194789 w 301868"/>
                  <a:gd name="connsiteY32" fmla="*/ 217123 h 300604"/>
                  <a:gd name="connsiteX33" fmla="*/ 189730 w 301868"/>
                  <a:gd name="connsiteY33" fmla="*/ 225977 h 300604"/>
                  <a:gd name="connsiteX34" fmla="*/ 188465 w 301868"/>
                  <a:gd name="connsiteY34" fmla="*/ 225977 h 300604"/>
                  <a:gd name="connsiteX35" fmla="*/ 180875 w 301868"/>
                  <a:gd name="connsiteY35" fmla="*/ 219652 h 300604"/>
                  <a:gd name="connsiteX36" fmla="*/ 150519 w 301868"/>
                  <a:gd name="connsiteY36" fmla="*/ 158939 h 300604"/>
                  <a:gd name="connsiteX37" fmla="*/ 97394 w 301868"/>
                  <a:gd name="connsiteY37" fmla="*/ 212063 h 300604"/>
                  <a:gd name="connsiteX38" fmla="*/ 108778 w 301868"/>
                  <a:gd name="connsiteY38" fmla="*/ 244950 h 300604"/>
                  <a:gd name="connsiteX39" fmla="*/ 54389 w 301868"/>
                  <a:gd name="connsiteY39" fmla="*/ 300604 h 300604"/>
                  <a:gd name="connsiteX40" fmla="*/ 0 w 301868"/>
                  <a:gd name="connsiteY40" fmla="*/ 244950 h 300604"/>
                  <a:gd name="connsiteX41" fmla="*/ 54389 w 301868"/>
                  <a:gd name="connsiteY41" fmla="*/ 190561 h 300604"/>
                  <a:gd name="connsiteX42" fmla="*/ 88540 w 301868"/>
                  <a:gd name="connsiteY42" fmla="*/ 201944 h 300604"/>
                  <a:gd name="connsiteX43" fmla="*/ 140400 w 301868"/>
                  <a:gd name="connsiteY43" fmla="*/ 148820 h 300604"/>
                  <a:gd name="connsiteX44" fmla="*/ 79686 w 301868"/>
                  <a:gd name="connsiteY44" fmla="*/ 118463 h 300604"/>
                  <a:gd name="connsiteX45" fmla="*/ 74627 w 301868"/>
                  <a:gd name="connsiteY45" fmla="*/ 109609 h 300604"/>
                  <a:gd name="connsiteX46" fmla="*/ 83481 w 301868"/>
                  <a:gd name="connsiteY46" fmla="*/ 104550 h 300604"/>
                  <a:gd name="connsiteX47" fmla="*/ 151784 w 301868"/>
                  <a:gd name="connsiteY47" fmla="*/ 138701 h 300604"/>
                  <a:gd name="connsiteX48" fmla="*/ 199848 w 301868"/>
                  <a:gd name="connsiteY48" fmla="*/ 91901 h 300604"/>
                  <a:gd name="connsiteX49" fmla="*/ 198457 w 301868"/>
                  <a:gd name="connsiteY49" fmla="*/ 91014 h 300604"/>
                  <a:gd name="connsiteX50" fmla="*/ 208649 w 301868"/>
                  <a:gd name="connsiteY50" fmla="*/ 81748 h 300604"/>
                  <a:gd name="connsiteX51" fmla="*/ 208702 w 301868"/>
                  <a:gd name="connsiteY51" fmla="*/ 81782 h 300604"/>
                  <a:gd name="connsiteX52" fmla="*/ 209604 w 301868"/>
                  <a:gd name="connsiteY52" fmla="*/ 80881 h 300604"/>
                  <a:gd name="connsiteX53" fmla="*/ 216545 w 301868"/>
                  <a:gd name="connsiteY53" fmla="*/ 74570 h 300604"/>
                  <a:gd name="connsiteX54" fmla="*/ 216260 w 301868"/>
                  <a:gd name="connsiteY54" fmla="*/ 74224 h 300604"/>
                  <a:gd name="connsiteX55" fmla="*/ 223881 w 301868"/>
                  <a:gd name="connsiteY55" fmla="*/ 66604 h 300604"/>
                  <a:gd name="connsiteX56" fmla="*/ 223881 w 301868"/>
                  <a:gd name="connsiteY56" fmla="*/ 38777 h 300604"/>
                  <a:gd name="connsiteX57" fmla="*/ 226411 w 301868"/>
                  <a:gd name="connsiteY57" fmla="*/ 33717 h 300604"/>
                  <a:gd name="connsiteX58" fmla="*/ 258032 w 301868"/>
                  <a:gd name="connsiteY58" fmla="*/ 2096 h 300604"/>
                  <a:gd name="connsiteX59" fmla="*/ 266886 w 301868"/>
                  <a:gd name="connsiteY59" fmla="*/ 831 h 300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01868" h="300604">
                    <a:moveTo>
                      <a:pt x="54389" y="205739"/>
                    </a:moveTo>
                    <a:cubicBezTo>
                      <a:pt x="31621" y="205739"/>
                      <a:pt x="13913" y="223447"/>
                      <a:pt x="13913" y="246215"/>
                    </a:cubicBezTo>
                    <a:cubicBezTo>
                      <a:pt x="13913" y="268982"/>
                      <a:pt x="31621" y="286690"/>
                      <a:pt x="54389" y="286690"/>
                    </a:cubicBezTo>
                    <a:cubicBezTo>
                      <a:pt x="77157" y="286690"/>
                      <a:pt x="94865" y="268982"/>
                      <a:pt x="94865" y="246215"/>
                    </a:cubicBezTo>
                    <a:cubicBezTo>
                      <a:pt x="94865" y="238625"/>
                      <a:pt x="92335" y="229771"/>
                      <a:pt x="87275" y="223447"/>
                    </a:cubicBezTo>
                    <a:lnTo>
                      <a:pt x="59448" y="251274"/>
                    </a:lnTo>
                    <a:cubicBezTo>
                      <a:pt x="58184" y="252539"/>
                      <a:pt x="56919" y="253804"/>
                      <a:pt x="54389" y="253804"/>
                    </a:cubicBezTo>
                    <a:cubicBezTo>
                      <a:pt x="53124" y="253804"/>
                      <a:pt x="50594" y="252539"/>
                      <a:pt x="49329" y="251274"/>
                    </a:cubicBezTo>
                    <a:cubicBezTo>
                      <a:pt x="46800" y="247479"/>
                      <a:pt x="46800" y="243685"/>
                      <a:pt x="49329" y="241155"/>
                    </a:cubicBezTo>
                    <a:lnTo>
                      <a:pt x="77157" y="213328"/>
                    </a:lnTo>
                    <a:cubicBezTo>
                      <a:pt x="70832" y="208269"/>
                      <a:pt x="63243" y="205739"/>
                      <a:pt x="54389" y="205739"/>
                    </a:cubicBezTo>
                    <a:close/>
                    <a:moveTo>
                      <a:pt x="255502" y="23598"/>
                    </a:moveTo>
                    <a:lnTo>
                      <a:pt x="237794" y="41307"/>
                    </a:lnTo>
                    <a:lnTo>
                      <a:pt x="237794" y="62809"/>
                    </a:lnTo>
                    <a:lnTo>
                      <a:pt x="259297" y="62809"/>
                    </a:lnTo>
                    <a:lnTo>
                      <a:pt x="277005" y="45101"/>
                    </a:lnTo>
                    <a:lnTo>
                      <a:pt x="263092" y="45101"/>
                    </a:lnTo>
                    <a:cubicBezTo>
                      <a:pt x="259297" y="45101"/>
                      <a:pt x="255502" y="41307"/>
                      <a:pt x="255502" y="37512"/>
                    </a:cubicBezTo>
                    <a:close/>
                    <a:moveTo>
                      <a:pt x="266886" y="831"/>
                    </a:moveTo>
                    <a:cubicBezTo>
                      <a:pt x="269416" y="2096"/>
                      <a:pt x="270681" y="4625"/>
                      <a:pt x="270681" y="7155"/>
                    </a:cubicBezTo>
                    <a:lnTo>
                      <a:pt x="270681" y="31188"/>
                    </a:lnTo>
                    <a:lnTo>
                      <a:pt x="294713" y="31188"/>
                    </a:lnTo>
                    <a:cubicBezTo>
                      <a:pt x="297243" y="31188"/>
                      <a:pt x="299773" y="32452"/>
                      <a:pt x="301038" y="34982"/>
                    </a:cubicBezTo>
                    <a:cubicBezTo>
                      <a:pt x="302302" y="37512"/>
                      <a:pt x="302302" y="40042"/>
                      <a:pt x="299773" y="42571"/>
                    </a:cubicBezTo>
                    <a:lnTo>
                      <a:pt x="268151" y="74193"/>
                    </a:lnTo>
                    <a:cubicBezTo>
                      <a:pt x="266886" y="75458"/>
                      <a:pt x="265621" y="76723"/>
                      <a:pt x="263092" y="76723"/>
                    </a:cubicBezTo>
                    <a:lnTo>
                      <a:pt x="234000" y="76723"/>
                    </a:lnTo>
                    <a:lnTo>
                      <a:pt x="228242" y="82480"/>
                    </a:lnTo>
                    <a:lnTo>
                      <a:pt x="227023" y="81236"/>
                    </a:lnTo>
                    <a:lnTo>
                      <a:pt x="209016" y="101244"/>
                    </a:lnTo>
                    <a:lnTo>
                      <a:pt x="208702" y="100755"/>
                    </a:lnTo>
                    <a:lnTo>
                      <a:pt x="160638" y="148820"/>
                    </a:lnTo>
                    <a:cubicBezTo>
                      <a:pt x="177081" y="167793"/>
                      <a:pt x="189730" y="191825"/>
                      <a:pt x="194789" y="217123"/>
                    </a:cubicBezTo>
                    <a:cubicBezTo>
                      <a:pt x="196054" y="220917"/>
                      <a:pt x="193524" y="224712"/>
                      <a:pt x="189730" y="225977"/>
                    </a:cubicBezTo>
                    <a:cubicBezTo>
                      <a:pt x="189730" y="225977"/>
                      <a:pt x="188465" y="225977"/>
                      <a:pt x="188465" y="225977"/>
                    </a:cubicBezTo>
                    <a:cubicBezTo>
                      <a:pt x="184670" y="225977"/>
                      <a:pt x="180875" y="223447"/>
                      <a:pt x="180875" y="219652"/>
                    </a:cubicBezTo>
                    <a:cubicBezTo>
                      <a:pt x="175816" y="196885"/>
                      <a:pt x="165697" y="175382"/>
                      <a:pt x="150519" y="158939"/>
                    </a:cubicBezTo>
                    <a:lnTo>
                      <a:pt x="97394" y="212063"/>
                    </a:lnTo>
                    <a:cubicBezTo>
                      <a:pt x="104984" y="220917"/>
                      <a:pt x="108778" y="232301"/>
                      <a:pt x="108778" y="244950"/>
                    </a:cubicBezTo>
                    <a:cubicBezTo>
                      <a:pt x="108778" y="275307"/>
                      <a:pt x="84746" y="300604"/>
                      <a:pt x="54389" y="300604"/>
                    </a:cubicBezTo>
                    <a:cubicBezTo>
                      <a:pt x="25297" y="300604"/>
                      <a:pt x="0" y="275307"/>
                      <a:pt x="0" y="244950"/>
                    </a:cubicBezTo>
                    <a:cubicBezTo>
                      <a:pt x="0" y="214593"/>
                      <a:pt x="24032" y="190561"/>
                      <a:pt x="54389" y="190561"/>
                    </a:cubicBezTo>
                    <a:cubicBezTo>
                      <a:pt x="67038" y="190561"/>
                      <a:pt x="79686" y="194355"/>
                      <a:pt x="88540" y="201944"/>
                    </a:cubicBezTo>
                    <a:lnTo>
                      <a:pt x="140400" y="148820"/>
                    </a:lnTo>
                    <a:cubicBezTo>
                      <a:pt x="123957" y="133642"/>
                      <a:pt x="102454" y="123523"/>
                      <a:pt x="79686" y="118463"/>
                    </a:cubicBezTo>
                    <a:cubicBezTo>
                      <a:pt x="75892" y="117198"/>
                      <a:pt x="73362" y="113404"/>
                      <a:pt x="74627" y="109609"/>
                    </a:cubicBezTo>
                    <a:cubicBezTo>
                      <a:pt x="75892" y="105815"/>
                      <a:pt x="79686" y="103285"/>
                      <a:pt x="83481" y="104550"/>
                    </a:cubicBezTo>
                    <a:cubicBezTo>
                      <a:pt x="110043" y="109609"/>
                      <a:pt x="132811" y="122258"/>
                      <a:pt x="151784" y="138701"/>
                    </a:cubicBezTo>
                    <a:lnTo>
                      <a:pt x="199848" y="91901"/>
                    </a:lnTo>
                    <a:lnTo>
                      <a:pt x="198457" y="91014"/>
                    </a:lnTo>
                    <a:lnTo>
                      <a:pt x="208649" y="81748"/>
                    </a:lnTo>
                    <a:lnTo>
                      <a:pt x="208702" y="81782"/>
                    </a:lnTo>
                    <a:lnTo>
                      <a:pt x="209604" y="80881"/>
                    </a:lnTo>
                    <a:lnTo>
                      <a:pt x="216545" y="74570"/>
                    </a:lnTo>
                    <a:lnTo>
                      <a:pt x="216260" y="74224"/>
                    </a:lnTo>
                    <a:lnTo>
                      <a:pt x="223881" y="66604"/>
                    </a:lnTo>
                    <a:lnTo>
                      <a:pt x="223881" y="38777"/>
                    </a:lnTo>
                    <a:cubicBezTo>
                      <a:pt x="223881" y="37512"/>
                      <a:pt x="225146" y="34982"/>
                      <a:pt x="226411" y="33717"/>
                    </a:cubicBezTo>
                    <a:lnTo>
                      <a:pt x="258032" y="2096"/>
                    </a:lnTo>
                    <a:cubicBezTo>
                      <a:pt x="259297" y="-434"/>
                      <a:pt x="263092" y="-434"/>
                      <a:pt x="266886" y="831"/>
                    </a:cubicBezTo>
                    <a:close/>
                  </a:path>
                </a:pathLst>
              </a:custGeom>
              <a:grpFill/>
              <a:ln w="12614" cap="flat">
                <a:noFill/>
                <a:prstDash val="solid"/>
                <a:miter/>
              </a:ln>
              <a:effectLst/>
            </p:spPr>
            <p:txBody>
              <a:bodyPr lIns="77724" tIns="38862" rIns="77724" bIns="38862" rtlCol="0" anchor="ctr"/>
              <a:lstStyle/>
              <a:p>
                <a:endParaRPr lang="zh-CN" altLang="en-US" sz="1530" dirty="0">
                  <a:latin typeface="思源黑体 CN Bold" panose="020B0800000000000000" pitchFamily="34" charset="-122"/>
                  <a:ea typeface="思源黑体 CN Bold" panose="020B0800000000000000" pitchFamily="34" charset="-122"/>
                </a:endParaRPr>
              </a:p>
            </p:txBody>
          </p:sp>
        </p:grpSp>
        <p:sp>
          <p:nvSpPr>
            <p:cNvPr id="511" name="TextBox 34"/>
            <p:cNvSpPr txBox="1"/>
            <p:nvPr/>
          </p:nvSpPr>
          <p:spPr>
            <a:xfrm>
              <a:off x="4511348" y="3762118"/>
              <a:ext cx="635849" cy="509370"/>
            </a:xfrm>
            <a:prstGeom prst="rect">
              <a:avLst/>
            </a:prstGeom>
            <a:noFill/>
            <a:effectLst/>
          </p:spPr>
          <p:txBody>
            <a:bodyPr wrap="square" lIns="0" tIns="38862" rIns="0" bIns="38862" rtlCol="0">
              <a:spAutoFit/>
            </a:bodyPr>
            <a:lstStyle/>
            <a:p>
              <a:pPr algn="ctr"/>
              <a:r>
                <a:rPr lang="zh-CN" altLang="en-US" sz="1400">
                  <a:solidFill>
                    <a:schemeClr val="bg1"/>
                  </a:solidFill>
                  <a:latin typeface="思源黑体 CN Bold" panose="020B0800000000000000" pitchFamily="34" charset="-122"/>
                  <a:ea typeface="思源黑体 CN Bold" panose="020B0800000000000000" pitchFamily="34" charset="-122"/>
                </a:rPr>
                <a:t>开展劳动实践</a:t>
              </a:r>
              <a:endParaRPr lang="en-US" altLang="zh-CN" sz="1400" dirty="0">
                <a:solidFill>
                  <a:schemeClr val="bg1"/>
                </a:solidFill>
                <a:latin typeface="思源黑体 CN Bold" panose="020B0800000000000000" pitchFamily="34" charset="-122"/>
                <a:ea typeface="思源黑体 CN Bold" panose="020B0800000000000000" pitchFamily="34" charset="-122"/>
              </a:endParaRPr>
            </a:p>
          </p:txBody>
        </p:sp>
        <p:sp>
          <p:nvSpPr>
            <p:cNvPr id="514" name="任意多边形: 形状 513"/>
            <p:cNvSpPr/>
            <p:nvPr/>
          </p:nvSpPr>
          <p:spPr>
            <a:xfrm>
              <a:off x="4011905" y="3282892"/>
              <a:ext cx="351916" cy="834158"/>
            </a:xfrm>
            <a:custGeom>
              <a:avLst/>
              <a:gdLst>
                <a:gd name="connsiteX0" fmla="*/ 414019 w 414019"/>
                <a:gd name="connsiteY0" fmla="*/ 27 h 981363"/>
                <a:gd name="connsiteX1" fmla="*/ 414019 w 414019"/>
                <a:gd name="connsiteY1" fmla="*/ 981364 h 981363"/>
                <a:gd name="connsiteX2" fmla="*/ 169135 w 414019"/>
                <a:gd name="connsiteY2" fmla="*/ 981364 h 981363"/>
                <a:gd name="connsiteX3" fmla="*/ 169135 w 414019"/>
                <a:gd name="connsiteY3" fmla="*/ 455233 h 981363"/>
                <a:gd name="connsiteX4" fmla="*/ 163683 w 414019"/>
                <a:gd name="connsiteY4" fmla="*/ 318235 h 981363"/>
                <a:gd name="connsiteX5" fmla="*/ 133672 w 414019"/>
                <a:gd name="connsiteY5" fmla="*/ 283372 h 981363"/>
                <a:gd name="connsiteX6" fmla="*/ 24259 w 414019"/>
                <a:gd name="connsiteY6" fmla="*/ 271542 h 981363"/>
                <a:gd name="connsiteX7" fmla="*/ 0 w 414019"/>
                <a:gd name="connsiteY7" fmla="*/ 271542 h 981363"/>
                <a:gd name="connsiteX8" fmla="*/ 0 w 414019"/>
                <a:gd name="connsiteY8" fmla="*/ 157141 h 981363"/>
                <a:gd name="connsiteX9" fmla="*/ 269744 w 414019"/>
                <a:gd name="connsiteY9" fmla="*/ 0 h 981363"/>
                <a:gd name="connsiteX10" fmla="*/ 414019 w 414019"/>
                <a:gd name="connsiteY10" fmla="*/ 0 h 981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4019" h="981363">
                  <a:moveTo>
                    <a:pt x="414019" y="27"/>
                  </a:moveTo>
                  <a:lnTo>
                    <a:pt x="414019" y="981364"/>
                  </a:lnTo>
                  <a:lnTo>
                    <a:pt x="169135" y="981364"/>
                  </a:lnTo>
                  <a:lnTo>
                    <a:pt x="169135" y="455233"/>
                  </a:lnTo>
                  <a:cubicBezTo>
                    <a:pt x="169135" y="379265"/>
                    <a:pt x="167309" y="333609"/>
                    <a:pt x="163683" y="318235"/>
                  </a:cubicBezTo>
                  <a:cubicBezTo>
                    <a:pt x="160031" y="302889"/>
                    <a:pt x="150054" y="291250"/>
                    <a:pt x="133672" y="283372"/>
                  </a:cubicBezTo>
                  <a:cubicBezTo>
                    <a:pt x="117290" y="275495"/>
                    <a:pt x="80819" y="271542"/>
                    <a:pt x="24259" y="271542"/>
                  </a:cubicBezTo>
                  <a:lnTo>
                    <a:pt x="0" y="271542"/>
                  </a:lnTo>
                  <a:lnTo>
                    <a:pt x="0" y="157141"/>
                  </a:lnTo>
                  <a:cubicBezTo>
                    <a:pt x="118408" y="131655"/>
                    <a:pt x="208304" y="79293"/>
                    <a:pt x="269744" y="0"/>
                  </a:cubicBezTo>
                  <a:lnTo>
                    <a:pt x="414019" y="0"/>
                  </a:lnTo>
                  <a:close/>
                </a:path>
              </a:pathLst>
            </a:custGeom>
            <a:solidFill>
              <a:schemeClr val="bg1"/>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15" name="任意多边形: 形状 514"/>
            <p:cNvSpPr/>
            <p:nvPr/>
          </p:nvSpPr>
          <p:spPr>
            <a:xfrm>
              <a:off x="7001142" y="3268065"/>
              <a:ext cx="491000" cy="867105"/>
            </a:xfrm>
            <a:custGeom>
              <a:avLst/>
              <a:gdLst>
                <a:gd name="connsiteX0" fmla="*/ 467335 w 577647"/>
                <a:gd name="connsiteY0" fmla="*/ 444630 h 1020124"/>
                <a:gd name="connsiteX1" fmla="*/ 550363 w 577647"/>
                <a:gd name="connsiteY1" fmla="*/ 506178 h 1020124"/>
                <a:gd name="connsiteX2" fmla="*/ 577648 w 577647"/>
                <a:gd name="connsiteY2" fmla="*/ 706605 h 1020124"/>
                <a:gd name="connsiteX3" fmla="*/ 550990 w 577647"/>
                <a:gd name="connsiteY3" fmla="*/ 888224 h 1020124"/>
                <a:gd name="connsiteX4" fmla="*/ 458858 w 577647"/>
                <a:gd name="connsiteY4" fmla="*/ 986461 h 1020124"/>
                <a:gd name="connsiteX5" fmla="*/ 290950 w 577647"/>
                <a:gd name="connsiteY5" fmla="*/ 1020124 h 1020124"/>
                <a:gd name="connsiteX6" fmla="*/ 108186 w 577647"/>
                <a:gd name="connsiteY6" fmla="*/ 981037 h 1020124"/>
                <a:gd name="connsiteX7" fmla="*/ 20907 w 577647"/>
                <a:gd name="connsiteY7" fmla="*/ 885253 h 1020124"/>
                <a:gd name="connsiteX8" fmla="*/ 0 w 577647"/>
                <a:gd name="connsiteY8" fmla="*/ 688560 h 1020124"/>
                <a:gd name="connsiteX9" fmla="*/ 0 w 577647"/>
                <a:gd name="connsiteY9" fmla="*/ 610984 h 1020124"/>
                <a:gd name="connsiteX10" fmla="*/ 244884 w 577647"/>
                <a:gd name="connsiteY10" fmla="*/ 610984 h 1020124"/>
                <a:gd name="connsiteX11" fmla="*/ 244884 w 577647"/>
                <a:gd name="connsiteY11" fmla="*/ 770388 h 1020124"/>
                <a:gd name="connsiteX12" fmla="*/ 252462 w 577647"/>
                <a:gd name="connsiteY12" fmla="*/ 851316 h 1020124"/>
                <a:gd name="connsiteX13" fmla="*/ 286098 w 577647"/>
                <a:gd name="connsiteY13" fmla="*/ 868598 h 1020124"/>
                <a:gd name="connsiteX14" fmla="*/ 323687 w 577647"/>
                <a:gd name="connsiteY14" fmla="*/ 846765 h 1020124"/>
                <a:gd name="connsiteX15" fmla="*/ 332791 w 577647"/>
                <a:gd name="connsiteY15" fmla="*/ 732827 h 1020124"/>
                <a:gd name="connsiteX16" fmla="*/ 332791 w 577647"/>
                <a:gd name="connsiteY16" fmla="*/ 664927 h 1020124"/>
                <a:gd name="connsiteX17" fmla="*/ 320061 w 577647"/>
                <a:gd name="connsiteY17" fmla="*/ 582500 h 1020124"/>
                <a:gd name="connsiteX18" fmla="*/ 282473 w 577647"/>
                <a:gd name="connsiteY18" fmla="*/ 548237 h 1020124"/>
                <a:gd name="connsiteX19" fmla="*/ 186089 w 577647"/>
                <a:gd name="connsiteY19" fmla="*/ 538833 h 1020124"/>
                <a:gd name="connsiteX20" fmla="*/ 186089 w 577647"/>
                <a:gd name="connsiteY20" fmla="*/ 396383 h 1020124"/>
                <a:gd name="connsiteX21" fmla="*/ 293976 w 577647"/>
                <a:gd name="connsiteY21" fmla="*/ 389705 h 1020124"/>
                <a:gd name="connsiteX22" fmla="*/ 323687 w 577647"/>
                <a:gd name="connsiteY22" fmla="*/ 360621 h 1020124"/>
                <a:gd name="connsiteX23" fmla="*/ 332791 w 577647"/>
                <a:gd name="connsiteY23" fmla="*/ 290296 h 1020124"/>
                <a:gd name="connsiteX24" fmla="*/ 332791 w 577647"/>
                <a:gd name="connsiteY24" fmla="*/ 235753 h 1020124"/>
                <a:gd name="connsiteX25" fmla="*/ 322187 w 577647"/>
                <a:gd name="connsiteY25" fmla="*/ 167854 h 1020124"/>
                <a:gd name="connsiteX26" fmla="*/ 289151 w 577647"/>
                <a:gd name="connsiteY26" fmla="*/ 151499 h 1020124"/>
                <a:gd name="connsiteX27" fmla="*/ 254288 w 577647"/>
                <a:gd name="connsiteY27" fmla="*/ 168781 h 1020124"/>
                <a:gd name="connsiteX28" fmla="*/ 244884 w 577647"/>
                <a:gd name="connsiteY28" fmla="*/ 242431 h 1020124"/>
                <a:gd name="connsiteX29" fmla="*/ 244884 w 577647"/>
                <a:gd name="connsiteY29" fmla="*/ 323060 h 1020124"/>
                <a:gd name="connsiteX30" fmla="*/ 0 w 577647"/>
                <a:gd name="connsiteY30" fmla="*/ 323060 h 1020124"/>
                <a:gd name="connsiteX31" fmla="*/ 0 w 577647"/>
                <a:gd name="connsiteY31" fmla="*/ 239405 h 1020124"/>
                <a:gd name="connsiteX32" fmla="*/ 64247 w 577647"/>
                <a:gd name="connsiteY32" fmla="*/ 49391 h 1020124"/>
                <a:gd name="connsiteX33" fmla="*/ 268517 w 577647"/>
                <a:gd name="connsiteY33" fmla="*/ 0 h 1020124"/>
                <a:gd name="connsiteX34" fmla="*/ 506123 w 577647"/>
                <a:gd name="connsiteY34" fmla="*/ 68444 h 1020124"/>
                <a:gd name="connsiteX35" fmla="*/ 568544 w 577647"/>
                <a:gd name="connsiteY35" fmla="*/ 258650 h 1020124"/>
                <a:gd name="connsiteX36" fmla="*/ 546111 w 577647"/>
                <a:gd name="connsiteY36" fmla="*/ 377684 h 1020124"/>
                <a:gd name="connsiteX37" fmla="*/ 467335 w 577647"/>
                <a:gd name="connsiteY37" fmla="*/ 444630 h 1020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77647" h="1020124">
                  <a:moveTo>
                    <a:pt x="467335" y="444630"/>
                  </a:moveTo>
                  <a:cubicBezTo>
                    <a:pt x="504515" y="457168"/>
                    <a:pt x="532182" y="477693"/>
                    <a:pt x="550363" y="506178"/>
                  </a:cubicBezTo>
                  <a:cubicBezTo>
                    <a:pt x="568544" y="534690"/>
                    <a:pt x="577648" y="601499"/>
                    <a:pt x="577648" y="706605"/>
                  </a:cubicBezTo>
                  <a:cubicBezTo>
                    <a:pt x="577648" y="784644"/>
                    <a:pt x="568762" y="845183"/>
                    <a:pt x="550990" y="888224"/>
                  </a:cubicBezTo>
                  <a:cubicBezTo>
                    <a:pt x="533190" y="931264"/>
                    <a:pt x="502498" y="964028"/>
                    <a:pt x="458858" y="986461"/>
                  </a:cubicBezTo>
                  <a:cubicBezTo>
                    <a:pt x="415218" y="1008894"/>
                    <a:pt x="359231" y="1020124"/>
                    <a:pt x="290950" y="1020124"/>
                  </a:cubicBezTo>
                  <a:cubicBezTo>
                    <a:pt x="213374" y="1020124"/>
                    <a:pt x="152453" y="1007095"/>
                    <a:pt x="108186" y="981037"/>
                  </a:cubicBezTo>
                  <a:cubicBezTo>
                    <a:pt x="63947" y="954978"/>
                    <a:pt x="34835" y="923059"/>
                    <a:pt x="20907" y="885253"/>
                  </a:cubicBezTo>
                  <a:cubicBezTo>
                    <a:pt x="6978" y="847473"/>
                    <a:pt x="0" y="781918"/>
                    <a:pt x="0" y="688560"/>
                  </a:cubicBezTo>
                  <a:lnTo>
                    <a:pt x="0" y="610984"/>
                  </a:lnTo>
                  <a:lnTo>
                    <a:pt x="244884" y="610984"/>
                  </a:lnTo>
                  <a:lnTo>
                    <a:pt x="244884" y="770388"/>
                  </a:lnTo>
                  <a:cubicBezTo>
                    <a:pt x="244884" y="812828"/>
                    <a:pt x="247392" y="839786"/>
                    <a:pt x="252462" y="851316"/>
                  </a:cubicBezTo>
                  <a:cubicBezTo>
                    <a:pt x="257505" y="862819"/>
                    <a:pt x="268735" y="868598"/>
                    <a:pt x="286098" y="868598"/>
                  </a:cubicBezTo>
                  <a:cubicBezTo>
                    <a:pt x="305097" y="868598"/>
                    <a:pt x="317608" y="861320"/>
                    <a:pt x="323687" y="846765"/>
                  </a:cubicBezTo>
                  <a:cubicBezTo>
                    <a:pt x="329738" y="832209"/>
                    <a:pt x="332791" y="794239"/>
                    <a:pt x="332791" y="732827"/>
                  </a:cubicBezTo>
                  <a:lnTo>
                    <a:pt x="332791" y="664927"/>
                  </a:lnTo>
                  <a:cubicBezTo>
                    <a:pt x="332791" y="627339"/>
                    <a:pt x="328538" y="599890"/>
                    <a:pt x="320061" y="582500"/>
                  </a:cubicBezTo>
                  <a:cubicBezTo>
                    <a:pt x="311584" y="565136"/>
                    <a:pt x="299046" y="553716"/>
                    <a:pt x="282473" y="548237"/>
                  </a:cubicBezTo>
                  <a:cubicBezTo>
                    <a:pt x="265900" y="542785"/>
                    <a:pt x="233790" y="539650"/>
                    <a:pt x="186089" y="538833"/>
                  </a:cubicBezTo>
                  <a:lnTo>
                    <a:pt x="186089" y="396383"/>
                  </a:lnTo>
                  <a:cubicBezTo>
                    <a:pt x="244285" y="396383"/>
                    <a:pt x="280238" y="394175"/>
                    <a:pt x="293976" y="389705"/>
                  </a:cubicBezTo>
                  <a:cubicBezTo>
                    <a:pt x="307714" y="385262"/>
                    <a:pt x="317608" y="375558"/>
                    <a:pt x="323687" y="360621"/>
                  </a:cubicBezTo>
                  <a:cubicBezTo>
                    <a:pt x="329738" y="345684"/>
                    <a:pt x="332791" y="322242"/>
                    <a:pt x="332791" y="290296"/>
                  </a:cubicBezTo>
                  <a:lnTo>
                    <a:pt x="332791" y="235753"/>
                  </a:lnTo>
                  <a:cubicBezTo>
                    <a:pt x="332791" y="201408"/>
                    <a:pt x="329247" y="178784"/>
                    <a:pt x="322187" y="167854"/>
                  </a:cubicBezTo>
                  <a:cubicBezTo>
                    <a:pt x="315128" y="156950"/>
                    <a:pt x="304088" y="151499"/>
                    <a:pt x="289151" y="151499"/>
                  </a:cubicBezTo>
                  <a:cubicBezTo>
                    <a:pt x="272169" y="151499"/>
                    <a:pt x="260557" y="157250"/>
                    <a:pt x="254288" y="168781"/>
                  </a:cubicBezTo>
                  <a:cubicBezTo>
                    <a:pt x="248019" y="180283"/>
                    <a:pt x="244884" y="204843"/>
                    <a:pt x="244884" y="242431"/>
                  </a:cubicBezTo>
                  <a:lnTo>
                    <a:pt x="244884" y="323060"/>
                  </a:lnTo>
                  <a:lnTo>
                    <a:pt x="0" y="323060"/>
                  </a:lnTo>
                  <a:lnTo>
                    <a:pt x="0" y="239405"/>
                  </a:lnTo>
                  <a:cubicBezTo>
                    <a:pt x="0" y="145666"/>
                    <a:pt x="21425" y="82319"/>
                    <a:pt x="64247" y="49391"/>
                  </a:cubicBezTo>
                  <a:cubicBezTo>
                    <a:pt x="107069" y="16464"/>
                    <a:pt x="175159" y="0"/>
                    <a:pt x="268517" y="0"/>
                  </a:cubicBezTo>
                  <a:cubicBezTo>
                    <a:pt x="385289" y="0"/>
                    <a:pt x="464500" y="22815"/>
                    <a:pt x="506123" y="68444"/>
                  </a:cubicBezTo>
                  <a:cubicBezTo>
                    <a:pt x="547746" y="114074"/>
                    <a:pt x="568544" y="177476"/>
                    <a:pt x="568544" y="258650"/>
                  </a:cubicBezTo>
                  <a:cubicBezTo>
                    <a:pt x="568544" y="313574"/>
                    <a:pt x="561048" y="353234"/>
                    <a:pt x="546111" y="377684"/>
                  </a:cubicBezTo>
                  <a:cubicBezTo>
                    <a:pt x="531201" y="402135"/>
                    <a:pt x="504924" y="424459"/>
                    <a:pt x="467335" y="444630"/>
                  </a:cubicBezTo>
                  <a:close/>
                </a:path>
              </a:pathLst>
            </a:custGeom>
            <a:solidFill>
              <a:schemeClr val="bg1"/>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516" name="任意多边形: 形状 515"/>
            <p:cNvSpPr/>
            <p:nvPr/>
          </p:nvSpPr>
          <p:spPr>
            <a:xfrm>
              <a:off x="5506360" y="3268621"/>
              <a:ext cx="476566" cy="850099"/>
            </a:xfrm>
            <a:custGeom>
              <a:avLst/>
              <a:gdLst>
                <a:gd name="connsiteX0" fmla="*/ 538860 w 560666"/>
                <a:gd name="connsiteY0" fmla="*/ 832836 h 1000117"/>
                <a:gd name="connsiteX1" fmla="*/ 538860 w 560666"/>
                <a:gd name="connsiteY1" fmla="*/ 1000117 h 1000117"/>
                <a:gd name="connsiteX2" fmla="*/ 0 w 560666"/>
                <a:gd name="connsiteY2" fmla="*/ 1000117 h 1000117"/>
                <a:gd name="connsiteX3" fmla="*/ 164 w 560666"/>
                <a:gd name="connsiteY3" fmla="*/ 860094 h 1000117"/>
                <a:gd name="connsiteX4" fmla="*/ 284735 w 560666"/>
                <a:gd name="connsiteY4" fmla="*/ 375504 h 1000117"/>
                <a:gd name="connsiteX5" fmla="*/ 329902 w 560666"/>
                <a:gd name="connsiteY5" fmla="*/ 230329 h 1000117"/>
                <a:gd name="connsiteX6" fmla="*/ 316245 w 560666"/>
                <a:gd name="connsiteY6" fmla="*/ 170634 h 1000117"/>
                <a:gd name="connsiteX7" fmla="*/ 274677 w 560666"/>
                <a:gd name="connsiteY7" fmla="*/ 150927 h 1000117"/>
                <a:gd name="connsiteX8" fmla="*/ 233109 w 560666"/>
                <a:gd name="connsiteY8" fmla="*/ 172733 h 1000117"/>
                <a:gd name="connsiteX9" fmla="*/ 219453 w 560666"/>
                <a:gd name="connsiteY9" fmla="*/ 259413 h 1000117"/>
                <a:gd name="connsiteX10" fmla="*/ 219453 w 560666"/>
                <a:gd name="connsiteY10" fmla="*/ 352771 h 1000117"/>
                <a:gd name="connsiteX11" fmla="*/ 27 w 560666"/>
                <a:gd name="connsiteY11" fmla="*/ 352771 h 1000117"/>
                <a:gd name="connsiteX12" fmla="*/ 27 w 560666"/>
                <a:gd name="connsiteY12" fmla="*/ 317009 h 1000117"/>
                <a:gd name="connsiteX13" fmla="*/ 8504 w 560666"/>
                <a:gd name="connsiteY13" fmla="*/ 186989 h 1000117"/>
                <a:gd name="connsiteX14" fmla="*/ 50318 w 560666"/>
                <a:gd name="connsiteY14" fmla="*/ 93331 h 1000117"/>
                <a:gd name="connsiteX15" fmla="*/ 136998 w 560666"/>
                <a:gd name="connsiteY15" fmla="*/ 23633 h 1000117"/>
                <a:gd name="connsiteX16" fmla="*/ 264892 w 560666"/>
                <a:gd name="connsiteY16" fmla="*/ 0 h 1000117"/>
                <a:gd name="connsiteX17" fmla="*/ 485816 w 560666"/>
                <a:gd name="connsiteY17" fmla="*/ 72424 h 1000117"/>
                <a:gd name="connsiteX18" fmla="*/ 560666 w 560666"/>
                <a:gd name="connsiteY18" fmla="*/ 255787 h 1000117"/>
                <a:gd name="connsiteX19" fmla="*/ 518526 w 560666"/>
                <a:gd name="connsiteY19" fmla="*/ 433972 h 1000117"/>
                <a:gd name="connsiteX20" fmla="*/ 270316 w 560666"/>
                <a:gd name="connsiteY20" fmla="*/ 832809 h 1000117"/>
                <a:gd name="connsiteX21" fmla="*/ 538860 w 560666"/>
                <a:gd name="connsiteY21" fmla="*/ 832809 h 100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0666" h="1000117">
                  <a:moveTo>
                    <a:pt x="538860" y="832836"/>
                  </a:moveTo>
                  <a:lnTo>
                    <a:pt x="538860" y="1000117"/>
                  </a:lnTo>
                  <a:lnTo>
                    <a:pt x="0" y="1000117"/>
                  </a:lnTo>
                  <a:lnTo>
                    <a:pt x="164" y="860094"/>
                  </a:lnTo>
                  <a:cubicBezTo>
                    <a:pt x="159785" y="599073"/>
                    <a:pt x="254643" y="437515"/>
                    <a:pt x="284735" y="375504"/>
                  </a:cubicBezTo>
                  <a:cubicBezTo>
                    <a:pt x="314828" y="313465"/>
                    <a:pt x="329902" y="265082"/>
                    <a:pt x="329902" y="230329"/>
                  </a:cubicBezTo>
                  <a:cubicBezTo>
                    <a:pt x="329902" y="203670"/>
                    <a:pt x="325349" y="183772"/>
                    <a:pt x="316245" y="170634"/>
                  </a:cubicBezTo>
                  <a:cubicBezTo>
                    <a:pt x="307141" y="157496"/>
                    <a:pt x="293294" y="150927"/>
                    <a:pt x="274677" y="150927"/>
                  </a:cubicBezTo>
                  <a:cubicBezTo>
                    <a:pt x="256060" y="150927"/>
                    <a:pt x="242186" y="158205"/>
                    <a:pt x="233109" y="172733"/>
                  </a:cubicBezTo>
                  <a:cubicBezTo>
                    <a:pt x="224005" y="187288"/>
                    <a:pt x="219453" y="216182"/>
                    <a:pt x="219453" y="259413"/>
                  </a:cubicBezTo>
                  <a:lnTo>
                    <a:pt x="219453" y="352771"/>
                  </a:lnTo>
                  <a:lnTo>
                    <a:pt x="27" y="352771"/>
                  </a:lnTo>
                  <a:lnTo>
                    <a:pt x="27" y="317009"/>
                  </a:lnTo>
                  <a:cubicBezTo>
                    <a:pt x="27" y="262057"/>
                    <a:pt x="2862" y="218717"/>
                    <a:pt x="8504" y="186989"/>
                  </a:cubicBezTo>
                  <a:cubicBezTo>
                    <a:pt x="14147" y="155260"/>
                    <a:pt x="28103" y="124050"/>
                    <a:pt x="50318" y="93331"/>
                  </a:cubicBezTo>
                  <a:cubicBezTo>
                    <a:pt x="72533" y="62638"/>
                    <a:pt x="101426" y="39387"/>
                    <a:pt x="136998" y="23633"/>
                  </a:cubicBezTo>
                  <a:cubicBezTo>
                    <a:pt x="172542" y="7878"/>
                    <a:pt x="215173" y="0"/>
                    <a:pt x="264892" y="0"/>
                  </a:cubicBezTo>
                  <a:cubicBezTo>
                    <a:pt x="362284" y="0"/>
                    <a:pt x="435907" y="24150"/>
                    <a:pt x="485816" y="72424"/>
                  </a:cubicBezTo>
                  <a:cubicBezTo>
                    <a:pt x="535725" y="120725"/>
                    <a:pt x="560666" y="181837"/>
                    <a:pt x="560666" y="255787"/>
                  </a:cubicBezTo>
                  <a:cubicBezTo>
                    <a:pt x="560666" y="311966"/>
                    <a:pt x="546629" y="371361"/>
                    <a:pt x="518526" y="433972"/>
                  </a:cubicBezTo>
                  <a:cubicBezTo>
                    <a:pt x="490423" y="496611"/>
                    <a:pt x="407695" y="629547"/>
                    <a:pt x="270316" y="832809"/>
                  </a:cubicBezTo>
                  <a:lnTo>
                    <a:pt x="538860" y="832809"/>
                  </a:lnTo>
                  <a:close/>
                </a:path>
              </a:pathLst>
            </a:custGeom>
            <a:solidFill>
              <a:schemeClr val="bg1"/>
            </a:solidFill>
            <a:ln w="2724" cap="flat">
              <a:noFill/>
              <a:prstDash val="solid"/>
              <a:miter/>
            </a:ln>
            <a:effectLst/>
          </p:spPr>
          <p:txBody>
            <a:bodyPr lIns="77724" tIns="38862" rIns="77724" bIns="38862" rtlCol="0" anchor="ctr"/>
            <a:lstStyle/>
            <a:p>
              <a:endParaRPr lang="zh-CN" altLang="en-US" sz="1530">
                <a:latin typeface="思源黑体 CN Bold" panose="020B0800000000000000" pitchFamily="34" charset="-122"/>
                <a:ea typeface="思源黑体 CN Bold" panose="020B0800000000000000" pitchFamily="34" charset="-122"/>
              </a:endParaRPr>
            </a:p>
          </p:txBody>
        </p:sp>
        <p:sp>
          <p:nvSpPr>
            <p:cNvPr id="165" name="TextBox 34"/>
            <p:cNvSpPr txBox="1"/>
            <p:nvPr/>
          </p:nvSpPr>
          <p:spPr>
            <a:xfrm>
              <a:off x="6029607" y="3762118"/>
              <a:ext cx="635849" cy="509370"/>
            </a:xfrm>
            <a:prstGeom prst="rect">
              <a:avLst/>
            </a:prstGeom>
            <a:noFill/>
            <a:effectLst/>
          </p:spPr>
          <p:txBody>
            <a:bodyPr wrap="square" lIns="0" tIns="38862" rIns="0" bIns="38862" rtlCol="0">
              <a:spAutoFit/>
            </a:bodyPr>
            <a:lstStyle/>
            <a:p>
              <a:pPr algn="ctr"/>
              <a:r>
                <a:rPr lang="zh-CN" altLang="en-US" sz="1400">
                  <a:solidFill>
                    <a:schemeClr val="bg1"/>
                  </a:solidFill>
                  <a:latin typeface="思源黑体 CN Bold" panose="020B0800000000000000" pitchFamily="34" charset="-122"/>
                  <a:ea typeface="思源黑体 CN Bold" panose="020B0800000000000000" pitchFamily="34" charset="-122"/>
                </a:rPr>
                <a:t>劳动舞蹈创编</a:t>
              </a:r>
              <a:endParaRPr lang="en-US" altLang="zh-CN" sz="1400" dirty="0">
                <a:solidFill>
                  <a:schemeClr val="bg1"/>
                </a:solidFill>
                <a:latin typeface="思源黑体 CN Bold" panose="020B0800000000000000" pitchFamily="34" charset="-122"/>
                <a:ea typeface="思源黑体 CN Bold" panose="020B0800000000000000" pitchFamily="34" charset="-122"/>
              </a:endParaRPr>
            </a:p>
          </p:txBody>
        </p:sp>
        <p:sp>
          <p:nvSpPr>
            <p:cNvPr id="166" name="TextBox 34"/>
            <p:cNvSpPr txBox="1"/>
            <p:nvPr/>
          </p:nvSpPr>
          <p:spPr>
            <a:xfrm>
              <a:off x="7548231" y="3762118"/>
              <a:ext cx="635849" cy="509370"/>
            </a:xfrm>
            <a:prstGeom prst="rect">
              <a:avLst/>
            </a:prstGeom>
            <a:noFill/>
            <a:effectLst/>
          </p:spPr>
          <p:txBody>
            <a:bodyPr wrap="square" lIns="0" tIns="38862" rIns="0" bIns="38862" rtlCol="0">
              <a:spAutoFit/>
            </a:bodyPr>
            <a:lstStyle/>
            <a:p>
              <a:pPr algn="ctr"/>
              <a:r>
                <a:rPr lang="zh-CN" altLang="en-US" sz="1400">
                  <a:solidFill>
                    <a:schemeClr val="bg1"/>
                  </a:solidFill>
                  <a:latin typeface="思源黑体 CN Bold" panose="020B0800000000000000" pitchFamily="34" charset="-122"/>
                  <a:ea typeface="思源黑体 CN Bold" panose="020B0800000000000000" pitchFamily="34" charset="-122"/>
                </a:rPr>
                <a:t>实践基地建设</a:t>
              </a:r>
              <a:endParaRPr lang="en-US" altLang="zh-CN" sz="140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17" name="组合 16"/>
          <p:cNvGrpSpPr/>
          <p:nvPr/>
        </p:nvGrpSpPr>
        <p:grpSpPr>
          <a:xfrm>
            <a:off x="2499709" y="2312294"/>
            <a:ext cx="7124006" cy="3459198"/>
            <a:chOff x="2499709" y="2312294"/>
            <a:chExt cx="7124006" cy="3459198"/>
          </a:xfrm>
        </p:grpSpPr>
        <p:grpSp>
          <p:nvGrpSpPr>
            <p:cNvPr id="6" name="组合 5"/>
            <p:cNvGrpSpPr/>
            <p:nvPr/>
          </p:nvGrpSpPr>
          <p:grpSpPr>
            <a:xfrm>
              <a:off x="2499709" y="3457592"/>
              <a:ext cx="1116000" cy="1116000"/>
              <a:chOff x="2499709" y="3457592"/>
              <a:chExt cx="1116000" cy="1116000"/>
            </a:xfrm>
          </p:grpSpPr>
          <p:sp>
            <p:nvSpPr>
              <p:cNvPr id="328" name="椭圆 327"/>
              <p:cNvSpPr/>
              <p:nvPr/>
            </p:nvSpPr>
            <p:spPr>
              <a:xfrm>
                <a:off x="2499709" y="3457592"/>
                <a:ext cx="1116000" cy="111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13" name="Фигура"/>
              <p:cNvSpPr/>
              <p:nvPr/>
            </p:nvSpPr>
            <p:spPr bwMode="auto">
              <a:xfrm>
                <a:off x="2903820" y="3854841"/>
                <a:ext cx="493087" cy="502337"/>
              </a:xfrm>
              <a:custGeom>
                <a:avLst/>
                <a:gdLst>
                  <a:gd name="T0" fmla="*/ 443048 w 21600"/>
                  <a:gd name="T1" fmla="*/ 449392 h 21600"/>
                  <a:gd name="T2" fmla="*/ 443048 w 21600"/>
                  <a:gd name="T3" fmla="*/ 449392 h 21600"/>
                  <a:gd name="T4" fmla="*/ 443048 w 21600"/>
                  <a:gd name="T5" fmla="*/ 449392 h 21600"/>
                  <a:gd name="T6" fmla="*/ 443048 w 21600"/>
                  <a:gd name="T7" fmla="*/ 449392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3021" y="0"/>
                    </a:moveTo>
                    <a:lnTo>
                      <a:pt x="21600" y="8458"/>
                    </a:lnTo>
                    <a:cubicBezTo>
                      <a:pt x="21335" y="11398"/>
                      <a:pt x="20164" y="14188"/>
                      <a:pt x="18243" y="16453"/>
                    </a:cubicBezTo>
                    <a:cubicBezTo>
                      <a:pt x="15784" y="19351"/>
                      <a:pt x="12282" y="21196"/>
                      <a:pt x="8471" y="21600"/>
                    </a:cubicBezTo>
                    <a:lnTo>
                      <a:pt x="0" y="13139"/>
                    </a:lnTo>
                    <a:lnTo>
                      <a:pt x="13021" y="0"/>
                    </a:lnTo>
                    <a:close/>
                  </a:path>
                </a:pathLst>
              </a:custGeom>
              <a:solidFill>
                <a:srgbClr val="000000">
                  <a:alpha val="7059"/>
                </a:srgbClr>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marL="0" marR="0" lvl="0" indent="0" algn="l" defTabSz="41275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252D30"/>
                  </a:solidFill>
                  <a:effectLst/>
                  <a:uLnTx/>
                  <a:uFillTx/>
                  <a:latin typeface="思源黑体 CN Bold" panose="020B0800000000000000" pitchFamily="34" charset="-122"/>
                  <a:ea typeface="思源黑体 CN Bold" panose="020B0800000000000000" pitchFamily="34" charset="-122"/>
                  <a:cs typeface="Arial" panose="020B0604020202020204" pitchFamily="34" charset="0"/>
                  <a:sym typeface="Arial" panose="020B0604020202020204" pitchFamily="34" charset="0"/>
                </a:endParaRPr>
              </a:p>
            </p:txBody>
          </p:sp>
          <p:grpSp>
            <p:nvGrpSpPr>
              <p:cNvPr id="214" name="Группа"/>
              <p:cNvGrpSpPr/>
              <p:nvPr/>
            </p:nvGrpSpPr>
            <p:grpSpPr bwMode="auto">
              <a:xfrm>
                <a:off x="2499709" y="3457592"/>
                <a:ext cx="1116000" cy="1116000"/>
                <a:chOff x="1" y="0"/>
                <a:chExt cx="2005492" cy="1996751"/>
              </a:xfrm>
            </p:grpSpPr>
            <p:sp>
              <p:nvSpPr>
                <p:cNvPr id="216" name="Фигура"/>
                <p:cNvSpPr/>
                <p:nvPr/>
              </p:nvSpPr>
              <p:spPr bwMode="auto">
                <a:xfrm>
                  <a:off x="1" y="0"/>
                  <a:ext cx="2005492" cy="1996751"/>
                </a:xfrm>
                <a:custGeom>
                  <a:avLst/>
                  <a:gdLst>
                    <a:gd name="T0" fmla="*/ 1002747 w 21600"/>
                    <a:gd name="T1" fmla="*/ 998376 h 21600"/>
                    <a:gd name="T2" fmla="*/ 1002747 w 21600"/>
                    <a:gd name="T3" fmla="*/ 998376 h 21600"/>
                    <a:gd name="T4" fmla="*/ 1002747 w 21600"/>
                    <a:gd name="T5" fmla="*/ 998376 h 21600"/>
                    <a:gd name="T6" fmla="*/ 1002747 w 21600"/>
                    <a:gd name="T7" fmla="*/ 99837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383" y="0"/>
                      </a:moveTo>
                      <a:cubicBezTo>
                        <a:pt x="9372" y="0"/>
                        <a:pt x="9237" y="27"/>
                        <a:pt x="9075" y="54"/>
                      </a:cubicBezTo>
                      <a:lnTo>
                        <a:pt x="7468" y="444"/>
                      </a:lnTo>
                      <a:cubicBezTo>
                        <a:pt x="7389" y="469"/>
                        <a:pt x="7317" y="490"/>
                        <a:pt x="7263" y="506"/>
                      </a:cubicBezTo>
                      <a:cubicBezTo>
                        <a:pt x="7208" y="522"/>
                        <a:pt x="7172" y="534"/>
                        <a:pt x="7166" y="537"/>
                      </a:cubicBezTo>
                      <a:cubicBezTo>
                        <a:pt x="7164" y="539"/>
                        <a:pt x="7159" y="574"/>
                        <a:pt x="7157" y="629"/>
                      </a:cubicBezTo>
                      <a:cubicBezTo>
                        <a:pt x="7155" y="684"/>
                        <a:pt x="7154" y="758"/>
                        <a:pt x="7154" y="839"/>
                      </a:cubicBezTo>
                      <a:lnTo>
                        <a:pt x="7166" y="1761"/>
                      </a:lnTo>
                      <a:cubicBezTo>
                        <a:pt x="7166" y="1842"/>
                        <a:pt x="7137" y="1931"/>
                        <a:pt x="7089" y="2009"/>
                      </a:cubicBezTo>
                      <a:cubicBezTo>
                        <a:pt x="7041" y="2087"/>
                        <a:pt x="6973" y="2154"/>
                        <a:pt x="6900" y="2189"/>
                      </a:cubicBezTo>
                      <a:lnTo>
                        <a:pt x="6150" y="2574"/>
                      </a:lnTo>
                      <a:cubicBezTo>
                        <a:pt x="6077" y="2615"/>
                        <a:pt x="5984" y="2631"/>
                        <a:pt x="5893" y="2626"/>
                      </a:cubicBezTo>
                      <a:cubicBezTo>
                        <a:pt x="5802" y="2621"/>
                        <a:pt x="5713" y="2595"/>
                        <a:pt x="5648" y="2546"/>
                      </a:cubicBezTo>
                      <a:lnTo>
                        <a:pt x="4900" y="2009"/>
                      </a:lnTo>
                      <a:cubicBezTo>
                        <a:pt x="4765" y="1912"/>
                        <a:pt x="4651" y="1841"/>
                        <a:pt x="4646" y="1846"/>
                      </a:cubicBezTo>
                      <a:cubicBezTo>
                        <a:pt x="4640" y="1852"/>
                        <a:pt x="4526" y="1942"/>
                        <a:pt x="4396" y="2045"/>
                      </a:cubicBezTo>
                      <a:lnTo>
                        <a:pt x="3161" y="3115"/>
                      </a:lnTo>
                      <a:cubicBezTo>
                        <a:pt x="3042" y="3229"/>
                        <a:pt x="2940" y="3327"/>
                        <a:pt x="2935" y="3333"/>
                      </a:cubicBezTo>
                      <a:cubicBezTo>
                        <a:pt x="2929" y="3338"/>
                        <a:pt x="2989" y="3463"/>
                        <a:pt x="3064" y="3609"/>
                      </a:cubicBezTo>
                      <a:lnTo>
                        <a:pt x="3490" y="4401"/>
                      </a:lnTo>
                      <a:cubicBezTo>
                        <a:pt x="3528" y="4474"/>
                        <a:pt x="3542" y="4567"/>
                        <a:pt x="3535" y="4657"/>
                      </a:cubicBezTo>
                      <a:cubicBezTo>
                        <a:pt x="3528" y="4747"/>
                        <a:pt x="3499" y="4833"/>
                        <a:pt x="3448" y="4898"/>
                      </a:cubicBezTo>
                      <a:lnTo>
                        <a:pt x="2909" y="5647"/>
                      </a:lnTo>
                      <a:cubicBezTo>
                        <a:pt x="2863" y="5715"/>
                        <a:pt x="2787" y="5774"/>
                        <a:pt x="2704" y="5812"/>
                      </a:cubicBezTo>
                      <a:cubicBezTo>
                        <a:pt x="2621" y="5851"/>
                        <a:pt x="2531" y="5868"/>
                        <a:pt x="2450" y="5857"/>
                      </a:cubicBezTo>
                      <a:lnTo>
                        <a:pt x="1549" y="5739"/>
                      </a:lnTo>
                      <a:cubicBezTo>
                        <a:pt x="1387" y="5718"/>
                        <a:pt x="1250" y="5705"/>
                        <a:pt x="1245" y="5711"/>
                      </a:cubicBezTo>
                      <a:cubicBezTo>
                        <a:pt x="1240" y="5716"/>
                        <a:pt x="1181" y="5847"/>
                        <a:pt x="1111" y="5999"/>
                      </a:cubicBezTo>
                      <a:lnTo>
                        <a:pt x="518" y="7484"/>
                      </a:lnTo>
                      <a:cubicBezTo>
                        <a:pt x="491" y="7562"/>
                        <a:pt x="465" y="7635"/>
                        <a:pt x="447" y="7689"/>
                      </a:cubicBezTo>
                      <a:cubicBezTo>
                        <a:pt x="429" y="7743"/>
                        <a:pt x="417" y="7779"/>
                        <a:pt x="414" y="7781"/>
                      </a:cubicBezTo>
                      <a:cubicBezTo>
                        <a:pt x="414" y="7787"/>
                        <a:pt x="441" y="7810"/>
                        <a:pt x="485" y="7843"/>
                      </a:cubicBezTo>
                      <a:cubicBezTo>
                        <a:pt x="529" y="7876"/>
                        <a:pt x="589" y="7920"/>
                        <a:pt x="657" y="7966"/>
                      </a:cubicBezTo>
                      <a:lnTo>
                        <a:pt x="1381" y="8453"/>
                      </a:lnTo>
                      <a:cubicBezTo>
                        <a:pt x="1449" y="8499"/>
                        <a:pt x="1502" y="8575"/>
                        <a:pt x="1537" y="8658"/>
                      </a:cubicBezTo>
                      <a:cubicBezTo>
                        <a:pt x="1571" y="8742"/>
                        <a:pt x="1586" y="8832"/>
                        <a:pt x="1570" y="8914"/>
                      </a:cubicBezTo>
                      <a:lnTo>
                        <a:pt x="1419" y="9944"/>
                      </a:lnTo>
                      <a:cubicBezTo>
                        <a:pt x="1411" y="10026"/>
                        <a:pt x="1372" y="10112"/>
                        <a:pt x="1316" y="10185"/>
                      </a:cubicBezTo>
                      <a:cubicBezTo>
                        <a:pt x="1259" y="10259"/>
                        <a:pt x="1184" y="10319"/>
                        <a:pt x="1106" y="10346"/>
                      </a:cubicBezTo>
                      <a:lnTo>
                        <a:pt x="280" y="10649"/>
                      </a:lnTo>
                      <a:cubicBezTo>
                        <a:pt x="124" y="10703"/>
                        <a:pt x="0" y="10758"/>
                        <a:pt x="0" y="10769"/>
                      </a:cubicBezTo>
                      <a:cubicBezTo>
                        <a:pt x="0" y="10780"/>
                        <a:pt x="6" y="10919"/>
                        <a:pt x="16" y="11081"/>
                      </a:cubicBezTo>
                      <a:lnTo>
                        <a:pt x="167" y="12627"/>
                      </a:lnTo>
                      <a:cubicBezTo>
                        <a:pt x="181" y="12708"/>
                        <a:pt x="192" y="12783"/>
                        <a:pt x="200" y="12840"/>
                      </a:cubicBezTo>
                      <a:cubicBezTo>
                        <a:pt x="208" y="12897"/>
                        <a:pt x="214" y="12936"/>
                        <a:pt x="217" y="12942"/>
                      </a:cubicBezTo>
                      <a:cubicBezTo>
                        <a:pt x="217" y="12947"/>
                        <a:pt x="249" y="12954"/>
                        <a:pt x="304" y="12963"/>
                      </a:cubicBezTo>
                      <a:cubicBezTo>
                        <a:pt x="358" y="12972"/>
                        <a:pt x="434" y="12983"/>
                        <a:pt x="518" y="12991"/>
                      </a:cubicBezTo>
                      <a:lnTo>
                        <a:pt x="1353" y="13081"/>
                      </a:lnTo>
                      <a:cubicBezTo>
                        <a:pt x="1434" y="13089"/>
                        <a:pt x="1519" y="13131"/>
                        <a:pt x="1589" y="13190"/>
                      </a:cubicBezTo>
                      <a:cubicBezTo>
                        <a:pt x="1658" y="13248"/>
                        <a:pt x="1713" y="13324"/>
                        <a:pt x="1737" y="13402"/>
                      </a:cubicBezTo>
                      <a:lnTo>
                        <a:pt x="2120" y="14502"/>
                      </a:lnTo>
                      <a:cubicBezTo>
                        <a:pt x="2150" y="14578"/>
                        <a:pt x="2156" y="14673"/>
                        <a:pt x="2139" y="14764"/>
                      </a:cubicBezTo>
                      <a:cubicBezTo>
                        <a:pt x="2123" y="14855"/>
                        <a:pt x="2085" y="14941"/>
                        <a:pt x="2029" y="15000"/>
                      </a:cubicBezTo>
                      <a:lnTo>
                        <a:pt x="1457" y="15624"/>
                      </a:lnTo>
                      <a:cubicBezTo>
                        <a:pt x="1349" y="15744"/>
                        <a:pt x="1256" y="15851"/>
                        <a:pt x="1261" y="15856"/>
                      </a:cubicBezTo>
                      <a:cubicBezTo>
                        <a:pt x="1267" y="15861"/>
                        <a:pt x="1338" y="15987"/>
                        <a:pt x="1424" y="16128"/>
                      </a:cubicBezTo>
                      <a:lnTo>
                        <a:pt x="2255" y="17381"/>
                      </a:lnTo>
                      <a:cubicBezTo>
                        <a:pt x="2303" y="17446"/>
                        <a:pt x="2350" y="17505"/>
                        <a:pt x="2384" y="17551"/>
                      </a:cubicBezTo>
                      <a:cubicBezTo>
                        <a:pt x="2418" y="17597"/>
                        <a:pt x="2443" y="17628"/>
                        <a:pt x="2445" y="17634"/>
                      </a:cubicBezTo>
                      <a:cubicBezTo>
                        <a:pt x="2448" y="17636"/>
                        <a:pt x="2481" y="17628"/>
                        <a:pt x="2532" y="17610"/>
                      </a:cubicBezTo>
                      <a:cubicBezTo>
                        <a:pt x="2584" y="17592"/>
                        <a:pt x="2654" y="17566"/>
                        <a:pt x="2730" y="17537"/>
                      </a:cubicBezTo>
                      <a:lnTo>
                        <a:pt x="3490" y="17232"/>
                      </a:lnTo>
                      <a:cubicBezTo>
                        <a:pt x="3566" y="17202"/>
                        <a:pt x="3658" y="17199"/>
                        <a:pt x="3747" y="17218"/>
                      </a:cubicBezTo>
                      <a:cubicBezTo>
                        <a:pt x="3835" y="17236"/>
                        <a:pt x="3918" y="17276"/>
                        <a:pt x="3975" y="17336"/>
                      </a:cubicBezTo>
                      <a:lnTo>
                        <a:pt x="4905" y="18194"/>
                      </a:lnTo>
                      <a:cubicBezTo>
                        <a:pt x="4967" y="18245"/>
                        <a:pt x="5015" y="18324"/>
                        <a:pt x="5043" y="18411"/>
                      </a:cubicBezTo>
                      <a:cubicBezTo>
                        <a:pt x="5072" y="18498"/>
                        <a:pt x="5081" y="18592"/>
                        <a:pt x="5062" y="18674"/>
                      </a:cubicBezTo>
                      <a:lnTo>
                        <a:pt x="4850" y="19477"/>
                      </a:lnTo>
                      <a:cubicBezTo>
                        <a:pt x="4807" y="19635"/>
                        <a:pt x="4779" y="19770"/>
                        <a:pt x="4785" y="19775"/>
                      </a:cubicBezTo>
                      <a:cubicBezTo>
                        <a:pt x="4790" y="19781"/>
                        <a:pt x="4915" y="19852"/>
                        <a:pt x="5055" y="19938"/>
                      </a:cubicBezTo>
                      <a:lnTo>
                        <a:pt x="6345" y="20631"/>
                      </a:lnTo>
                      <a:cubicBezTo>
                        <a:pt x="6418" y="20666"/>
                        <a:pt x="6486" y="20699"/>
                        <a:pt x="6538" y="20723"/>
                      </a:cubicBezTo>
                      <a:cubicBezTo>
                        <a:pt x="6590" y="20747"/>
                        <a:pt x="6627" y="20765"/>
                        <a:pt x="6632" y="20768"/>
                      </a:cubicBezTo>
                      <a:cubicBezTo>
                        <a:pt x="6635" y="20771"/>
                        <a:pt x="6659" y="20745"/>
                        <a:pt x="6698" y="20704"/>
                      </a:cubicBezTo>
                      <a:cubicBezTo>
                        <a:pt x="6736" y="20663"/>
                        <a:pt x="6788" y="20606"/>
                        <a:pt x="6841" y="20543"/>
                      </a:cubicBezTo>
                      <a:lnTo>
                        <a:pt x="7369" y="19931"/>
                      </a:lnTo>
                      <a:cubicBezTo>
                        <a:pt x="7423" y="19869"/>
                        <a:pt x="7505" y="19822"/>
                        <a:pt x="7592" y="19796"/>
                      </a:cubicBezTo>
                      <a:cubicBezTo>
                        <a:pt x="7679" y="19771"/>
                        <a:pt x="7773" y="19767"/>
                        <a:pt x="7851" y="19792"/>
                      </a:cubicBezTo>
                      <a:lnTo>
                        <a:pt x="9136" y="20116"/>
                      </a:lnTo>
                      <a:cubicBezTo>
                        <a:pt x="9217" y="20132"/>
                        <a:pt x="9297" y="20180"/>
                        <a:pt x="9362" y="20243"/>
                      </a:cubicBezTo>
                      <a:cubicBezTo>
                        <a:pt x="9427" y="20307"/>
                        <a:pt x="9477" y="20386"/>
                        <a:pt x="9496" y="20468"/>
                      </a:cubicBezTo>
                      <a:lnTo>
                        <a:pt x="9680" y="21260"/>
                      </a:lnTo>
                      <a:cubicBezTo>
                        <a:pt x="9718" y="21422"/>
                        <a:pt x="9754" y="21553"/>
                        <a:pt x="9760" y="21553"/>
                      </a:cubicBezTo>
                      <a:cubicBezTo>
                        <a:pt x="9765" y="21553"/>
                        <a:pt x="9911" y="21563"/>
                        <a:pt x="10073" y="21574"/>
                      </a:cubicBezTo>
                      <a:lnTo>
                        <a:pt x="10499" y="21595"/>
                      </a:lnTo>
                      <a:cubicBezTo>
                        <a:pt x="10580" y="21598"/>
                        <a:pt x="10687" y="21600"/>
                        <a:pt x="10795" y="21600"/>
                      </a:cubicBezTo>
                      <a:cubicBezTo>
                        <a:pt x="10904" y="21600"/>
                        <a:pt x="11015" y="21598"/>
                        <a:pt x="11099" y="21595"/>
                      </a:cubicBezTo>
                      <a:lnTo>
                        <a:pt x="11525" y="21574"/>
                      </a:lnTo>
                      <a:cubicBezTo>
                        <a:pt x="11687" y="21563"/>
                        <a:pt x="11827" y="21553"/>
                        <a:pt x="11838" y="21553"/>
                      </a:cubicBezTo>
                      <a:cubicBezTo>
                        <a:pt x="11849" y="21553"/>
                        <a:pt x="11880" y="21417"/>
                        <a:pt x="11918" y="21260"/>
                      </a:cubicBezTo>
                      <a:lnTo>
                        <a:pt x="12104" y="20468"/>
                      </a:lnTo>
                      <a:cubicBezTo>
                        <a:pt x="12123" y="20386"/>
                        <a:pt x="12170" y="20307"/>
                        <a:pt x="12236" y="20243"/>
                      </a:cubicBezTo>
                      <a:cubicBezTo>
                        <a:pt x="12301" y="20180"/>
                        <a:pt x="12383" y="20132"/>
                        <a:pt x="12464" y="20116"/>
                      </a:cubicBezTo>
                      <a:lnTo>
                        <a:pt x="13749" y="19792"/>
                      </a:lnTo>
                      <a:cubicBezTo>
                        <a:pt x="13827" y="19767"/>
                        <a:pt x="13919" y="19771"/>
                        <a:pt x="14005" y="19796"/>
                      </a:cubicBezTo>
                      <a:cubicBezTo>
                        <a:pt x="14092" y="19822"/>
                        <a:pt x="14173" y="19869"/>
                        <a:pt x="14227" y="19931"/>
                      </a:cubicBezTo>
                      <a:lnTo>
                        <a:pt x="14756" y="20543"/>
                      </a:lnTo>
                      <a:cubicBezTo>
                        <a:pt x="14810" y="20606"/>
                        <a:pt x="14860" y="20661"/>
                        <a:pt x="14897" y="20702"/>
                      </a:cubicBezTo>
                      <a:cubicBezTo>
                        <a:pt x="14935" y="20742"/>
                        <a:pt x="14963" y="20768"/>
                        <a:pt x="14968" y="20768"/>
                      </a:cubicBezTo>
                      <a:cubicBezTo>
                        <a:pt x="14971" y="20765"/>
                        <a:pt x="15003" y="20747"/>
                        <a:pt x="15055" y="20723"/>
                      </a:cubicBezTo>
                      <a:cubicBezTo>
                        <a:pt x="15107" y="20699"/>
                        <a:pt x="15177" y="20666"/>
                        <a:pt x="15253" y="20631"/>
                      </a:cubicBezTo>
                      <a:lnTo>
                        <a:pt x="16542" y="19938"/>
                      </a:lnTo>
                      <a:cubicBezTo>
                        <a:pt x="16613" y="19895"/>
                        <a:pt x="16677" y="19854"/>
                        <a:pt x="16726" y="19825"/>
                      </a:cubicBezTo>
                      <a:cubicBezTo>
                        <a:pt x="16775" y="19796"/>
                        <a:pt x="16808" y="19778"/>
                        <a:pt x="16813" y="19775"/>
                      </a:cubicBezTo>
                      <a:cubicBezTo>
                        <a:pt x="16816" y="19772"/>
                        <a:pt x="16810" y="19737"/>
                        <a:pt x="16799" y="19683"/>
                      </a:cubicBezTo>
                      <a:cubicBezTo>
                        <a:pt x="16788" y="19629"/>
                        <a:pt x="16769" y="19556"/>
                        <a:pt x="16747" y="19477"/>
                      </a:cubicBezTo>
                      <a:lnTo>
                        <a:pt x="16538" y="18674"/>
                      </a:lnTo>
                      <a:cubicBezTo>
                        <a:pt x="16516" y="18595"/>
                        <a:pt x="16523" y="18503"/>
                        <a:pt x="16552" y="18416"/>
                      </a:cubicBezTo>
                      <a:cubicBezTo>
                        <a:pt x="16580" y="18329"/>
                        <a:pt x="16628" y="18248"/>
                        <a:pt x="16693" y="18194"/>
                      </a:cubicBezTo>
                      <a:lnTo>
                        <a:pt x="17620" y="17336"/>
                      </a:lnTo>
                      <a:cubicBezTo>
                        <a:pt x="17677" y="17276"/>
                        <a:pt x="17763" y="17236"/>
                        <a:pt x="17851" y="17218"/>
                      </a:cubicBezTo>
                      <a:cubicBezTo>
                        <a:pt x="17939" y="17199"/>
                        <a:pt x="18032" y="17202"/>
                        <a:pt x="18107" y="17232"/>
                      </a:cubicBezTo>
                      <a:lnTo>
                        <a:pt x="18868" y="17537"/>
                      </a:lnTo>
                      <a:cubicBezTo>
                        <a:pt x="19019" y="17596"/>
                        <a:pt x="19149" y="17639"/>
                        <a:pt x="19155" y="17634"/>
                      </a:cubicBezTo>
                      <a:cubicBezTo>
                        <a:pt x="19160" y="17628"/>
                        <a:pt x="19246" y="17516"/>
                        <a:pt x="19343" y="17381"/>
                      </a:cubicBezTo>
                      <a:lnTo>
                        <a:pt x="20174" y="16128"/>
                      </a:lnTo>
                      <a:cubicBezTo>
                        <a:pt x="20260" y="15987"/>
                        <a:pt x="20331" y="15861"/>
                        <a:pt x="20336" y="15856"/>
                      </a:cubicBezTo>
                      <a:cubicBezTo>
                        <a:pt x="20342" y="15851"/>
                        <a:pt x="20257" y="15744"/>
                        <a:pt x="20143" y="15624"/>
                      </a:cubicBezTo>
                      <a:lnTo>
                        <a:pt x="19569" y="14989"/>
                      </a:lnTo>
                      <a:cubicBezTo>
                        <a:pt x="19515" y="14929"/>
                        <a:pt x="19477" y="14843"/>
                        <a:pt x="19461" y="14752"/>
                      </a:cubicBezTo>
                      <a:cubicBezTo>
                        <a:pt x="19444" y="14662"/>
                        <a:pt x="19448" y="14566"/>
                        <a:pt x="19477" y="14490"/>
                      </a:cubicBezTo>
                      <a:lnTo>
                        <a:pt x="19861" y="13391"/>
                      </a:lnTo>
                      <a:cubicBezTo>
                        <a:pt x="19885" y="13312"/>
                        <a:pt x="19940" y="13236"/>
                        <a:pt x="20009" y="13178"/>
                      </a:cubicBezTo>
                      <a:cubicBezTo>
                        <a:pt x="20078" y="13120"/>
                        <a:pt x="20163" y="13080"/>
                        <a:pt x="20244" y="13072"/>
                      </a:cubicBezTo>
                      <a:lnTo>
                        <a:pt x="21080" y="12979"/>
                      </a:lnTo>
                      <a:cubicBezTo>
                        <a:pt x="21161" y="12971"/>
                        <a:pt x="21234" y="12960"/>
                        <a:pt x="21289" y="12951"/>
                      </a:cubicBezTo>
                      <a:cubicBezTo>
                        <a:pt x="21344" y="12942"/>
                        <a:pt x="21381" y="12935"/>
                        <a:pt x="21383" y="12930"/>
                      </a:cubicBezTo>
                      <a:cubicBezTo>
                        <a:pt x="21383" y="12924"/>
                        <a:pt x="21389" y="12889"/>
                        <a:pt x="21398" y="12833"/>
                      </a:cubicBezTo>
                      <a:cubicBezTo>
                        <a:pt x="21406" y="12777"/>
                        <a:pt x="21417" y="12699"/>
                        <a:pt x="21431" y="12615"/>
                      </a:cubicBezTo>
                      <a:lnTo>
                        <a:pt x="21581" y="11072"/>
                      </a:lnTo>
                      <a:cubicBezTo>
                        <a:pt x="21587" y="10991"/>
                        <a:pt x="21592" y="10914"/>
                        <a:pt x="21595" y="10857"/>
                      </a:cubicBezTo>
                      <a:cubicBezTo>
                        <a:pt x="21598" y="10800"/>
                        <a:pt x="21600" y="10763"/>
                        <a:pt x="21600" y="10757"/>
                      </a:cubicBezTo>
                      <a:cubicBezTo>
                        <a:pt x="21592" y="10757"/>
                        <a:pt x="21556" y="10742"/>
                        <a:pt x="21504" y="10722"/>
                      </a:cubicBezTo>
                      <a:cubicBezTo>
                        <a:pt x="21451" y="10702"/>
                        <a:pt x="21379" y="10676"/>
                        <a:pt x="21301" y="10649"/>
                      </a:cubicBezTo>
                      <a:lnTo>
                        <a:pt x="20475" y="10346"/>
                      </a:lnTo>
                      <a:cubicBezTo>
                        <a:pt x="20397" y="10319"/>
                        <a:pt x="20322" y="10259"/>
                        <a:pt x="20266" y="10185"/>
                      </a:cubicBezTo>
                      <a:cubicBezTo>
                        <a:pt x="20209" y="10112"/>
                        <a:pt x="20170" y="10026"/>
                        <a:pt x="20162" y="9944"/>
                      </a:cubicBezTo>
                      <a:lnTo>
                        <a:pt x="20011" y="8914"/>
                      </a:lnTo>
                      <a:cubicBezTo>
                        <a:pt x="19995" y="8832"/>
                        <a:pt x="20010" y="8742"/>
                        <a:pt x="20044" y="8658"/>
                      </a:cubicBezTo>
                      <a:cubicBezTo>
                        <a:pt x="20079" y="8575"/>
                        <a:pt x="20135" y="8499"/>
                        <a:pt x="20202" y="8453"/>
                      </a:cubicBezTo>
                      <a:lnTo>
                        <a:pt x="20925" y="7966"/>
                      </a:lnTo>
                      <a:cubicBezTo>
                        <a:pt x="20992" y="7920"/>
                        <a:pt x="21054" y="7876"/>
                        <a:pt x="21099" y="7843"/>
                      </a:cubicBezTo>
                      <a:cubicBezTo>
                        <a:pt x="21143" y="7810"/>
                        <a:pt x="21170" y="7787"/>
                        <a:pt x="21167" y="7781"/>
                      </a:cubicBezTo>
                      <a:cubicBezTo>
                        <a:pt x="21167" y="7776"/>
                        <a:pt x="21155" y="7740"/>
                        <a:pt x="21136" y="7687"/>
                      </a:cubicBezTo>
                      <a:cubicBezTo>
                        <a:pt x="21117" y="7633"/>
                        <a:pt x="21090" y="7562"/>
                        <a:pt x="21063" y="7484"/>
                      </a:cubicBezTo>
                      <a:lnTo>
                        <a:pt x="20470" y="5999"/>
                      </a:lnTo>
                      <a:cubicBezTo>
                        <a:pt x="20400" y="5847"/>
                        <a:pt x="20342" y="5722"/>
                        <a:pt x="20336" y="5711"/>
                      </a:cubicBezTo>
                      <a:cubicBezTo>
                        <a:pt x="20331" y="5700"/>
                        <a:pt x="20197" y="5718"/>
                        <a:pt x="20035" y="5739"/>
                      </a:cubicBezTo>
                      <a:lnTo>
                        <a:pt x="19131" y="5857"/>
                      </a:lnTo>
                      <a:cubicBezTo>
                        <a:pt x="19050" y="5868"/>
                        <a:pt x="18958" y="5850"/>
                        <a:pt x="18875" y="5812"/>
                      </a:cubicBezTo>
                      <a:cubicBezTo>
                        <a:pt x="18791" y="5775"/>
                        <a:pt x="18718" y="5717"/>
                        <a:pt x="18675" y="5647"/>
                      </a:cubicBezTo>
                      <a:lnTo>
                        <a:pt x="18133" y="4898"/>
                      </a:lnTo>
                      <a:cubicBezTo>
                        <a:pt x="18082" y="4833"/>
                        <a:pt x="18053" y="4747"/>
                        <a:pt x="18046" y="4657"/>
                      </a:cubicBezTo>
                      <a:cubicBezTo>
                        <a:pt x="18039" y="4567"/>
                        <a:pt x="18053" y="4474"/>
                        <a:pt x="18091" y="4401"/>
                      </a:cubicBezTo>
                      <a:lnTo>
                        <a:pt x="18517" y="3609"/>
                      </a:lnTo>
                      <a:cubicBezTo>
                        <a:pt x="18593" y="3463"/>
                        <a:pt x="18652" y="3338"/>
                        <a:pt x="18646" y="3333"/>
                      </a:cubicBezTo>
                      <a:cubicBezTo>
                        <a:pt x="18641" y="3327"/>
                        <a:pt x="18539" y="3229"/>
                        <a:pt x="18420" y="3115"/>
                      </a:cubicBezTo>
                      <a:lnTo>
                        <a:pt x="17185" y="2045"/>
                      </a:lnTo>
                      <a:cubicBezTo>
                        <a:pt x="17055" y="1942"/>
                        <a:pt x="16943" y="1852"/>
                        <a:pt x="16938" y="1846"/>
                      </a:cubicBezTo>
                      <a:cubicBezTo>
                        <a:pt x="16932" y="1841"/>
                        <a:pt x="16811" y="1917"/>
                        <a:pt x="16681" y="2009"/>
                      </a:cubicBezTo>
                      <a:lnTo>
                        <a:pt x="15933" y="2546"/>
                      </a:lnTo>
                      <a:cubicBezTo>
                        <a:pt x="15865" y="2595"/>
                        <a:pt x="15775" y="2621"/>
                        <a:pt x="15683" y="2626"/>
                      </a:cubicBezTo>
                      <a:cubicBezTo>
                        <a:pt x="15592" y="2631"/>
                        <a:pt x="15502" y="2615"/>
                        <a:pt x="15432" y="2574"/>
                      </a:cubicBezTo>
                      <a:lnTo>
                        <a:pt x="14681" y="2189"/>
                      </a:lnTo>
                      <a:cubicBezTo>
                        <a:pt x="14605" y="2154"/>
                        <a:pt x="14538" y="2089"/>
                        <a:pt x="14490" y="2012"/>
                      </a:cubicBezTo>
                      <a:cubicBezTo>
                        <a:pt x="14442" y="1934"/>
                        <a:pt x="14412" y="1845"/>
                        <a:pt x="14415" y="1761"/>
                      </a:cubicBezTo>
                      <a:lnTo>
                        <a:pt x="14427" y="839"/>
                      </a:lnTo>
                      <a:cubicBezTo>
                        <a:pt x="14427" y="758"/>
                        <a:pt x="14428" y="682"/>
                        <a:pt x="14427" y="626"/>
                      </a:cubicBezTo>
                      <a:cubicBezTo>
                        <a:pt x="14425" y="571"/>
                        <a:pt x="14420" y="537"/>
                        <a:pt x="14415" y="537"/>
                      </a:cubicBezTo>
                      <a:cubicBezTo>
                        <a:pt x="14412" y="534"/>
                        <a:pt x="14376" y="522"/>
                        <a:pt x="14321" y="506"/>
                      </a:cubicBezTo>
                      <a:cubicBezTo>
                        <a:pt x="14266" y="490"/>
                        <a:pt x="14192" y="469"/>
                        <a:pt x="14114" y="444"/>
                      </a:cubicBezTo>
                      <a:lnTo>
                        <a:pt x="12506" y="54"/>
                      </a:lnTo>
                      <a:cubicBezTo>
                        <a:pt x="12344" y="22"/>
                        <a:pt x="12203" y="0"/>
                        <a:pt x="12198" y="0"/>
                      </a:cubicBezTo>
                      <a:cubicBezTo>
                        <a:pt x="12187" y="0"/>
                        <a:pt x="12125" y="118"/>
                        <a:pt x="12050" y="265"/>
                      </a:cubicBezTo>
                      <a:lnTo>
                        <a:pt x="11626" y="1094"/>
                      </a:lnTo>
                      <a:cubicBezTo>
                        <a:pt x="11588" y="1168"/>
                        <a:pt x="11523" y="1233"/>
                        <a:pt x="11445" y="1279"/>
                      </a:cubicBezTo>
                      <a:cubicBezTo>
                        <a:pt x="11367" y="1325"/>
                        <a:pt x="11276" y="1352"/>
                        <a:pt x="11195" y="1350"/>
                      </a:cubicBezTo>
                      <a:lnTo>
                        <a:pt x="10386" y="1350"/>
                      </a:lnTo>
                      <a:cubicBezTo>
                        <a:pt x="10305" y="1352"/>
                        <a:pt x="10215" y="1325"/>
                        <a:pt x="10136" y="1279"/>
                      </a:cubicBezTo>
                      <a:cubicBezTo>
                        <a:pt x="10057" y="1233"/>
                        <a:pt x="9990" y="1168"/>
                        <a:pt x="9955" y="1094"/>
                      </a:cubicBezTo>
                      <a:lnTo>
                        <a:pt x="9534" y="265"/>
                      </a:lnTo>
                      <a:cubicBezTo>
                        <a:pt x="9458" y="118"/>
                        <a:pt x="9394" y="0"/>
                        <a:pt x="9383" y="0"/>
                      </a:cubicBezTo>
                      <a:close/>
                      <a:moveTo>
                        <a:pt x="10800" y="4281"/>
                      </a:moveTo>
                      <a:cubicBezTo>
                        <a:pt x="12461" y="4281"/>
                        <a:pt x="14122" y="4918"/>
                        <a:pt x="15389" y="6191"/>
                      </a:cubicBezTo>
                      <a:cubicBezTo>
                        <a:pt x="17924" y="8736"/>
                        <a:pt x="17924" y="12864"/>
                        <a:pt x="15389" y="15409"/>
                      </a:cubicBezTo>
                      <a:cubicBezTo>
                        <a:pt x="12855" y="17955"/>
                        <a:pt x="8745" y="17955"/>
                        <a:pt x="6211" y="15409"/>
                      </a:cubicBezTo>
                      <a:cubicBezTo>
                        <a:pt x="3676" y="12864"/>
                        <a:pt x="3676" y="8736"/>
                        <a:pt x="6211" y="6191"/>
                      </a:cubicBezTo>
                      <a:cubicBezTo>
                        <a:pt x="7478" y="4918"/>
                        <a:pt x="9139" y="4281"/>
                        <a:pt x="10800" y="4281"/>
                      </a:cubicBezTo>
                      <a:close/>
                    </a:path>
                  </a:pathLst>
                </a:custGeom>
                <a:solidFill>
                  <a:schemeClr val="accent5"/>
                </a:solidFill>
                <a:ln>
                  <a:noFill/>
                </a:ln>
                <a:effectLst/>
              </p:spPr>
              <p:txBody>
                <a:bodyPr vert="horz" wrap="square" lIns="68580" tIns="34290" rIns="68580" bIns="34290" numCol="1" anchor="t" anchorCtr="0" compatLnSpc="1"/>
                <a:lstStyle/>
                <a:p>
                  <a:endParaRPr lang="zh-CN" altLang="en-US" sz="1350">
                    <a:solidFill>
                      <a:prstClr val="black"/>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217" name="Фигура"/>
                <p:cNvSpPr/>
                <p:nvPr/>
              </p:nvSpPr>
              <p:spPr bwMode="auto">
                <a:xfrm>
                  <a:off x="320465" y="316185"/>
                  <a:ext cx="1364344" cy="1364254"/>
                </a:xfrm>
                <a:custGeom>
                  <a:avLst/>
                  <a:gdLst>
                    <a:gd name="T0" fmla="*/ 682172 w 19679"/>
                    <a:gd name="T1" fmla="*/ 682127 h 20595"/>
                    <a:gd name="T2" fmla="*/ 682172 w 19679"/>
                    <a:gd name="T3" fmla="*/ 682127 h 20595"/>
                    <a:gd name="T4" fmla="*/ 682172 w 19679"/>
                    <a:gd name="T5" fmla="*/ 682127 h 20595"/>
                    <a:gd name="T6" fmla="*/ 682172 w 19679"/>
                    <a:gd name="T7" fmla="*/ 682127 h 20595"/>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20595" extrusionOk="0">
                      <a:moveTo>
                        <a:pt x="9841" y="0"/>
                      </a:moveTo>
                      <a:cubicBezTo>
                        <a:pt x="7322" y="0"/>
                        <a:pt x="4803" y="1004"/>
                        <a:pt x="2882" y="3015"/>
                      </a:cubicBezTo>
                      <a:cubicBezTo>
                        <a:pt x="-961" y="7037"/>
                        <a:pt x="-961" y="13557"/>
                        <a:pt x="2882" y="17578"/>
                      </a:cubicBezTo>
                      <a:cubicBezTo>
                        <a:pt x="6724" y="21600"/>
                        <a:pt x="12954" y="21600"/>
                        <a:pt x="16796" y="17578"/>
                      </a:cubicBezTo>
                      <a:cubicBezTo>
                        <a:pt x="20639" y="13557"/>
                        <a:pt x="20639" y="7037"/>
                        <a:pt x="16796" y="3015"/>
                      </a:cubicBezTo>
                      <a:cubicBezTo>
                        <a:pt x="14875" y="1004"/>
                        <a:pt x="12359" y="0"/>
                        <a:pt x="9841" y="0"/>
                      </a:cubicBezTo>
                      <a:close/>
                      <a:moveTo>
                        <a:pt x="9841" y="1201"/>
                      </a:moveTo>
                      <a:cubicBezTo>
                        <a:pt x="12065" y="1201"/>
                        <a:pt x="14289" y="2090"/>
                        <a:pt x="15986" y="3866"/>
                      </a:cubicBezTo>
                      <a:cubicBezTo>
                        <a:pt x="19380" y="7418"/>
                        <a:pt x="19380" y="13178"/>
                        <a:pt x="15986" y="16731"/>
                      </a:cubicBezTo>
                      <a:cubicBezTo>
                        <a:pt x="12592" y="20283"/>
                        <a:pt x="7089" y="20283"/>
                        <a:pt x="3695" y="16731"/>
                      </a:cubicBezTo>
                      <a:cubicBezTo>
                        <a:pt x="301" y="13178"/>
                        <a:pt x="301" y="7418"/>
                        <a:pt x="3695" y="3866"/>
                      </a:cubicBezTo>
                      <a:cubicBezTo>
                        <a:pt x="5392" y="2090"/>
                        <a:pt x="7616" y="1201"/>
                        <a:pt x="9841" y="1201"/>
                      </a:cubicBezTo>
                      <a:close/>
                    </a:path>
                  </a:pathLst>
                </a:custGeom>
                <a:solidFill>
                  <a:srgbClr val="000000">
                    <a:alpha val="11765"/>
                  </a:srgbClr>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marL="0" marR="0" lvl="0" indent="0" algn="l" defTabSz="41275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252D30"/>
                    </a:solidFill>
                    <a:effectLst/>
                    <a:uLnTx/>
                    <a:uFillTx/>
                    <a:latin typeface="思源黑体 CN Bold" panose="020B0800000000000000" pitchFamily="34" charset="-122"/>
                    <a:ea typeface="思源黑体 CN Bold" panose="020B0800000000000000" pitchFamily="34" charset="-122"/>
                    <a:cs typeface="Arial" panose="020B0604020202020204" pitchFamily="34" charset="0"/>
                    <a:sym typeface="Arial" panose="020B0604020202020204" pitchFamily="34" charset="0"/>
                  </a:endParaRPr>
                </a:p>
              </p:txBody>
            </p:sp>
          </p:grpSp>
          <p:sp>
            <p:nvSpPr>
              <p:cNvPr id="215" name="Кружок"/>
              <p:cNvSpPr>
                <a:spLocks noChangeArrowheads="1"/>
              </p:cNvSpPr>
              <p:nvPr/>
            </p:nvSpPr>
            <p:spPr bwMode="auto">
              <a:xfrm>
                <a:off x="2844453" y="3798597"/>
                <a:ext cx="426510" cy="428378"/>
              </a:xfrm>
              <a:prstGeom prst="ellipse">
                <a:avLst/>
              </a:prstGeom>
              <a:solidFill>
                <a:schemeClr val="accent5"/>
              </a:solidFill>
              <a:ln>
                <a:noFill/>
              </a:ln>
              <a:effectLst/>
            </p:spPr>
            <p:txBody>
              <a:bodyPr vert="horz" wrap="square" lIns="68580" tIns="34290" rIns="68580" bIns="34290" numCol="1" anchor="t" anchorCtr="0" compatLnSpc="1"/>
              <a:lstStyle/>
              <a:p>
                <a:endParaRPr lang="zh-CN" altLang="zh-CN" sz="1350">
                  <a:solidFill>
                    <a:prstClr val="black"/>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pic>
            <p:nvPicPr>
              <p:cNvPr id="168" name="图形 167"/>
              <p:cNvPicPr>
                <a:picLocks noChangeAspect="1"/>
              </p:cNvPicPr>
              <p:nvPr/>
            </p:nvPicPr>
            <p:blipFill>
              <a:blip r:embed="rId7"/>
              <a:stretch>
                <a:fillRect/>
              </a:stretch>
            </p:blipFill>
            <p:spPr>
              <a:xfrm>
                <a:off x="2906581" y="3864464"/>
                <a:ext cx="302256" cy="302256"/>
              </a:xfrm>
              <a:prstGeom prst="rect">
                <a:avLst/>
              </a:prstGeom>
            </p:spPr>
          </p:pic>
        </p:grpSp>
        <p:grpSp>
          <p:nvGrpSpPr>
            <p:cNvPr id="8" name="组合 7"/>
            <p:cNvGrpSpPr/>
            <p:nvPr/>
          </p:nvGrpSpPr>
          <p:grpSpPr>
            <a:xfrm>
              <a:off x="3023884" y="2312294"/>
              <a:ext cx="6599831" cy="3459198"/>
              <a:chOff x="3023884" y="2312294"/>
              <a:chExt cx="6599831" cy="3459198"/>
            </a:xfrm>
          </p:grpSpPr>
          <p:grpSp>
            <p:nvGrpSpPr>
              <p:cNvPr id="5" name="组合 4"/>
              <p:cNvGrpSpPr/>
              <p:nvPr/>
            </p:nvGrpSpPr>
            <p:grpSpPr>
              <a:xfrm>
                <a:off x="3023884" y="2312294"/>
                <a:ext cx="6144232" cy="3459198"/>
                <a:chOff x="3023884" y="2312294"/>
                <a:chExt cx="6144232" cy="3459198"/>
              </a:xfrm>
            </p:grpSpPr>
            <p:sp>
              <p:nvSpPr>
                <p:cNvPr id="9" name="任意多边形: 形状 8"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3023884" y="2537084"/>
                  <a:ext cx="2172393" cy="845202"/>
                </a:xfrm>
                <a:custGeom>
                  <a:avLst/>
                  <a:gdLst>
                    <a:gd name="connsiteX0" fmla="*/ 0 w 2172393"/>
                    <a:gd name="connsiteY0" fmla="*/ 836814 h 836814"/>
                    <a:gd name="connsiteX1" fmla="*/ 2172393 w 2172393"/>
                    <a:gd name="connsiteY1" fmla="*/ 0 h 836814"/>
                    <a:gd name="connsiteX0-1" fmla="*/ 0 w 2172393"/>
                    <a:gd name="connsiteY0-2" fmla="*/ 836814 h 836814"/>
                    <a:gd name="connsiteX1-3" fmla="*/ 2172393 w 2172393"/>
                    <a:gd name="connsiteY1-4" fmla="*/ 0 h 836814"/>
                    <a:gd name="connsiteX0-5" fmla="*/ 0 w 2172393"/>
                    <a:gd name="connsiteY0-6" fmla="*/ 870009 h 870009"/>
                    <a:gd name="connsiteX1-7" fmla="*/ 2172393 w 2172393"/>
                    <a:gd name="connsiteY1-8" fmla="*/ 33195 h 870009"/>
                    <a:gd name="connsiteX0-9" fmla="*/ 0 w 2172393"/>
                    <a:gd name="connsiteY0-10" fmla="*/ 853718 h 853718"/>
                    <a:gd name="connsiteX1-11" fmla="*/ 2172393 w 2172393"/>
                    <a:gd name="connsiteY1-12" fmla="*/ 16904 h 853718"/>
                    <a:gd name="connsiteX0-13" fmla="*/ 0 w 2172393"/>
                    <a:gd name="connsiteY0-14" fmla="*/ 851052 h 851052"/>
                    <a:gd name="connsiteX1-15" fmla="*/ 2172393 w 2172393"/>
                    <a:gd name="connsiteY1-16" fmla="*/ 14238 h 851052"/>
                    <a:gd name="connsiteX0-17" fmla="*/ 0 w 2172393"/>
                    <a:gd name="connsiteY0-18" fmla="*/ 851052 h 851052"/>
                    <a:gd name="connsiteX1-19" fmla="*/ 2172393 w 2172393"/>
                    <a:gd name="connsiteY1-20" fmla="*/ 14238 h 851052"/>
                    <a:gd name="connsiteX0-21" fmla="*/ 0 w 2172393"/>
                    <a:gd name="connsiteY0-22" fmla="*/ 848841 h 848841"/>
                    <a:gd name="connsiteX1-23" fmla="*/ 2172393 w 2172393"/>
                    <a:gd name="connsiteY1-24" fmla="*/ 12027 h 848841"/>
                    <a:gd name="connsiteX0-25" fmla="*/ 0 w 2172393"/>
                    <a:gd name="connsiteY0-26" fmla="*/ 845202 h 845202"/>
                    <a:gd name="connsiteX1-27" fmla="*/ 2172393 w 2172393"/>
                    <a:gd name="connsiteY1-28" fmla="*/ 8388 h 845202"/>
                  </a:gdLst>
                  <a:ahLst/>
                  <a:cxnLst>
                    <a:cxn ang="0">
                      <a:pos x="connsiteX0-1" y="connsiteY0-2"/>
                    </a:cxn>
                    <a:cxn ang="0">
                      <a:pos x="connsiteX1-3" y="connsiteY1-4"/>
                    </a:cxn>
                  </a:cxnLst>
                  <a:rect l="l" t="t" r="r" b="b"/>
                  <a:pathLst>
                    <a:path w="2172393" h="845202">
                      <a:moveTo>
                        <a:pt x="0" y="845202"/>
                      </a:moveTo>
                      <a:cubicBezTo>
                        <a:pt x="657630" y="-65503"/>
                        <a:pt x="1437178" y="-11932"/>
                        <a:pt x="2172393" y="8388"/>
                      </a:cubicBezTo>
                    </a:path>
                  </a:pathLst>
                </a:custGeom>
                <a:noFill/>
                <a:ln w="92075" cap="rnd">
                  <a:gradFill flip="none" rotWithShape="1">
                    <a:gsLst>
                      <a:gs pos="0">
                        <a:schemeClr val="accent1">
                          <a:lumMod val="5000"/>
                          <a:lumOff val="95000"/>
                          <a:alpha val="0"/>
                        </a:schemeClr>
                      </a:gs>
                      <a:gs pos="84000">
                        <a:schemeClr val="accent1"/>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0" name="任意多边形: 形状 9"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flipH="1" flipV="1">
                  <a:off x="7070711" y="4694255"/>
                  <a:ext cx="2097403" cy="845202"/>
                </a:xfrm>
                <a:custGeom>
                  <a:avLst/>
                  <a:gdLst>
                    <a:gd name="connsiteX0" fmla="*/ 0 w 2172393"/>
                    <a:gd name="connsiteY0" fmla="*/ 836814 h 836814"/>
                    <a:gd name="connsiteX1" fmla="*/ 2172393 w 2172393"/>
                    <a:gd name="connsiteY1" fmla="*/ 0 h 836814"/>
                    <a:gd name="connsiteX0-1" fmla="*/ 0 w 2172393"/>
                    <a:gd name="connsiteY0-2" fmla="*/ 836814 h 836814"/>
                    <a:gd name="connsiteX1-3" fmla="*/ 2172393 w 2172393"/>
                    <a:gd name="connsiteY1-4" fmla="*/ 0 h 836814"/>
                    <a:gd name="connsiteX0-5" fmla="*/ 0 w 2172393"/>
                    <a:gd name="connsiteY0-6" fmla="*/ 870009 h 870009"/>
                    <a:gd name="connsiteX1-7" fmla="*/ 2172393 w 2172393"/>
                    <a:gd name="connsiteY1-8" fmla="*/ 33195 h 870009"/>
                    <a:gd name="connsiteX0-9" fmla="*/ 0 w 2172393"/>
                    <a:gd name="connsiteY0-10" fmla="*/ 853718 h 853718"/>
                    <a:gd name="connsiteX1-11" fmla="*/ 2172393 w 2172393"/>
                    <a:gd name="connsiteY1-12" fmla="*/ 16904 h 853718"/>
                    <a:gd name="connsiteX0-13" fmla="*/ 0 w 2172393"/>
                    <a:gd name="connsiteY0-14" fmla="*/ 851052 h 851052"/>
                    <a:gd name="connsiteX1-15" fmla="*/ 2172393 w 2172393"/>
                    <a:gd name="connsiteY1-16" fmla="*/ 14238 h 851052"/>
                    <a:gd name="connsiteX0-17" fmla="*/ 0 w 2172393"/>
                    <a:gd name="connsiteY0-18" fmla="*/ 851052 h 851052"/>
                    <a:gd name="connsiteX1-19" fmla="*/ 2172393 w 2172393"/>
                    <a:gd name="connsiteY1-20" fmla="*/ 14238 h 851052"/>
                    <a:gd name="connsiteX0-21" fmla="*/ 0 w 2172393"/>
                    <a:gd name="connsiteY0-22" fmla="*/ 848841 h 848841"/>
                    <a:gd name="connsiteX1-23" fmla="*/ 2172393 w 2172393"/>
                    <a:gd name="connsiteY1-24" fmla="*/ 12027 h 848841"/>
                    <a:gd name="connsiteX0-25" fmla="*/ 0 w 2172393"/>
                    <a:gd name="connsiteY0-26" fmla="*/ 845202 h 845202"/>
                    <a:gd name="connsiteX1-27" fmla="*/ 2172393 w 2172393"/>
                    <a:gd name="connsiteY1-28" fmla="*/ 8388 h 845202"/>
                  </a:gdLst>
                  <a:ahLst/>
                  <a:cxnLst>
                    <a:cxn ang="0">
                      <a:pos x="connsiteX0-1" y="connsiteY0-2"/>
                    </a:cxn>
                    <a:cxn ang="0">
                      <a:pos x="connsiteX1-3" y="connsiteY1-4"/>
                    </a:cxn>
                  </a:cxnLst>
                  <a:rect l="l" t="t" r="r" b="b"/>
                  <a:pathLst>
                    <a:path w="2172393" h="845202">
                      <a:moveTo>
                        <a:pt x="0" y="845202"/>
                      </a:moveTo>
                      <a:cubicBezTo>
                        <a:pt x="657630" y="-65503"/>
                        <a:pt x="1437178" y="-11932"/>
                        <a:pt x="2172393" y="8388"/>
                      </a:cubicBezTo>
                    </a:path>
                  </a:pathLst>
                </a:custGeom>
                <a:noFill/>
                <a:ln w="92075" cap="rnd">
                  <a:gradFill flip="none" rotWithShape="1">
                    <a:gsLst>
                      <a:gs pos="0">
                        <a:schemeClr val="accent1">
                          <a:lumMod val="5000"/>
                          <a:lumOff val="95000"/>
                          <a:alpha val="0"/>
                        </a:schemeClr>
                      </a:gs>
                      <a:gs pos="84000">
                        <a:schemeClr val="accent1"/>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1" name="任意多边形: 形状 10"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flipH="1">
                  <a:off x="7070712" y="2530815"/>
                  <a:ext cx="2097404" cy="845202"/>
                </a:xfrm>
                <a:custGeom>
                  <a:avLst/>
                  <a:gdLst>
                    <a:gd name="connsiteX0" fmla="*/ 0 w 2172393"/>
                    <a:gd name="connsiteY0" fmla="*/ 836814 h 836814"/>
                    <a:gd name="connsiteX1" fmla="*/ 2172393 w 2172393"/>
                    <a:gd name="connsiteY1" fmla="*/ 0 h 836814"/>
                    <a:gd name="connsiteX0-1" fmla="*/ 0 w 2172393"/>
                    <a:gd name="connsiteY0-2" fmla="*/ 836814 h 836814"/>
                    <a:gd name="connsiteX1-3" fmla="*/ 2172393 w 2172393"/>
                    <a:gd name="connsiteY1-4" fmla="*/ 0 h 836814"/>
                    <a:gd name="connsiteX0-5" fmla="*/ 0 w 2172393"/>
                    <a:gd name="connsiteY0-6" fmla="*/ 870009 h 870009"/>
                    <a:gd name="connsiteX1-7" fmla="*/ 2172393 w 2172393"/>
                    <a:gd name="connsiteY1-8" fmla="*/ 33195 h 870009"/>
                    <a:gd name="connsiteX0-9" fmla="*/ 0 w 2172393"/>
                    <a:gd name="connsiteY0-10" fmla="*/ 853718 h 853718"/>
                    <a:gd name="connsiteX1-11" fmla="*/ 2172393 w 2172393"/>
                    <a:gd name="connsiteY1-12" fmla="*/ 16904 h 853718"/>
                    <a:gd name="connsiteX0-13" fmla="*/ 0 w 2172393"/>
                    <a:gd name="connsiteY0-14" fmla="*/ 851052 h 851052"/>
                    <a:gd name="connsiteX1-15" fmla="*/ 2172393 w 2172393"/>
                    <a:gd name="connsiteY1-16" fmla="*/ 14238 h 851052"/>
                    <a:gd name="connsiteX0-17" fmla="*/ 0 w 2172393"/>
                    <a:gd name="connsiteY0-18" fmla="*/ 851052 h 851052"/>
                    <a:gd name="connsiteX1-19" fmla="*/ 2172393 w 2172393"/>
                    <a:gd name="connsiteY1-20" fmla="*/ 14238 h 851052"/>
                    <a:gd name="connsiteX0-21" fmla="*/ 0 w 2172393"/>
                    <a:gd name="connsiteY0-22" fmla="*/ 848841 h 848841"/>
                    <a:gd name="connsiteX1-23" fmla="*/ 2172393 w 2172393"/>
                    <a:gd name="connsiteY1-24" fmla="*/ 12027 h 848841"/>
                    <a:gd name="connsiteX0-25" fmla="*/ 0 w 2172393"/>
                    <a:gd name="connsiteY0-26" fmla="*/ 845202 h 845202"/>
                    <a:gd name="connsiteX1-27" fmla="*/ 2172393 w 2172393"/>
                    <a:gd name="connsiteY1-28" fmla="*/ 8388 h 845202"/>
                  </a:gdLst>
                  <a:ahLst/>
                  <a:cxnLst>
                    <a:cxn ang="0">
                      <a:pos x="connsiteX0-1" y="connsiteY0-2"/>
                    </a:cxn>
                    <a:cxn ang="0">
                      <a:pos x="connsiteX1-3" y="connsiteY1-4"/>
                    </a:cxn>
                  </a:cxnLst>
                  <a:rect l="l" t="t" r="r" b="b"/>
                  <a:pathLst>
                    <a:path w="2172393" h="845202">
                      <a:moveTo>
                        <a:pt x="0" y="845202"/>
                      </a:moveTo>
                      <a:cubicBezTo>
                        <a:pt x="657630" y="-65503"/>
                        <a:pt x="1437178" y="-11932"/>
                        <a:pt x="2172393" y="8388"/>
                      </a:cubicBezTo>
                    </a:path>
                  </a:pathLst>
                </a:custGeom>
                <a:noFill/>
                <a:ln w="92075" cap="rnd">
                  <a:gradFill flip="none" rotWithShape="1">
                    <a:gsLst>
                      <a:gs pos="0">
                        <a:schemeClr val="accent1">
                          <a:lumMod val="5000"/>
                          <a:lumOff val="95000"/>
                          <a:alpha val="0"/>
                        </a:schemeClr>
                      </a:gs>
                      <a:gs pos="84000">
                        <a:schemeClr val="accent1"/>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2" name="任意多边形: 形状 11"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flipV="1">
                  <a:off x="3023884" y="4694255"/>
                  <a:ext cx="2172393" cy="845202"/>
                </a:xfrm>
                <a:custGeom>
                  <a:avLst/>
                  <a:gdLst>
                    <a:gd name="connsiteX0" fmla="*/ 0 w 2172393"/>
                    <a:gd name="connsiteY0" fmla="*/ 836814 h 836814"/>
                    <a:gd name="connsiteX1" fmla="*/ 2172393 w 2172393"/>
                    <a:gd name="connsiteY1" fmla="*/ 0 h 836814"/>
                    <a:gd name="connsiteX0-1" fmla="*/ 0 w 2172393"/>
                    <a:gd name="connsiteY0-2" fmla="*/ 836814 h 836814"/>
                    <a:gd name="connsiteX1-3" fmla="*/ 2172393 w 2172393"/>
                    <a:gd name="connsiteY1-4" fmla="*/ 0 h 836814"/>
                    <a:gd name="connsiteX0-5" fmla="*/ 0 w 2172393"/>
                    <a:gd name="connsiteY0-6" fmla="*/ 870009 h 870009"/>
                    <a:gd name="connsiteX1-7" fmla="*/ 2172393 w 2172393"/>
                    <a:gd name="connsiteY1-8" fmla="*/ 33195 h 870009"/>
                    <a:gd name="connsiteX0-9" fmla="*/ 0 w 2172393"/>
                    <a:gd name="connsiteY0-10" fmla="*/ 853718 h 853718"/>
                    <a:gd name="connsiteX1-11" fmla="*/ 2172393 w 2172393"/>
                    <a:gd name="connsiteY1-12" fmla="*/ 16904 h 853718"/>
                    <a:gd name="connsiteX0-13" fmla="*/ 0 w 2172393"/>
                    <a:gd name="connsiteY0-14" fmla="*/ 851052 h 851052"/>
                    <a:gd name="connsiteX1-15" fmla="*/ 2172393 w 2172393"/>
                    <a:gd name="connsiteY1-16" fmla="*/ 14238 h 851052"/>
                    <a:gd name="connsiteX0-17" fmla="*/ 0 w 2172393"/>
                    <a:gd name="connsiteY0-18" fmla="*/ 851052 h 851052"/>
                    <a:gd name="connsiteX1-19" fmla="*/ 2172393 w 2172393"/>
                    <a:gd name="connsiteY1-20" fmla="*/ 14238 h 851052"/>
                    <a:gd name="connsiteX0-21" fmla="*/ 0 w 2172393"/>
                    <a:gd name="connsiteY0-22" fmla="*/ 848841 h 848841"/>
                    <a:gd name="connsiteX1-23" fmla="*/ 2172393 w 2172393"/>
                    <a:gd name="connsiteY1-24" fmla="*/ 12027 h 848841"/>
                    <a:gd name="connsiteX0-25" fmla="*/ 0 w 2172393"/>
                    <a:gd name="connsiteY0-26" fmla="*/ 845202 h 845202"/>
                    <a:gd name="connsiteX1-27" fmla="*/ 2172393 w 2172393"/>
                    <a:gd name="connsiteY1-28" fmla="*/ 8388 h 845202"/>
                  </a:gdLst>
                  <a:ahLst/>
                  <a:cxnLst>
                    <a:cxn ang="0">
                      <a:pos x="connsiteX0-1" y="connsiteY0-2"/>
                    </a:cxn>
                    <a:cxn ang="0">
                      <a:pos x="connsiteX1-3" y="connsiteY1-4"/>
                    </a:cxn>
                  </a:cxnLst>
                  <a:rect l="l" t="t" r="r" b="b"/>
                  <a:pathLst>
                    <a:path w="2172393" h="845202">
                      <a:moveTo>
                        <a:pt x="0" y="845202"/>
                      </a:moveTo>
                      <a:cubicBezTo>
                        <a:pt x="657630" y="-65503"/>
                        <a:pt x="1437178" y="-11932"/>
                        <a:pt x="2172393" y="8388"/>
                      </a:cubicBezTo>
                    </a:path>
                  </a:pathLst>
                </a:custGeom>
                <a:noFill/>
                <a:ln w="92075" cap="rnd">
                  <a:gradFill flip="none" rotWithShape="1">
                    <a:gsLst>
                      <a:gs pos="0">
                        <a:schemeClr val="accent1">
                          <a:lumMod val="5000"/>
                          <a:lumOff val="95000"/>
                          <a:alpha val="0"/>
                        </a:schemeClr>
                      </a:gs>
                      <a:gs pos="84000">
                        <a:schemeClr val="accent1"/>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74" name="椭圆 16"/>
                <p:cNvSpPr/>
                <p:nvPr>
                  <p:custDataLst>
                    <p:tags r:id="rId1"/>
                  </p:custDataLst>
                </p:nvPr>
              </p:nvSpPr>
              <p:spPr>
                <a:xfrm>
                  <a:off x="5220440" y="2312294"/>
                  <a:ext cx="1751121" cy="464071"/>
                </a:xfrm>
                <a:prstGeom prst="roundRect">
                  <a:avLst>
                    <a:gd name="adj" fmla="val 50000"/>
                  </a:avLst>
                </a:prstGeom>
                <a:solidFill>
                  <a:schemeClr val="accent1"/>
                </a:solidFill>
                <a:ln w="12700">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910" b="0" i="0" u="none" strike="noStrike" kern="1200" cap="none" spc="0" normalizeH="0" baseline="0" noProof="0">
                    <a:ln>
                      <a:noFill/>
                    </a:ln>
                    <a:solidFill>
                      <a:schemeClr val="accent1"/>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75" name="文本框 74"/>
                <p:cNvSpPr txBox="1"/>
                <p:nvPr/>
              </p:nvSpPr>
              <p:spPr>
                <a:xfrm>
                  <a:off x="5344102" y="2364909"/>
                  <a:ext cx="1503796" cy="358841"/>
                </a:xfrm>
                <a:prstGeom prst="rect">
                  <a:avLst/>
                </a:prstGeom>
                <a:noFill/>
                <a:effectLst/>
              </p:spPr>
              <p:txBody>
                <a:bodyPr wrap="none" lIns="96926" tIns="48463" rIns="96926" bIns="48463" rtlCol="0">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95" b="0" i="0" u="none" strike="noStrike" kern="120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rPr>
                    <a:t>线上线下融合</a:t>
                  </a:r>
                </a:p>
              </p:txBody>
            </p:sp>
            <p:sp>
              <p:nvSpPr>
                <p:cNvPr id="77" name="椭圆 16"/>
                <p:cNvSpPr/>
                <p:nvPr>
                  <p:custDataLst>
                    <p:tags r:id="rId2"/>
                  </p:custDataLst>
                </p:nvPr>
              </p:nvSpPr>
              <p:spPr>
                <a:xfrm>
                  <a:off x="5220440" y="5307421"/>
                  <a:ext cx="1751121" cy="464071"/>
                </a:xfrm>
                <a:prstGeom prst="roundRect">
                  <a:avLst>
                    <a:gd name="adj" fmla="val 50000"/>
                  </a:avLst>
                </a:prstGeom>
                <a:solidFill>
                  <a:schemeClr val="accent1"/>
                </a:solidFill>
                <a:ln w="12700">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96926" tIns="48463" rIns="96926" bIns="48463"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910" b="0" i="0" u="none" strike="noStrike" kern="1200" cap="none" spc="0" normalizeH="0" baseline="0" noProof="0">
                    <a:ln>
                      <a:noFill/>
                    </a:ln>
                    <a:solidFill>
                      <a:schemeClr val="accent1"/>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78" name="文本框 77"/>
                <p:cNvSpPr txBox="1"/>
                <p:nvPr/>
              </p:nvSpPr>
              <p:spPr>
                <a:xfrm>
                  <a:off x="5344102" y="5360023"/>
                  <a:ext cx="1503796" cy="358841"/>
                </a:xfrm>
                <a:prstGeom prst="rect">
                  <a:avLst/>
                </a:prstGeom>
                <a:noFill/>
                <a:effectLst/>
              </p:spPr>
              <p:txBody>
                <a:bodyPr wrap="none" lIns="96926" tIns="48463" rIns="96926" bIns="48463" rtlCol="0">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95" b="0" i="0" u="none" strike="noStrike" kern="1200" cap="none" spc="0" normalizeH="0" baseline="0" noProof="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rPr>
                    <a:t>混合教学创新</a:t>
                  </a:r>
                  <a:endParaRPr kumimoji="0" lang="zh-CN" altLang="en-US" sz="1695" b="0" i="0" u="none" strike="noStrike" kern="120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endParaRPr>
                </a:p>
              </p:txBody>
            </p:sp>
          </p:grpSp>
          <p:grpSp>
            <p:nvGrpSpPr>
              <p:cNvPr id="7" name="组合 6"/>
              <p:cNvGrpSpPr/>
              <p:nvPr/>
            </p:nvGrpSpPr>
            <p:grpSpPr>
              <a:xfrm>
                <a:off x="8507715" y="3482642"/>
                <a:ext cx="1116000" cy="1116000"/>
                <a:chOff x="8507715" y="3482642"/>
                <a:chExt cx="1116000" cy="1116000"/>
              </a:xfrm>
            </p:grpSpPr>
            <p:sp>
              <p:nvSpPr>
                <p:cNvPr id="331" name="椭圆 330"/>
                <p:cNvSpPr/>
                <p:nvPr/>
              </p:nvSpPr>
              <p:spPr>
                <a:xfrm>
                  <a:off x="8507715" y="3482642"/>
                  <a:ext cx="1116000" cy="111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nvGrpSpPr>
                <p:cNvPr id="333" name="Группа"/>
                <p:cNvGrpSpPr/>
                <p:nvPr/>
              </p:nvGrpSpPr>
              <p:grpSpPr bwMode="auto">
                <a:xfrm>
                  <a:off x="8507715" y="3482642"/>
                  <a:ext cx="1116000" cy="1116000"/>
                  <a:chOff x="1" y="0"/>
                  <a:chExt cx="2005493" cy="1996752"/>
                </a:xfrm>
                <a:effectLst/>
              </p:grpSpPr>
              <p:sp>
                <p:nvSpPr>
                  <p:cNvPr id="357" name="Фигура"/>
                  <p:cNvSpPr/>
                  <p:nvPr/>
                </p:nvSpPr>
                <p:spPr bwMode="auto">
                  <a:xfrm>
                    <a:off x="726204" y="710760"/>
                    <a:ext cx="886095" cy="898784"/>
                  </a:xfrm>
                  <a:custGeom>
                    <a:avLst/>
                    <a:gdLst>
                      <a:gd name="T0" fmla="*/ 443048 w 21600"/>
                      <a:gd name="T1" fmla="*/ 449392 h 21600"/>
                      <a:gd name="T2" fmla="*/ 443048 w 21600"/>
                      <a:gd name="T3" fmla="*/ 449392 h 21600"/>
                      <a:gd name="T4" fmla="*/ 443048 w 21600"/>
                      <a:gd name="T5" fmla="*/ 449392 h 21600"/>
                      <a:gd name="T6" fmla="*/ 443048 w 21600"/>
                      <a:gd name="T7" fmla="*/ 449392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3021" y="0"/>
                        </a:moveTo>
                        <a:lnTo>
                          <a:pt x="21600" y="8458"/>
                        </a:lnTo>
                        <a:cubicBezTo>
                          <a:pt x="21335" y="11398"/>
                          <a:pt x="20164" y="14188"/>
                          <a:pt x="18243" y="16453"/>
                        </a:cubicBezTo>
                        <a:cubicBezTo>
                          <a:pt x="15784" y="19351"/>
                          <a:pt x="12282" y="21196"/>
                          <a:pt x="8471" y="21600"/>
                        </a:cubicBezTo>
                        <a:lnTo>
                          <a:pt x="0" y="13139"/>
                        </a:lnTo>
                        <a:lnTo>
                          <a:pt x="13021" y="0"/>
                        </a:lnTo>
                        <a:close/>
                      </a:path>
                    </a:pathLst>
                  </a:custGeom>
                  <a:solidFill>
                    <a:srgbClr val="000000">
                      <a:alpha val="7059"/>
                    </a:srgbClr>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marL="0" marR="0" lvl="0" indent="0" algn="l" defTabSz="41275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252D30"/>
                      </a:solidFill>
                      <a:effectLst/>
                      <a:uLnTx/>
                      <a:uFillTx/>
                      <a:latin typeface="思源黑体 CN Bold" panose="020B0800000000000000" pitchFamily="34" charset="-122"/>
                      <a:ea typeface="思源黑体 CN Bold" panose="020B0800000000000000" pitchFamily="34" charset="-122"/>
                      <a:cs typeface="Arial" panose="020B0604020202020204" pitchFamily="34" charset="0"/>
                      <a:sym typeface="Arial" panose="020B0604020202020204" pitchFamily="34" charset="0"/>
                    </a:endParaRPr>
                  </a:p>
                </p:txBody>
              </p:sp>
              <p:grpSp>
                <p:nvGrpSpPr>
                  <p:cNvPr id="358" name="Группа"/>
                  <p:cNvGrpSpPr/>
                  <p:nvPr/>
                </p:nvGrpSpPr>
                <p:grpSpPr bwMode="auto">
                  <a:xfrm>
                    <a:off x="1" y="0"/>
                    <a:ext cx="2005493" cy="1996752"/>
                    <a:chOff x="1" y="0"/>
                    <a:chExt cx="2005492" cy="1996751"/>
                  </a:xfrm>
                </p:grpSpPr>
                <p:sp>
                  <p:nvSpPr>
                    <p:cNvPr id="360" name="Фигура"/>
                    <p:cNvSpPr/>
                    <p:nvPr/>
                  </p:nvSpPr>
                  <p:spPr bwMode="auto">
                    <a:xfrm>
                      <a:off x="1" y="0"/>
                      <a:ext cx="2005492" cy="1996751"/>
                    </a:xfrm>
                    <a:custGeom>
                      <a:avLst/>
                      <a:gdLst>
                        <a:gd name="T0" fmla="*/ 1002747 w 21600"/>
                        <a:gd name="T1" fmla="*/ 998376 h 21600"/>
                        <a:gd name="T2" fmla="*/ 1002747 w 21600"/>
                        <a:gd name="T3" fmla="*/ 998376 h 21600"/>
                        <a:gd name="T4" fmla="*/ 1002747 w 21600"/>
                        <a:gd name="T5" fmla="*/ 998376 h 21600"/>
                        <a:gd name="T6" fmla="*/ 1002747 w 21600"/>
                        <a:gd name="T7" fmla="*/ 99837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383" y="0"/>
                          </a:moveTo>
                          <a:cubicBezTo>
                            <a:pt x="9372" y="0"/>
                            <a:pt x="9237" y="27"/>
                            <a:pt x="9075" y="54"/>
                          </a:cubicBezTo>
                          <a:lnTo>
                            <a:pt x="7468" y="444"/>
                          </a:lnTo>
                          <a:cubicBezTo>
                            <a:pt x="7389" y="469"/>
                            <a:pt x="7317" y="490"/>
                            <a:pt x="7263" y="506"/>
                          </a:cubicBezTo>
                          <a:cubicBezTo>
                            <a:pt x="7208" y="522"/>
                            <a:pt x="7172" y="534"/>
                            <a:pt x="7166" y="537"/>
                          </a:cubicBezTo>
                          <a:cubicBezTo>
                            <a:pt x="7164" y="539"/>
                            <a:pt x="7159" y="574"/>
                            <a:pt x="7157" y="629"/>
                          </a:cubicBezTo>
                          <a:cubicBezTo>
                            <a:pt x="7155" y="684"/>
                            <a:pt x="7154" y="758"/>
                            <a:pt x="7154" y="839"/>
                          </a:cubicBezTo>
                          <a:lnTo>
                            <a:pt x="7166" y="1761"/>
                          </a:lnTo>
                          <a:cubicBezTo>
                            <a:pt x="7166" y="1842"/>
                            <a:pt x="7137" y="1931"/>
                            <a:pt x="7089" y="2009"/>
                          </a:cubicBezTo>
                          <a:cubicBezTo>
                            <a:pt x="7041" y="2087"/>
                            <a:pt x="6973" y="2154"/>
                            <a:pt x="6900" y="2189"/>
                          </a:cubicBezTo>
                          <a:lnTo>
                            <a:pt x="6150" y="2574"/>
                          </a:lnTo>
                          <a:cubicBezTo>
                            <a:pt x="6077" y="2615"/>
                            <a:pt x="5984" y="2631"/>
                            <a:pt x="5893" y="2626"/>
                          </a:cubicBezTo>
                          <a:cubicBezTo>
                            <a:pt x="5802" y="2621"/>
                            <a:pt x="5713" y="2595"/>
                            <a:pt x="5648" y="2546"/>
                          </a:cubicBezTo>
                          <a:lnTo>
                            <a:pt x="4900" y="2009"/>
                          </a:lnTo>
                          <a:cubicBezTo>
                            <a:pt x="4765" y="1912"/>
                            <a:pt x="4651" y="1841"/>
                            <a:pt x="4646" y="1846"/>
                          </a:cubicBezTo>
                          <a:cubicBezTo>
                            <a:pt x="4640" y="1852"/>
                            <a:pt x="4526" y="1942"/>
                            <a:pt x="4396" y="2045"/>
                          </a:cubicBezTo>
                          <a:lnTo>
                            <a:pt x="3161" y="3115"/>
                          </a:lnTo>
                          <a:cubicBezTo>
                            <a:pt x="3042" y="3229"/>
                            <a:pt x="2940" y="3327"/>
                            <a:pt x="2935" y="3333"/>
                          </a:cubicBezTo>
                          <a:cubicBezTo>
                            <a:pt x="2929" y="3338"/>
                            <a:pt x="2989" y="3463"/>
                            <a:pt x="3064" y="3609"/>
                          </a:cubicBezTo>
                          <a:lnTo>
                            <a:pt x="3490" y="4401"/>
                          </a:lnTo>
                          <a:cubicBezTo>
                            <a:pt x="3528" y="4474"/>
                            <a:pt x="3542" y="4567"/>
                            <a:pt x="3535" y="4657"/>
                          </a:cubicBezTo>
                          <a:cubicBezTo>
                            <a:pt x="3528" y="4747"/>
                            <a:pt x="3499" y="4833"/>
                            <a:pt x="3448" y="4898"/>
                          </a:cubicBezTo>
                          <a:lnTo>
                            <a:pt x="2909" y="5647"/>
                          </a:lnTo>
                          <a:cubicBezTo>
                            <a:pt x="2863" y="5715"/>
                            <a:pt x="2787" y="5774"/>
                            <a:pt x="2704" y="5812"/>
                          </a:cubicBezTo>
                          <a:cubicBezTo>
                            <a:pt x="2621" y="5851"/>
                            <a:pt x="2531" y="5868"/>
                            <a:pt x="2450" y="5857"/>
                          </a:cubicBezTo>
                          <a:lnTo>
                            <a:pt x="1549" y="5739"/>
                          </a:lnTo>
                          <a:cubicBezTo>
                            <a:pt x="1387" y="5718"/>
                            <a:pt x="1250" y="5705"/>
                            <a:pt x="1245" y="5711"/>
                          </a:cubicBezTo>
                          <a:cubicBezTo>
                            <a:pt x="1240" y="5716"/>
                            <a:pt x="1181" y="5847"/>
                            <a:pt x="1111" y="5999"/>
                          </a:cubicBezTo>
                          <a:lnTo>
                            <a:pt x="518" y="7484"/>
                          </a:lnTo>
                          <a:cubicBezTo>
                            <a:pt x="491" y="7562"/>
                            <a:pt x="465" y="7635"/>
                            <a:pt x="447" y="7689"/>
                          </a:cubicBezTo>
                          <a:cubicBezTo>
                            <a:pt x="429" y="7743"/>
                            <a:pt x="417" y="7779"/>
                            <a:pt x="414" y="7781"/>
                          </a:cubicBezTo>
                          <a:cubicBezTo>
                            <a:pt x="414" y="7787"/>
                            <a:pt x="441" y="7810"/>
                            <a:pt x="485" y="7843"/>
                          </a:cubicBezTo>
                          <a:cubicBezTo>
                            <a:pt x="529" y="7876"/>
                            <a:pt x="589" y="7920"/>
                            <a:pt x="657" y="7966"/>
                          </a:cubicBezTo>
                          <a:lnTo>
                            <a:pt x="1381" y="8453"/>
                          </a:lnTo>
                          <a:cubicBezTo>
                            <a:pt x="1449" y="8499"/>
                            <a:pt x="1502" y="8575"/>
                            <a:pt x="1537" y="8658"/>
                          </a:cubicBezTo>
                          <a:cubicBezTo>
                            <a:pt x="1571" y="8742"/>
                            <a:pt x="1586" y="8832"/>
                            <a:pt x="1570" y="8914"/>
                          </a:cubicBezTo>
                          <a:lnTo>
                            <a:pt x="1419" y="9944"/>
                          </a:lnTo>
                          <a:cubicBezTo>
                            <a:pt x="1411" y="10026"/>
                            <a:pt x="1372" y="10112"/>
                            <a:pt x="1316" y="10185"/>
                          </a:cubicBezTo>
                          <a:cubicBezTo>
                            <a:pt x="1259" y="10259"/>
                            <a:pt x="1184" y="10319"/>
                            <a:pt x="1106" y="10346"/>
                          </a:cubicBezTo>
                          <a:lnTo>
                            <a:pt x="280" y="10649"/>
                          </a:lnTo>
                          <a:cubicBezTo>
                            <a:pt x="124" y="10703"/>
                            <a:pt x="0" y="10758"/>
                            <a:pt x="0" y="10769"/>
                          </a:cubicBezTo>
                          <a:cubicBezTo>
                            <a:pt x="0" y="10780"/>
                            <a:pt x="6" y="10919"/>
                            <a:pt x="16" y="11081"/>
                          </a:cubicBezTo>
                          <a:lnTo>
                            <a:pt x="167" y="12627"/>
                          </a:lnTo>
                          <a:cubicBezTo>
                            <a:pt x="181" y="12708"/>
                            <a:pt x="192" y="12783"/>
                            <a:pt x="200" y="12840"/>
                          </a:cubicBezTo>
                          <a:cubicBezTo>
                            <a:pt x="208" y="12897"/>
                            <a:pt x="214" y="12936"/>
                            <a:pt x="217" y="12942"/>
                          </a:cubicBezTo>
                          <a:cubicBezTo>
                            <a:pt x="217" y="12947"/>
                            <a:pt x="249" y="12954"/>
                            <a:pt x="304" y="12963"/>
                          </a:cubicBezTo>
                          <a:cubicBezTo>
                            <a:pt x="358" y="12972"/>
                            <a:pt x="434" y="12983"/>
                            <a:pt x="518" y="12991"/>
                          </a:cubicBezTo>
                          <a:lnTo>
                            <a:pt x="1353" y="13081"/>
                          </a:lnTo>
                          <a:cubicBezTo>
                            <a:pt x="1434" y="13089"/>
                            <a:pt x="1519" y="13131"/>
                            <a:pt x="1589" y="13190"/>
                          </a:cubicBezTo>
                          <a:cubicBezTo>
                            <a:pt x="1658" y="13248"/>
                            <a:pt x="1713" y="13324"/>
                            <a:pt x="1737" y="13402"/>
                          </a:cubicBezTo>
                          <a:lnTo>
                            <a:pt x="2120" y="14502"/>
                          </a:lnTo>
                          <a:cubicBezTo>
                            <a:pt x="2150" y="14578"/>
                            <a:pt x="2156" y="14673"/>
                            <a:pt x="2139" y="14764"/>
                          </a:cubicBezTo>
                          <a:cubicBezTo>
                            <a:pt x="2123" y="14855"/>
                            <a:pt x="2085" y="14941"/>
                            <a:pt x="2029" y="15000"/>
                          </a:cubicBezTo>
                          <a:lnTo>
                            <a:pt x="1457" y="15624"/>
                          </a:lnTo>
                          <a:cubicBezTo>
                            <a:pt x="1349" y="15744"/>
                            <a:pt x="1256" y="15851"/>
                            <a:pt x="1261" y="15856"/>
                          </a:cubicBezTo>
                          <a:cubicBezTo>
                            <a:pt x="1267" y="15861"/>
                            <a:pt x="1338" y="15987"/>
                            <a:pt x="1424" y="16128"/>
                          </a:cubicBezTo>
                          <a:lnTo>
                            <a:pt x="2255" y="17381"/>
                          </a:lnTo>
                          <a:cubicBezTo>
                            <a:pt x="2303" y="17446"/>
                            <a:pt x="2350" y="17505"/>
                            <a:pt x="2384" y="17551"/>
                          </a:cubicBezTo>
                          <a:cubicBezTo>
                            <a:pt x="2418" y="17597"/>
                            <a:pt x="2443" y="17628"/>
                            <a:pt x="2445" y="17634"/>
                          </a:cubicBezTo>
                          <a:cubicBezTo>
                            <a:pt x="2448" y="17636"/>
                            <a:pt x="2481" y="17628"/>
                            <a:pt x="2532" y="17610"/>
                          </a:cubicBezTo>
                          <a:cubicBezTo>
                            <a:pt x="2584" y="17592"/>
                            <a:pt x="2654" y="17566"/>
                            <a:pt x="2730" y="17537"/>
                          </a:cubicBezTo>
                          <a:lnTo>
                            <a:pt x="3490" y="17232"/>
                          </a:lnTo>
                          <a:cubicBezTo>
                            <a:pt x="3566" y="17202"/>
                            <a:pt x="3658" y="17199"/>
                            <a:pt x="3747" y="17218"/>
                          </a:cubicBezTo>
                          <a:cubicBezTo>
                            <a:pt x="3835" y="17236"/>
                            <a:pt x="3918" y="17276"/>
                            <a:pt x="3975" y="17336"/>
                          </a:cubicBezTo>
                          <a:lnTo>
                            <a:pt x="4905" y="18194"/>
                          </a:lnTo>
                          <a:cubicBezTo>
                            <a:pt x="4967" y="18245"/>
                            <a:pt x="5015" y="18324"/>
                            <a:pt x="5043" y="18411"/>
                          </a:cubicBezTo>
                          <a:cubicBezTo>
                            <a:pt x="5072" y="18498"/>
                            <a:pt x="5081" y="18592"/>
                            <a:pt x="5062" y="18674"/>
                          </a:cubicBezTo>
                          <a:lnTo>
                            <a:pt x="4850" y="19477"/>
                          </a:lnTo>
                          <a:cubicBezTo>
                            <a:pt x="4807" y="19635"/>
                            <a:pt x="4779" y="19770"/>
                            <a:pt x="4785" y="19775"/>
                          </a:cubicBezTo>
                          <a:cubicBezTo>
                            <a:pt x="4790" y="19781"/>
                            <a:pt x="4915" y="19852"/>
                            <a:pt x="5055" y="19938"/>
                          </a:cubicBezTo>
                          <a:lnTo>
                            <a:pt x="6345" y="20631"/>
                          </a:lnTo>
                          <a:cubicBezTo>
                            <a:pt x="6418" y="20666"/>
                            <a:pt x="6486" y="20699"/>
                            <a:pt x="6538" y="20723"/>
                          </a:cubicBezTo>
                          <a:cubicBezTo>
                            <a:pt x="6590" y="20747"/>
                            <a:pt x="6627" y="20765"/>
                            <a:pt x="6632" y="20768"/>
                          </a:cubicBezTo>
                          <a:cubicBezTo>
                            <a:pt x="6635" y="20771"/>
                            <a:pt x="6659" y="20745"/>
                            <a:pt x="6698" y="20704"/>
                          </a:cubicBezTo>
                          <a:cubicBezTo>
                            <a:pt x="6736" y="20663"/>
                            <a:pt x="6788" y="20606"/>
                            <a:pt x="6841" y="20543"/>
                          </a:cubicBezTo>
                          <a:lnTo>
                            <a:pt x="7369" y="19931"/>
                          </a:lnTo>
                          <a:cubicBezTo>
                            <a:pt x="7423" y="19869"/>
                            <a:pt x="7505" y="19822"/>
                            <a:pt x="7592" y="19796"/>
                          </a:cubicBezTo>
                          <a:cubicBezTo>
                            <a:pt x="7679" y="19771"/>
                            <a:pt x="7773" y="19767"/>
                            <a:pt x="7851" y="19792"/>
                          </a:cubicBezTo>
                          <a:lnTo>
                            <a:pt x="9136" y="20116"/>
                          </a:lnTo>
                          <a:cubicBezTo>
                            <a:pt x="9217" y="20132"/>
                            <a:pt x="9297" y="20180"/>
                            <a:pt x="9362" y="20243"/>
                          </a:cubicBezTo>
                          <a:cubicBezTo>
                            <a:pt x="9427" y="20307"/>
                            <a:pt x="9477" y="20386"/>
                            <a:pt x="9496" y="20468"/>
                          </a:cubicBezTo>
                          <a:lnTo>
                            <a:pt x="9680" y="21260"/>
                          </a:lnTo>
                          <a:cubicBezTo>
                            <a:pt x="9718" y="21422"/>
                            <a:pt x="9754" y="21553"/>
                            <a:pt x="9760" y="21553"/>
                          </a:cubicBezTo>
                          <a:cubicBezTo>
                            <a:pt x="9765" y="21553"/>
                            <a:pt x="9911" y="21563"/>
                            <a:pt x="10073" y="21574"/>
                          </a:cubicBezTo>
                          <a:lnTo>
                            <a:pt x="10499" y="21595"/>
                          </a:lnTo>
                          <a:cubicBezTo>
                            <a:pt x="10580" y="21598"/>
                            <a:pt x="10687" y="21600"/>
                            <a:pt x="10795" y="21600"/>
                          </a:cubicBezTo>
                          <a:cubicBezTo>
                            <a:pt x="10904" y="21600"/>
                            <a:pt x="11015" y="21598"/>
                            <a:pt x="11099" y="21595"/>
                          </a:cubicBezTo>
                          <a:lnTo>
                            <a:pt x="11525" y="21574"/>
                          </a:lnTo>
                          <a:cubicBezTo>
                            <a:pt x="11687" y="21563"/>
                            <a:pt x="11827" y="21553"/>
                            <a:pt x="11838" y="21553"/>
                          </a:cubicBezTo>
                          <a:cubicBezTo>
                            <a:pt x="11849" y="21553"/>
                            <a:pt x="11880" y="21417"/>
                            <a:pt x="11918" y="21260"/>
                          </a:cubicBezTo>
                          <a:lnTo>
                            <a:pt x="12104" y="20468"/>
                          </a:lnTo>
                          <a:cubicBezTo>
                            <a:pt x="12123" y="20386"/>
                            <a:pt x="12170" y="20307"/>
                            <a:pt x="12236" y="20243"/>
                          </a:cubicBezTo>
                          <a:cubicBezTo>
                            <a:pt x="12301" y="20180"/>
                            <a:pt x="12383" y="20132"/>
                            <a:pt x="12464" y="20116"/>
                          </a:cubicBezTo>
                          <a:lnTo>
                            <a:pt x="13749" y="19792"/>
                          </a:lnTo>
                          <a:cubicBezTo>
                            <a:pt x="13827" y="19767"/>
                            <a:pt x="13919" y="19771"/>
                            <a:pt x="14005" y="19796"/>
                          </a:cubicBezTo>
                          <a:cubicBezTo>
                            <a:pt x="14092" y="19822"/>
                            <a:pt x="14173" y="19869"/>
                            <a:pt x="14227" y="19931"/>
                          </a:cubicBezTo>
                          <a:lnTo>
                            <a:pt x="14756" y="20543"/>
                          </a:lnTo>
                          <a:cubicBezTo>
                            <a:pt x="14810" y="20606"/>
                            <a:pt x="14860" y="20661"/>
                            <a:pt x="14897" y="20702"/>
                          </a:cubicBezTo>
                          <a:cubicBezTo>
                            <a:pt x="14935" y="20742"/>
                            <a:pt x="14963" y="20768"/>
                            <a:pt x="14968" y="20768"/>
                          </a:cubicBezTo>
                          <a:cubicBezTo>
                            <a:pt x="14971" y="20765"/>
                            <a:pt x="15003" y="20747"/>
                            <a:pt x="15055" y="20723"/>
                          </a:cubicBezTo>
                          <a:cubicBezTo>
                            <a:pt x="15107" y="20699"/>
                            <a:pt x="15177" y="20666"/>
                            <a:pt x="15253" y="20631"/>
                          </a:cubicBezTo>
                          <a:lnTo>
                            <a:pt x="16542" y="19938"/>
                          </a:lnTo>
                          <a:cubicBezTo>
                            <a:pt x="16613" y="19895"/>
                            <a:pt x="16677" y="19854"/>
                            <a:pt x="16726" y="19825"/>
                          </a:cubicBezTo>
                          <a:cubicBezTo>
                            <a:pt x="16775" y="19796"/>
                            <a:pt x="16808" y="19778"/>
                            <a:pt x="16813" y="19775"/>
                          </a:cubicBezTo>
                          <a:cubicBezTo>
                            <a:pt x="16816" y="19772"/>
                            <a:pt x="16810" y="19737"/>
                            <a:pt x="16799" y="19683"/>
                          </a:cubicBezTo>
                          <a:cubicBezTo>
                            <a:pt x="16788" y="19629"/>
                            <a:pt x="16769" y="19556"/>
                            <a:pt x="16747" y="19477"/>
                          </a:cubicBezTo>
                          <a:lnTo>
                            <a:pt x="16538" y="18674"/>
                          </a:lnTo>
                          <a:cubicBezTo>
                            <a:pt x="16516" y="18595"/>
                            <a:pt x="16523" y="18503"/>
                            <a:pt x="16552" y="18416"/>
                          </a:cubicBezTo>
                          <a:cubicBezTo>
                            <a:pt x="16580" y="18329"/>
                            <a:pt x="16628" y="18248"/>
                            <a:pt x="16693" y="18194"/>
                          </a:cubicBezTo>
                          <a:lnTo>
                            <a:pt x="17620" y="17336"/>
                          </a:lnTo>
                          <a:cubicBezTo>
                            <a:pt x="17677" y="17276"/>
                            <a:pt x="17763" y="17236"/>
                            <a:pt x="17851" y="17218"/>
                          </a:cubicBezTo>
                          <a:cubicBezTo>
                            <a:pt x="17939" y="17199"/>
                            <a:pt x="18032" y="17202"/>
                            <a:pt x="18107" y="17232"/>
                          </a:cubicBezTo>
                          <a:lnTo>
                            <a:pt x="18868" y="17537"/>
                          </a:lnTo>
                          <a:cubicBezTo>
                            <a:pt x="19019" y="17596"/>
                            <a:pt x="19149" y="17639"/>
                            <a:pt x="19155" y="17634"/>
                          </a:cubicBezTo>
                          <a:cubicBezTo>
                            <a:pt x="19160" y="17628"/>
                            <a:pt x="19246" y="17516"/>
                            <a:pt x="19343" y="17381"/>
                          </a:cubicBezTo>
                          <a:lnTo>
                            <a:pt x="20174" y="16128"/>
                          </a:lnTo>
                          <a:cubicBezTo>
                            <a:pt x="20260" y="15987"/>
                            <a:pt x="20331" y="15861"/>
                            <a:pt x="20336" y="15856"/>
                          </a:cubicBezTo>
                          <a:cubicBezTo>
                            <a:pt x="20342" y="15851"/>
                            <a:pt x="20257" y="15744"/>
                            <a:pt x="20143" y="15624"/>
                          </a:cubicBezTo>
                          <a:lnTo>
                            <a:pt x="19569" y="14989"/>
                          </a:lnTo>
                          <a:cubicBezTo>
                            <a:pt x="19515" y="14929"/>
                            <a:pt x="19477" y="14843"/>
                            <a:pt x="19461" y="14752"/>
                          </a:cubicBezTo>
                          <a:cubicBezTo>
                            <a:pt x="19444" y="14662"/>
                            <a:pt x="19448" y="14566"/>
                            <a:pt x="19477" y="14490"/>
                          </a:cubicBezTo>
                          <a:lnTo>
                            <a:pt x="19861" y="13391"/>
                          </a:lnTo>
                          <a:cubicBezTo>
                            <a:pt x="19885" y="13312"/>
                            <a:pt x="19940" y="13236"/>
                            <a:pt x="20009" y="13178"/>
                          </a:cubicBezTo>
                          <a:cubicBezTo>
                            <a:pt x="20078" y="13120"/>
                            <a:pt x="20163" y="13080"/>
                            <a:pt x="20244" y="13072"/>
                          </a:cubicBezTo>
                          <a:lnTo>
                            <a:pt x="21080" y="12979"/>
                          </a:lnTo>
                          <a:cubicBezTo>
                            <a:pt x="21161" y="12971"/>
                            <a:pt x="21234" y="12960"/>
                            <a:pt x="21289" y="12951"/>
                          </a:cubicBezTo>
                          <a:cubicBezTo>
                            <a:pt x="21344" y="12942"/>
                            <a:pt x="21381" y="12935"/>
                            <a:pt x="21383" y="12930"/>
                          </a:cubicBezTo>
                          <a:cubicBezTo>
                            <a:pt x="21383" y="12924"/>
                            <a:pt x="21389" y="12889"/>
                            <a:pt x="21398" y="12833"/>
                          </a:cubicBezTo>
                          <a:cubicBezTo>
                            <a:pt x="21406" y="12777"/>
                            <a:pt x="21417" y="12699"/>
                            <a:pt x="21431" y="12615"/>
                          </a:cubicBezTo>
                          <a:lnTo>
                            <a:pt x="21581" y="11072"/>
                          </a:lnTo>
                          <a:cubicBezTo>
                            <a:pt x="21587" y="10991"/>
                            <a:pt x="21592" y="10914"/>
                            <a:pt x="21595" y="10857"/>
                          </a:cubicBezTo>
                          <a:cubicBezTo>
                            <a:pt x="21598" y="10800"/>
                            <a:pt x="21600" y="10763"/>
                            <a:pt x="21600" y="10757"/>
                          </a:cubicBezTo>
                          <a:cubicBezTo>
                            <a:pt x="21592" y="10757"/>
                            <a:pt x="21556" y="10742"/>
                            <a:pt x="21504" y="10722"/>
                          </a:cubicBezTo>
                          <a:cubicBezTo>
                            <a:pt x="21451" y="10702"/>
                            <a:pt x="21379" y="10676"/>
                            <a:pt x="21301" y="10649"/>
                          </a:cubicBezTo>
                          <a:lnTo>
                            <a:pt x="20475" y="10346"/>
                          </a:lnTo>
                          <a:cubicBezTo>
                            <a:pt x="20397" y="10319"/>
                            <a:pt x="20322" y="10259"/>
                            <a:pt x="20266" y="10185"/>
                          </a:cubicBezTo>
                          <a:cubicBezTo>
                            <a:pt x="20209" y="10112"/>
                            <a:pt x="20170" y="10026"/>
                            <a:pt x="20162" y="9944"/>
                          </a:cubicBezTo>
                          <a:lnTo>
                            <a:pt x="20011" y="8914"/>
                          </a:lnTo>
                          <a:cubicBezTo>
                            <a:pt x="19995" y="8832"/>
                            <a:pt x="20010" y="8742"/>
                            <a:pt x="20044" y="8658"/>
                          </a:cubicBezTo>
                          <a:cubicBezTo>
                            <a:pt x="20079" y="8575"/>
                            <a:pt x="20135" y="8499"/>
                            <a:pt x="20202" y="8453"/>
                          </a:cubicBezTo>
                          <a:lnTo>
                            <a:pt x="20925" y="7966"/>
                          </a:lnTo>
                          <a:cubicBezTo>
                            <a:pt x="20992" y="7920"/>
                            <a:pt x="21054" y="7876"/>
                            <a:pt x="21099" y="7843"/>
                          </a:cubicBezTo>
                          <a:cubicBezTo>
                            <a:pt x="21143" y="7810"/>
                            <a:pt x="21170" y="7787"/>
                            <a:pt x="21167" y="7781"/>
                          </a:cubicBezTo>
                          <a:cubicBezTo>
                            <a:pt x="21167" y="7776"/>
                            <a:pt x="21155" y="7740"/>
                            <a:pt x="21136" y="7687"/>
                          </a:cubicBezTo>
                          <a:cubicBezTo>
                            <a:pt x="21117" y="7633"/>
                            <a:pt x="21090" y="7562"/>
                            <a:pt x="21063" y="7484"/>
                          </a:cubicBezTo>
                          <a:lnTo>
                            <a:pt x="20470" y="5999"/>
                          </a:lnTo>
                          <a:cubicBezTo>
                            <a:pt x="20400" y="5847"/>
                            <a:pt x="20342" y="5722"/>
                            <a:pt x="20336" y="5711"/>
                          </a:cubicBezTo>
                          <a:cubicBezTo>
                            <a:pt x="20331" y="5700"/>
                            <a:pt x="20197" y="5718"/>
                            <a:pt x="20035" y="5739"/>
                          </a:cubicBezTo>
                          <a:lnTo>
                            <a:pt x="19131" y="5857"/>
                          </a:lnTo>
                          <a:cubicBezTo>
                            <a:pt x="19050" y="5868"/>
                            <a:pt x="18958" y="5850"/>
                            <a:pt x="18875" y="5812"/>
                          </a:cubicBezTo>
                          <a:cubicBezTo>
                            <a:pt x="18791" y="5775"/>
                            <a:pt x="18718" y="5717"/>
                            <a:pt x="18675" y="5647"/>
                          </a:cubicBezTo>
                          <a:lnTo>
                            <a:pt x="18133" y="4898"/>
                          </a:lnTo>
                          <a:cubicBezTo>
                            <a:pt x="18082" y="4833"/>
                            <a:pt x="18053" y="4747"/>
                            <a:pt x="18046" y="4657"/>
                          </a:cubicBezTo>
                          <a:cubicBezTo>
                            <a:pt x="18039" y="4567"/>
                            <a:pt x="18053" y="4474"/>
                            <a:pt x="18091" y="4401"/>
                          </a:cubicBezTo>
                          <a:lnTo>
                            <a:pt x="18517" y="3609"/>
                          </a:lnTo>
                          <a:cubicBezTo>
                            <a:pt x="18593" y="3463"/>
                            <a:pt x="18652" y="3338"/>
                            <a:pt x="18646" y="3333"/>
                          </a:cubicBezTo>
                          <a:cubicBezTo>
                            <a:pt x="18641" y="3327"/>
                            <a:pt x="18539" y="3229"/>
                            <a:pt x="18420" y="3115"/>
                          </a:cubicBezTo>
                          <a:lnTo>
                            <a:pt x="17185" y="2045"/>
                          </a:lnTo>
                          <a:cubicBezTo>
                            <a:pt x="17055" y="1942"/>
                            <a:pt x="16943" y="1852"/>
                            <a:pt x="16938" y="1846"/>
                          </a:cubicBezTo>
                          <a:cubicBezTo>
                            <a:pt x="16932" y="1841"/>
                            <a:pt x="16811" y="1917"/>
                            <a:pt x="16681" y="2009"/>
                          </a:cubicBezTo>
                          <a:lnTo>
                            <a:pt x="15933" y="2546"/>
                          </a:lnTo>
                          <a:cubicBezTo>
                            <a:pt x="15865" y="2595"/>
                            <a:pt x="15775" y="2621"/>
                            <a:pt x="15683" y="2626"/>
                          </a:cubicBezTo>
                          <a:cubicBezTo>
                            <a:pt x="15592" y="2631"/>
                            <a:pt x="15502" y="2615"/>
                            <a:pt x="15432" y="2574"/>
                          </a:cubicBezTo>
                          <a:lnTo>
                            <a:pt x="14681" y="2189"/>
                          </a:lnTo>
                          <a:cubicBezTo>
                            <a:pt x="14605" y="2154"/>
                            <a:pt x="14538" y="2089"/>
                            <a:pt x="14490" y="2012"/>
                          </a:cubicBezTo>
                          <a:cubicBezTo>
                            <a:pt x="14442" y="1934"/>
                            <a:pt x="14412" y="1845"/>
                            <a:pt x="14415" y="1761"/>
                          </a:cubicBezTo>
                          <a:lnTo>
                            <a:pt x="14427" y="839"/>
                          </a:lnTo>
                          <a:cubicBezTo>
                            <a:pt x="14427" y="758"/>
                            <a:pt x="14428" y="682"/>
                            <a:pt x="14427" y="626"/>
                          </a:cubicBezTo>
                          <a:cubicBezTo>
                            <a:pt x="14425" y="571"/>
                            <a:pt x="14420" y="537"/>
                            <a:pt x="14415" y="537"/>
                          </a:cubicBezTo>
                          <a:cubicBezTo>
                            <a:pt x="14412" y="534"/>
                            <a:pt x="14376" y="522"/>
                            <a:pt x="14321" y="506"/>
                          </a:cubicBezTo>
                          <a:cubicBezTo>
                            <a:pt x="14266" y="490"/>
                            <a:pt x="14192" y="469"/>
                            <a:pt x="14114" y="444"/>
                          </a:cubicBezTo>
                          <a:lnTo>
                            <a:pt x="12506" y="54"/>
                          </a:lnTo>
                          <a:cubicBezTo>
                            <a:pt x="12344" y="22"/>
                            <a:pt x="12203" y="0"/>
                            <a:pt x="12198" y="0"/>
                          </a:cubicBezTo>
                          <a:cubicBezTo>
                            <a:pt x="12187" y="0"/>
                            <a:pt x="12125" y="118"/>
                            <a:pt x="12050" y="265"/>
                          </a:cubicBezTo>
                          <a:lnTo>
                            <a:pt x="11626" y="1094"/>
                          </a:lnTo>
                          <a:cubicBezTo>
                            <a:pt x="11588" y="1168"/>
                            <a:pt x="11523" y="1233"/>
                            <a:pt x="11445" y="1279"/>
                          </a:cubicBezTo>
                          <a:cubicBezTo>
                            <a:pt x="11367" y="1325"/>
                            <a:pt x="11276" y="1352"/>
                            <a:pt x="11195" y="1350"/>
                          </a:cubicBezTo>
                          <a:lnTo>
                            <a:pt x="10386" y="1350"/>
                          </a:lnTo>
                          <a:cubicBezTo>
                            <a:pt x="10305" y="1352"/>
                            <a:pt x="10215" y="1325"/>
                            <a:pt x="10136" y="1279"/>
                          </a:cubicBezTo>
                          <a:cubicBezTo>
                            <a:pt x="10057" y="1233"/>
                            <a:pt x="9990" y="1168"/>
                            <a:pt x="9955" y="1094"/>
                          </a:cubicBezTo>
                          <a:lnTo>
                            <a:pt x="9534" y="265"/>
                          </a:lnTo>
                          <a:cubicBezTo>
                            <a:pt x="9458" y="118"/>
                            <a:pt x="9394" y="0"/>
                            <a:pt x="9383" y="0"/>
                          </a:cubicBezTo>
                          <a:close/>
                          <a:moveTo>
                            <a:pt x="10800" y="4281"/>
                          </a:moveTo>
                          <a:cubicBezTo>
                            <a:pt x="12461" y="4281"/>
                            <a:pt x="14122" y="4918"/>
                            <a:pt x="15389" y="6191"/>
                          </a:cubicBezTo>
                          <a:cubicBezTo>
                            <a:pt x="17924" y="8736"/>
                            <a:pt x="17924" y="12864"/>
                            <a:pt x="15389" y="15409"/>
                          </a:cubicBezTo>
                          <a:cubicBezTo>
                            <a:pt x="12855" y="17955"/>
                            <a:pt x="8745" y="17955"/>
                            <a:pt x="6211" y="15409"/>
                          </a:cubicBezTo>
                          <a:cubicBezTo>
                            <a:pt x="3676" y="12864"/>
                            <a:pt x="3676" y="8736"/>
                            <a:pt x="6211" y="6191"/>
                          </a:cubicBezTo>
                          <a:cubicBezTo>
                            <a:pt x="7478" y="4918"/>
                            <a:pt x="9139" y="4281"/>
                            <a:pt x="10800" y="4281"/>
                          </a:cubicBezTo>
                          <a:close/>
                        </a:path>
                      </a:pathLst>
                    </a:custGeom>
                    <a:solidFill>
                      <a:schemeClr val="accent5"/>
                    </a:solidFill>
                    <a:ln>
                      <a:noFill/>
                    </a:ln>
                    <a:effectLst/>
                  </p:spPr>
                  <p:txBody>
                    <a:bodyPr vert="horz" wrap="square" lIns="68580" tIns="34290" rIns="68580" bIns="34290" numCol="1" anchor="t" anchorCtr="0" compatLnSpc="1"/>
                    <a:lstStyle/>
                    <a:p>
                      <a:endParaRPr lang="zh-CN" altLang="en-US" sz="1350">
                        <a:solidFill>
                          <a:prstClr val="black"/>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sp>
                  <p:nvSpPr>
                    <p:cNvPr id="361" name="Фигура"/>
                    <p:cNvSpPr/>
                    <p:nvPr/>
                  </p:nvSpPr>
                  <p:spPr bwMode="auto">
                    <a:xfrm>
                      <a:off x="320465" y="316185"/>
                      <a:ext cx="1364344" cy="1364254"/>
                    </a:xfrm>
                    <a:custGeom>
                      <a:avLst/>
                      <a:gdLst>
                        <a:gd name="T0" fmla="*/ 682172 w 19679"/>
                        <a:gd name="T1" fmla="*/ 682127 h 20595"/>
                        <a:gd name="T2" fmla="*/ 682172 w 19679"/>
                        <a:gd name="T3" fmla="*/ 682127 h 20595"/>
                        <a:gd name="T4" fmla="*/ 682172 w 19679"/>
                        <a:gd name="T5" fmla="*/ 682127 h 20595"/>
                        <a:gd name="T6" fmla="*/ 682172 w 19679"/>
                        <a:gd name="T7" fmla="*/ 682127 h 20595"/>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20595" extrusionOk="0">
                          <a:moveTo>
                            <a:pt x="9841" y="0"/>
                          </a:moveTo>
                          <a:cubicBezTo>
                            <a:pt x="7322" y="0"/>
                            <a:pt x="4803" y="1004"/>
                            <a:pt x="2882" y="3015"/>
                          </a:cubicBezTo>
                          <a:cubicBezTo>
                            <a:pt x="-961" y="7037"/>
                            <a:pt x="-961" y="13557"/>
                            <a:pt x="2882" y="17578"/>
                          </a:cubicBezTo>
                          <a:cubicBezTo>
                            <a:pt x="6724" y="21600"/>
                            <a:pt x="12954" y="21600"/>
                            <a:pt x="16796" y="17578"/>
                          </a:cubicBezTo>
                          <a:cubicBezTo>
                            <a:pt x="20639" y="13557"/>
                            <a:pt x="20639" y="7037"/>
                            <a:pt x="16796" y="3015"/>
                          </a:cubicBezTo>
                          <a:cubicBezTo>
                            <a:pt x="14875" y="1004"/>
                            <a:pt x="12359" y="0"/>
                            <a:pt x="9841" y="0"/>
                          </a:cubicBezTo>
                          <a:close/>
                          <a:moveTo>
                            <a:pt x="9841" y="1201"/>
                          </a:moveTo>
                          <a:cubicBezTo>
                            <a:pt x="12065" y="1201"/>
                            <a:pt x="14289" y="2090"/>
                            <a:pt x="15986" y="3866"/>
                          </a:cubicBezTo>
                          <a:cubicBezTo>
                            <a:pt x="19380" y="7418"/>
                            <a:pt x="19380" y="13178"/>
                            <a:pt x="15986" y="16731"/>
                          </a:cubicBezTo>
                          <a:cubicBezTo>
                            <a:pt x="12592" y="20283"/>
                            <a:pt x="7089" y="20283"/>
                            <a:pt x="3695" y="16731"/>
                          </a:cubicBezTo>
                          <a:cubicBezTo>
                            <a:pt x="301" y="13178"/>
                            <a:pt x="301" y="7418"/>
                            <a:pt x="3695" y="3866"/>
                          </a:cubicBezTo>
                          <a:cubicBezTo>
                            <a:pt x="5392" y="2090"/>
                            <a:pt x="7616" y="1201"/>
                            <a:pt x="9841" y="1201"/>
                          </a:cubicBezTo>
                          <a:close/>
                        </a:path>
                      </a:pathLst>
                    </a:custGeom>
                    <a:solidFill>
                      <a:srgbClr val="000000">
                        <a:alpha val="11765"/>
                      </a:srgbClr>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19050" tIns="19050" rIns="19050" bIns="19050" anchor="ctr"/>
                    <a:lstStyle/>
                    <a:p>
                      <a:pPr marL="0" marR="0" lvl="0" indent="0" algn="l" defTabSz="412750" rtl="0" eaLnBrk="0" fontAlgn="base" latinLnBrk="0" hangingPunct="0">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252D30"/>
                        </a:solidFill>
                        <a:effectLst/>
                        <a:uLnTx/>
                        <a:uFillTx/>
                        <a:latin typeface="思源黑体 CN Bold" panose="020B0800000000000000" pitchFamily="34" charset="-122"/>
                        <a:ea typeface="思源黑体 CN Bold" panose="020B0800000000000000" pitchFamily="34" charset="-122"/>
                        <a:cs typeface="Arial" panose="020B0604020202020204" pitchFamily="34" charset="0"/>
                        <a:sym typeface="Arial" panose="020B0604020202020204" pitchFamily="34" charset="0"/>
                      </a:endParaRPr>
                    </a:p>
                  </p:txBody>
                </p:sp>
              </p:grpSp>
              <p:sp>
                <p:nvSpPr>
                  <p:cNvPr id="359" name="Кружок"/>
                  <p:cNvSpPr>
                    <a:spLocks noChangeArrowheads="1"/>
                  </p:cNvSpPr>
                  <p:nvPr/>
                </p:nvSpPr>
                <p:spPr bwMode="auto">
                  <a:xfrm>
                    <a:off x="619519" y="610128"/>
                    <a:ext cx="766455" cy="766455"/>
                  </a:xfrm>
                  <a:prstGeom prst="ellipse">
                    <a:avLst/>
                  </a:prstGeom>
                  <a:solidFill>
                    <a:schemeClr val="accent5"/>
                  </a:solidFill>
                  <a:ln>
                    <a:noFill/>
                  </a:ln>
                  <a:effectLst/>
                </p:spPr>
                <p:txBody>
                  <a:bodyPr vert="horz" wrap="square" lIns="68580" tIns="34290" rIns="68580" bIns="34290" numCol="1" anchor="t" anchorCtr="0" compatLnSpc="1"/>
                  <a:lstStyle/>
                  <a:p>
                    <a:endParaRPr lang="zh-CN" altLang="zh-CN" sz="1350">
                      <a:solidFill>
                        <a:prstClr val="black"/>
                      </a:solidFill>
                      <a:latin typeface="思源黑体 CN Bold" panose="020B0800000000000000" pitchFamily="34" charset="-122"/>
                      <a:ea typeface="思源黑体 CN Bold" panose="020B0800000000000000" pitchFamily="34" charset="-122"/>
                      <a:sym typeface="Arial" panose="020B0604020202020204" pitchFamily="34" charset="0"/>
                    </a:endParaRPr>
                  </a:p>
                </p:txBody>
              </p:sp>
            </p:grpSp>
            <p:pic>
              <p:nvPicPr>
                <p:cNvPr id="167" name="图形 166"/>
                <p:cNvPicPr/>
                <p:nvPr/>
              </p:nvPicPr>
              <p:blipFill>
                <a:blip r:embed="rId7"/>
                <a:stretch>
                  <a:fillRect/>
                </a:stretch>
              </p:blipFill>
              <p:spPr>
                <a:xfrm>
                  <a:off x="8914587" y="3889514"/>
                  <a:ext cx="302256" cy="302256"/>
                </a:xfrm>
                <a:prstGeom prst="rect">
                  <a:avLst/>
                </a:prstGeom>
              </p:spPr>
            </p:pic>
          </p:grpSp>
        </p:grpSp>
      </p:grpSp>
    </p:spTree>
    <p:extLst>
      <p:ext uri="{BB962C8B-B14F-4D97-AF65-F5344CB8AC3E}">
        <p14:creationId xmlns:p14="http://schemas.microsoft.com/office/powerpoint/2010/main" val="213487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2"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heel(2)">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anim calcmode="lin" valueType="num">
                                      <p:cBhvr>
                                        <p:cTn id="23" dur="500" fill="hold"/>
                                        <p:tgtEl>
                                          <p:spTgt spid="13"/>
                                        </p:tgtEl>
                                        <p:attrNameLst>
                                          <p:attrName>ppt_x</p:attrName>
                                        </p:attrNameLst>
                                      </p:cBhvr>
                                      <p:tavLst>
                                        <p:tav tm="0">
                                          <p:val>
                                            <p:strVal val="#ppt_x"/>
                                          </p:val>
                                        </p:tav>
                                        <p:tav tm="100000">
                                          <p:val>
                                            <p:strVal val="#ppt_x"/>
                                          </p:val>
                                        </p:tav>
                                      </p:tavLst>
                                    </p:anim>
                                    <p:anim calcmode="lin" valueType="num">
                                      <p:cBhvr>
                                        <p:cTn id="24"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4" presetClass="entr" presetSubtype="5" fill="hold" grpId="0" nodeType="clickEffect">
                                  <p:stCondLst>
                                    <p:cond delay="0"/>
                                  </p:stCondLst>
                                  <p:childTnLst>
                                    <p:set>
                                      <p:cBhvr>
                                        <p:cTn id="28" dur="1" fill="hold">
                                          <p:stCondLst>
                                            <p:cond delay="0"/>
                                          </p:stCondLst>
                                        </p:cTn>
                                        <p:tgtEl>
                                          <p:spTgt spid="518"/>
                                        </p:tgtEl>
                                        <p:attrNameLst>
                                          <p:attrName>style.visibility</p:attrName>
                                        </p:attrNameLst>
                                      </p:cBhvr>
                                      <p:to>
                                        <p:strVal val="visible"/>
                                      </p:to>
                                    </p:set>
                                    <p:animEffect transition="in" filter="randombar(vertical)">
                                      <p:cBhvr>
                                        <p:cTn id="29" dur="500"/>
                                        <p:tgtEl>
                                          <p:spTgt spid="518"/>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anim calcmode="lin" valueType="num">
                                      <p:cBhvr>
                                        <p:cTn id="35" dur="500" fill="hold"/>
                                        <p:tgtEl>
                                          <p:spTgt spid="14"/>
                                        </p:tgtEl>
                                        <p:attrNameLst>
                                          <p:attrName>ppt_x</p:attrName>
                                        </p:attrNameLst>
                                      </p:cBhvr>
                                      <p:tavLst>
                                        <p:tav tm="0">
                                          <p:val>
                                            <p:strVal val="#ppt_x"/>
                                          </p:val>
                                        </p:tav>
                                        <p:tav tm="100000">
                                          <p:val>
                                            <p:strVal val="#ppt_x"/>
                                          </p:val>
                                        </p:tav>
                                      </p:tavLst>
                                    </p:anim>
                                    <p:anim calcmode="lin" valueType="num">
                                      <p:cBhvr>
                                        <p:cTn id="36"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anim calcmode="lin" valueType="num">
                                      <p:cBhvr>
                                        <p:cTn id="42" dur="500" fill="hold"/>
                                        <p:tgtEl>
                                          <p:spTgt spid="15"/>
                                        </p:tgtEl>
                                        <p:attrNameLst>
                                          <p:attrName>ppt_x</p:attrName>
                                        </p:attrNameLst>
                                      </p:cBhvr>
                                      <p:tavLst>
                                        <p:tav tm="0">
                                          <p:val>
                                            <p:strVal val="#ppt_x"/>
                                          </p:val>
                                        </p:tav>
                                        <p:tav tm="100000">
                                          <p:val>
                                            <p:strVal val="#ppt_x"/>
                                          </p:val>
                                        </p:tav>
                                      </p:tavLst>
                                    </p:anim>
                                    <p:anim calcmode="lin" valueType="num">
                                      <p:cBhvr>
                                        <p:cTn id="4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barn(inVertical)">
                                      <p:cBhvr>
                                        <p:cTn id="4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矩形: 圆角 127"/>
          <p:cNvSpPr/>
          <p:nvPr/>
        </p:nvSpPr>
        <p:spPr>
          <a:xfrm>
            <a:off x="4571590" y="3448510"/>
            <a:ext cx="7133956" cy="342898"/>
          </a:xfrm>
          <a:prstGeom prst="roundRect">
            <a:avLst>
              <a:gd name="adj" fmla="val 0"/>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spc="100" dirty="0">
                <a:latin typeface="思源黑体 CN Bold" panose="020B0800000000000000" pitchFamily="34" charset="-122"/>
                <a:ea typeface="思源黑体 CN Bold" panose="020B0800000000000000" pitchFamily="34" charset="-122"/>
              </a:rPr>
              <a:t>开展“田园劳动与舞蹈表演”活动，让学生在劳动中感受节奏和美感</a:t>
            </a:r>
          </a:p>
        </p:txBody>
      </p:sp>
      <p:grpSp>
        <p:nvGrpSpPr>
          <p:cNvPr id="129" name="组合 128"/>
          <p:cNvGrpSpPr/>
          <p:nvPr/>
        </p:nvGrpSpPr>
        <p:grpSpPr>
          <a:xfrm>
            <a:off x="490325" y="5287026"/>
            <a:ext cx="3825028" cy="492608"/>
            <a:chOff x="490325" y="5287026"/>
            <a:chExt cx="3825028" cy="492608"/>
          </a:xfrm>
        </p:grpSpPr>
        <p:sp>
          <p:nvSpPr>
            <p:cNvPr id="130" name="矩形 129"/>
            <p:cNvSpPr/>
            <p:nvPr/>
          </p:nvSpPr>
          <p:spPr>
            <a:xfrm>
              <a:off x="490325" y="5287026"/>
              <a:ext cx="3825028" cy="492608"/>
            </a:xfrm>
            <a:prstGeom prst="rect">
              <a:avLst/>
            </a:prstGeom>
            <a:solidFill>
              <a:schemeClr val="accent5">
                <a:alpha val="10000"/>
              </a:schemeClr>
            </a:solidFill>
            <a:ln w="63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Bold" panose="020B0800000000000000" pitchFamily="34" charset="-122"/>
                <a:ea typeface="思源黑体 CN Bold" panose="020B0800000000000000" pitchFamily="34" charset="-122"/>
              </a:endParaRPr>
            </a:p>
          </p:txBody>
        </p:sp>
        <p:sp>
          <p:nvSpPr>
            <p:cNvPr id="131" name="文本框 130"/>
            <p:cNvSpPr txBox="1"/>
            <p:nvPr/>
          </p:nvSpPr>
          <p:spPr>
            <a:xfrm>
              <a:off x="669031" y="5358859"/>
              <a:ext cx="3467616" cy="348942"/>
            </a:xfrm>
            <a:prstGeom prst="rect">
              <a:avLst/>
            </a:prstGeom>
            <a:noFill/>
          </p:spPr>
          <p:txBody>
            <a:bodyPr wrap="none">
              <a:spAutoFit/>
            </a:bodyPr>
            <a:lstStyle/>
            <a:p>
              <a:pPr algn="ctr">
                <a:lnSpc>
                  <a:spcPct val="110000"/>
                </a:lnSpc>
              </a:pPr>
              <a:r>
                <a:rPr lang="zh-CN" altLang="en-US" sz="1600">
                  <a:solidFill>
                    <a:schemeClr val="accent5"/>
                  </a:solidFill>
                  <a:latin typeface="思源黑体 CN Bold" panose="020B0800000000000000" pitchFamily="34" charset="-122"/>
                  <a:ea typeface="思源黑体 CN Bold" panose="020B0800000000000000" pitchFamily="34" charset="-122"/>
                </a:rPr>
                <a:t>开展“劳动舞蹈创编”等跨学科项目</a:t>
              </a:r>
              <a:endParaRPr lang="zh-CN" altLang="en-US" sz="1600" dirty="0">
                <a:solidFill>
                  <a:schemeClr val="accent5"/>
                </a:solidFill>
                <a:latin typeface="思源黑体 CN Bold" panose="020B0800000000000000" pitchFamily="34" charset="-122"/>
                <a:ea typeface="思源黑体 CN Bold" panose="020B0800000000000000" pitchFamily="34" charset="-122"/>
              </a:endParaRPr>
            </a:p>
          </p:txBody>
        </p:sp>
      </p:grpSp>
      <p:grpSp>
        <p:nvGrpSpPr>
          <p:cNvPr id="132" name="组合 131"/>
          <p:cNvGrpSpPr/>
          <p:nvPr/>
        </p:nvGrpSpPr>
        <p:grpSpPr>
          <a:xfrm>
            <a:off x="4571590" y="382194"/>
            <a:ext cx="2188657" cy="2917222"/>
            <a:chOff x="4571590" y="382194"/>
            <a:chExt cx="2188657" cy="2917222"/>
          </a:xfrm>
        </p:grpSpPr>
        <p:sp>
          <p:nvSpPr>
            <p:cNvPr id="133" name="任意多边形: 形状 132"/>
            <p:cNvSpPr/>
            <p:nvPr/>
          </p:nvSpPr>
          <p:spPr>
            <a:xfrm>
              <a:off x="4571590" y="382194"/>
              <a:ext cx="2188657" cy="2691781"/>
            </a:xfrm>
            <a:custGeom>
              <a:avLst/>
              <a:gdLst>
                <a:gd name="connsiteX0" fmla="*/ 122492 w 1355026"/>
                <a:gd name="connsiteY0" fmla="*/ 0 h 1691163"/>
                <a:gd name="connsiteX1" fmla="*/ 1232440 w 1355026"/>
                <a:gd name="connsiteY1" fmla="*/ 0 h 1691163"/>
                <a:gd name="connsiteX2" fmla="*/ 1355027 w 1355026"/>
                <a:gd name="connsiteY2" fmla="*/ 122396 h 1691163"/>
                <a:gd name="connsiteX3" fmla="*/ 1355027 w 1355026"/>
                <a:gd name="connsiteY3" fmla="*/ 122492 h 1691163"/>
                <a:gd name="connsiteX4" fmla="*/ 1355027 w 1355026"/>
                <a:gd name="connsiteY4" fmla="*/ 1064133 h 1691163"/>
                <a:gd name="connsiteX5" fmla="*/ 727996 w 1355026"/>
                <a:gd name="connsiteY5" fmla="*/ 1691164 h 1691163"/>
                <a:gd name="connsiteX6" fmla="*/ 627031 w 1355026"/>
                <a:gd name="connsiteY6" fmla="*/ 1691164 h 1691163"/>
                <a:gd name="connsiteX7" fmla="*/ 0 w 1355026"/>
                <a:gd name="connsiteY7" fmla="*/ 1064133 h 1691163"/>
                <a:gd name="connsiteX8" fmla="*/ 0 w 1355026"/>
                <a:gd name="connsiteY8" fmla="*/ 122492 h 1691163"/>
                <a:gd name="connsiteX9" fmla="*/ 122492 w 1355026"/>
                <a:gd name="connsiteY9" fmla="*/ 0 h 169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55026" h="1691163">
                  <a:moveTo>
                    <a:pt x="122492" y="0"/>
                  </a:moveTo>
                  <a:lnTo>
                    <a:pt x="1232440" y="0"/>
                  </a:lnTo>
                  <a:cubicBezTo>
                    <a:pt x="1300086" y="-57"/>
                    <a:pt x="1354969" y="54750"/>
                    <a:pt x="1355027" y="122396"/>
                  </a:cubicBezTo>
                  <a:cubicBezTo>
                    <a:pt x="1355027" y="122425"/>
                    <a:pt x="1355027" y="122463"/>
                    <a:pt x="1355027" y="122492"/>
                  </a:cubicBezTo>
                  <a:lnTo>
                    <a:pt x="1355027" y="1064133"/>
                  </a:lnTo>
                  <a:cubicBezTo>
                    <a:pt x="1355027" y="1410433"/>
                    <a:pt x="1074296" y="1691164"/>
                    <a:pt x="727996" y="1691164"/>
                  </a:cubicBezTo>
                  <a:lnTo>
                    <a:pt x="627031" y="1691164"/>
                  </a:lnTo>
                  <a:cubicBezTo>
                    <a:pt x="280730" y="1691164"/>
                    <a:pt x="0" y="1410433"/>
                    <a:pt x="0" y="1064133"/>
                  </a:cubicBezTo>
                  <a:lnTo>
                    <a:pt x="0" y="122492"/>
                  </a:lnTo>
                  <a:cubicBezTo>
                    <a:pt x="0" y="54845"/>
                    <a:pt x="54841" y="0"/>
                    <a:pt x="122492" y="0"/>
                  </a:cubicBezTo>
                  <a:close/>
                </a:path>
              </a:pathLst>
            </a:custGeom>
            <a:gradFill>
              <a:gsLst>
                <a:gs pos="25000">
                  <a:srgbClr val="FFFFFF"/>
                </a:gs>
                <a:gs pos="100000">
                  <a:schemeClr val="bg1">
                    <a:lumMod val="95000"/>
                  </a:schemeClr>
                </a:gs>
              </a:gsLst>
              <a:lin ang="4760644" scaled="1"/>
            </a:gradFill>
            <a:ln w="1587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34" name="任意多边形: 形状 133"/>
            <p:cNvSpPr/>
            <p:nvPr/>
          </p:nvSpPr>
          <p:spPr>
            <a:xfrm>
              <a:off x="4571743" y="1523644"/>
              <a:ext cx="2188350" cy="342784"/>
            </a:xfrm>
            <a:custGeom>
              <a:avLst/>
              <a:gdLst>
                <a:gd name="connsiteX0" fmla="*/ 0 w 1354836"/>
                <a:gd name="connsiteY0" fmla="*/ 0 h 215360"/>
                <a:gd name="connsiteX1" fmla="*/ 1354836 w 1354836"/>
                <a:gd name="connsiteY1" fmla="*/ 0 h 215360"/>
                <a:gd name="connsiteX2" fmla="*/ 1354836 w 1354836"/>
                <a:gd name="connsiteY2" fmla="*/ 215360 h 215360"/>
                <a:gd name="connsiteX3" fmla="*/ 0 w 1354836"/>
                <a:gd name="connsiteY3" fmla="*/ 215360 h 215360"/>
              </a:gdLst>
              <a:ahLst/>
              <a:cxnLst>
                <a:cxn ang="0">
                  <a:pos x="connsiteX0" y="connsiteY0"/>
                </a:cxn>
                <a:cxn ang="0">
                  <a:pos x="connsiteX1" y="connsiteY1"/>
                </a:cxn>
                <a:cxn ang="0">
                  <a:pos x="connsiteX2" y="connsiteY2"/>
                </a:cxn>
                <a:cxn ang="0">
                  <a:pos x="connsiteX3" y="connsiteY3"/>
                </a:cxn>
              </a:cxnLst>
              <a:rect l="l" t="t" r="r" b="b"/>
              <a:pathLst>
                <a:path w="1354836" h="215360">
                  <a:moveTo>
                    <a:pt x="0" y="0"/>
                  </a:moveTo>
                  <a:lnTo>
                    <a:pt x="1354836" y="0"/>
                  </a:lnTo>
                  <a:lnTo>
                    <a:pt x="1354836" y="215360"/>
                  </a:lnTo>
                  <a:lnTo>
                    <a:pt x="0" y="215360"/>
                  </a:lnTo>
                  <a:close/>
                </a:path>
              </a:pathLst>
            </a:custGeom>
            <a:solidFill>
              <a:schemeClr val="accent1"/>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35" name="任意多边形: 形状 134"/>
            <p:cNvSpPr/>
            <p:nvPr/>
          </p:nvSpPr>
          <p:spPr>
            <a:xfrm>
              <a:off x="4737363" y="586408"/>
              <a:ext cx="1857111" cy="2283959"/>
            </a:xfrm>
            <a:custGeom>
              <a:avLst/>
              <a:gdLst>
                <a:gd name="connsiteX0" fmla="*/ 574834 w 1149762"/>
                <a:gd name="connsiteY0" fmla="*/ 1434941 h 1434941"/>
                <a:gd name="connsiteX1" fmla="*/ 574834 w 1149762"/>
                <a:gd name="connsiteY1" fmla="*/ 1434941 h 1434941"/>
                <a:gd name="connsiteX2" fmla="*/ 0 w 1149762"/>
                <a:gd name="connsiteY2" fmla="*/ 860108 h 1434941"/>
                <a:gd name="connsiteX3" fmla="*/ 0 w 1149762"/>
                <a:gd name="connsiteY3" fmla="*/ 103918 h 1434941"/>
                <a:gd name="connsiteX4" fmla="*/ 103918 w 1149762"/>
                <a:gd name="connsiteY4" fmla="*/ 0 h 1434941"/>
                <a:gd name="connsiteX5" fmla="*/ 1045845 w 1149762"/>
                <a:gd name="connsiteY5" fmla="*/ 0 h 1434941"/>
                <a:gd name="connsiteX6" fmla="*/ 1149763 w 1149762"/>
                <a:gd name="connsiteY6" fmla="*/ 103918 h 1434941"/>
                <a:gd name="connsiteX7" fmla="*/ 1149763 w 1149762"/>
                <a:gd name="connsiteY7" fmla="*/ 860108 h 1434941"/>
                <a:gd name="connsiteX8" fmla="*/ 574834 w 1149762"/>
                <a:gd name="connsiteY8" fmla="*/ 1434941 h 1434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762" h="1434941">
                  <a:moveTo>
                    <a:pt x="574834" y="1434941"/>
                  </a:moveTo>
                  <a:lnTo>
                    <a:pt x="574834" y="1434941"/>
                  </a:lnTo>
                  <a:cubicBezTo>
                    <a:pt x="257756" y="1433998"/>
                    <a:pt x="941" y="1177185"/>
                    <a:pt x="0" y="860108"/>
                  </a:cubicBezTo>
                  <a:lnTo>
                    <a:pt x="0" y="103918"/>
                  </a:lnTo>
                  <a:cubicBezTo>
                    <a:pt x="157" y="46587"/>
                    <a:pt x="46591" y="152"/>
                    <a:pt x="103918" y="0"/>
                  </a:cubicBezTo>
                  <a:lnTo>
                    <a:pt x="1045845" y="0"/>
                  </a:lnTo>
                  <a:cubicBezTo>
                    <a:pt x="1103176" y="152"/>
                    <a:pt x="1149610" y="46587"/>
                    <a:pt x="1149763" y="103918"/>
                  </a:cubicBezTo>
                  <a:lnTo>
                    <a:pt x="1149763" y="860108"/>
                  </a:lnTo>
                  <a:cubicBezTo>
                    <a:pt x="1148820" y="1177223"/>
                    <a:pt x="891950" y="1434056"/>
                    <a:pt x="574834" y="1434941"/>
                  </a:cubicBezTo>
                  <a:close/>
                </a:path>
              </a:pathLst>
            </a:custGeom>
            <a:gradFill>
              <a:gsLst>
                <a:gs pos="100000">
                  <a:schemeClr val="accent1">
                    <a:lumMod val="20000"/>
                    <a:lumOff val="80000"/>
                  </a:schemeClr>
                </a:gs>
                <a:gs pos="0">
                  <a:schemeClr val="bg1"/>
                </a:gs>
              </a:gsLst>
              <a:lin ang="5400000" scaled="1"/>
            </a:gradFill>
            <a:ln w="635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思源黑体 CN Bold" panose="020B0800000000000000" pitchFamily="34" charset="-122"/>
                <a:ea typeface="思源黑体 CN Bold" panose="020B0800000000000000" pitchFamily="34" charset="-122"/>
              </a:endParaRPr>
            </a:p>
          </p:txBody>
        </p:sp>
        <p:sp>
          <p:nvSpPr>
            <p:cNvPr id="136" name="任意多边形: 形状 135"/>
            <p:cNvSpPr/>
            <p:nvPr/>
          </p:nvSpPr>
          <p:spPr>
            <a:xfrm>
              <a:off x="4737363" y="585955"/>
              <a:ext cx="1857111" cy="468616"/>
            </a:xfrm>
            <a:custGeom>
              <a:avLst/>
              <a:gdLst>
                <a:gd name="connsiteX0" fmla="*/ 1149763 w 1149762"/>
                <a:gd name="connsiteY0" fmla="*/ 294418 h 294417"/>
                <a:gd name="connsiteX1" fmla="*/ 1149763 w 1149762"/>
                <a:gd name="connsiteY1" fmla="*/ 103918 h 294417"/>
                <a:gd name="connsiteX2" fmla="*/ 1045845 w 1149762"/>
                <a:gd name="connsiteY2" fmla="*/ 0 h 294417"/>
                <a:gd name="connsiteX3" fmla="*/ 103918 w 1149762"/>
                <a:gd name="connsiteY3" fmla="*/ 0 h 294417"/>
                <a:gd name="connsiteX4" fmla="*/ 0 w 1149762"/>
                <a:gd name="connsiteY4" fmla="*/ 103918 h 294417"/>
                <a:gd name="connsiteX5" fmla="*/ 0 w 1149762"/>
                <a:gd name="connsiteY5" fmla="*/ 294418 h 29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762" h="294417">
                  <a:moveTo>
                    <a:pt x="1149763" y="294418"/>
                  </a:moveTo>
                  <a:lnTo>
                    <a:pt x="1149763" y="103918"/>
                  </a:lnTo>
                  <a:cubicBezTo>
                    <a:pt x="1149610" y="46587"/>
                    <a:pt x="1103176" y="152"/>
                    <a:pt x="1045845" y="0"/>
                  </a:cubicBezTo>
                  <a:lnTo>
                    <a:pt x="103918" y="0"/>
                  </a:lnTo>
                  <a:cubicBezTo>
                    <a:pt x="46591" y="152"/>
                    <a:pt x="157" y="46587"/>
                    <a:pt x="0" y="103918"/>
                  </a:cubicBezTo>
                  <a:lnTo>
                    <a:pt x="0" y="294418"/>
                  </a:lnTo>
                  <a:close/>
                </a:path>
              </a:pathLst>
            </a:custGeom>
            <a:solidFill>
              <a:schemeClr val="accent1"/>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37" name="文本框 136"/>
            <p:cNvSpPr txBox="1"/>
            <p:nvPr/>
          </p:nvSpPr>
          <p:spPr>
            <a:xfrm>
              <a:off x="5342753" y="635163"/>
              <a:ext cx="646331" cy="369332"/>
            </a:xfrm>
            <a:prstGeom prst="rect">
              <a:avLst/>
            </a:prstGeom>
            <a:noFill/>
          </p:spPr>
          <p:txBody>
            <a:bodyPr wrap="none" rtlCol="0">
              <a:spAutoFit/>
            </a:bodyPr>
            <a:lstStyle/>
            <a:p>
              <a:pPr algn="l"/>
              <a:r>
                <a:rPr lang="zh-CN" altLang="en-US" spc="0" baseline="0" dirty="0">
                  <a:solidFill>
                    <a:srgbClr val="FFFFFF"/>
                  </a:solidFill>
                  <a:latin typeface="思源黑体 CN Bold" panose="020B0800000000000000" pitchFamily="34" charset="-122"/>
                  <a:ea typeface="思源黑体 CN Bold" panose="020B0800000000000000" pitchFamily="34" charset="-122"/>
                  <a:cs typeface="Arial" panose="020B0604020202020204"/>
                  <a:sym typeface="Arial" panose="020B0604020202020204"/>
                  <a:rtl val="0"/>
                </a:rPr>
                <a:t>情境</a:t>
              </a:r>
            </a:p>
          </p:txBody>
        </p:sp>
        <p:sp>
          <p:nvSpPr>
            <p:cNvPr id="138" name="任意多边形: 形状 137"/>
            <p:cNvSpPr/>
            <p:nvPr/>
          </p:nvSpPr>
          <p:spPr>
            <a:xfrm>
              <a:off x="5160525" y="805329"/>
              <a:ext cx="77231" cy="76106"/>
            </a:xfrm>
            <a:custGeom>
              <a:avLst/>
              <a:gdLst>
                <a:gd name="connsiteX0" fmla="*/ 47816 w 47815"/>
                <a:gd name="connsiteY0" fmla="*/ 23908 h 47815"/>
                <a:gd name="connsiteX1" fmla="*/ 23908 w 47815"/>
                <a:gd name="connsiteY1" fmla="*/ 47815 h 47815"/>
                <a:gd name="connsiteX2" fmla="*/ 0 w 47815"/>
                <a:gd name="connsiteY2" fmla="*/ 23908 h 47815"/>
                <a:gd name="connsiteX3" fmla="*/ 23908 w 47815"/>
                <a:gd name="connsiteY3" fmla="*/ 0 h 47815"/>
                <a:gd name="connsiteX4" fmla="*/ 47816 w 47815"/>
                <a:gd name="connsiteY4" fmla="*/ 23908 h 47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15" h="47815">
                  <a:moveTo>
                    <a:pt x="47816" y="23908"/>
                  </a:moveTo>
                  <a:cubicBezTo>
                    <a:pt x="47816" y="37112"/>
                    <a:pt x="37112" y="47815"/>
                    <a:pt x="23908" y="47815"/>
                  </a:cubicBezTo>
                  <a:cubicBezTo>
                    <a:pt x="10704" y="47815"/>
                    <a:pt x="0" y="37112"/>
                    <a:pt x="0" y="23908"/>
                  </a:cubicBezTo>
                  <a:cubicBezTo>
                    <a:pt x="0" y="10704"/>
                    <a:pt x="10704" y="0"/>
                    <a:pt x="23908" y="0"/>
                  </a:cubicBezTo>
                  <a:cubicBezTo>
                    <a:pt x="37112" y="0"/>
                    <a:pt x="47816" y="10704"/>
                    <a:pt x="4781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39" name="任意多边形: 形状 138"/>
            <p:cNvSpPr/>
            <p:nvPr/>
          </p:nvSpPr>
          <p:spPr>
            <a:xfrm>
              <a:off x="6108542" y="805329"/>
              <a:ext cx="77540" cy="76410"/>
            </a:xfrm>
            <a:custGeom>
              <a:avLst/>
              <a:gdLst>
                <a:gd name="connsiteX0" fmla="*/ 48006 w 48006"/>
                <a:gd name="connsiteY0" fmla="*/ 23908 h 48006"/>
                <a:gd name="connsiteX1" fmla="*/ 24098 w 48006"/>
                <a:gd name="connsiteY1" fmla="*/ 48006 h 48006"/>
                <a:gd name="connsiteX2" fmla="*/ 0 w 48006"/>
                <a:gd name="connsiteY2" fmla="*/ 24098 h 48006"/>
                <a:gd name="connsiteX3" fmla="*/ 23908 w 48006"/>
                <a:gd name="connsiteY3" fmla="*/ 0 h 48006"/>
                <a:gd name="connsiteX4" fmla="*/ 24098 w 48006"/>
                <a:gd name="connsiteY4" fmla="*/ 0 h 48006"/>
                <a:gd name="connsiteX5" fmla="*/ 48006 w 48006"/>
                <a:gd name="connsiteY5" fmla="*/ 23908 h 4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06" h="48006">
                  <a:moveTo>
                    <a:pt x="48006" y="23908"/>
                  </a:moveTo>
                  <a:cubicBezTo>
                    <a:pt x="48063" y="37166"/>
                    <a:pt x="37357" y="47949"/>
                    <a:pt x="24098" y="48006"/>
                  </a:cubicBezTo>
                  <a:cubicBezTo>
                    <a:pt x="10840" y="48054"/>
                    <a:pt x="57" y="37357"/>
                    <a:pt x="0" y="24098"/>
                  </a:cubicBezTo>
                  <a:cubicBezTo>
                    <a:pt x="-48" y="10839"/>
                    <a:pt x="10649" y="57"/>
                    <a:pt x="23908" y="0"/>
                  </a:cubicBezTo>
                  <a:cubicBezTo>
                    <a:pt x="23975" y="0"/>
                    <a:pt x="24032" y="0"/>
                    <a:pt x="24098" y="0"/>
                  </a:cubicBezTo>
                  <a:cubicBezTo>
                    <a:pt x="37300" y="0"/>
                    <a:pt x="48006" y="10706"/>
                    <a:pt x="4800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0" name="任意多边形: 形状 139"/>
            <p:cNvSpPr/>
            <p:nvPr/>
          </p:nvSpPr>
          <p:spPr>
            <a:xfrm>
              <a:off x="5371298" y="2718762"/>
              <a:ext cx="589241" cy="580654"/>
            </a:xfrm>
            <a:custGeom>
              <a:avLst/>
              <a:gdLst>
                <a:gd name="connsiteX0" fmla="*/ 364808 w 364807"/>
                <a:gd name="connsiteY0" fmla="*/ 182404 h 364807"/>
                <a:gd name="connsiteX1" fmla="*/ 182404 w 364807"/>
                <a:gd name="connsiteY1" fmla="*/ 364807 h 364807"/>
                <a:gd name="connsiteX2" fmla="*/ 0 w 364807"/>
                <a:gd name="connsiteY2" fmla="*/ 182404 h 364807"/>
                <a:gd name="connsiteX3" fmla="*/ 182404 w 364807"/>
                <a:gd name="connsiteY3" fmla="*/ 0 h 364807"/>
                <a:gd name="connsiteX4" fmla="*/ 364808 w 364807"/>
                <a:gd name="connsiteY4" fmla="*/ 182404 h 36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807" h="364807">
                  <a:moveTo>
                    <a:pt x="364808" y="182404"/>
                  </a:moveTo>
                  <a:cubicBezTo>
                    <a:pt x="364808" y="283143"/>
                    <a:pt x="283143" y="364807"/>
                    <a:pt x="182404" y="364807"/>
                  </a:cubicBezTo>
                  <a:cubicBezTo>
                    <a:pt x="81665" y="364807"/>
                    <a:pt x="0" y="283142"/>
                    <a:pt x="0" y="182404"/>
                  </a:cubicBezTo>
                  <a:cubicBezTo>
                    <a:pt x="0" y="81665"/>
                    <a:pt x="81665" y="0"/>
                    <a:pt x="182404" y="0"/>
                  </a:cubicBezTo>
                  <a:cubicBezTo>
                    <a:pt x="283143" y="0"/>
                    <a:pt x="364808" y="81665"/>
                    <a:pt x="364808" y="182404"/>
                  </a:cubicBezTo>
                  <a:close/>
                </a:path>
              </a:pathLst>
            </a:custGeom>
            <a:gradFill>
              <a:gsLst>
                <a:gs pos="6000">
                  <a:srgbClr val="FFFFFF"/>
                </a:gs>
                <a:gs pos="75000">
                  <a:schemeClr val="accent1">
                    <a:lumMod val="60000"/>
                    <a:lumOff val="40000"/>
                  </a:schemeClr>
                </a:gs>
              </a:gsLst>
              <a:lin ang="6168479" scaled="1"/>
            </a:gra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1" name="任意多边形: 形状 140"/>
            <p:cNvSpPr/>
            <p:nvPr/>
          </p:nvSpPr>
          <p:spPr>
            <a:xfrm>
              <a:off x="5445607"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solidFill>
              <a:schemeClr val="accent1"/>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2" name="任意多边形: 形状 141"/>
            <p:cNvSpPr/>
            <p:nvPr/>
          </p:nvSpPr>
          <p:spPr>
            <a:xfrm>
              <a:off x="5445607"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noFill/>
            <a:ln w="6763" cap="flat">
              <a:solidFill>
                <a:srgbClr val="FFFFFF"/>
              </a:solid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3" name="任意多边形: 形状 142"/>
            <p:cNvSpPr/>
            <p:nvPr/>
          </p:nvSpPr>
          <p:spPr>
            <a:xfrm>
              <a:off x="5596225" y="2867791"/>
              <a:ext cx="139386" cy="137355"/>
            </a:xfrm>
            <a:custGeom>
              <a:avLst/>
              <a:gdLst>
                <a:gd name="connsiteX0" fmla="*/ 86297 w 86296"/>
                <a:gd name="connsiteY0" fmla="*/ 43053 h 86296"/>
                <a:gd name="connsiteX1" fmla="*/ 43244 w 86296"/>
                <a:gd name="connsiteY1" fmla="*/ 86296 h 86296"/>
                <a:gd name="connsiteX2" fmla="*/ 0 w 86296"/>
                <a:gd name="connsiteY2" fmla="*/ 43243 h 86296"/>
                <a:gd name="connsiteX3" fmla="*/ 43053 w 86296"/>
                <a:gd name="connsiteY3" fmla="*/ 0 h 86296"/>
                <a:gd name="connsiteX4" fmla="*/ 43244 w 86296"/>
                <a:gd name="connsiteY4" fmla="*/ 0 h 86296"/>
                <a:gd name="connsiteX5" fmla="*/ 86297 w 86296"/>
                <a:gd name="connsiteY5" fmla="*/ 43053 h 86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296" h="86296">
                  <a:moveTo>
                    <a:pt x="86297" y="43053"/>
                  </a:moveTo>
                  <a:cubicBezTo>
                    <a:pt x="86354" y="66885"/>
                    <a:pt x="67075" y="86239"/>
                    <a:pt x="43244" y="86296"/>
                  </a:cubicBezTo>
                  <a:cubicBezTo>
                    <a:pt x="19412" y="86353"/>
                    <a:pt x="57" y="67075"/>
                    <a:pt x="0" y="43243"/>
                  </a:cubicBezTo>
                  <a:cubicBezTo>
                    <a:pt x="-57" y="19412"/>
                    <a:pt x="19221" y="57"/>
                    <a:pt x="43053" y="0"/>
                  </a:cubicBezTo>
                  <a:cubicBezTo>
                    <a:pt x="43120" y="0"/>
                    <a:pt x="43177" y="0"/>
                    <a:pt x="43244" y="0"/>
                  </a:cubicBezTo>
                  <a:cubicBezTo>
                    <a:pt x="66999" y="57"/>
                    <a:pt x="86239" y="19298"/>
                    <a:pt x="86297" y="43053"/>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4" name="任意多边形: 形状 143"/>
            <p:cNvSpPr/>
            <p:nvPr/>
          </p:nvSpPr>
          <p:spPr>
            <a:xfrm>
              <a:off x="5577968" y="3007269"/>
              <a:ext cx="175900" cy="116888"/>
            </a:xfrm>
            <a:custGeom>
              <a:avLst/>
              <a:gdLst>
                <a:gd name="connsiteX0" fmla="*/ 54496 w 108902"/>
                <a:gd name="connsiteY0" fmla="*/ 10096 h 73437"/>
                <a:gd name="connsiteX1" fmla="*/ 20301 w 108902"/>
                <a:gd name="connsiteY1" fmla="*/ 0 h 73437"/>
                <a:gd name="connsiteX2" fmla="*/ 13 w 108902"/>
                <a:gd name="connsiteY2" fmla="*/ 73438 h 73437"/>
                <a:gd name="connsiteX3" fmla="*/ 108883 w 108902"/>
                <a:gd name="connsiteY3" fmla="*/ 73438 h 73437"/>
                <a:gd name="connsiteX4" fmla="*/ 88690 w 108902"/>
                <a:gd name="connsiteY4" fmla="*/ 0 h 73437"/>
                <a:gd name="connsiteX5" fmla="*/ 54496 w 108902"/>
                <a:gd name="connsiteY5" fmla="*/ 10096 h 7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902" h="73437">
                  <a:moveTo>
                    <a:pt x="54496" y="10096"/>
                  </a:moveTo>
                  <a:cubicBezTo>
                    <a:pt x="42361" y="10125"/>
                    <a:pt x="30474" y="6620"/>
                    <a:pt x="20301" y="0"/>
                  </a:cubicBezTo>
                  <a:cubicBezTo>
                    <a:pt x="6699" y="22050"/>
                    <a:pt x="-340" y="47530"/>
                    <a:pt x="13" y="73438"/>
                  </a:cubicBezTo>
                  <a:lnTo>
                    <a:pt x="108883" y="73438"/>
                  </a:lnTo>
                  <a:cubicBezTo>
                    <a:pt x="109312" y="47530"/>
                    <a:pt x="102311" y="22041"/>
                    <a:pt x="88690" y="0"/>
                  </a:cubicBezTo>
                  <a:cubicBezTo>
                    <a:pt x="78508" y="6591"/>
                    <a:pt x="66631" y="10106"/>
                    <a:pt x="54496" y="10096"/>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45" name="文本框 144"/>
            <p:cNvSpPr txBox="1"/>
            <p:nvPr/>
          </p:nvSpPr>
          <p:spPr>
            <a:xfrm>
              <a:off x="4939872" y="1467500"/>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dirty="0">
                  <a:latin typeface="思源黑体 CN Bold" panose="020B0800000000000000" pitchFamily="34" charset="-122"/>
                  <a:ea typeface="思源黑体 CN Bold" panose="020B0800000000000000" pitchFamily="34" charset="-122"/>
                </a:rPr>
                <a:t>让学生在真实的劳动环境中学习舞蹈</a:t>
              </a:r>
            </a:p>
          </p:txBody>
        </p:sp>
        <p:sp>
          <p:nvSpPr>
            <p:cNvPr id="146" name="文本框 145"/>
            <p:cNvSpPr txBox="1"/>
            <p:nvPr/>
          </p:nvSpPr>
          <p:spPr>
            <a:xfrm>
              <a:off x="4992349" y="1115739"/>
              <a:ext cx="1347138" cy="373486"/>
            </a:xfrm>
            <a:prstGeom prst="rect">
              <a:avLst/>
            </a:prstGeom>
            <a:noFill/>
            <a:effectLst/>
          </p:spPr>
          <p:txBody>
            <a:bodyPr wrap="non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r>
                <a:rPr lang="zh-CN" altLang="en-US" sz="1800" dirty="0">
                  <a:solidFill>
                    <a:schemeClr val="accent1"/>
                  </a:solidFill>
                  <a:latin typeface="思源黑体 CN Bold" panose="020B0800000000000000" pitchFamily="34" charset="-122"/>
                  <a:ea typeface="思源黑体 CN Bold" panose="020B0800000000000000" pitchFamily="34" charset="-122"/>
                  <a:cs typeface="阿里巴巴普惠体 2.0 115 Black" panose="00020600040101010101" pitchFamily="18" charset="-122"/>
                </a:rPr>
                <a:t>情境化教学</a:t>
              </a:r>
            </a:p>
          </p:txBody>
        </p:sp>
        <p:cxnSp>
          <p:nvCxnSpPr>
            <p:cNvPr id="147" name="直接连接符 146"/>
            <p:cNvCxnSpPr/>
            <p:nvPr/>
          </p:nvCxnSpPr>
          <p:spPr>
            <a:xfrm>
              <a:off x="4948983" y="2057909"/>
              <a:ext cx="1433871"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文本框 147"/>
            <p:cNvSpPr txBox="1"/>
            <p:nvPr/>
          </p:nvSpPr>
          <p:spPr>
            <a:xfrm>
              <a:off x="4939872" y="2132687"/>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dirty="0">
                  <a:latin typeface="思源黑体 CN Bold" panose="020B0800000000000000" pitchFamily="34" charset="-122"/>
                  <a:ea typeface="思源黑体 CN Bold" panose="020B0800000000000000" pitchFamily="34" charset="-122"/>
                </a:rPr>
                <a:t>感受劳动与舞蹈的融合</a:t>
              </a:r>
            </a:p>
          </p:txBody>
        </p:sp>
      </p:grpSp>
      <p:grpSp>
        <p:nvGrpSpPr>
          <p:cNvPr id="149" name="组合 148"/>
          <p:cNvGrpSpPr/>
          <p:nvPr/>
        </p:nvGrpSpPr>
        <p:grpSpPr>
          <a:xfrm>
            <a:off x="7044239" y="382194"/>
            <a:ext cx="2188657" cy="2917222"/>
            <a:chOff x="7044239" y="382194"/>
            <a:chExt cx="2188657" cy="2917222"/>
          </a:xfrm>
        </p:grpSpPr>
        <p:sp>
          <p:nvSpPr>
            <p:cNvPr id="150" name="任意多边形: 形状 149"/>
            <p:cNvSpPr/>
            <p:nvPr/>
          </p:nvSpPr>
          <p:spPr>
            <a:xfrm>
              <a:off x="7044239" y="382194"/>
              <a:ext cx="2188657" cy="2691781"/>
            </a:xfrm>
            <a:custGeom>
              <a:avLst/>
              <a:gdLst>
                <a:gd name="connsiteX0" fmla="*/ 122492 w 1355026"/>
                <a:gd name="connsiteY0" fmla="*/ 0 h 1691163"/>
                <a:gd name="connsiteX1" fmla="*/ 1232440 w 1355026"/>
                <a:gd name="connsiteY1" fmla="*/ 0 h 1691163"/>
                <a:gd name="connsiteX2" fmla="*/ 1355027 w 1355026"/>
                <a:gd name="connsiteY2" fmla="*/ 122396 h 1691163"/>
                <a:gd name="connsiteX3" fmla="*/ 1355027 w 1355026"/>
                <a:gd name="connsiteY3" fmla="*/ 122492 h 1691163"/>
                <a:gd name="connsiteX4" fmla="*/ 1355027 w 1355026"/>
                <a:gd name="connsiteY4" fmla="*/ 1064133 h 1691163"/>
                <a:gd name="connsiteX5" fmla="*/ 727996 w 1355026"/>
                <a:gd name="connsiteY5" fmla="*/ 1691164 h 1691163"/>
                <a:gd name="connsiteX6" fmla="*/ 627031 w 1355026"/>
                <a:gd name="connsiteY6" fmla="*/ 1691164 h 1691163"/>
                <a:gd name="connsiteX7" fmla="*/ 0 w 1355026"/>
                <a:gd name="connsiteY7" fmla="*/ 1064133 h 1691163"/>
                <a:gd name="connsiteX8" fmla="*/ 0 w 1355026"/>
                <a:gd name="connsiteY8" fmla="*/ 122492 h 1691163"/>
                <a:gd name="connsiteX9" fmla="*/ 122492 w 1355026"/>
                <a:gd name="connsiteY9" fmla="*/ 0 h 169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55026" h="1691163">
                  <a:moveTo>
                    <a:pt x="122492" y="0"/>
                  </a:moveTo>
                  <a:lnTo>
                    <a:pt x="1232440" y="0"/>
                  </a:lnTo>
                  <a:cubicBezTo>
                    <a:pt x="1300086" y="-57"/>
                    <a:pt x="1354969" y="54750"/>
                    <a:pt x="1355027" y="122396"/>
                  </a:cubicBezTo>
                  <a:cubicBezTo>
                    <a:pt x="1355027" y="122425"/>
                    <a:pt x="1355027" y="122463"/>
                    <a:pt x="1355027" y="122492"/>
                  </a:cubicBezTo>
                  <a:lnTo>
                    <a:pt x="1355027" y="1064133"/>
                  </a:lnTo>
                  <a:cubicBezTo>
                    <a:pt x="1355027" y="1410433"/>
                    <a:pt x="1074296" y="1691164"/>
                    <a:pt x="727996" y="1691164"/>
                  </a:cubicBezTo>
                  <a:lnTo>
                    <a:pt x="627031" y="1691164"/>
                  </a:lnTo>
                  <a:cubicBezTo>
                    <a:pt x="280730" y="1691164"/>
                    <a:pt x="0" y="1410433"/>
                    <a:pt x="0" y="1064133"/>
                  </a:cubicBezTo>
                  <a:lnTo>
                    <a:pt x="0" y="122492"/>
                  </a:lnTo>
                  <a:cubicBezTo>
                    <a:pt x="0" y="54845"/>
                    <a:pt x="54841" y="0"/>
                    <a:pt x="122492" y="0"/>
                  </a:cubicBezTo>
                  <a:close/>
                </a:path>
              </a:pathLst>
            </a:custGeom>
            <a:gradFill>
              <a:gsLst>
                <a:gs pos="25000">
                  <a:srgbClr val="FFFFFF"/>
                </a:gs>
                <a:gs pos="100000">
                  <a:schemeClr val="bg1">
                    <a:lumMod val="95000"/>
                  </a:schemeClr>
                </a:gs>
              </a:gsLst>
              <a:lin ang="4760644" scaled="1"/>
            </a:gradFill>
            <a:ln w="1587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51" name="任意多边形: 形状 150"/>
            <p:cNvSpPr/>
            <p:nvPr/>
          </p:nvSpPr>
          <p:spPr>
            <a:xfrm>
              <a:off x="7044392" y="1523644"/>
              <a:ext cx="2188350" cy="342784"/>
            </a:xfrm>
            <a:custGeom>
              <a:avLst/>
              <a:gdLst>
                <a:gd name="connsiteX0" fmla="*/ 0 w 1354836"/>
                <a:gd name="connsiteY0" fmla="*/ 0 h 215360"/>
                <a:gd name="connsiteX1" fmla="*/ 1354836 w 1354836"/>
                <a:gd name="connsiteY1" fmla="*/ 0 h 215360"/>
                <a:gd name="connsiteX2" fmla="*/ 1354836 w 1354836"/>
                <a:gd name="connsiteY2" fmla="*/ 215360 h 215360"/>
                <a:gd name="connsiteX3" fmla="*/ 0 w 1354836"/>
                <a:gd name="connsiteY3" fmla="*/ 215360 h 215360"/>
              </a:gdLst>
              <a:ahLst/>
              <a:cxnLst>
                <a:cxn ang="0">
                  <a:pos x="connsiteX0" y="connsiteY0"/>
                </a:cxn>
                <a:cxn ang="0">
                  <a:pos x="connsiteX1" y="connsiteY1"/>
                </a:cxn>
                <a:cxn ang="0">
                  <a:pos x="connsiteX2" y="connsiteY2"/>
                </a:cxn>
                <a:cxn ang="0">
                  <a:pos x="connsiteX3" y="connsiteY3"/>
                </a:cxn>
              </a:cxnLst>
              <a:rect l="l" t="t" r="r" b="b"/>
              <a:pathLst>
                <a:path w="1354836" h="215360">
                  <a:moveTo>
                    <a:pt x="0" y="0"/>
                  </a:moveTo>
                  <a:lnTo>
                    <a:pt x="1354836" y="0"/>
                  </a:lnTo>
                  <a:lnTo>
                    <a:pt x="1354836" y="215360"/>
                  </a:lnTo>
                  <a:lnTo>
                    <a:pt x="0" y="215360"/>
                  </a:lnTo>
                  <a:close/>
                </a:path>
              </a:pathLst>
            </a:custGeom>
            <a:solidFill>
              <a:schemeClr val="accent2"/>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52" name="任意多边形: 形状 151"/>
            <p:cNvSpPr/>
            <p:nvPr/>
          </p:nvSpPr>
          <p:spPr>
            <a:xfrm>
              <a:off x="7210012" y="586408"/>
              <a:ext cx="1857111" cy="2283959"/>
            </a:xfrm>
            <a:custGeom>
              <a:avLst/>
              <a:gdLst>
                <a:gd name="connsiteX0" fmla="*/ 574834 w 1149762"/>
                <a:gd name="connsiteY0" fmla="*/ 1434941 h 1434941"/>
                <a:gd name="connsiteX1" fmla="*/ 574834 w 1149762"/>
                <a:gd name="connsiteY1" fmla="*/ 1434941 h 1434941"/>
                <a:gd name="connsiteX2" fmla="*/ 0 w 1149762"/>
                <a:gd name="connsiteY2" fmla="*/ 860108 h 1434941"/>
                <a:gd name="connsiteX3" fmla="*/ 0 w 1149762"/>
                <a:gd name="connsiteY3" fmla="*/ 103918 h 1434941"/>
                <a:gd name="connsiteX4" fmla="*/ 103918 w 1149762"/>
                <a:gd name="connsiteY4" fmla="*/ 0 h 1434941"/>
                <a:gd name="connsiteX5" fmla="*/ 1045845 w 1149762"/>
                <a:gd name="connsiteY5" fmla="*/ 0 h 1434941"/>
                <a:gd name="connsiteX6" fmla="*/ 1149763 w 1149762"/>
                <a:gd name="connsiteY6" fmla="*/ 103918 h 1434941"/>
                <a:gd name="connsiteX7" fmla="*/ 1149763 w 1149762"/>
                <a:gd name="connsiteY7" fmla="*/ 860108 h 1434941"/>
                <a:gd name="connsiteX8" fmla="*/ 574834 w 1149762"/>
                <a:gd name="connsiteY8" fmla="*/ 1434941 h 1434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762" h="1434941">
                  <a:moveTo>
                    <a:pt x="574834" y="1434941"/>
                  </a:moveTo>
                  <a:lnTo>
                    <a:pt x="574834" y="1434941"/>
                  </a:lnTo>
                  <a:cubicBezTo>
                    <a:pt x="257756" y="1433998"/>
                    <a:pt x="941" y="1177185"/>
                    <a:pt x="0" y="860108"/>
                  </a:cubicBezTo>
                  <a:lnTo>
                    <a:pt x="0" y="103918"/>
                  </a:lnTo>
                  <a:cubicBezTo>
                    <a:pt x="157" y="46587"/>
                    <a:pt x="46591" y="152"/>
                    <a:pt x="103918" y="0"/>
                  </a:cubicBezTo>
                  <a:lnTo>
                    <a:pt x="1045845" y="0"/>
                  </a:lnTo>
                  <a:cubicBezTo>
                    <a:pt x="1103176" y="152"/>
                    <a:pt x="1149610" y="46587"/>
                    <a:pt x="1149763" y="103918"/>
                  </a:cubicBezTo>
                  <a:lnTo>
                    <a:pt x="1149763" y="860108"/>
                  </a:lnTo>
                  <a:cubicBezTo>
                    <a:pt x="1148820" y="1177223"/>
                    <a:pt x="891950" y="1434056"/>
                    <a:pt x="574834" y="1434941"/>
                  </a:cubicBezTo>
                  <a:close/>
                </a:path>
              </a:pathLst>
            </a:custGeom>
            <a:gradFill>
              <a:gsLst>
                <a:gs pos="100000">
                  <a:schemeClr val="accent2">
                    <a:lumMod val="20000"/>
                    <a:lumOff val="80000"/>
                  </a:schemeClr>
                </a:gs>
                <a:gs pos="0">
                  <a:srgbClr val="F9FBFC"/>
                </a:gs>
              </a:gsLst>
              <a:lin ang="5400000" scaled="1"/>
            </a:gradFill>
            <a:ln w="6350" cap="flat">
              <a:solidFill>
                <a:schemeClr val="accent2"/>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思源黑体 CN Bold" panose="020B0800000000000000" pitchFamily="34" charset="-122"/>
                <a:ea typeface="思源黑体 CN Bold" panose="020B0800000000000000" pitchFamily="34" charset="-122"/>
              </a:endParaRPr>
            </a:p>
          </p:txBody>
        </p:sp>
        <p:sp>
          <p:nvSpPr>
            <p:cNvPr id="153" name="任意多边形: 形状 152"/>
            <p:cNvSpPr/>
            <p:nvPr/>
          </p:nvSpPr>
          <p:spPr>
            <a:xfrm>
              <a:off x="7210012" y="585955"/>
              <a:ext cx="1857111" cy="468616"/>
            </a:xfrm>
            <a:custGeom>
              <a:avLst/>
              <a:gdLst>
                <a:gd name="connsiteX0" fmla="*/ 1149763 w 1149762"/>
                <a:gd name="connsiteY0" fmla="*/ 294418 h 294417"/>
                <a:gd name="connsiteX1" fmla="*/ 1149763 w 1149762"/>
                <a:gd name="connsiteY1" fmla="*/ 103918 h 294417"/>
                <a:gd name="connsiteX2" fmla="*/ 1045845 w 1149762"/>
                <a:gd name="connsiteY2" fmla="*/ 0 h 294417"/>
                <a:gd name="connsiteX3" fmla="*/ 103918 w 1149762"/>
                <a:gd name="connsiteY3" fmla="*/ 0 h 294417"/>
                <a:gd name="connsiteX4" fmla="*/ 0 w 1149762"/>
                <a:gd name="connsiteY4" fmla="*/ 103918 h 294417"/>
                <a:gd name="connsiteX5" fmla="*/ 0 w 1149762"/>
                <a:gd name="connsiteY5" fmla="*/ 294418 h 29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762" h="294417">
                  <a:moveTo>
                    <a:pt x="1149763" y="294418"/>
                  </a:moveTo>
                  <a:lnTo>
                    <a:pt x="1149763" y="103918"/>
                  </a:lnTo>
                  <a:cubicBezTo>
                    <a:pt x="1149610" y="46587"/>
                    <a:pt x="1103176" y="152"/>
                    <a:pt x="1045845" y="0"/>
                  </a:cubicBezTo>
                  <a:lnTo>
                    <a:pt x="103918" y="0"/>
                  </a:lnTo>
                  <a:cubicBezTo>
                    <a:pt x="46591" y="152"/>
                    <a:pt x="157" y="46587"/>
                    <a:pt x="0" y="103918"/>
                  </a:cubicBezTo>
                  <a:lnTo>
                    <a:pt x="0" y="294418"/>
                  </a:lnTo>
                  <a:close/>
                </a:path>
              </a:pathLst>
            </a:custGeom>
            <a:solidFill>
              <a:schemeClr val="accent2"/>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54" name="文本框 153"/>
            <p:cNvSpPr txBox="1"/>
            <p:nvPr/>
          </p:nvSpPr>
          <p:spPr>
            <a:xfrm>
              <a:off x="7815402" y="635163"/>
              <a:ext cx="646331" cy="369332"/>
            </a:xfrm>
            <a:prstGeom prst="rect">
              <a:avLst/>
            </a:prstGeom>
            <a:noFill/>
          </p:spPr>
          <p:txBody>
            <a:bodyPr wrap="none" rtlCol="0">
              <a:spAutoFit/>
            </a:bodyPr>
            <a:lstStyle/>
            <a:p>
              <a:pPr algn="l"/>
              <a:r>
                <a:rPr lang="zh-CN" altLang="en-US" spc="0" baseline="0" dirty="0">
                  <a:solidFill>
                    <a:srgbClr val="FFFFFF"/>
                  </a:solidFill>
                  <a:latin typeface="思源黑体 CN Bold" panose="020B0800000000000000" pitchFamily="34" charset="-122"/>
                  <a:ea typeface="思源黑体 CN Bold" panose="020B0800000000000000" pitchFamily="34" charset="-122"/>
                  <a:cs typeface="Arial" panose="020B0604020202020204"/>
                  <a:sym typeface="Arial" panose="020B0604020202020204"/>
                  <a:rtl val="0"/>
                </a:rPr>
                <a:t>创编</a:t>
              </a:r>
            </a:p>
          </p:txBody>
        </p:sp>
        <p:sp>
          <p:nvSpPr>
            <p:cNvPr id="155" name="任意多边形: 形状 154"/>
            <p:cNvSpPr/>
            <p:nvPr/>
          </p:nvSpPr>
          <p:spPr>
            <a:xfrm>
              <a:off x="7633174" y="805329"/>
              <a:ext cx="77231" cy="76106"/>
            </a:xfrm>
            <a:custGeom>
              <a:avLst/>
              <a:gdLst>
                <a:gd name="connsiteX0" fmla="*/ 47816 w 47815"/>
                <a:gd name="connsiteY0" fmla="*/ 23908 h 47815"/>
                <a:gd name="connsiteX1" fmla="*/ 23908 w 47815"/>
                <a:gd name="connsiteY1" fmla="*/ 47815 h 47815"/>
                <a:gd name="connsiteX2" fmla="*/ 0 w 47815"/>
                <a:gd name="connsiteY2" fmla="*/ 23908 h 47815"/>
                <a:gd name="connsiteX3" fmla="*/ 23908 w 47815"/>
                <a:gd name="connsiteY3" fmla="*/ 0 h 47815"/>
                <a:gd name="connsiteX4" fmla="*/ 47816 w 47815"/>
                <a:gd name="connsiteY4" fmla="*/ 23908 h 47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15" h="47815">
                  <a:moveTo>
                    <a:pt x="47816" y="23908"/>
                  </a:moveTo>
                  <a:cubicBezTo>
                    <a:pt x="47816" y="37112"/>
                    <a:pt x="37112" y="47815"/>
                    <a:pt x="23908" y="47815"/>
                  </a:cubicBezTo>
                  <a:cubicBezTo>
                    <a:pt x="10704" y="47815"/>
                    <a:pt x="0" y="37112"/>
                    <a:pt x="0" y="23908"/>
                  </a:cubicBezTo>
                  <a:cubicBezTo>
                    <a:pt x="0" y="10704"/>
                    <a:pt x="10704" y="0"/>
                    <a:pt x="23908" y="0"/>
                  </a:cubicBezTo>
                  <a:cubicBezTo>
                    <a:pt x="37112" y="0"/>
                    <a:pt x="47816" y="10704"/>
                    <a:pt x="4781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68" name="任意多边形: 形状 167"/>
            <p:cNvSpPr/>
            <p:nvPr/>
          </p:nvSpPr>
          <p:spPr>
            <a:xfrm>
              <a:off x="8581191" y="805329"/>
              <a:ext cx="77540" cy="76410"/>
            </a:xfrm>
            <a:custGeom>
              <a:avLst/>
              <a:gdLst>
                <a:gd name="connsiteX0" fmla="*/ 48006 w 48006"/>
                <a:gd name="connsiteY0" fmla="*/ 23908 h 48006"/>
                <a:gd name="connsiteX1" fmla="*/ 24098 w 48006"/>
                <a:gd name="connsiteY1" fmla="*/ 48006 h 48006"/>
                <a:gd name="connsiteX2" fmla="*/ 0 w 48006"/>
                <a:gd name="connsiteY2" fmla="*/ 24098 h 48006"/>
                <a:gd name="connsiteX3" fmla="*/ 23908 w 48006"/>
                <a:gd name="connsiteY3" fmla="*/ 0 h 48006"/>
                <a:gd name="connsiteX4" fmla="*/ 24098 w 48006"/>
                <a:gd name="connsiteY4" fmla="*/ 0 h 48006"/>
                <a:gd name="connsiteX5" fmla="*/ 48006 w 48006"/>
                <a:gd name="connsiteY5" fmla="*/ 23908 h 4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06" h="48006">
                  <a:moveTo>
                    <a:pt x="48006" y="23908"/>
                  </a:moveTo>
                  <a:cubicBezTo>
                    <a:pt x="48063" y="37166"/>
                    <a:pt x="37357" y="47949"/>
                    <a:pt x="24098" y="48006"/>
                  </a:cubicBezTo>
                  <a:cubicBezTo>
                    <a:pt x="10840" y="48054"/>
                    <a:pt x="57" y="37357"/>
                    <a:pt x="0" y="24098"/>
                  </a:cubicBezTo>
                  <a:cubicBezTo>
                    <a:pt x="-48" y="10839"/>
                    <a:pt x="10649" y="57"/>
                    <a:pt x="23908" y="0"/>
                  </a:cubicBezTo>
                  <a:cubicBezTo>
                    <a:pt x="23975" y="0"/>
                    <a:pt x="24032" y="0"/>
                    <a:pt x="24098" y="0"/>
                  </a:cubicBezTo>
                  <a:cubicBezTo>
                    <a:pt x="37300" y="0"/>
                    <a:pt x="48006" y="10706"/>
                    <a:pt x="4800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70" name="任意多边形: 形状 169"/>
            <p:cNvSpPr/>
            <p:nvPr/>
          </p:nvSpPr>
          <p:spPr>
            <a:xfrm>
              <a:off x="7843947" y="2718762"/>
              <a:ext cx="589241" cy="580654"/>
            </a:xfrm>
            <a:custGeom>
              <a:avLst/>
              <a:gdLst>
                <a:gd name="connsiteX0" fmla="*/ 364808 w 364807"/>
                <a:gd name="connsiteY0" fmla="*/ 182404 h 364807"/>
                <a:gd name="connsiteX1" fmla="*/ 182404 w 364807"/>
                <a:gd name="connsiteY1" fmla="*/ 364807 h 364807"/>
                <a:gd name="connsiteX2" fmla="*/ 0 w 364807"/>
                <a:gd name="connsiteY2" fmla="*/ 182404 h 364807"/>
                <a:gd name="connsiteX3" fmla="*/ 182404 w 364807"/>
                <a:gd name="connsiteY3" fmla="*/ 0 h 364807"/>
                <a:gd name="connsiteX4" fmla="*/ 364808 w 364807"/>
                <a:gd name="connsiteY4" fmla="*/ 182404 h 36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807" h="364807">
                  <a:moveTo>
                    <a:pt x="364808" y="182404"/>
                  </a:moveTo>
                  <a:cubicBezTo>
                    <a:pt x="364808" y="283143"/>
                    <a:pt x="283143" y="364807"/>
                    <a:pt x="182404" y="364807"/>
                  </a:cubicBezTo>
                  <a:cubicBezTo>
                    <a:pt x="81665" y="364807"/>
                    <a:pt x="0" y="283142"/>
                    <a:pt x="0" y="182404"/>
                  </a:cubicBezTo>
                  <a:cubicBezTo>
                    <a:pt x="0" y="81665"/>
                    <a:pt x="81665" y="0"/>
                    <a:pt x="182404" y="0"/>
                  </a:cubicBezTo>
                  <a:cubicBezTo>
                    <a:pt x="283143" y="0"/>
                    <a:pt x="364808" y="81665"/>
                    <a:pt x="364808" y="182404"/>
                  </a:cubicBezTo>
                  <a:close/>
                </a:path>
              </a:pathLst>
            </a:custGeom>
            <a:gradFill>
              <a:gsLst>
                <a:gs pos="6000">
                  <a:srgbClr val="FFFFFF"/>
                </a:gs>
                <a:gs pos="75000">
                  <a:schemeClr val="accent2">
                    <a:lumMod val="60000"/>
                    <a:lumOff val="40000"/>
                  </a:schemeClr>
                </a:gs>
              </a:gsLst>
              <a:lin ang="6168479" scaled="1"/>
            </a:gra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72" name="任意多边形: 形状 171"/>
            <p:cNvSpPr/>
            <p:nvPr/>
          </p:nvSpPr>
          <p:spPr>
            <a:xfrm>
              <a:off x="7918256"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solidFill>
              <a:schemeClr val="accent2"/>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73" name="任意多边形: 形状 172"/>
            <p:cNvSpPr/>
            <p:nvPr/>
          </p:nvSpPr>
          <p:spPr>
            <a:xfrm>
              <a:off x="7918256"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noFill/>
            <a:ln w="6763" cap="flat">
              <a:solidFill>
                <a:srgbClr val="FFFFFF"/>
              </a:solid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190" name="任意多边形: 形状 189"/>
            <p:cNvSpPr/>
            <p:nvPr/>
          </p:nvSpPr>
          <p:spPr>
            <a:xfrm>
              <a:off x="8068874" y="2867791"/>
              <a:ext cx="139386" cy="137355"/>
            </a:xfrm>
            <a:custGeom>
              <a:avLst/>
              <a:gdLst>
                <a:gd name="connsiteX0" fmla="*/ 86297 w 86296"/>
                <a:gd name="connsiteY0" fmla="*/ 43053 h 86296"/>
                <a:gd name="connsiteX1" fmla="*/ 43244 w 86296"/>
                <a:gd name="connsiteY1" fmla="*/ 86296 h 86296"/>
                <a:gd name="connsiteX2" fmla="*/ 0 w 86296"/>
                <a:gd name="connsiteY2" fmla="*/ 43243 h 86296"/>
                <a:gd name="connsiteX3" fmla="*/ 43053 w 86296"/>
                <a:gd name="connsiteY3" fmla="*/ 0 h 86296"/>
                <a:gd name="connsiteX4" fmla="*/ 43244 w 86296"/>
                <a:gd name="connsiteY4" fmla="*/ 0 h 86296"/>
                <a:gd name="connsiteX5" fmla="*/ 86297 w 86296"/>
                <a:gd name="connsiteY5" fmla="*/ 43053 h 86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296" h="86296">
                  <a:moveTo>
                    <a:pt x="86297" y="43053"/>
                  </a:moveTo>
                  <a:cubicBezTo>
                    <a:pt x="86354" y="66885"/>
                    <a:pt x="67075" y="86239"/>
                    <a:pt x="43244" y="86296"/>
                  </a:cubicBezTo>
                  <a:cubicBezTo>
                    <a:pt x="19412" y="86353"/>
                    <a:pt x="57" y="67075"/>
                    <a:pt x="0" y="43243"/>
                  </a:cubicBezTo>
                  <a:cubicBezTo>
                    <a:pt x="-57" y="19412"/>
                    <a:pt x="19221" y="57"/>
                    <a:pt x="43053" y="0"/>
                  </a:cubicBezTo>
                  <a:cubicBezTo>
                    <a:pt x="43120" y="0"/>
                    <a:pt x="43177" y="0"/>
                    <a:pt x="43244" y="0"/>
                  </a:cubicBezTo>
                  <a:cubicBezTo>
                    <a:pt x="66999" y="57"/>
                    <a:pt x="86239" y="19298"/>
                    <a:pt x="86297" y="43053"/>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09" name="任意多边形: 形状 208"/>
            <p:cNvSpPr/>
            <p:nvPr/>
          </p:nvSpPr>
          <p:spPr>
            <a:xfrm>
              <a:off x="8050617" y="3007269"/>
              <a:ext cx="175900" cy="116888"/>
            </a:xfrm>
            <a:custGeom>
              <a:avLst/>
              <a:gdLst>
                <a:gd name="connsiteX0" fmla="*/ 54496 w 108902"/>
                <a:gd name="connsiteY0" fmla="*/ 10096 h 73437"/>
                <a:gd name="connsiteX1" fmla="*/ 20301 w 108902"/>
                <a:gd name="connsiteY1" fmla="*/ 0 h 73437"/>
                <a:gd name="connsiteX2" fmla="*/ 13 w 108902"/>
                <a:gd name="connsiteY2" fmla="*/ 73438 h 73437"/>
                <a:gd name="connsiteX3" fmla="*/ 108883 w 108902"/>
                <a:gd name="connsiteY3" fmla="*/ 73438 h 73437"/>
                <a:gd name="connsiteX4" fmla="*/ 88690 w 108902"/>
                <a:gd name="connsiteY4" fmla="*/ 0 h 73437"/>
                <a:gd name="connsiteX5" fmla="*/ 54496 w 108902"/>
                <a:gd name="connsiteY5" fmla="*/ 10096 h 7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902" h="73437">
                  <a:moveTo>
                    <a:pt x="54496" y="10096"/>
                  </a:moveTo>
                  <a:cubicBezTo>
                    <a:pt x="42361" y="10125"/>
                    <a:pt x="30474" y="6620"/>
                    <a:pt x="20301" y="0"/>
                  </a:cubicBezTo>
                  <a:cubicBezTo>
                    <a:pt x="6699" y="22050"/>
                    <a:pt x="-340" y="47530"/>
                    <a:pt x="13" y="73438"/>
                  </a:cubicBezTo>
                  <a:lnTo>
                    <a:pt x="108883" y="73438"/>
                  </a:lnTo>
                  <a:cubicBezTo>
                    <a:pt x="109312" y="47530"/>
                    <a:pt x="102311" y="22041"/>
                    <a:pt x="88690" y="0"/>
                  </a:cubicBezTo>
                  <a:cubicBezTo>
                    <a:pt x="78508" y="6591"/>
                    <a:pt x="66631" y="10106"/>
                    <a:pt x="54496" y="10096"/>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10" name="文本框 209"/>
            <p:cNvSpPr txBox="1"/>
            <p:nvPr/>
          </p:nvSpPr>
          <p:spPr>
            <a:xfrm>
              <a:off x="7412521" y="1467500"/>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dirty="0">
                  <a:latin typeface="思源黑体 CN Bold" panose="020B0800000000000000" pitchFamily="34" charset="-122"/>
                  <a:ea typeface="思源黑体 CN Bold" panose="020B0800000000000000" pitchFamily="34" charset="-122"/>
                </a:rPr>
                <a:t>项目化学习方法如“劳动舞蹈创编”</a:t>
              </a:r>
            </a:p>
          </p:txBody>
        </p:sp>
        <p:sp>
          <p:nvSpPr>
            <p:cNvPr id="211" name="文本框 210"/>
            <p:cNvSpPr txBox="1"/>
            <p:nvPr/>
          </p:nvSpPr>
          <p:spPr>
            <a:xfrm>
              <a:off x="7464998" y="1115739"/>
              <a:ext cx="1347139" cy="373486"/>
            </a:xfrm>
            <a:prstGeom prst="rect">
              <a:avLst/>
            </a:prstGeom>
            <a:noFill/>
            <a:effectLst/>
          </p:spPr>
          <p:txBody>
            <a:bodyPr wrap="non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r>
                <a:rPr lang="zh-CN" altLang="en-US" sz="1800">
                  <a:solidFill>
                    <a:schemeClr val="accent2"/>
                  </a:solidFill>
                  <a:latin typeface="思源黑体 CN Bold" panose="020B0800000000000000" pitchFamily="34" charset="-122"/>
                  <a:ea typeface="思源黑体 CN Bold" panose="020B0800000000000000" pitchFamily="34" charset="-122"/>
                  <a:cs typeface="阿里巴巴普惠体 2.0 115 Black" panose="00020600040101010101" pitchFamily="18" charset="-122"/>
                </a:rPr>
                <a:t>项目式学习</a:t>
              </a:r>
              <a:endParaRPr lang="zh-CN" altLang="en-US" sz="1800" dirty="0">
                <a:solidFill>
                  <a:schemeClr val="accent2"/>
                </a:solidFill>
                <a:latin typeface="思源黑体 CN Bold" panose="020B0800000000000000" pitchFamily="34" charset="-122"/>
                <a:ea typeface="思源黑体 CN Bold" panose="020B0800000000000000" pitchFamily="34" charset="-122"/>
                <a:cs typeface="阿里巴巴普惠体 2.0 115 Black" panose="00020600040101010101" pitchFamily="18" charset="-122"/>
              </a:endParaRPr>
            </a:p>
          </p:txBody>
        </p:sp>
        <p:cxnSp>
          <p:nvCxnSpPr>
            <p:cNvPr id="212" name="直接连接符 211"/>
            <p:cNvCxnSpPr/>
            <p:nvPr/>
          </p:nvCxnSpPr>
          <p:spPr>
            <a:xfrm>
              <a:off x="7421632" y="2057909"/>
              <a:ext cx="1433871" cy="0"/>
            </a:xfrm>
            <a:prstGeom prst="line">
              <a:avLst/>
            </a:prstGeom>
          </p:spPr>
          <p:style>
            <a:lnRef idx="1">
              <a:schemeClr val="accent1"/>
            </a:lnRef>
            <a:fillRef idx="0">
              <a:schemeClr val="accent1"/>
            </a:fillRef>
            <a:effectRef idx="0">
              <a:schemeClr val="accent1"/>
            </a:effectRef>
            <a:fontRef idx="minor">
              <a:schemeClr val="tx1"/>
            </a:fontRef>
          </p:style>
        </p:cxnSp>
        <p:sp>
          <p:nvSpPr>
            <p:cNvPr id="217" name="文本框 216"/>
            <p:cNvSpPr txBox="1"/>
            <p:nvPr/>
          </p:nvSpPr>
          <p:spPr>
            <a:xfrm>
              <a:off x="7412521" y="2132687"/>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dirty="0">
                  <a:latin typeface="思源黑体 CN Bold" panose="020B0800000000000000" pitchFamily="34" charset="-122"/>
                  <a:ea typeface="思源黑体 CN Bold" panose="020B0800000000000000" pitchFamily="34" charset="-122"/>
                </a:rPr>
                <a:t>引导学生自主探究合作学习</a:t>
              </a:r>
            </a:p>
          </p:txBody>
        </p:sp>
      </p:grpSp>
      <p:grpSp>
        <p:nvGrpSpPr>
          <p:cNvPr id="219" name="组合 218"/>
          <p:cNvGrpSpPr/>
          <p:nvPr/>
        </p:nvGrpSpPr>
        <p:grpSpPr>
          <a:xfrm>
            <a:off x="9516889" y="382194"/>
            <a:ext cx="2188657" cy="2917222"/>
            <a:chOff x="9516889" y="382194"/>
            <a:chExt cx="2188657" cy="2917222"/>
          </a:xfrm>
        </p:grpSpPr>
        <p:sp>
          <p:nvSpPr>
            <p:cNvPr id="220" name="任意多边形: 形状 219"/>
            <p:cNvSpPr/>
            <p:nvPr/>
          </p:nvSpPr>
          <p:spPr>
            <a:xfrm>
              <a:off x="9516889" y="382194"/>
              <a:ext cx="2188657" cy="2691781"/>
            </a:xfrm>
            <a:custGeom>
              <a:avLst/>
              <a:gdLst>
                <a:gd name="connsiteX0" fmla="*/ 122492 w 1355026"/>
                <a:gd name="connsiteY0" fmla="*/ 0 h 1691163"/>
                <a:gd name="connsiteX1" fmla="*/ 1232440 w 1355026"/>
                <a:gd name="connsiteY1" fmla="*/ 0 h 1691163"/>
                <a:gd name="connsiteX2" fmla="*/ 1355027 w 1355026"/>
                <a:gd name="connsiteY2" fmla="*/ 122396 h 1691163"/>
                <a:gd name="connsiteX3" fmla="*/ 1355027 w 1355026"/>
                <a:gd name="connsiteY3" fmla="*/ 122492 h 1691163"/>
                <a:gd name="connsiteX4" fmla="*/ 1355027 w 1355026"/>
                <a:gd name="connsiteY4" fmla="*/ 1064133 h 1691163"/>
                <a:gd name="connsiteX5" fmla="*/ 727996 w 1355026"/>
                <a:gd name="connsiteY5" fmla="*/ 1691164 h 1691163"/>
                <a:gd name="connsiteX6" fmla="*/ 627031 w 1355026"/>
                <a:gd name="connsiteY6" fmla="*/ 1691164 h 1691163"/>
                <a:gd name="connsiteX7" fmla="*/ 0 w 1355026"/>
                <a:gd name="connsiteY7" fmla="*/ 1064133 h 1691163"/>
                <a:gd name="connsiteX8" fmla="*/ 0 w 1355026"/>
                <a:gd name="connsiteY8" fmla="*/ 122492 h 1691163"/>
                <a:gd name="connsiteX9" fmla="*/ 122492 w 1355026"/>
                <a:gd name="connsiteY9" fmla="*/ 0 h 169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55026" h="1691163">
                  <a:moveTo>
                    <a:pt x="122492" y="0"/>
                  </a:moveTo>
                  <a:lnTo>
                    <a:pt x="1232440" y="0"/>
                  </a:lnTo>
                  <a:cubicBezTo>
                    <a:pt x="1300086" y="-57"/>
                    <a:pt x="1354969" y="54750"/>
                    <a:pt x="1355027" y="122396"/>
                  </a:cubicBezTo>
                  <a:cubicBezTo>
                    <a:pt x="1355027" y="122425"/>
                    <a:pt x="1355027" y="122463"/>
                    <a:pt x="1355027" y="122492"/>
                  </a:cubicBezTo>
                  <a:lnTo>
                    <a:pt x="1355027" y="1064133"/>
                  </a:lnTo>
                  <a:cubicBezTo>
                    <a:pt x="1355027" y="1410433"/>
                    <a:pt x="1074296" y="1691164"/>
                    <a:pt x="727996" y="1691164"/>
                  </a:cubicBezTo>
                  <a:lnTo>
                    <a:pt x="627031" y="1691164"/>
                  </a:lnTo>
                  <a:cubicBezTo>
                    <a:pt x="280730" y="1691164"/>
                    <a:pt x="0" y="1410433"/>
                    <a:pt x="0" y="1064133"/>
                  </a:cubicBezTo>
                  <a:lnTo>
                    <a:pt x="0" y="122492"/>
                  </a:lnTo>
                  <a:cubicBezTo>
                    <a:pt x="0" y="54845"/>
                    <a:pt x="54841" y="0"/>
                    <a:pt x="122492" y="0"/>
                  </a:cubicBezTo>
                  <a:close/>
                </a:path>
              </a:pathLst>
            </a:custGeom>
            <a:gradFill>
              <a:gsLst>
                <a:gs pos="25000">
                  <a:srgbClr val="FFFFFF"/>
                </a:gs>
                <a:gs pos="100000">
                  <a:schemeClr val="bg1">
                    <a:lumMod val="95000"/>
                  </a:schemeClr>
                </a:gs>
              </a:gsLst>
              <a:lin ang="4760644" scaled="1"/>
            </a:gradFill>
            <a:ln w="1587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21" name="任意多边形: 形状 220"/>
            <p:cNvSpPr/>
            <p:nvPr/>
          </p:nvSpPr>
          <p:spPr>
            <a:xfrm>
              <a:off x="9517042" y="1523644"/>
              <a:ext cx="2188350" cy="342784"/>
            </a:xfrm>
            <a:custGeom>
              <a:avLst/>
              <a:gdLst>
                <a:gd name="connsiteX0" fmla="*/ 0 w 1354836"/>
                <a:gd name="connsiteY0" fmla="*/ 0 h 215360"/>
                <a:gd name="connsiteX1" fmla="*/ 1354836 w 1354836"/>
                <a:gd name="connsiteY1" fmla="*/ 0 h 215360"/>
                <a:gd name="connsiteX2" fmla="*/ 1354836 w 1354836"/>
                <a:gd name="connsiteY2" fmla="*/ 215360 h 215360"/>
                <a:gd name="connsiteX3" fmla="*/ 0 w 1354836"/>
                <a:gd name="connsiteY3" fmla="*/ 215360 h 215360"/>
              </a:gdLst>
              <a:ahLst/>
              <a:cxnLst>
                <a:cxn ang="0">
                  <a:pos x="connsiteX0" y="connsiteY0"/>
                </a:cxn>
                <a:cxn ang="0">
                  <a:pos x="connsiteX1" y="connsiteY1"/>
                </a:cxn>
                <a:cxn ang="0">
                  <a:pos x="connsiteX2" y="connsiteY2"/>
                </a:cxn>
                <a:cxn ang="0">
                  <a:pos x="connsiteX3" y="connsiteY3"/>
                </a:cxn>
              </a:cxnLst>
              <a:rect l="l" t="t" r="r" b="b"/>
              <a:pathLst>
                <a:path w="1354836" h="215360">
                  <a:moveTo>
                    <a:pt x="0" y="0"/>
                  </a:moveTo>
                  <a:lnTo>
                    <a:pt x="1354836" y="0"/>
                  </a:lnTo>
                  <a:lnTo>
                    <a:pt x="1354836" y="215360"/>
                  </a:lnTo>
                  <a:lnTo>
                    <a:pt x="0" y="215360"/>
                  </a:lnTo>
                  <a:close/>
                </a:path>
              </a:pathLst>
            </a:custGeom>
            <a:solidFill>
              <a:schemeClr val="accent3"/>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23" name="任意多边形: 形状 222"/>
            <p:cNvSpPr/>
            <p:nvPr/>
          </p:nvSpPr>
          <p:spPr>
            <a:xfrm>
              <a:off x="9682662" y="586408"/>
              <a:ext cx="1857111" cy="2283959"/>
            </a:xfrm>
            <a:custGeom>
              <a:avLst/>
              <a:gdLst>
                <a:gd name="connsiteX0" fmla="*/ 574834 w 1149762"/>
                <a:gd name="connsiteY0" fmla="*/ 1434941 h 1434941"/>
                <a:gd name="connsiteX1" fmla="*/ 574834 w 1149762"/>
                <a:gd name="connsiteY1" fmla="*/ 1434941 h 1434941"/>
                <a:gd name="connsiteX2" fmla="*/ 0 w 1149762"/>
                <a:gd name="connsiteY2" fmla="*/ 860108 h 1434941"/>
                <a:gd name="connsiteX3" fmla="*/ 0 w 1149762"/>
                <a:gd name="connsiteY3" fmla="*/ 103918 h 1434941"/>
                <a:gd name="connsiteX4" fmla="*/ 103918 w 1149762"/>
                <a:gd name="connsiteY4" fmla="*/ 0 h 1434941"/>
                <a:gd name="connsiteX5" fmla="*/ 1045845 w 1149762"/>
                <a:gd name="connsiteY5" fmla="*/ 0 h 1434941"/>
                <a:gd name="connsiteX6" fmla="*/ 1149763 w 1149762"/>
                <a:gd name="connsiteY6" fmla="*/ 103918 h 1434941"/>
                <a:gd name="connsiteX7" fmla="*/ 1149763 w 1149762"/>
                <a:gd name="connsiteY7" fmla="*/ 860108 h 1434941"/>
                <a:gd name="connsiteX8" fmla="*/ 574834 w 1149762"/>
                <a:gd name="connsiteY8" fmla="*/ 1434941 h 1434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9762" h="1434941">
                  <a:moveTo>
                    <a:pt x="574834" y="1434941"/>
                  </a:moveTo>
                  <a:lnTo>
                    <a:pt x="574834" y="1434941"/>
                  </a:lnTo>
                  <a:cubicBezTo>
                    <a:pt x="257756" y="1433998"/>
                    <a:pt x="941" y="1177185"/>
                    <a:pt x="0" y="860108"/>
                  </a:cubicBezTo>
                  <a:lnTo>
                    <a:pt x="0" y="103918"/>
                  </a:lnTo>
                  <a:cubicBezTo>
                    <a:pt x="157" y="46587"/>
                    <a:pt x="46591" y="152"/>
                    <a:pt x="103918" y="0"/>
                  </a:cubicBezTo>
                  <a:lnTo>
                    <a:pt x="1045845" y="0"/>
                  </a:lnTo>
                  <a:cubicBezTo>
                    <a:pt x="1103176" y="152"/>
                    <a:pt x="1149610" y="46587"/>
                    <a:pt x="1149763" y="103918"/>
                  </a:cubicBezTo>
                  <a:lnTo>
                    <a:pt x="1149763" y="860108"/>
                  </a:lnTo>
                  <a:cubicBezTo>
                    <a:pt x="1148820" y="1177223"/>
                    <a:pt x="891950" y="1434056"/>
                    <a:pt x="574834" y="1434941"/>
                  </a:cubicBezTo>
                  <a:close/>
                </a:path>
              </a:pathLst>
            </a:custGeom>
            <a:gradFill>
              <a:gsLst>
                <a:gs pos="100000">
                  <a:schemeClr val="accent3">
                    <a:lumMod val="20000"/>
                    <a:lumOff val="80000"/>
                  </a:schemeClr>
                </a:gs>
                <a:gs pos="0">
                  <a:schemeClr val="bg1"/>
                </a:gs>
              </a:gsLst>
              <a:lin ang="5400000" scaled="1"/>
            </a:gradFill>
            <a:ln w="6350" cap="flat">
              <a:solidFill>
                <a:schemeClr val="accent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思源黑体 CN Bold" panose="020B0800000000000000" pitchFamily="34" charset="-122"/>
                <a:ea typeface="思源黑体 CN Bold" panose="020B0800000000000000" pitchFamily="34" charset="-122"/>
              </a:endParaRPr>
            </a:p>
          </p:txBody>
        </p:sp>
        <p:sp>
          <p:nvSpPr>
            <p:cNvPr id="224" name="任意多边形: 形状 223"/>
            <p:cNvSpPr/>
            <p:nvPr/>
          </p:nvSpPr>
          <p:spPr>
            <a:xfrm>
              <a:off x="9682662" y="585955"/>
              <a:ext cx="1857111" cy="468616"/>
            </a:xfrm>
            <a:custGeom>
              <a:avLst/>
              <a:gdLst>
                <a:gd name="connsiteX0" fmla="*/ 1149763 w 1149762"/>
                <a:gd name="connsiteY0" fmla="*/ 294418 h 294417"/>
                <a:gd name="connsiteX1" fmla="*/ 1149763 w 1149762"/>
                <a:gd name="connsiteY1" fmla="*/ 103918 h 294417"/>
                <a:gd name="connsiteX2" fmla="*/ 1045845 w 1149762"/>
                <a:gd name="connsiteY2" fmla="*/ 0 h 294417"/>
                <a:gd name="connsiteX3" fmla="*/ 103918 w 1149762"/>
                <a:gd name="connsiteY3" fmla="*/ 0 h 294417"/>
                <a:gd name="connsiteX4" fmla="*/ 0 w 1149762"/>
                <a:gd name="connsiteY4" fmla="*/ 103918 h 294417"/>
                <a:gd name="connsiteX5" fmla="*/ 0 w 1149762"/>
                <a:gd name="connsiteY5" fmla="*/ 294418 h 294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762" h="294417">
                  <a:moveTo>
                    <a:pt x="1149763" y="294418"/>
                  </a:moveTo>
                  <a:lnTo>
                    <a:pt x="1149763" y="103918"/>
                  </a:lnTo>
                  <a:cubicBezTo>
                    <a:pt x="1149610" y="46587"/>
                    <a:pt x="1103176" y="152"/>
                    <a:pt x="1045845" y="0"/>
                  </a:cubicBezTo>
                  <a:lnTo>
                    <a:pt x="103918" y="0"/>
                  </a:lnTo>
                  <a:cubicBezTo>
                    <a:pt x="46591" y="152"/>
                    <a:pt x="157" y="46587"/>
                    <a:pt x="0" y="103918"/>
                  </a:cubicBezTo>
                  <a:lnTo>
                    <a:pt x="0" y="294418"/>
                  </a:lnTo>
                  <a:close/>
                </a:path>
              </a:pathLst>
            </a:custGeom>
            <a:solidFill>
              <a:schemeClr val="accent3"/>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26" name="文本框 225"/>
            <p:cNvSpPr txBox="1"/>
            <p:nvPr/>
          </p:nvSpPr>
          <p:spPr>
            <a:xfrm>
              <a:off x="10288052" y="635163"/>
              <a:ext cx="646331" cy="369332"/>
            </a:xfrm>
            <a:prstGeom prst="rect">
              <a:avLst/>
            </a:prstGeom>
            <a:noFill/>
          </p:spPr>
          <p:txBody>
            <a:bodyPr wrap="none" rtlCol="0">
              <a:spAutoFit/>
            </a:bodyPr>
            <a:lstStyle/>
            <a:p>
              <a:pPr algn="l"/>
              <a:r>
                <a:rPr lang="zh-CN" altLang="en-US" spc="0" baseline="0" dirty="0">
                  <a:solidFill>
                    <a:srgbClr val="FFFFFF"/>
                  </a:solidFill>
                  <a:latin typeface="思源黑体 CN Bold" panose="020B0800000000000000" pitchFamily="34" charset="-122"/>
                  <a:ea typeface="思源黑体 CN Bold" panose="020B0800000000000000" pitchFamily="34" charset="-122"/>
                  <a:cs typeface="Arial" panose="020B0604020202020204"/>
                  <a:sym typeface="Arial" panose="020B0604020202020204"/>
                  <a:rtl val="0"/>
                </a:rPr>
                <a:t>资源</a:t>
              </a:r>
            </a:p>
          </p:txBody>
        </p:sp>
        <p:sp>
          <p:nvSpPr>
            <p:cNvPr id="229" name="任意多边形: 形状 228"/>
            <p:cNvSpPr/>
            <p:nvPr/>
          </p:nvSpPr>
          <p:spPr>
            <a:xfrm>
              <a:off x="10105824" y="805329"/>
              <a:ext cx="77231" cy="76106"/>
            </a:xfrm>
            <a:custGeom>
              <a:avLst/>
              <a:gdLst>
                <a:gd name="connsiteX0" fmla="*/ 47816 w 47815"/>
                <a:gd name="connsiteY0" fmla="*/ 23908 h 47815"/>
                <a:gd name="connsiteX1" fmla="*/ 23908 w 47815"/>
                <a:gd name="connsiteY1" fmla="*/ 47815 h 47815"/>
                <a:gd name="connsiteX2" fmla="*/ 0 w 47815"/>
                <a:gd name="connsiteY2" fmla="*/ 23908 h 47815"/>
                <a:gd name="connsiteX3" fmla="*/ 23908 w 47815"/>
                <a:gd name="connsiteY3" fmla="*/ 0 h 47815"/>
                <a:gd name="connsiteX4" fmla="*/ 47816 w 47815"/>
                <a:gd name="connsiteY4" fmla="*/ 23908 h 47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15" h="47815">
                  <a:moveTo>
                    <a:pt x="47816" y="23908"/>
                  </a:moveTo>
                  <a:cubicBezTo>
                    <a:pt x="47816" y="37112"/>
                    <a:pt x="37112" y="47815"/>
                    <a:pt x="23908" y="47815"/>
                  </a:cubicBezTo>
                  <a:cubicBezTo>
                    <a:pt x="10704" y="47815"/>
                    <a:pt x="0" y="37112"/>
                    <a:pt x="0" y="23908"/>
                  </a:cubicBezTo>
                  <a:cubicBezTo>
                    <a:pt x="0" y="10704"/>
                    <a:pt x="10704" y="0"/>
                    <a:pt x="23908" y="0"/>
                  </a:cubicBezTo>
                  <a:cubicBezTo>
                    <a:pt x="37112" y="0"/>
                    <a:pt x="47816" y="10704"/>
                    <a:pt x="4781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1" name="任意多边形: 形状 230"/>
            <p:cNvSpPr/>
            <p:nvPr/>
          </p:nvSpPr>
          <p:spPr>
            <a:xfrm>
              <a:off x="11053841" y="805329"/>
              <a:ext cx="77540" cy="76410"/>
            </a:xfrm>
            <a:custGeom>
              <a:avLst/>
              <a:gdLst>
                <a:gd name="connsiteX0" fmla="*/ 48006 w 48006"/>
                <a:gd name="connsiteY0" fmla="*/ 23908 h 48006"/>
                <a:gd name="connsiteX1" fmla="*/ 24098 w 48006"/>
                <a:gd name="connsiteY1" fmla="*/ 48006 h 48006"/>
                <a:gd name="connsiteX2" fmla="*/ 0 w 48006"/>
                <a:gd name="connsiteY2" fmla="*/ 24098 h 48006"/>
                <a:gd name="connsiteX3" fmla="*/ 23908 w 48006"/>
                <a:gd name="connsiteY3" fmla="*/ 0 h 48006"/>
                <a:gd name="connsiteX4" fmla="*/ 24098 w 48006"/>
                <a:gd name="connsiteY4" fmla="*/ 0 h 48006"/>
                <a:gd name="connsiteX5" fmla="*/ 48006 w 48006"/>
                <a:gd name="connsiteY5" fmla="*/ 23908 h 4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06" h="48006">
                  <a:moveTo>
                    <a:pt x="48006" y="23908"/>
                  </a:moveTo>
                  <a:cubicBezTo>
                    <a:pt x="48063" y="37166"/>
                    <a:pt x="37357" y="47949"/>
                    <a:pt x="24098" y="48006"/>
                  </a:cubicBezTo>
                  <a:cubicBezTo>
                    <a:pt x="10840" y="48054"/>
                    <a:pt x="57" y="37357"/>
                    <a:pt x="0" y="24098"/>
                  </a:cubicBezTo>
                  <a:cubicBezTo>
                    <a:pt x="-48" y="10839"/>
                    <a:pt x="10649" y="57"/>
                    <a:pt x="23908" y="0"/>
                  </a:cubicBezTo>
                  <a:cubicBezTo>
                    <a:pt x="23975" y="0"/>
                    <a:pt x="24032" y="0"/>
                    <a:pt x="24098" y="0"/>
                  </a:cubicBezTo>
                  <a:cubicBezTo>
                    <a:pt x="37300" y="0"/>
                    <a:pt x="48006" y="10706"/>
                    <a:pt x="48006" y="23908"/>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2" name="任意多边形: 形状 231"/>
            <p:cNvSpPr/>
            <p:nvPr/>
          </p:nvSpPr>
          <p:spPr>
            <a:xfrm>
              <a:off x="10316597" y="2718762"/>
              <a:ext cx="589241" cy="580654"/>
            </a:xfrm>
            <a:custGeom>
              <a:avLst/>
              <a:gdLst>
                <a:gd name="connsiteX0" fmla="*/ 364808 w 364807"/>
                <a:gd name="connsiteY0" fmla="*/ 182404 h 364807"/>
                <a:gd name="connsiteX1" fmla="*/ 182404 w 364807"/>
                <a:gd name="connsiteY1" fmla="*/ 364807 h 364807"/>
                <a:gd name="connsiteX2" fmla="*/ 0 w 364807"/>
                <a:gd name="connsiteY2" fmla="*/ 182404 h 364807"/>
                <a:gd name="connsiteX3" fmla="*/ 182404 w 364807"/>
                <a:gd name="connsiteY3" fmla="*/ 0 h 364807"/>
                <a:gd name="connsiteX4" fmla="*/ 364808 w 364807"/>
                <a:gd name="connsiteY4" fmla="*/ 182404 h 364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807" h="364807">
                  <a:moveTo>
                    <a:pt x="364808" y="182404"/>
                  </a:moveTo>
                  <a:cubicBezTo>
                    <a:pt x="364808" y="283143"/>
                    <a:pt x="283143" y="364807"/>
                    <a:pt x="182404" y="364807"/>
                  </a:cubicBezTo>
                  <a:cubicBezTo>
                    <a:pt x="81665" y="364807"/>
                    <a:pt x="0" y="283142"/>
                    <a:pt x="0" y="182404"/>
                  </a:cubicBezTo>
                  <a:cubicBezTo>
                    <a:pt x="0" y="81665"/>
                    <a:pt x="81665" y="0"/>
                    <a:pt x="182404" y="0"/>
                  </a:cubicBezTo>
                  <a:cubicBezTo>
                    <a:pt x="283143" y="0"/>
                    <a:pt x="364808" y="81665"/>
                    <a:pt x="364808" y="182404"/>
                  </a:cubicBezTo>
                  <a:close/>
                </a:path>
              </a:pathLst>
            </a:custGeom>
            <a:gradFill>
              <a:gsLst>
                <a:gs pos="6000">
                  <a:srgbClr val="FFFFFF"/>
                </a:gs>
                <a:gs pos="75000">
                  <a:schemeClr val="accent3">
                    <a:lumMod val="60000"/>
                    <a:lumOff val="40000"/>
                  </a:schemeClr>
                </a:gs>
              </a:gsLst>
              <a:lin ang="6168479" scaled="1"/>
            </a:gra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4" name="任意多边形: 形状 233"/>
            <p:cNvSpPr/>
            <p:nvPr/>
          </p:nvSpPr>
          <p:spPr>
            <a:xfrm>
              <a:off x="10390906"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solidFill>
              <a:schemeClr val="accent3"/>
            </a:solidFill>
            <a:ln w="15875" cap="flat">
              <a:noFill/>
              <a:prstDash val="solid"/>
              <a:miter/>
            </a:ln>
            <a:effectLst/>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7" name="任意多边形: 形状 236"/>
            <p:cNvSpPr/>
            <p:nvPr/>
          </p:nvSpPr>
          <p:spPr>
            <a:xfrm>
              <a:off x="10390906" y="2791988"/>
              <a:ext cx="440623" cy="434201"/>
            </a:xfrm>
            <a:custGeom>
              <a:avLst/>
              <a:gdLst>
                <a:gd name="connsiteX0" fmla="*/ 272796 w 272795"/>
                <a:gd name="connsiteY0" fmla="*/ 136398 h 272795"/>
                <a:gd name="connsiteX1" fmla="*/ 136398 w 272795"/>
                <a:gd name="connsiteY1" fmla="*/ 272796 h 272795"/>
                <a:gd name="connsiteX2" fmla="*/ 0 w 272795"/>
                <a:gd name="connsiteY2" fmla="*/ 136398 h 272795"/>
                <a:gd name="connsiteX3" fmla="*/ 136398 w 272795"/>
                <a:gd name="connsiteY3" fmla="*/ 0 h 272795"/>
                <a:gd name="connsiteX4" fmla="*/ 272796 w 272795"/>
                <a:gd name="connsiteY4" fmla="*/ 136398 h 272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795" h="272795">
                  <a:moveTo>
                    <a:pt x="272796" y="136398"/>
                  </a:moveTo>
                  <a:cubicBezTo>
                    <a:pt x="272796" y="211728"/>
                    <a:pt x="211729" y="272796"/>
                    <a:pt x="136398" y="272796"/>
                  </a:cubicBezTo>
                  <a:cubicBezTo>
                    <a:pt x="61067" y="272796"/>
                    <a:pt x="0" y="211728"/>
                    <a:pt x="0" y="136398"/>
                  </a:cubicBezTo>
                  <a:cubicBezTo>
                    <a:pt x="0" y="61067"/>
                    <a:pt x="61067" y="0"/>
                    <a:pt x="136398" y="0"/>
                  </a:cubicBezTo>
                  <a:cubicBezTo>
                    <a:pt x="211729" y="0"/>
                    <a:pt x="272796" y="61067"/>
                    <a:pt x="272796" y="136398"/>
                  </a:cubicBezTo>
                  <a:close/>
                </a:path>
              </a:pathLst>
            </a:custGeom>
            <a:noFill/>
            <a:ln w="6763" cap="flat">
              <a:solidFill>
                <a:srgbClr val="FFFFFF"/>
              </a:solid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39" name="任意多边形: 形状 238"/>
            <p:cNvSpPr/>
            <p:nvPr/>
          </p:nvSpPr>
          <p:spPr>
            <a:xfrm>
              <a:off x="10541524" y="2867791"/>
              <a:ext cx="139386" cy="137355"/>
            </a:xfrm>
            <a:custGeom>
              <a:avLst/>
              <a:gdLst>
                <a:gd name="connsiteX0" fmla="*/ 86297 w 86296"/>
                <a:gd name="connsiteY0" fmla="*/ 43053 h 86296"/>
                <a:gd name="connsiteX1" fmla="*/ 43244 w 86296"/>
                <a:gd name="connsiteY1" fmla="*/ 86296 h 86296"/>
                <a:gd name="connsiteX2" fmla="*/ 0 w 86296"/>
                <a:gd name="connsiteY2" fmla="*/ 43243 h 86296"/>
                <a:gd name="connsiteX3" fmla="*/ 43053 w 86296"/>
                <a:gd name="connsiteY3" fmla="*/ 0 h 86296"/>
                <a:gd name="connsiteX4" fmla="*/ 43244 w 86296"/>
                <a:gd name="connsiteY4" fmla="*/ 0 h 86296"/>
                <a:gd name="connsiteX5" fmla="*/ 86297 w 86296"/>
                <a:gd name="connsiteY5" fmla="*/ 43053 h 86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296" h="86296">
                  <a:moveTo>
                    <a:pt x="86297" y="43053"/>
                  </a:moveTo>
                  <a:cubicBezTo>
                    <a:pt x="86354" y="66885"/>
                    <a:pt x="67075" y="86239"/>
                    <a:pt x="43244" y="86296"/>
                  </a:cubicBezTo>
                  <a:cubicBezTo>
                    <a:pt x="19412" y="86353"/>
                    <a:pt x="57" y="67075"/>
                    <a:pt x="0" y="43243"/>
                  </a:cubicBezTo>
                  <a:cubicBezTo>
                    <a:pt x="-57" y="19412"/>
                    <a:pt x="19221" y="57"/>
                    <a:pt x="43053" y="0"/>
                  </a:cubicBezTo>
                  <a:cubicBezTo>
                    <a:pt x="43120" y="0"/>
                    <a:pt x="43177" y="0"/>
                    <a:pt x="43244" y="0"/>
                  </a:cubicBezTo>
                  <a:cubicBezTo>
                    <a:pt x="66999" y="57"/>
                    <a:pt x="86239" y="19298"/>
                    <a:pt x="86297" y="43053"/>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40" name="任意多边形: 形状 239"/>
            <p:cNvSpPr/>
            <p:nvPr/>
          </p:nvSpPr>
          <p:spPr>
            <a:xfrm>
              <a:off x="10523267" y="3007269"/>
              <a:ext cx="175900" cy="116888"/>
            </a:xfrm>
            <a:custGeom>
              <a:avLst/>
              <a:gdLst>
                <a:gd name="connsiteX0" fmla="*/ 54496 w 108902"/>
                <a:gd name="connsiteY0" fmla="*/ 10096 h 73437"/>
                <a:gd name="connsiteX1" fmla="*/ 20301 w 108902"/>
                <a:gd name="connsiteY1" fmla="*/ 0 h 73437"/>
                <a:gd name="connsiteX2" fmla="*/ 13 w 108902"/>
                <a:gd name="connsiteY2" fmla="*/ 73438 h 73437"/>
                <a:gd name="connsiteX3" fmla="*/ 108883 w 108902"/>
                <a:gd name="connsiteY3" fmla="*/ 73438 h 73437"/>
                <a:gd name="connsiteX4" fmla="*/ 88690 w 108902"/>
                <a:gd name="connsiteY4" fmla="*/ 0 h 73437"/>
                <a:gd name="connsiteX5" fmla="*/ 54496 w 108902"/>
                <a:gd name="connsiteY5" fmla="*/ 10096 h 7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902" h="73437">
                  <a:moveTo>
                    <a:pt x="54496" y="10096"/>
                  </a:moveTo>
                  <a:cubicBezTo>
                    <a:pt x="42361" y="10125"/>
                    <a:pt x="30474" y="6620"/>
                    <a:pt x="20301" y="0"/>
                  </a:cubicBezTo>
                  <a:cubicBezTo>
                    <a:pt x="6699" y="22050"/>
                    <a:pt x="-340" y="47530"/>
                    <a:pt x="13" y="73438"/>
                  </a:cubicBezTo>
                  <a:lnTo>
                    <a:pt x="108883" y="73438"/>
                  </a:lnTo>
                  <a:cubicBezTo>
                    <a:pt x="109312" y="47530"/>
                    <a:pt x="102311" y="22041"/>
                    <a:pt x="88690" y="0"/>
                  </a:cubicBezTo>
                  <a:cubicBezTo>
                    <a:pt x="78508" y="6591"/>
                    <a:pt x="66631" y="10106"/>
                    <a:pt x="54496" y="10096"/>
                  </a:cubicBezTo>
                  <a:close/>
                </a:path>
              </a:pathLst>
            </a:custGeom>
            <a:solidFill>
              <a:srgbClr val="FFFFFF"/>
            </a:solidFill>
            <a:ln w="9525" cap="flat">
              <a:noFill/>
              <a:prstDash val="solid"/>
              <a:miter/>
            </a:ln>
          </p:spPr>
          <p:txBody>
            <a:bodyPr rtlCol="0" anchor="ctr"/>
            <a:lstStyle/>
            <a:p>
              <a:endParaRPr lang="zh-CN" altLang="en-US">
                <a:latin typeface="思源黑体 CN Bold" panose="020B0800000000000000" pitchFamily="34" charset="-122"/>
                <a:ea typeface="思源黑体 CN Bold" panose="020B0800000000000000" pitchFamily="34" charset="-122"/>
              </a:endParaRPr>
            </a:p>
          </p:txBody>
        </p:sp>
        <p:sp>
          <p:nvSpPr>
            <p:cNvPr id="241" name="文本框 240"/>
            <p:cNvSpPr txBox="1"/>
            <p:nvPr/>
          </p:nvSpPr>
          <p:spPr>
            <a:xfrm>
              <a:off x="9885171" y="1467500"/>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a:latin typeface="思源黑体 CN Bold" panose="020B0800000000000000" pitchFamily="34" charset="-122"/>
                  <a:ea typeface="思源黑体 CN Bold" panose="020B0800000000000000" pitchFamily="34" charset="-122"/>
                </a:rPr>
                <a:t>利用线上平台提供丰富的教学资源</a:t>
              </a:r>
              <a:endParaRPr lang="zh-CN" altLang="en-US" sz="1200" dirty="0">
                <a:latin typeface="思源黑体 CN Bold" panose="020B0800000000000000" pitchFamily="34" charset="-122"/>
                <a:ea typeface="思源黑体 CN Bold" panose="020B0800000000000000" pitchFamily="34" charset="-122"/>
              </a:endParaRPr>
            </a:p>
          </p:txBody>
        </p:sp>
        <p:sp>
          <p:nvSpPr>
            <p:cNvPr id="243" name="文本框 242"/>
            <p:cNvSpPr txBox="1"/>
            <p:nvPr/>
          </p:nvSpPr>
          <p:spPr>
            <a:xfrm>
              <a:off x="10053064" y="1115739"/>
              <a:ext cx="1116306" cy="373486"/>
            </a:xfrm>
            <a:prstGeom prst="rect">
              <a:avLst/>
            </a:prstGeom>
            <a:noFill/>
            <a:effectLst/>
          </p:spPr>
          <p:txBody>
            <a:bodyPr wrap="non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r>
                <a:rPr lang="zh-CN" altLang="en-US" sz="1800" dirty="0">
                  <a:solidFill>
                    <a:schemeClr val="accent3"/>
                  </a:solidFill>
                  <a:latin typeface="思源黑体 CN Bold" panose="020B0800000000000000" pitchFamily="34" charset="-122"/>
                  <a:ea typeface="思源黑体 CN Bold" panose="020B0800000000000000" pitchFamily="34" charset="-122"/>
                  <a:cs typeface="阿里巴巴普惠体 2.0 115 Black" panose="00020600040101010101" pitchFamily="18" charset="-122"/>
                </a:rPr>
                <a:t>混合教学</a:t>
              </a:r>
            </a:p>
          </p:txBody>
        </p:sp>
        <p:cxnSp>
          <p:nvCxnSpPr>
            <p:cNvPr id="244" name="直接连接符 243"/>
            <p:cNvCxnSpPr/>
            <p:nvPr/>
          </p:nvCxnSpPr>
          <p:spPr>
            <a:xfrm>
              <a:off x="9894282" y="2057909"/>
              <a:ext cx="1433871" cy="0"/>
            </a:xfrm>
            <a:prstGeom prst="line">
              <a:avLst/>
            </a:prstGeom>
          </p:spPr>
          <p:style>
            <a:lnRef idx="1">
              <a:schemeClr val="accent1"/>
            </a:lnRef>
            <a:fillRef idx="0">
              <a:schemeClr val="accent1"/>
            </a:fillRef>
            <a:effectRef idx="0">
              <a:schemeClr val="accent1"/>
            </a:effectRef>
            <a:fontRef idx="minor">
              <a:schemeClr val="tx1"/>
            </a:fontRef>
          </p:style>
        </p:cxnSp>
        <p:sp>
          <p:nvSpPr>
            <p:cNvPr id="252" name="文本框 251"/>
            <p:cNvSpPr txBox="1"/>
            <p:nvPr/>
          </p:nvSpPr>
          <p:spPr>
            <a:xfrm>
              <a:off x="9885171" y="2132687"/>
              <a:ext cx="1452092" cy="524425"/>
            </a:xfrm>
            <a:prstGeom prst="rect">
              <a:avLst/>
            </a:prstGeom>
            <a:noFill/>
            <a:effectLst/>
          </p:spPr>
          <p:txBody>
            <a:bodyPr wrap="square" lIns="95555" tIns="47777" rIns="95555" bIns="47777">
              <a:spAutoFit/>
            </a:bodyPr>
            <a:lstStyle>
              <a:defPPr>
                <a:defRPr lang="zh-CN"/>
              </a:defPPr>
              <a:lvl1pPr>
                <a:defRPr sz="1400">
                  <a:latin typeface="梦源黑体 CN W18" panose="020B0200000000000000" pitchFamily="34" charset="-122"/>
                  <a:ea typeface="梦源黑体 CN W18" panose="020B0200000000000000" pitchFamily="34" charset="-122"/>
                </a:defRPr>
              </a:lvl1pPr>
            </a:lstStyle>
            <a:p>
              <a:pPr algn="ctr">
                <a:lnSpc>
                  <a:spcPct val="120000"/>
                </a:lnSpc>
              </a:pPr>
              <a:r>
                <a:rPr lang="zh-CN" altLang="en-US" sz="1200">
                  <a:latin typeface="思源黑体 CN Bold" panose="020B0800000000000000" pitchFamily="34" charset="-122"/>
                  <a:ea typeface="思源黑体 CN Bold" panose="020B0800000000000000" pitchFamily="34" charset="-122"/>
                </a:rPr>
                <a:t>线下组织学生进行实践操作和展示</a:t>
              </a:r>
              <a:endParaRPr lang="zh-CN" altLang="en-US" sz="1200" dirty="0">
                <a:latin typeface="思源黑体 CN Bold" panose="020B0800000000000000" pitchFamily="34" charset="-122"/>
                <a:ea typeface="思源黑体 CN Bold" panose="020B0800000000000000" pitchFamily="34" charset="-122"/>
              </a:endParaRPr>
            </a:p>
          </p:txBody>
        </p:sp>
      </p:grpSp>
      <p:grpSp>
        <p:nvGrpSpPr>
          <p:cNvPr id="253" name="组合 252"/>
          <p:cNvGrpSpPr/>
          <p:nvPr/>
        </p:nvGrpSpPr>
        <p:grpSpPr>
          <a:xfrm>
            <a:off x="490325" y="5919417"/>
            <a:ext cx="3825028" cy="492608"/>
            <a:chOff x="490325" y="5919417"/>
            <a:chExt cx="3825028" cy="492608"/>
          </a:xfrm>
        </p:grpSpPr>
        <p:sp>
          <p:nvSpPr>
            <p:cNvPr id="256" name="矩形 255"/>
            <p:cNvSpPr/>
            <p:nvPr/>
          </p:nvSpPr>
          <p:spPr>
            <a:xfrm>
              <a:off x="490325" y="5919417"/>
              <a:ext cx="3825028" cy="492608"/>
            </a:xfrm>
            <a:prstGeom prst="rect">
              <a:avLst/>
            </a:prstGeom>
            <a:solidFill>
              <a:schemeClr val="accent5">
                <a:alpha val="10000"/>
              </a:schemeClr>
            </a:solidFill>
            <a:ln w="63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CN Bold" panose="020B0800000000000000" pitchFamily="34" charset="-122"/>
                <a:ea typeface="思源黑体 CN Bold" panose="020B0800000000000000" pitchFamily="34" charset="-122"/>
              </a:endParaRPr>
            </a:p>
          </p:txBody>
        </p:sp>
        <p:sp>
          <p:nvSpPr>
            <p:cNvPr id="257" name="文本框 256"/>
            <p:cNvSpPr txBox="1"/>
            <p:nvPr/>
          </p:nvSpPr>
          <p:spPr>
            <a:xfrm>
              <a:off x="976807" y="5991250"/>
              <a:ext cx="2852063" cy="348942"/>
            </a:xfrm>
            <a:prstGeom prst="rect">
              <a:avLst/>
            </a:prstGeom>
            <a:noFill/>
          </p:spPr>
          <p:txBody>
            <a:bodyPr wrap="none">
              <a:spAutoFit/>
            </a:bodyPr>
            <a:lstStyle/>
            <a:p>
              <a:pPr algn="ctr">
                <a:lnSpc>
                  <a:spcPct val="110000"/>
                </a:lnSpc>
              </a:pPr>
              <a:r>
                <a:rPr lang="zh-CN" altLang="en-US" sz="1600" dirty="0">
                  <a:solidFill>
                    <a:schemeClr val="accent5"/>
                  </a:solidFill>
                  <a:latin typeface="思源黑体 CN Bold" panose="020B0800000000000000" pitchFamily="34" charset="-122"/>
                  <a:ea typeface="思源黑体 CN Bold" panose="020B0800000000000000" pitchFamily="34" charset="-122"/>
                </a:rPr>
                <a:t>将舞蹈技能与劳动实践相结合</a:t>
              </a:r>
            </a:p>
          </p:txBody>
        </p:sp>
      </p:grpSp>
      <p:grpSp>
        <p:nvGrpSpPr>
          <p:cNvPr id="258" name="组合 257"/>
          <p:cNvGrpSpPr/>
          <p:nvPr/>
        </p:nvGrpSpPr>
        <p:grpSpPr>
          <a:xfrm>
            <a:off x="10486990" y="3948517"/>
            <a:ext cx="1218352" cy="2469920"/>
            <a:chOff x="10486990" y="3948517"/>
            <a:chExt cx="1218352" cy="2469920"/>
          </a:xfrm>
        </p:grpSpPr>
        <p:sp>
          <p:nvSpPr>
            <p:cNvPr id="259" name="任意多边形: 形状 258"/>
            <p:cNvSpPr/>
            <p:nvPr/>
          </p:nvSpPr>
          <p:spPr>
            <a:xfrm>
              <a:off x="10486990" y="3948517"/>
              <a:ext cx="1218352" cy="2469920"/>
            </a:xfrm>
            <a:custGeom>
              <a:avLst/>
              <a:gdLst>
                <a:gd name="connsiteX0" fmla="*/ 0 w 1218352"/>
                <a:gd name="connsiteY0" fmla="*/ 0 h 2469920"/>
                <a:gd name="connsiteX1" fmla="*/ 403965 w 1218352"/>
                <a:gd name="connsiteY1" fmla="*/ 0 h 2469920"/>
                <a:gd name="connsiteX2" fmla="*/ 503450 w 1218352"/>
                <a:gd name="connsiteY2" fmla="*/ 0 h 2469920"/>
                <a:gd name="connsiteX3" fmla="*/ 1218352 w 1218352"/>
                <a:gd name="connsiteY3" fmla="*/ 0 h 2469920"/>
                <a:gd name="connsiteX4" fmla="*/ 1218352 w 1218352"/>
                <a:gd name="connsiteY4" fmla="*/ 2469920 h 2469920"/>
                <a:gd name="connsiteX5" fmla="*/ 503450 w 1218352"/>
                <a:gd name="connsiteY5" fmla="*/ 2469920 h 2469920"/>
                <a:gd name="connsiteX6" fmla="*/ 403965 w 1218352"/>
                <a:gd name="connsiteY6" fmla="*/ 2469920 h 2469920"/>
                <a:gd name="connsiteX7" fmla="*/ 0 w 1218352"/>
                <a:gd name="connsiteY7" fmla="*/ 2469920 h 2469920"/>
                <a:gd name="connsiteX8" fmla="*/ 359597 w 1218352"/>
                <a:gd name="connsiteY8" fmla="*/ 1234961 h 2469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8352" h="2469920">
                  <a:moveTo>
                    <a:pt x="0" y="0"/>
                  </a:moveTo>
                  <a:lnTo>
                    <a:pt x="403965" y="0"/>
                  </a:lnTo>
                  <a:lnTo>
                    <a:pt x="503450" y="0"/>
                  </a:lnTo>
                  <a:lnTo>
                    <a:pt x="1218352" y="0"/>
                  </a:lnTo>
                  <a:lnTo>
                    <a:pt x="1218352" y="2469920"/>
                  </a:lnTo>
                  <a:lnTo>
                    <a:pt x="503450" y="2469920"/>
                  </a:lnTo>
                  <a:lnTo>
                    <a:pt x="403965" y="2469920"/>
                  </a:lnTo>
                  <a:lnTo>
                    <a:pt x="0" y="2469920"/>
                  </a:lnTo>
                  <a:lnTo>
                    <a:pt x="359597" y="1234961"/>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思源黑体 CN Bold" panose="020B0800000000000000" pitchFamily="34" charset="-122"/>
                <a:ea typeface="思源黑体 CN Bold" panose="020B0800000000000000" pitchFamily="34" charset="-122"/>
              </a:endParaRPr>
            </a:p>
          </p:txBody>
        </p:sp>
        <p:sp>
          <p:nvSpPr>
            <p:cNvPr id="260" name="文本框 259"/>
            <p:cNvSpPr txBox="1"/>
            <p:nvPr/>
          </p:nvSpPr>
          <p:spPr>
            <a:xfrm>
              <a:off x="10878830" y="5783864"/>
              <a:ext cx="683014" cy="461665"/>
            </a:xfrm>
            <a:prstGeom prst="rect">
              <a:avLst/>
            </a:prstGeom>
            <a:solidFill>
              <a:schemeClr val="accent3"/>
            </a:solidFill>
          </p:spPr>
          <p:txBody>
            <a:bodyPr wrap="square">
              <a:spAutoFit/>
            </a:bodyPr>
            <a:lstStyle>
              <a:defPPr>
                <a:defRPr lang="zh-CN"/>
              </a:defPPr>
              <a:lvl1pPr>
                <a:lnSpc>
                  <a:spcPct val="120000"/>
                </a:lnSpc>
                <a:defRPr sz="1200">
                  <a:solidFill>
                    <a:schemeClr val="accent4"/>
                  </a:solidFill>
                  <a:latin typeface="+mj-ea"/>
                  <a:ea typeface="+mj-ea"/>
                </a:defRPr>
              </a:lvl1pPr>
            </a:lstStyle>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团队</a:t>
              </a:r>
              <a:endParaRPr lang="en-US" altLang="zh-CN" dirty="0">
                <a:solidFill>
                  <a:schemeClr val="bg1"/>
                </a:solidFill>
                <a:latin typeface="思源黑体 CN Bold" panose="020B0800000000000000" pitchFamily="34" charset="-122"/>
                <a:ea typeface="思源黑体 CN Bold" panose="020B0800000000000000" pitchFamily="34" charset="-122"/>
              </a:endParaRPr>
            </a:p>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协作</a:t>
              </a:r>
            </a:p>
          </p:txBody>
        </p:sp>
        <p:sp>
          <p:nvSpPr>
            <p:cNvPr id="261" name="文本框 260"/>
            <p:cNvSpPr txBox="1"/>
            <p:nvPr/>
          </p:nvSpPr>
          <p:spPr>
            <a:xfrm>
              <a:off x="10878830" y="4952644"/>
              <a:ext cx="683014" cy="461665"/>
            </a:xfrm>
            <a:prstGeom prst="rect">
              <a:avLst/>
            </a:prstGeom>
            <a:solidFill>
              <a:schemeClr val="accent2"/>
            </a:solidFill>
          </p:spPr>
          <p:txBody>
            <a:bodyPr wrap="square">
              <a:spAutoFit/>
            </a:bodyPr>
            <a:lstStyle>
              <a:defPPr>
                <a:defRPr lang="zh-CN"/>
              </a:defPPr>
              <a:lvl1pPr>
                <a:lnSpc>
                  <a:spcPct val="120000"/>
                </a:lnSpc>
                <a:defRPr sz="1200">
                  <a:solidFill>
                    <a:schemeClr val="accent4"/>
                  </a:solidFill>
                  <a:latin typeface="+mj-ea"/>
                  <a:ea typeface="+mj-ea"/>
                </a:defRPr>
              </a:lvl1pPr>
            </a:lstStyle>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教师</a:t>
              </a:r>
              <a:endParaRPr lang="en-US" altLang="zh-CN" dirty="0">
                <a:solidFill>
                  <a:schemeClr val="bg1"/>
                </a:solidFill>
                <a:latin typeface="思源黑体 CN Bold" panose="020B0800000000000000" pitchFamily="34" charset="-122"/>
                <a:ea typeface="思源黑体 CN Bold" panose="020B0800000000000000" pitchFamily="34" charset="-122"/>
              </a:endParaRPr>
            </a:p>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培训</a:t>
              </a:r>
            </a:p>
          </p:txBody>
        </p:sp>
        <p:sp>
          <p:nvSpPr>
            <p:cNvPr id="262" name="文本框 261"/>
            <p:cNvSpPr txBox="1"/>
            <p:nvPr/>
          </p:nvSpPr>
          <p:spPr>
            <a:xfrm>
              <a:off x="10878830" y="4121425"/>
              <a:ext cx="683014" cy="461665"/>
            </a:xfrm>
            <a:prstGeom prst="rect">
              <a:avLst/>
            </a:prstGeom>
            <a:solidFill>
              <a:schemeClr val="accent1"/>
            </a:solidFill>
          </p:spPr>
          <p:txBody>
            <a:bodyPr wrap="square">
              <a:spAutoFit/>
            </a:bodyPr>
            <a:lstStyle>
              <a:defPPr>
                <a:defRPr lang="zh-CN"/>
              </a:defPPr>
              <a:lvl1pPr>
                <a:lnSpc>
                  <a:spcPct val="120000"/>
                </a:lnSpc>
                <a:defRPr sz="1200">
                  <a:solidFill>
                    <a:schemeClr val="accent4"/>
                  </a:solidFill>
                  <a:latin typeface="+mj-ea"/>
                  <a:ea typeface="+mj-ea"/>
                </a:defRPr>
              </a:lvl1pPr>
            </a:lstStyle>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专业</a:t>
              </a:r>
              <a:endParaRPr lang="en-US" altLang="zh-CN" dirty="0">
                <a:solidFill>
                  <a:schemeClr val="bg1"/>
                </a:solidFill>
                <a:latin typeface="思源黑体 CN Bold" panose="020B0800000000000000" pitchFamily="34" charset="-122"/>
                <a:ea typeface="思源黑体 CN Bold" panose="020B0800000000000000" pitchFamily="34" charset="-122"/>
              </a:endParaRPr>
            </a:p>
            <a:p>
              <a:pPr algn="ctr">
                <a:lnSpc>
                  <a:spcPct val="100000"/>
                </a:lnSpc>
              </a:pPr>
              <a:r>
                <a:rPr lang="zh-CN" altLang="en-US" dirty="0">
                  <a:solidFill>
                    <a:schemeClr val="bg1"/>
                  </a:solidFill>
                  <a:latin typeface="思源黑体 CN Bold" panose="020B0800000000000000" pitchFamily="34" charset="-122"/>
                  <a:ea typeface="思源黑体 CN Bold" panose="020B0800000000000000" pitchFamily="34" charset="-122"/>
                </a:rPr>
                <a:t>发展</a:t>
              </a:r>
            </a:p>
          </p:txBody>
        </p:sp>
      </p:grpSp>
      <p:grpSp>
        <p:nvGrpSpPr>
          <p:cNvPr id="263" name="组合 262"/>
          <p:cNvGrpSpPr/>
          <p:nvPr/>
        </p:nvGrpSpPr>
        <p:grpSpPr>
          <a:xfrm>
            <a:off x="4571590" y="3948517"/>
            <a:ext cx="6129068" cy="2469921"/>
            <a:chOff x="4571590" y="3948517"/>
            <a:chExt cx="6129068" cy="2469921"/>
          </a:xfrm>
        </p:grpSpPr>
        <p:sp>
          <p:nvSpPr>
            <p:cNvPr id="264" name="箭头: 五边形 263"/>
            <p:cNvSpPr/>
            <p:nvPr/>
          </p:nvSpPr>
          <p:spPr>
            <a:xfrm>
              <a:off x="4571590" y="3948517"/>
              <a:ext cx="6129068" cy="2469921"/>
            </a:xfrm>
            <a:prstGeom prst="homePlate">
              <a:avLst>
                <a:gd name="adj" fmla="val 13617"/>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思源黑体 CN Bold" panose="020B0800000000000000" pitchFamily="34" charset="-122"/>
                <a:ea typeface="思源黑体 CN Bold" panose="020B0800000000000000" pitchFamily="34" charset="-122"/>
              </a:endParaRPr>
            </a:p>
          </p:txBody>
        </p:sp>
        <p:sp>
          <p:nvSpPr>
            <p:cNvPr id="265" name="文本框 264"/>
            <p:cNvSpPr txBox="1"/>
            <p:nvPr/>
          </p:nvSpPr>
          <p:spPr>
            <a:xfrm>
              <a:off x="7040994" y="4081406"/>
              <a:ext cx="3289104" cy="591509"/>
            </a:xfrm>
            <a:prstGeom prst="rect">
              <a:avLst/>
            </a:prstGeom>
            <a:noFill/>
          </p:spPr>
          <p:txBody>
            <a:bodyPr wrap="square">
              <a:spAutoFit/>
            </a:bodyPr>
            <a:lstStyle>
              <a:defPPr>
                <a:defRPr lang="zh-CN"/>
              </a:defPPr>
              <a:lvl1pPr algn="r">
                <a:lnSpc>
                  <a:spcPct val="120000"/>
                </a:lnSpc>
                <a:defRPr sz="1000">
                  <a:solidFill>
                    <a:schemeClr val="tx2"/>
                  </a:solidFill>
                </a:defRPr>
              </a:lvl1pPr>
            </a:lstStyle>
            <a:p>
              <a:pPr marL="171450" indent="-171450" algn="l">
                <a:spcBef>
                  <a:spcPts val="600"/>
                </a:spcBef>
                <a:buFont typeface="Arial" panose="020B0604020202020204" pitchFamily="34" charset="0"/>
                <a:buChar char="•"/>
              </a:pPr>
              <a:r>
                <a:rPr lang="zh-CN" altLang="en-US" sz="1400" dirty="0">
                  <a:solidFill>
                    <a:schemeClr val="tx1"/>
                  </a:solidFill>
                  <a:latin typeface="思源黑体 CN Bold" panose="020B0800000000000000" pitchFamily="34" charset="-122"/>
                  <a:ea typeface="思源黑体 CN Bold" panose="020B0800000000000000" pitchFamily="34" charset="-122"/>
                </a:rPr>
                <a:t>从</a:t>
              </a:r>
              <a:r>
                <a:rPr lang="zh-CN" altLang="en-US" sz="1400" dirty="0">
                  <a:solidFill>
                    <a:srgbClr val="C00000"/>
                  </a:solidFill>
                  <a:latin typeface="思源黑体 CN Bold" panose="020B0800000000000000" pitchFamily="34" charset="-122"/>
                  <a:ea typeface="思源黑体 CN Bold" panose="020B0800000000000000" pitchFamily="34" charset="-122"/>
                </a:rPr>
                <a:t>知识掌握、技能提升、创新能力、团队协作</a:t>
              </a:r>
              <a:r>
                <a:rPr lang="zh-CN" altLang="en-US" sz="1400" dirty="0">
                  <a:solidFill>
                    <a:schemeClr val="tx1"/>
                  </a:solidFill>
                  <a:latin typeface="思源黑体 CN Bold" panose="020B0800000000000000" pitchFamily="34" charset="-122"/>
                  <a:ea typeface="思源黑体 CN Bold" panose="020B0800000000000000" pitchFamily="34" charset="-122"/>
                </a:rPr>
                <a:t>等多个维度对学生进行评价</a:t>
              </a:r>
              <a:endParaRPr lang="zh-CN" altLang="en-US" sz="1400" dirty="0">
                <a:solidFill>
                  <a:srgbClr val="C00000"/>
                </a:solidFill>
                <a:latin typeface="思源黑体 CN Bold" panose="020B0800000000000000" pitchFamily="34" charset="-122"/>
                <a:ea typeface="思源黑体 CN Bold" panose="020B0800000000000000" pitchFamily="34" charset="-122"/>
              </a:endParaRPr>
            </a:p>
          </p:txBody>
        </p:sp>
        <p:sp>
          <p:nvSpPr>
            <p:cNvPr id="266" name="文本框 265"/>
            <p:cNvSpPr txBox="1"/>
            <p:nvPr/>
          </p:nvSpPr>
          <p:spPr>
            <a:xfrm>
              <a:off x="5316686" y="4090883"/>
              <a:ext cx="1261884" cy="332783"/>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b="1" dirty="0">
                  <a:solidFill>
                    <a:schemeClr val="accent1"/>
                  </a:solidFill>
                  <a:latin typeface="思源黑体 CN Bold" panose="020B0800000000000000" pitchFamily="34" charset="-122"/>
                  <a:ea typeface="思源黑体 CN Bold" panose="020B0800000000000000" pitchFamily="34" charset="-122"/>
                </a:rPr>
                <a:t>教学评价创新</a:t>
              </a:r>
            </a:p>
          </p:txBody>
        </p:sp>
        <p:sp>
          <p:nvSpPr>
            <p:cNvPr id="267" name="文本框 266"/>
            <p:cNvSpPr txBox="1"/>
            <p:nvPr/>
          </p:nvSpPr>
          <p:spPr>
            <a:xfrm>
              <a:off x="5316686" y="4330462"/>
              <a:ext cx="1800493" cy="332976"/>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dirty="0">
                  <a:solidFill>
                    <a:schemeClr val="accent1"/>
                  </a:solidFill>
                  <a:latin typeface="思源黑体 CN Bold" panose="020B0800000000000000" pitchFamily="34" charset="-122"/>
                  <a:ea typeface="思源黑体 CN Bold" panose="020B0800000000000000" pitchFamily="34" charset="-122"/>
                </a:rPr>
                <a:t>建立多元化评价体系</a:t>
              </a:r>
            </a:p>
          </p:txBody>
        </p:sp>
        <p:grpSp>
          <p:nvGrpSpPr>
            <p:cNvPr id="268" name="组合 267"/>
            <p:cNvGrpSpPr/>
            <p:nvPr/>
          </p:nvGrpSpPr>
          <p:grpSpPr>
            <a:xfrm>
              <a:off x="4764752" y="4152869"/>
              <a:ext cx="448582" cy="448582"/>
              <a:chOff x="4764752" y="4145744"/>
              <a:chExt cx="448582" cy="448582"/>
            </a:xfrm>
          </p:grpSpPr>
          <p:sp>
            <p:nvSpPr>
              <p:cNvPr id="283" name="椭圆 282"/>
              <p:cNvSpPr/>
              <p:nvPr/>
            </p:nvSpPr>
            <p:spPr>
              <a:xfrm>
                <a:off x="4764752" y="4145744"/>
                <a:ext cx="448582" cy="448582"/>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5156" tIns="52578" rIns="105156" bIns="52578" rtlCol="0" anchor="ctr"/>
              <a:lstStyle/>
              <a:p>
                <a:pPr algn="ctr"/>
                <a:endParaRPr lang="en-US" sz="2070">
                  <a:latin typeface="思源黑体 CN Bold" panose="020B0800000000000000" pitchFamily="34" charset="-122"/>
                  <a:ea typeface="思源黑体 CN Bold" panose="020B0800000000000000" pitchFamily="34" charset="-122"/>
                </a:endParaRPr>
              </a:p>
            </p:txBody>
          </p:sp>
          <p:sp>
            <p:nvSpPr>
              <p:cNvPr id="284" name="图形 74"/>
              <p:cNvSpPr/>
              <p:nvPr/>
            </p:nvSpPr>
            <p:spPr>
              <a:xfrm>
                <a:off x="4854882" y="4239743"/>
                <a:ext cx="268323" cy="260585"/>
              </a:xfrm>
              <a:custGeom>
                <a:avLst/>
                <a:gdLst>
                  <a:gd name="connsiteX0" fmla="*/ 1851660 w 1897952"/>
                  <a:gd name="connsiteY0" fmla="*/ 18241 h 1843231"/>
                  <a:gd name="connsiteX1" fmla="*/ 1744980 w 1897952"/>
                  <a:gd name="connsiteY1" fmla="*/ 10621 h 1843231"/>
                  <a:gd name="connsiteX2" fmla="*/ 57150 w 1897952"/>
                  <a:gd name="connsiteY2" fmla="*/ 890731 h 1843231"/>
                  <a:gd name="connsiteX3" fmla="*/ 0 w 1897952"/>
                  <a:gd name="connsiteY3" fmla="*/ 982171 h 1843231"/>
                  <a:gd name="connsiteX4" fmla="*/ 53340 w 1897952"/>
                  <a:gd name="connsiteY4" fmla="*/ 1077421 h 1843231"/>
                  <a:gd name="connsiteX5" fmla="*/ 415290 w 1897952"/>
                  <a:gd name="connsiteY5" fmla="*/ 1286971 h 1843231"/>
                  <a:gd name="connsiteX6" fmla="*/ 541020 w 1897952"/>
                  <a:gd name="connsiteY6" fmla="*/ 1252681 h 1843231"/>
                  <a:gd name="connsiteX7" fmla="*/ 506730 w 1897952"/>
                  <a:gd name="connsiteY7" fmla="*/ 1126951 h 1843231"/>
                  <a:gd name="connsiteX8" fmla="*/ 270510 w 1897952"/>
                  <a:gd name="connsiteY8" fmla="*/ 989791 h 1843231"/>
                  <a:gd name="connsiteX9" fmla="*/ 1455420 w 1897952"/>
                  <a:gd name="connsiteY9" fmla="*/ 376381 h 1843231"/>
                  <a:gd name="connsiteX10" fmla="*/ 681990 w 1897952"/>
                  <a:gd name="connsiteY10" fmla="*/ 1298401 h 1843231"/>
                  <a:gd name="connsiteX11" fmla="*/ 681990 w 1897952"/>
                  <a:gd name="connsiteY11" fmla="*/ 1751791 h 1843231"/>
                  <a:gd name="connsiteX12" fmla="*/ 773430 w 1897952"/>
                  <a:gd name="connsiteY12" fmla="*/ 1843231 h 1843231"/>
                  <a:gd name="connsiteX13" fmla="*/ 864870 w 1897952"/>
                  <a:gd name="connsiteY13" fmla="*/ 1751791 h 1843231"/>
                  <a:gd name="connsiteX14" fmla="*/ 864870 w 1897952"/>
                  <a:gd name="connsiteY14" fmla="*/ 1363171 h 1843231"/>
                  <a:gd name="connsiteX15" fmla="*/ 1676400 w 1897952"/>
                  <a:gd name="connsiteY15" fmla="*/ 395431 h 1843231"/>
                  <a:gd name="connsiteX16" fmla="*/ 1527810 w 1897952"/>
                  <a:gd name="connsiteY16" fmla="*/ 1618441 h 1843231"/>
                  <a:gd name="connsiteX17" fmla="*/ 1143000 w 1897952"/>
                  <a:gd name="connsiteY17" fmla="*/ 1439371 h 1843231"/>
                  <a:gd name="connsiteX18" fmla="*/ 1021080 w 1897952"/>
                  <a:gd name="connsiteY18" fmla="*/ 1485091 h 1843231"/>
                  <a:gd name="connsiteX19" fmla="*/ 1066800 w 1897952"/>
                  <a:gd name="connsiteY19" fmla="*/ 1607011 h 1843231"/>
                  <a:gd name="connsiteX20" fmla="*/ 1546860 w 1897952"/>
                  <a:gd name="connsiteY20" fmla="*/ 1831801 h 1843231"/>
                  <a:gd name="connsiteX21" fmla="*/ 1592580 w 1897952"/>
                  <a:gd name="connsiteY21" fmla="*/ 1843231 h 1843231"/>
                  <a:gd name="connsiteX22" fmla="*/ 1645920 w 1897952"/>
                  <a:gd name="connsiteY22" fmla="*/ 1827991 h 1843231"/>
                  <a:gd name="connsiteX23" fmla="*/ 1699260 w 1897952"/>
                  <a:gd name="connsiteY23" fmla="*/ 1747981 h 1843231"/>
                  <a:gd name="connsiteX24" fmla="*/ 1897380 w 1897952"/>
                  <a:gd name="connsiteY24" fmla="*/ 117301 h 1843231"/>
                  <a:gd name="connsiteX25" fmla="*/ 1851660 w 1897952"/>
                  <a:gd name="connsiteY25" fmla="*/ 18241 h 1843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97952" h="1843231">
                    <a:moveTo>
                      <a:pt x="1851660" y="18241"/>
                    </a:moveTo>
                    <a:cubicBezTo>
                      <a:pt x="1821180" y="-4619"/>
                      <a:pt x="1779270" y="-4619"/>
                      <a:pt x="1744980" y="10621"/>
                    </a:cubicBezTo>
                    <a:lnTo>
                      <a:pt x="57150" y="890731"/>
                    </a:lnTo>
                    <a:cubicBezTo>
                      <a:pt x="22860" y="909781"/>
                      <a:pt x="0" y="944071"/>
                      <a:pt x="0" y="982171"/>
                    </a:cubicBezTo>
                    <a:cubicBezTo>
                      <a:pt x="0" y="1020271"/>
                      <a:pt x="19050" y="1058371"/>
                      <a:pt x="53340" y="1077421"/>
                    </a:cubicBezTo>
                    <a:lnTo>
                      <a:pt x="415290" y="1286971"/>
                    </a:lnTo>
                    <a:cubicBezTo>
                      <a:pt x="461010" y="1313641"/>
                      <a:pt x="518160" y="1298401"/>
                      <a:pt x="541020" y="1252681"/>
                    </a:cubicBezTo>
                    <a:cubicBezTo>
                      <a:pt x="567690" y="1206961"/>
                      <a:pt x="552450" y="1149811"/>
                      <a:pt x="506730" y="1126951"/>
                    </a:cubicBezTo>
                    <a:lnTo>
                      <a:pt x="270510" y="989791"/>
                    </a:lnTo>
                    <a:lnTo>
                      <a:pt x="1455420" y="376381"/>
                    </a:lnTo>
                    <a:lnTo>
                      <a:pt x="681990" y="1298401"/>
                    </a:lnTo>
                    <a:lnTo>
                      <a:pt x="681990" y="1751791"/>
                    </a:lnTo>
                    <a:cubicBezTo>
                      <a:pt x="681990" y="1801321"/>
                      <a:pt x="723900" y="1843231"/>
                      <a:pt x="773430" y="1843231"/>
                    </a:cubicBezTo>
                    <a:cubicBezTo>
                      <a:pt x="822960" y="1843231"/>
                      <a:pt x="864870" y="1801321"/>
                      <a:pt x="864870" y="1751791"/>
                    </a:cubicBezTo>
                    <a:lnTo>
                      <a:pt x="864870" y="1363171"/>
                    </a:lnTo>
                    <a:lnTo>
                      <a:pt x="1676400" y="395431"/>
                    </a:lnTo>
                    <a:lnTo>
                      <a:pt x="1527810" y="1618441"/>
                    </a:lnTo>
                    <a:lnTo>
                      <a:pt x="1143000" y="1439371"/>
                    </a:lnTo>
                    <a:cubicBezTo>
                      <a:pt x="1097280" y="1416511"/>
                      <a:pt x="1040130" y="1439371"/>
                      <a:pt x="1021080" y="1485091"/>
                    </a:cubicBezTo>
                    <a:cubicBezTo>
                      <a:pt x="998220" y="1530811"/>
                      <a:pt x="1021080" y="1587961"/>
                      <a:pt x="1066800" y="1607011"/>
                    </a:cubicBezTo>
                    <a:lnTo>
                      <a:pt x="1546860" y="1831801"/>
                    </a:lnTo>
                    <a:cubicBezTo>
                      <a:pt x="1562100" y="1839418"/>
                      <a:pt x="1577340" y="1843231"/>
                      <a:pt x="1592580" y="1843231"/>
                    </a:cubicBezTo>
                    <a:cubicBezTo>
                      <a:pt x="1611630" y="1843231"/>
                      <a:pt x="1626870" y="1839418"/>
                      <a:pt x="1645920" y="1827991"/>
                    </a:cubicBezTo>
                    <a:cubicBezTo>
                      <a:pt x="1676400" y="1812751"/>
                      <a:pt x="1695450" y="1782271"/>
                      <a:pt x="1699260" y="1747981"/>
                    </a:cubicBezTo>
                    <a:lnTo>
                      <a:pt x="1897380" y="117301"/>
                    </a:lnTo>
                    <a:cubicBezTo>
                      <a:pt x="1901194" y="79201"/>
                      <a:pt x="1885957" y="41101"/>
                      <a:pt x="1851660" y="18241"/>
                    </a:cubicBezTo>
                    <a:close/>
                  </a:path>
                </a:pathLst>
              </a:custGeom>
              <a:solidFill>
                <a:schemeClr val="accent1"/>
              </a:solidFill>
              <a:ln w="10224">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lIns="147218" tIns="73609" rIns="147218" bIns="73609" rtlCol="0" anchor="ctr"/>
              <a:lstStyle/>
              <a:p>
                <a:endParaRPr lang="en-US" sz="2900">
                  <a:latin typeface="思源黑体 CN Bold" panose="020B0800000000000000" pitchFamily="34" charset="-122"/>
                  <a:ea typeface="思源黑体 CN Bold" panose="020B0800000000000000" pitchFamily="34" charset="-122"/>
                </a:endParaRPr>
              </a:p>
            </p:txBody>
          </p:sp>
        </p:grpSp>
        <p:sp>
          <p:nvSpPr>
            <p:cNvPr id="269" name="文本框 268"/>
            <p:cNvSpPr txBox="1"/>
            <p:nvPr/>
          </p:nvSpPr>
          <p:spPr>
            <a:xfrm>
              <a:off x="7040994" y="4887723"/>
              <a:ext cx="3289104" cy="591509"/>
            </a:xfrm>
            <a:prstGeom prst="rect">
              <a:avLst/>
            </a:prstGeom>
            <a:noFill/>
          </p:spPr>
          <p:txBody>
            <a:bodyPr wrap="square">
              <a:spAutoFit/>
            </a:bodyPr>
            <a:lstStyle>
              <a:defPPr>
                <a:defRPr lang="zh-CN"/>
              </a:defPPr>
              <a:lvl1pPr algn="r">
                <a:lnSpc>
                  <a:spcPct val="120000"/>
                </a:lnSpc>
                <a:defRPr sz="1000">
                  <a:solidFill>
                    <a:schemeClr val="tx2"/>
                  </a:solidFill>
                </a:defRPr>
              </a:lvl1pPr>
            </a:lstStyle>
            <a:p>
              <a:pPr marL="171450" indent="-171450" algn="l">
                <a:spcBef>
                  <a:spcPts val="600"/>
                </a:spcBef>
                <a:buFont typeface="Arial" panose="020B0604020202020204" pitchFamily="34" charset="0"/>
                <a:buChar char="•"/>
              </a:pPr>
              <a:r>
                <a:rPr lang="zh-CN" altLang="en-US" sz="1400" dirty="0">
                  <a:solidFill>
                    <a:schemeClr val="tx1"/>
                  </a:solidFill>
                  <a:latin typeface="思源黑体 CN Bold" panose="020B0800000000000000" pitchFamily="34" charset="-122"/>
                  <a:ea typeface="思源黑体 CN Bold" panose="020B0800000000000000" pitchFamily="34" charset="-122"/>
                </a:rPr>
                <a:t>通过</a:t>
              </a:r>
              <a:r>
                <a:rPr lang="zh-CN" altLang="en-US" sz="1400" dirty="0">
                  <a:solidFill>
                    <a:srgbClr val="C00000"/>
                  </a:solidFill>
                  <a:latin typeface="思源黑体 CN Bold" panose="020B0800000000000000" pitchFamily="34" charset="-122"/>
                  <a:ea typeface="思源黑体 CN Bold" panose="020B0800000000000000" pitchFamily="34" charset="-122"/>
                </a:rPr>
                <a:t>课堂表现、小组讨论、实践活动</a:t>
              </a:r>
              <a:r>
                <a:rPr lang="zh-CN" altLang="en-US" sz="1400" dirty="0">
                  <a:solidFill>
                    <a:schemeClr val="tx1"/>
                  </a:solidFill>
                  <a:latin typeface="思源黑体 CN Bold" panose="020B0800000000000000" pitchFamily="34" charset="-122"/>
                  <a:ea typeface="思源黑体 CN Bold" panose="020B0800000000000000" pitchFamily="34" charset="-122"/>
                </a:rPr>
                <a:t>等环节，及时了解学生的学习情况</a:t>
              </a:r>
              <a:endParaRPr lang="zh-CN" altLang="en-US" sz="1400" dirty="0">
                <a:solidFill>
                  <a:srgbClr val="C00000"/>
                </a:solidFill>
                <a:latin typeface="思源黑体 CN Bold" panose="020B0800000000000000" pitchFamily="34" charset="-122"/>
                <a:ea typeface="思源黑体 CN Bold" panose="020B0800000000000000" pitchFamily="34" charset="-122"/>
              </a:endParaRPr>
            </a:p>
          </p:txBody>
        </p:sp>
        <p:sp>
          <p:nvSpPr>
            <p:cNvPr id="270" name="文本框 269"/>
            <p:cNvSpPr txBox="1"/>
            <p:nvPr/>
          </p:nvSpPr>
          <p:spPr>
            <a:xfrm>
              <a:off x="5316686" y="4897200"/>
              <a:ext cx="1261884" cy="332783"/>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b="1">
                  <a:solidFill>
                    <a:schemeClr val="accent2"/>
                  </a:solidFill>
                  <a:latin typeface="思源黑体 CN Bold" panose="020B0800000000000000" pitchFamily="34" charset="-122"/>
                  <a:ea typeface="思源黑体 CN Bold" panose="020B0800000000000000" pitchFamily="34" charset="-122"/>
                </a:rPr>
                <a:t>教学评价创新</a:t>
              </a:r>
              <a:endParaRPr lang="zh-CN" altLang="en-US" sz="1400" b="1" dirty="0">
                <a:solidFill>
                  <a:schemeClr val="accent2"/>
                </a:solidFill>
                <a:latin typeface="思源黑体 CN Bold" panose="020B0800000000000000" pitchFamily="34" charset="-122"/>
                <a:ea typeface="思源黑体 CN Bold" panose="020B0800000000000000" pitchFamily="34" charset="-122"/>
              </a:endParaRPr>
            </a:p>
          </p:txBody>
        </p:sp>
        <p:sp>
          <p:nvSpPr>
            <p:cNvPr id="271" name="文本框 270"/>
            <p:cNvSpPr txBox="1"/>
            <p:nvPr/>
          </p:nvSpPr>
          <p:spPr>
            <a:xfrm>
              <a:off x="5316686" y="5136779"/>
              <a:ext cx="1082348" cy="332976"/>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a:solidFill>
                    <a:schemeClr val="accent2"/>
                  </a:solidFill>
                  <a:latin typeface="思源黑体 CN Bold" panose="020B0800000000000000" pitchFamily="34" charset="-122"/>
                  <a:ea typeface="思源黑体 CN Bold" panose="020B0800000000000000" pitchFamily="34" charset="-122"/>
                </a:rPr>
                <a:t>过程性评价</a:t>
              </a:r>
              <a:endParaRPr lang="zh-CN" altLang="en-US" sz="1400" dirty="0">
                <a:solidFill>
                  <a:schemeClr val="accent2"/>
                </a:solidFill>
                <a:latin typeface="思源黑体 CN Bold" panose="020B0800000000000000" pitchFamily="34" charset="-122"/>
                <a:ea typeface="思源黑体 CN Bold" panose="020B0800000000000000" pitchFamily="34" charset="-122"/>
              </a:endParaRPr>
            </a:p>
          </p:txBody>
        </p:sp>
        <p:sp>
          <p:nvSpPr>
            <p:cNvPr id="272" name="椭圆 271"/>
            <p:cNvSpPr/>
            <p:nvPr/>
          </p:nvSpPr>
          <p:spPr>
            <a:xfrm>
              <a:off x="4764752" y="4959186"/>
              <a:ext cx="448582" cy="448582"/>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5156" tIns="52578" rIns="105156" bIns="52578" rtlCol="0" anchor="ctr"/>
            <a:lstStyle/>
            <a:p>
              <a:pPr algn="ctr"/>
              <a:endParaRPr lang="en-US" sz="2070">
                <a:latin typeface="思源黑体 CN Bold" panose="020B0800000000000000" pitchFamily="34" charset="-122"/>
                <a:ea typeface="思源黑体 CN Bold" panose="020B0800000000000000" pitchFamily="34" charset="-122"/>
              </a:endParaRPr>
            </a:p>
          </p:txBody>
        </p:sp>
        <p:grpSp>
          <p:nvGrpSpPr>
            <p:cNvPr id="273" name="组合 272"/>
            <p:cNvGrpSpPr/>
            <p:nvPr/>
          </p:nvGrpSpPr>
          <p:grpSpPr>
            <a:xfrm>
              <a:off x="4854882" y="5053185"/>
              <a:ext cx="268323" cy="260585"/>
              <a:chOff x="4405390" y="7293027"/>
              <a:chExt cx="1904974" cy="1904968"/>
            </a:xfrm>
          </p:grpSpPr>
          <p:sp>
            <p:nvSpPr>
              <p:cNvPr id="281" name="任意多边形: 形状 280"/>
              <p:cNvSpPr/>
              <p:nvPr/>
            </p:nvSpPr>
            <p:spPr>
              <a:xfrm>
                <a:off x="4405390" y="7293027"/>
                <a:ext cx="1904970" cy="1904968"/>
              </a:xfrm>
              <a:custGeom>
                <a:avLst/>
                <a:gdLst>
                  <a:gd name="connsiteX0" fmla="*/ 698050 w 1904970"/>
                  <a:gd name="connsiteY0" fmla="*/ 897205 h 1904968"/>
                  <a:gd name="connsiteX1" fmla="*/ 199154 w 1904970"/>
                  <a:gd name="connsiteY1" fmla="*/ 897205 h 1904968"/>
                  <a:gd name="connsiteX2" fmla="*/ 0 w 1904970"/>
                  <a:gd name="connsiteY2" fmla="*/ 698050 h 1904968"/>
                  <a:gd name="connsiteX3" fmla="*/ 0 w 1904970"/>
                  <a:gd name="connsiteY3" fmla="*/ 199154 h 1904968"/>
                  <a:gd name="connsiteX4" fmla="*/ 199154 w 1904970"/>
                  <a:gd name="connsiteY4" fmla="*/ 0 h 1904968"/>
                  <a:gd name="connsiteX5" fmla="*/ 698050 w 1904970"/>
                  <a:gd name="connsiteY5" fmla="*/ 0 h 1904968"/>
                  <a:gd name="connsiteX6" fmla="*/ 897207 w 1904970"/>
                  <a:gd name="connsiteY6" fmla="*/ 199154 h 1904968"/>
                  <a:gd name="connsiteX7" fmla="*/ 897207 w 1904970"/>
                  <a:gd name="connsiteY7" fmla="*/ 698050 h 1904968"/>
                  <a:gd name="connsiteX8" fmla="*/ 698050 w 1904970"/>
                  <a:gd name="connsiteY8" fmla="*/ 897205 h 1904968"/>
                  <a:gd name="connsiteX9" fmla="*/ 199154 w 1904970"/>
                  <a:gd name="connsiteY9" fmla="*/ 121892 h 1904968"/>
                  <a:gd name="connsiteX10" fmla="*/ 121894 w 1904970"/>
                  <a:gd name="connsiteY10" fmla="*/ 199154 h 1904968"/>
                  <a:gd name="connsiteX11" fmla="*/ 121894 w 1904970"/>
                  <a:gd name="connsiteY11" fmla="*/ 698050 h 1904968"/>
                  <a:gd name="connsiteX12" fmla="*/ 199154 w 1904970"/>
                  <a:gd name="connsiteY12" fmla="*/ 775313 h 1904968"/>
                  <a:gd name="connsiteX13" fmla="*/ 698050 w 1904970"/>
                  <a:gd name="connsiteY13" fmla="*/ 775313 h 1904968"/>
                  <a:gd name="connsiteX14" fmla="*/ 775313 w 1904970"/>
                  <a:gd name="connsiteY14" fmla="*/ 698050 h 1904968"/>
                  <a:gd name="connsiteX15" fmla="*/ 775313 w 1904970"/>
                  <a:gd name="connsiteY15" fmla="*/ 199154 h 1904968"/>
                  <a:gd name="connsiteX16" fmla="*/ 698050 w 1904970"/>
                  <a:gd name="connsiteY16" fmla="*/ 121892 h 1904968"/>
                  <a:gd name="connsiteX17" fmla="*/ 199154 w 1904970"/>
                  <a:gd name="connsiteY17" fmla="*/ 121892 h 1904968"/>
                  <a:gd name="connsiteX18" fmla="*/ 1705821 w 1904970"/>
                  <a:gd name="connsiteY18" fmla="*/ 897205 h 1904968"/>
                  <a:gd name="connsiteX19" fmla="*/ 1206925 w 1904970"/>
                  <a:gd name="connsiteY19" fmla="*/ 897205 h 1904968"/>
                  <a:gd name="connsiteX20" fmla="*/ 1007773 w 1904970"/>
                  <a:gd name="connsiteY20" fmla="*/ 698050 h 1904968"/>
                  <a:gd name="connsiteX21" fmla="*/ 1007773 w 1904970"/>
                  <a:gd name="connsiteY21" fmla="*/ 199156 h 1904968"/>
                  <a:gd name="connsiteX22" fmla="*/ 1206925 w 1904970"/>
                  <a:gd name="connsiteY22" fmla="*/ 0 h 1904968"/>
                  <a:gd name="connsiteX23" fmla="*/ 1705823 w 1904970"/>
                  <a:gd name="connsiteY23" fmla="*/ 0 h 1904968"/>
                  <a:gd name="connsiteX24" fmla="*/ 1904970 w 1904970"/>
                  <a:gd name="connsiteY24" fmla="*/ 199156 h 1904968"/>
                  <a:gd name="connsiteX25" fmla="*/ 1904970 w 1904970"/>
                  <a:gd name="connsiteY25" fmla="*/ 698052 h 1904968"/>
                  <a:gd name="connsiteX26" fmla="*/ 1705821 w 1904970"/>
                  <a:gd name="connsiteY26" fmla="*/ 897205 h 1904968"/>
                  <a:gd name="connsiteX27" fmla="*/ 1206925 w 1904970"/>
                  <a:gd name="connsiteY27" fmla="*/ 121892 h 1904968"/>
                  <a:gd name="connsiteX28" fmla="*/ 1129667 w 1904970"/>
                  <a:gd name="connsiteY28" fmla="*/ 199156 h 1904968"/>
                  <a:gd name="connsiteX29" fmla="*/ 1129667 w 1904970"/>
                  <a:gd name="connsiteY29" fmla="*/ 698052 h 1904968"/>
                  <a:gd name="connsiteX30" fmla="*/ 1206925 w 1904970"/>
                  <a:gd name="connsiteY30" fmla="*/ 775313 h 1904968"/>
                  <a:gd name="connsiteX31" fmla="*/ 1705823 w 1904970"/>
                  <a:gd name="connsiteY31" fmla="*/ 775313 h 1904968"/>
                  <a:gd name="connsiteX32" fmla="*/ 1783086 w 1904970"/>
                  <a:gd name="connsiteY32" fmla="*/ 698052 h 1904968"/>
                  <a:gd name="connsiteX33" fmla="*/ 1783086 w 1904970"/>
                  <a:gd name="connsiteY33" fmla="*/ 199156 h 1904968"/>
                  <a:gd name="connsiteX34" fmla="*/ 1705823 w 1904970"/>
                  <a:gd name="connsiteY34" fmla="*/ 121892 h 1904968"/>
                  <a:gd name="connsiteX35" fmla="*/ 1206925 w 1904970"/>
                  <a:gd name="connsiteY35" fmla="*/ 121892 h 1904968"/>
                  <a:gd name="connsiteX36" fmla="*/ 698050 w 1904970"/>
                  <a:gd name="connsiteY36" fmla="*/ 1904968 h 1904968"/>
                  <a:gd name="connsiteX37" fmla="*/ 199154 w 1904970"/>
                  <a:gd name="connsiteY37" fmla="*/ 1904968 h 1904968"/>
                  <a:gd name="connsiteX38" fmla="*/ 0 w 1904970"/>
                  <a:gd name="connsiteY38" fmla="*/ 1705818 h 1904968"/>
                  <a:gd name="connsiteX39" fmla="*/ 0 w 1904970"/>
                  <a:gd name="connsiteY39" fmla="*/ 1206924 h 1904968"/>
                  <a:gd name="connsiteX40" fmla="*/ 199154 w 1904970"/>
                  <a:gd name="connsiteY40" fmla="*/ 1007769 h 1904968"/>
                  <a:gd name="connsiteX41" fmla="*/ 698050 w 1904970"/>
                  <a:gd name="connsiteY41" fmla="*/ 1007769 h 1904968"/>
                  <a:gd name="connsiteX42" fmla="*/ 897207 w 1904970"/>
                  <a:gd name="connsiteY42" fmla="*/ 1206924 h 1904968"/>
                  <a:gd name="connsiteX43" fmla="*/ 897207 w 1904970"/>
                  <a:gd name="connsiteY43" fmla="*/ 1705818 h 1904968"/>
                  <a:gd name="connsiteX44" fmla="*/ 698050 w 1904970"/>
                  <a:gd name="connsiteY44" fmla="*/ 1904968 h 1904968"/>
                  <a:gd name="connsiteX45" fmla="*/ 199154 w 1904970"/>
                  <a:gd name="connsiteY45" fmla="*/ 1129661 h 1904968"/>
                  <a:gd name="connsiteX46" fmla="*/ 121894 w 1904970"/>
                  <a:gd name="connsiteY46" fmla="*/ 1206922 h 1904968"/>
                  <a:gd name="connsiteX47" fmla="*/ 121894 w 1904970"/>
                  <a:gd name="connsiteY47" fmla="*/ 1705818 h 1904968"/>
                  <a:gd name="connsiteX48" fmla="*/ 199154 w 1904970"/>
                  <a:gd name="connsiteY48" fmla="*/ 1783080 h 1904968"/>
                  <a:gd name="connsiteX49" fmla="*/ 698050 w 1904970"/>
                  <a:gd name="connsiteY49" fmla="*/ 1783080 h 1904968"/>
                  <a:gd name="connsiteX50" fmla="*/ 775313 w 1904970"/>
                  <a:gd name="connsiteY50" fmla="*/ 1705818 h 1904968"/>
                  <a:gd name="connsiteX51" fmla="*/ 775313 w 1904970"/>
                  <a:gd name="connsiteY51" fmla="*/ 1206924 h 1904968"/>
                  <a:gd name="connsiteX52" fmla="*/ 698050 w 1904970"/>
                  <a:gd name="connsiteY52" fmla="*/ 1129663 h 1904968"/>
                  <a:gd name="connsiteX53" fmla="*/ 199154 w 1904970"/>
                  <a:gd name="connsiteY53" fmla="*/ 1129663 h 1904968"/>
                  <a:gd name="connsiteX54" fmla="*/ 1456374 w 1904970"/>
                  <a:gd name="connsiteY54" fmla="*/ 1904968 h 1904968"/>
                  <a:gd name="connsiteX55" fmla="*/ 1007771 w 1904970"/>
                  <a:gd name="connsiteY55" fmla="*/ 1456369 h 1904968"/>
                  <a:gd name="connsiteX56" fmla="*/ 1456374 w 1904970"/>
                  <a:gd name="connsiteY56" fmla="*/ 1007767 h 1904968"/>
                  <a:gd name="connsiteX57" fmla="*/ 1904970 w 1904970"/>
                  <a:gd name="connsiteY57" fmla="*/ 1456369 h 1904968"/>
                  <a:gd name="connsiteX58" fmla="*/ 1456374 w 1904970"/>
                  <a:gd name="connsiteY58" fmla="*/ 1904968 h 1904968"/>
                  <a:gd name="connsiteX59" fmla="*/ 1456374 w 1904970"/>
                  <a:gd name="connsiteY59" fmla="*/ 1129661 h 1904968"/>
                  <a:gd name="connsiteX60" fmla="*/ 1129665 w 1904970"/>
                  <a:gd name="connsiteY60" fmla="*/ 1456369 h 1904968"/>
                  <a:gd name="connsiteX61" fmla="*/ 1456374 w 1904970"/>
                  <a:gd name="connsiteY61" fmla="*/ 1783080 h 1904968"/>
                  <a:gd name="connsiteX62" fmla="*/ 1783084 w 1904970"/>
                  <a:gd name="connsiteY62" fmla="*/ 1456369 h 1904968"/>
                  <a:gd name="connsiteX63" fmla="*/ 1456374 w 1904970"/>
                  <a:gd name="connsiteY63" fmla="*/ 1129661 h 1904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904970" h="1904968">
                    <a:moveTo>
                      <a:pt x="698050" y="897205"/>
                    </a:moveTo>
                    <a:lnTo>
                      <a:pt x="199154" y="897205"/>
                    </a:lnTo>
                    <a:cubicBezTo>
                      <a:pt x="89342" y="897205"/>
                      <a:pt x="0" y="807865"/>
                      <a:pt x="0" y="698050"/>
                    </a:cubicBezTo>
                    <a:lnTo>
                      <a:pt x="0" y="199154"/>
                    </a:lnTo>
                    <a:cubicBezTo>
                      <a:pt x="0" y="89340"/>
                      <a:pt x="89342" y="0"/>
                      <a:pt x="199154" y="0"/>
                    </a:cubicBezTo>
                    <a:lnTo>
                      <a:pt x="698050" y="0"/>
                    </a:lnTo>
                    <a:cubicBezTo>
                      <a:pt x="807865" y="0"/>
                      <a:pt x="897207" y="89340"/>
                      <a:pt x="897207" y="199154"/>
                    </a:cubicBezTo>
                    <a:lnTo>
                      <a:pt x="897207" y="698050"/>
                    </a:lnTo>
                    <a:cubicBezTo>
                      <a:pt x="897207" y="807865"/>
                      <a:pt x="807865" y="897205"/>
                      <a:pt x="698050" y="897205"/>
                    </a:cubicBezTo>
                    <a:close/>
                    <a:moveTo>
                      <a:pt x="199154" y="121892"/>
                    </a:moveTo>
                    <a:cubicBezTo>
                      <a:pt x="156552" y="121892"/>
                      <a:pt x="121894" y="156552"/>
                      <a:pt x="121894" y="199154"/>
                    </a:cubicBezTo>
                    <a:lnTo>
                      <a:pt x="121894" y="698050"/>
                    </a:lnTo>
                    <a:cubicBezTo>
                      <a:pt x="121894" y="740652"/>
                      <a:pt x="156552" y="775313"/>
                      <a:pt x="199154" y="775313"/>
                    </a:cubicBezTo>
                    <a:lnTo>
                      <a:pt x="698050" y="775313"/>
                    </a:lnTo>
                    <a:cubicBezTo>
                      <a:pt x="740653" y="775313"/>
                      <a:pt x="775313" y="740652"/>
                      <a:pt x="775313" y="698050"/>
                    </a:cubicBezTo>
                    <a:lnTo>
                      <a:pt x="775313" y="199154"/>
                    </a:lnTo>
                    <a:cubicBezTo>
                      <a:pt x="775313" y="156552"/>
                      <a:pt x="740653" y="121892"/>
                      <a:pt x="698050" y="121892"/>
                    </a:cubicBezTo>
                    <a:lnTo>
                      <a:pt x="199154" y="121892"/>
                    </a:lnTo>
                    <a:close/>
                    <a:moveTo>
                      <a:pt x="1705821" y="897205"/>
                    </a:moveTo>
                    <a:lnTo>
                      <a:pt x="1206925" y="897205"/>
                    </a:lnTo>
                    <a:cubicBezTo>
                      <a:pt x="1097115" y="897205"/>
                      <a:pt x="1007773" y="807865"/>
                      <a:pt x="1007773" y="698050"/>
                    </a:cubicBezTo>
                    <a:lnTo>
                      <a:pt x="1007773" y="199156"/>
                    </a:lnTo>
                    <a:cubicBezTo>
                      <a:pt x="1007773" y="89342"/>
                      <a:pt x="1097113" y="0"/>
                      <a:pt x="1206925" y="0"/>
                    </a:cubicBezTo>
                    <a:lnTo>
                      <a:pt x="1705823" y="0"/>
                    </a:lnTo>
                    <a:cubicBezTo>
                      <a:pt x="1815638" y="0"/>
                      <a:pt x="1904970" y="89340"/>
                      <a:pt x="1904970" y="199156"/>
                    </a:cubicBezTo>
                    <a:lnTo>
                      <a:pt x="1904970" y="698052"/>
                    </a:lnTo>
                    <a:cubicBezTo>
                      <a:pt x="1904970" y="807865"/>
                      <a:pt x="1815638" y="897205"/>
                      <a:pt x="1705821" y="897205"/>
                    </a:cubicBezTo>
                    <a:close/>
                    <a:moveTo>
                      <a:pt x="1206925" y="121892"/>
                    </a:moveTo>
                    <a:cubicBezTo>
                      <a:pt x="1164323" y="121892"/>
                      <a:pt x="1129667" y="156552"/>
                      <a:pt x="1129667" y="199156"/>
                    </a:cubicBezTo>
                    <a:lnTo>
                      <a:pt x="1129667" y="698052"/>
                    </a:lnTo>
                    <a:cubicBezTo>
                      <a:pt x="1129667" y="740654"/>
                      <a:pt x="1164323" y="775313"/>
                      <a:pt x="1206925" y="775313"/>
                    </a:cubicBezTo>
                    <a:lnTo>
                      <a:pt x="1705823" y="775313"/>
                    </a:lnTo>
                    <a:cubicBezTo>
                      <a:pt x="1748425" y="775313"/>
                      <a:pt x="1783086" y="740654"/>
                      <a:pt x="1783086" y="698052"/>
                    </a:cubicBezTo>
                    <a:lnTo>
                      <a:pt x="1783086" y="199156"/>
                    </a:lnTo>
                    <a:cubicBezTo>
                      <a:pt x="1783086" y="156554"/>
                      <a:pt x="1748425" y="121892"/>
                      <a:pt x="1705823" y="121892"/>
                    </a:cubicBezTo>
                    <a:lnTo>
                      <a:pt x="1206925" y="121892"/>
                    </a:lnTo>
                    <a:close/>
                    <a:moveTo>
                      <a:pt x="698050" y="1904968"/>
                    </a:moveTo>
                    <a:lnTo>
                      <a:pt x="199154" y="1904968"/>
                    </a:lnTo>
                    <a:cubicBezTo>
                      <a:pt x="89342" y="1904968"/>
                      <a:pt x="0" y="1815634"/>
                      <a:pt x="0" y="1705818"/>
                    </a:cubicBezTo>
                    <a:lnTo>
                      <a:pt x="0" y="1206924"/>
                    </a:lnTo>
                    <a:cubicBezTo>
                      <a:pt x="0" y="1097111"/>
                      <a:pt x="89340" y="1007769"/>
                      <a:pt x="199154" y="1007769"/>
                    </a:cubicBezTo>
                    <a:lnTo>
                      <a:pt x="698050" y="1007769"/>
                    </a:lnTo>
                    <a:cubicBezTo>
                      <a:pt x="807865" y="1007769"/>
                      <a:pt x="897207" y="1097109"/>
                      <a:pt x="897207" y="1206924"/>
                    </a:cubicBezTo>
                    <a:lnTo>
                      <a:pt x="897207" y="1705818"/>
                    </a:lnTo>
                    <a:cubicBezTo>
                      <a:pt x="897207" y="1815634"/>
                      <a:pt x="807865" y="1904968"/>
                      <a:pt x="698050" y="1904968"/>
                    </a:cubicBezTo>
                    <a:close/>
                    <a:moveTo>
                      <a:pt x="199154" y="1129661"/>
                    </a:moveTo>
                    <a:cubicBezTo>
                      <a:pt x="156552" y="1129661"/>
                      <a:pt x="121894" y="1164320"/>
                      <a:pt x="121894" y="1206922"/>
                    </a:cubicBezTo>
                    <a:lnTo>
                      <a:pt x="121894" y="1705818"/>
                    </a:lnTo>
                    <a:cubicBezTo>
                      <a:pt x="121894" y="1748420"/>
                      <a:pt x="156552" y="1783080"/>
                      <a:pt x="199154" y="1783080"/>
                    </a:cubicBezTo>
                    <a:lnTo>
                      <a:pt x="698050" y="1783080"/>
                    </a:lnTo>
                    <a:cubicBezTo>
                      <a:pt x="740653" y="1783080"/>
                      <a:pt x="775313" y="1748420"/>
                      <a:pt x="775313" y="1705818"/>
                    </a:cubicBezTo>
                    <a:lnTo>
                      <a:pt x="775313" y="1206924"/>
                    </a:lnTo>
                    <a:cubicBezTo>
                      <a:pt x="775313" y="1164322"/>
                      <a:pt x="740653" y="1129663"/>
                      <a:pt x="698050" y="1129663"/>
                    </a:cubicBezTo>
                    <a:lnTo>
                      <a:pt x="199154" y="1129663"/>
                    </a:lnTo>
                    <a:close/>
                    <a:moveTo>
                      <a:pt x="1456374" y="1904968"/>
                    </a:moveTo>
                    <a:cubicBezTo>
                      <a:pt x="1209017" y="1904968"/>
                      <a:pt x="1007771" y="1703730"/>
                      <a:pt x="1007771" y="1456369"/>
                    </a:cubicBezTo>
                    <a:cubicBezTo>
                      <a:pt x="1007771" y="1209009"/>
                      <a:pt x="1209017" y="1007767"/>
                      <a:pt x="1456374" y="1007767"/>
                    </a:cubicBezTo>
                    <a:cubicBezTo>
                      <a:pt x="1703736" y="1007767"/>
                      <a:pt x="1904970" y="1209009"/>
                      <a:pt x="1904970" y="1456369"/>
                    </a:cubicBezTo>
                    <a:cubicBezTo>
                      <a:pt x="1904970" y="1703730"/>
                      <a:pt x="1703736" y="1904968"/>
                      <a:pt x="1456374" y="1904968"/>
                    </a:cubicBezTo>
                    <a:close/>
                    <a:moveTo>
                      <a:pt x="1456374" y="1129661"/>
                    </a:moveTo>
                    <a:cubicBezTo>
                      <a:pt x="1276225" y="1129661"/>
                      <a:pt x="1129665" y="1276222"/>
                      <a:pt x="1129665" y="1456369"/>
                    </a:cubicBezTo>
                    <a:cubicBezTo>
                      <a:pt x="1129665" y="1636520"/>
                      <a:pt x="1276225" y="1783080"/>
                      <a:pt x="1456374" y="1783080"/>
                    </a:cubicBezTo>
                    <a:cubicBezTo>
                      <a:pt x="1636523" y="1783080"/>
                      <a:pt x="1783084" y="1636520"/>
                      <a:pt x="1783084" y="1456369"/>
                    </a:cubicBezTo>
                    <a:cubicBezTo>
                      <a:pt x="1783086" y="1276224"/>
                      <a:pt x="1636523" y="1129661"/>
                      <a:pt x="1456374" y="112966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思源黑体 CN Bold" panose="020B0800000000000000" pitchFamily="34" charset="-122"/>
                  <a:ea typeface="思源黑体 CN Bold" panose="020B0800000000000000" pitchFamily="34" charset="-122"/>
                </a:endParaRPr>
              </a:p>
            </p:txBody>
          </p:sp>
          <p:sp>
            <p:nvSpPr>
              <p:cNvPr id="282" name="任意多边形: 形状 281"/>
              <p:cNvSpPr/>
              <p:nvPr/>
            </p:nvSpPr>
            <p:spPr>
              <a:xfrm>
                <a:off x="6074933" y="8962567"/>
                <a:ext cx="235431" cy="235428"/>
              </a:xfrm>
              <a:custGeom>
                <a:avLst/>
                <a:gdLst>
                  <a:gd name="connsiteX0" fmla="*/ 174486 w 235431"/>
                  <a:gd name="connsiteY0" fmla="*/ 235428 h 235428"/>
                  <a:gd name="connsiteX1" fmla="*/ 131392 w 235431"/>
                  <a:gd name="connsiteY1" fmla="*/ 217588 h 235428"/>
                  <a:gd name="connsiteX2" fmla="*/ 17850 w 235431"/>
                  <a:gd name="connsiteY2" fmla="*/ 104043 h 235428"/>
                  <a:gd name="connsiteX3" fmla="*/ 17850 w 235431"/>
                  <a:gd name="connsiteY3" fmla="*/ 17851 h 235428"/>
                  <a:gd name="connsiteX4" fmla="*/ 104043 w 235431"/>
                  <a:gd name="connsiteY4" fmla="*/ 17851 h 235428"/>
                  <a:gd name="connsiteX5" fmla="*/ 217586 w 235431"/>
                  <a:gd name="connsiteY5" fmla="*/ 131392 h 235428"/>
                  <a:gd name="connsiteX6" fmla="*/ 217586 w 235431"/>
                  <a:gd name="connsiteY6" fmla="*/ 217588 h 235428"/>
                  <a:gd name="connsiteX7" fmla="*/ 174486 w 235431"/>
                  <a:gd name="connsiteY7" fmla="*/ 235428 h 235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431" h="235428">
                    <a:moveTo>
                      <a:pt x="174486" y="235428"/>
                    </a:moveTo>
                    <a:cubicBezTo>
                      <a:pt x="158887" y="235428"/>
                      <a:pt x="143291" y="229475"/>
                      <a:pt x="131392" y="217588"/>
                    </a:cubicBezTo>
                    <a:lnTo>
                      <a:pt x="17850" y="104043"/>
                    </a:lnTo>
                    <a:cubicBezTo>
                      <a:pt x="-5950" y="80242"/>
                      <a:pt x="-5950" y="41652"/>
                      <a:pt x="17850" y="17851"/>
                    </a:cubicBezTo>
                    <a:cubicBezTo>
                      <a:pt x="41653" y="-5950"/>
                      <a:pt x="80240" y="-5950"/>
                      <a:pt x="104043" y="17851"/>
                    </a:cubicBezTo>
                    <a:lnTo>
                      <a:pt x="217586" y="131392"/>
                    </a:lnTo>
                    <a:cubicBezTo>
                      <a:pt x="241380" y="155191"/>
                      <a:pt x="241380" y="193775"/>
                      <a:pt x="217586" y="217588"/>
                    </a:cubicBezTo>
                    <a:cubicBezTo>
                      <a:pt x="205680" y="229475"/>
                      <a:pt x="190085" y="235428"/>
                      <a:pt x="174486" y="23542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思源黑体 CN Bold" panose="020B0800000000000000" pitchFamily="34" charset="-122"/>
                  <a:ea typeface="思源黑体 CN Bold" panose="020B0800000000000000" pitchFamily="34" charset="-122"/>
                </a:endParaRPr>
              </a:p>
            </p:txBody>
          </p:sp>
        </p:grpSp>
        <p:sp>
          <p:nvSpPr>
            <p:cNvPr id="274" name="文本框 273"/>
            <p:cNvSpPr txBox="1"/>
            <p:nvPr/>
          </p:nvSpPr>
          <p:spPr>
            <a:xfrm>
              <a:off x="7040994" y="5694039"/>
              <a:ext cx="3289104" cy="591509"/>
            </a:xfrm>
            <a:prstGeom prst="rect">
              <a:avLst/>
            </a:prstGeom>
            <a:noFill/>
          </p:spPr>
          <p:txBody>
            <a:bodyPr wrap="square">
              <a:spAutoFit/>
            </a:bodyPr>
            <a:lstStyle>
              <a:defPPr>
                <a:defRPr lang="zh-CN"/>
              </a:defPPr>
              <a:lvl1pPr algn="r">
                <a:lnSpc>
                  <a:spcPct val="120000"/>
                </a:lnSpc>
                <a:defRPr sz="1000">
                  <a:solidFill>
                    <a:schemeClr val="tx2"/>
                  </a:solidFill>
                </a:defRPr>
              </a:lvl1pPr>
            </a:lstStyle>
            <a:p>
              <a:pPr marL="171450" indent="-171450" algn="l">
                <a:spcBef>
                  <a:spcPts val="600"/>
                </a:spcBef>
                <a:buFont typeface="Arial" panose="020B0604020202020204" pitchFamily="34" charset="0"/>
                <a:buChar char="•"/>
              </a:pPr>
              <a:r>
                <a:rPr lang="zh-CN" altLang="en-US" sz="1400" dirty="0">
                  <a:solidFill>
                    <a:schemeClr val="tx1"/>
                  </a:solidFill>
                  <a:latin typeface="思源黑体 CN Bold" panose="020B0800000000000000" pitchFamily="34" charset="-122"/>
                  <a:ea typeface="思源黑体 CN Bold" panose="020B0800000000000000" pitchFamily="34" charset="-122"/>
                </a:rPr>
                <a:t>鼓励学生进行自我评价以及相互评价培养学生自我反思能力和团队协作</a:t>
              </a:r>
              <a:endParaRPr lang="zh-CN" altLang="en-US" sz="1400" dirty="0">
                <a:solidFill>
                  <a:srgbClr val="C00000"/>
                </a:solidFill>
                <a:latin typeface="思源黑体 CN Bold" panose="020B0800000000000000" pitchFamily="34" charset="-122"/>
                <a:ea typeface="思源黑体 CN Bold" panose="020B0800000000000000" pitchFamily="34" charset="-122"/>
              </a:endParaRPr>
            </a:p>
          </p:txBody>
        </p:sp>
        <p:sp>
          <p:nvSpPr>
            <p:cNvPr id="275" name="文本框 274"/>
            <p:cNvSpPr txBox="1"/>
            <p:nvPr/>
          </p:nvSpPr>
          <p:spPr>
            <a:xfrm>
              <a:off x="5316686" y="5703516"/>
              <a:ext cx="1261884" cy="332783"/>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b="1">
                  <a:solidFill>
                    <a:schemeClr val="accent3"/>
                  </a:solidFill>
                  <a:latin typeface="思源黑体 CN Bold" panose="020B0800000000000000" pitchFamily="34" charset="-122"/>
                  <a:ea typeface="思源黑体 CN Bold" panose="020B0800000000000000" pitchFamily="34" charset="-122"/>
                </a:rPr>
                <a:t>教学评价创新</a:t>
              </a:r>
              <a:endParaRPr lang="zh-CN" altLang="en-US" sz="1400" b="1" dirty="0">
                <a:solidFill>
                  <a:schemeClr val="accent3"/>
                </a:solidFill>
                <a:latin typeface="思源黑体 CN Bold" panose="020B0800000000000000" pitchFamily="34" charset="-122"/>
                <a:ea typeface="思源黑体 CN Bold" panose="020B0800000000000000" pitchFamily="34" charset="-122"/>
              </a:endParaRPr>
            </a:p>
          </p:txBody>
        </p:sp>
        <p:sp>
          <p:nvSpPr>
            <p:cNvPr id="276" name="文本框 275"/>
            <p:cNvSpPr txBox="1"/>
            <p:nvPr/>
          </p:nvSpPr>
          <p:spPr>
            <a:xfrm>
              <a:off x="5316686" y="5943095"/>
              <a:ext cx="1441420" cy="332976"/>
            </a:xfrm>
            <a:prstGeom prst="rect">
              <a:avLst/>
            </a:prstGeom>
            <a:noFill/>
          </p:spPr>
          <p:txBody>
            <a:bodyPr wrap="none">
              <a:spAutoFit/>
            </a:bodyPr>
            <a:lstStyle>
              <a:defPPr>
                <a:defRPr lang="zh-CN"/>
              </a:defPPr>
              <a:lvl1pPr algn="r">
                <a:lnSpc>
                  <a:spcPct val="120000"/>
                </a:lnSpc>
                <a:defRPr sz="1000">
                  <a:solidFill>
                    <a:schemeClr val="tx2"/>
                  </a:solidFill>
                </a:defRPr>
              </a:lvl1pPr>
            </a:lstStyle>
            <a:p>
              <a:pPr algn="l">
                <a:spcBef>
                  <a:spcPts val="600"/>
                </a:spcBef>
              </a:pPr>
              <a:r>
                <a:rPr lang="zh-CN" altLang="en-US" sz="1400">
                  <a:solidFill>
                    <a:schemeClr val="accent3"/>
                  </a:solidFill>
                  <a:latin typeface="思源黑体 CN Bold" panose="020B0800000000000000" pitchFamily="34" charset="-122"/>
                  <a:ea typeface="思源黑体 CN Bold" panose="020B0800000000000000" pitchFamily="34" charset="-122"/>
                </a:rPr>
                <a:t>学生自评与互评</a:t>
              </a:r>
              <a:endParaRPr lang="zh-CN" altLang="en-US" sz="1400" dirty="0">
                <a:solidFill>
                  <a:schemeClr val="accent3"/>
                </a:solidFill>
                <a:latin typeface="思源黑体 CN Bold" panose="020B0800000000000000" pitchFamily="34" charset="-122"/>
                <a:ea typeface="思源黑体 CN Bold" panose="020B0800000000000000" pitchFamily="34" charset="-122"/>
              </a:endParaRPr>
            </a:p>
          </p:txBody>
        </p:sp>
        <p:sp>
          <p:nvSpPr>
            <p:cNvPr id="277" name="椭圆 276"/>
            <p:cNvSpPr/>
            <p:nvPr/>
          </p:nvSpPr>
          <p:spPr>
            <a:xfrm>
              <a:off x="4764752" y="5765502"/>
              <a:ext cx="448582" cy="448582"/>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5156" tIns="52578" rIns="105156" bIns="52578" rtlCol="0" anchor="ctr"/>
            <a:lstStyle/>
            <a:p>
              <a:pPr algn="ctr"/>
              <a:endParaRPr lang="en-US" sz="2070">
                <a:latin typeface="思源黑体 CN Bold" panose="020B0800000000000000" pitchFamily="34" charset="-122"/>
                <a:ea typeface="思源黑体 CN Bold" panose="020B0800000000000000" pitchFamily="34" charset="-122"/>
              </a:endParaRPr>
            </a:p>
          </p:txBody>
        </p:sp>
        <p:sp>
          <p:nvSpPr>
            <p:cNvPr id="278" name="图形 21"/>
            <p:cNvSpPr/>
            <p:nvPr/>
          </p:nvSpPr>
          <p:spPr>
            <a:xfrm>
              <a:off x="4854882" y="5859501"/>
              <a:ext cx="268323" cy="260585"/>
            </a:xfrm>
            <a:custGeom>
              <a:avLst/>
              <a:gdLst>
                <a:gd name="connsiteX0" fmla="*/ 25755 w 167408"/>
                <a:gd name="connsiteY0" fmla="*/ 120191 h 165569"/>
                <a:gd name="connsiteX1" fmla="*/ 128776 w 167408"/>
                <a:gd name="connsiteY1" fmla="*/ 120191 h 165569"/>
                <a:gd name="connsiteX2" fmla="*/ 147173 w 167408"/>
                <a:gd name="connsiteY2" fmla="*/ 101794 h 165569"/>
                <a:gd name="connsiteX3" fmla="*/ 147173 w 167408"/>
                <a:gd name="connsiteY3" fmla="*/ 83398 h 165569"/>
                <a:gd name="connsiteX4" fmla="*/ 153305 w 167408"/>
                <a:gd name="connsiteY4" fmla="*/ 77266 h 165569"/>
                <a:gd name="connsiteX5" fmla="*/ 159437 w 167408"/>
                <a:gd name="connsiteY5" fmla="*/ 83398 h 165569"/>
                <a:gd name="connsiteX6" fmla="*/ 159437 w 167408"/>
                <a:gd name="connsiteY6" fmla="*/ 101794 h 165569"/>
                <a:gd name="connsiteX7" fmla="*/ 128776 w 167408"/>
                <a:gd name="connsiteY7" fmla="*/ 132455 h 165569"/>
                <a:gd name="connsiteX8" fmla="*/ 20849 w 167408"/>
                <a:gd name="connsiteY8" fmla="*/ 132455 h 165569"/>
                <a:gd name="connsiteX9" fmla="*/ 43539 w 167408"/>
                <a:gd name="connsiteY9" fmla="*/ 155144 h 165569"/>
                <a:gd name="connsiteX10" fmla="*/ 43539 w 167408"/>
                <a:gd name="connsiteY10" fmla="*/ 163729 h 165569"/>
                <a:gd name="connsiteX11" fmla="*/ 34953 w 167408"/>
                <a:gd name="connsiteY11" fmla="*/ 163729 h 165569"/>
                <a:gd name="connsiteX12" fmla="*/ 4906 w 167408"/>
                <a:gd name="connsiteY12" fmla="*/ 133682 h 165569"/>
                <a:gd name="connsiteX13" fmla="*/ 3066 w 167408"/>
                <a:gd name="connsiteY13" fmla="*/ 129389 h 165569"/>
                <a:gd name="connsiteX14" fmla="*/ 4906 w 167408"/>
                <a:gd name="connsiteY14" fmla="*/ 125097 h 165569"/>
                <a:gd name="connsiteX15" fmla="*/ 34953 w 167408"/>
                <a:gd name="connsiteY15" fmla="*/ 95049 h 165569"/>
                <a:gd name="connsiteX16" fmla="*/ 43539 w 167408"/>
                <a:gd name="connsiteY16" fmla="*/ 95049 h 165569"/>
                <a:gd name="connsiteX17" fmla="*/ 43539 w 167408"/>
                <a:gd name="connsiteY17" fmla="*/ 103634 h 165569"/>
                <a:gd name="connsiteX18" fmla="*/ 25755 w 167408"/>
                <a:gd name="connsiteY18" fmla="*/ 120191 h 165569"/>
                <a:gd name="connsiteX19" fmla="*/ 149012 w 167408"/>
                <a:gd name="connsiteY19" fmla="*/ 40472 h 165569"/>
                <a:gd name="connsiteX20" fmla="*/ 30661 w 167408"/>
                <a:gd name="connsiteY20" fmla="*/ 40472 h 165569"/>
                <a:gd name="connsiteX21" fmla="*/ 12264 w 167408"/>
                <a:gd name="connsiteY21" fmla="*/ 58869 h 165569"/>
                <a:gd name="connsiteX22" fmla="*/ 12264 w 167408"/>
                <a:gd name="connsiteY22" fmla="*/ 77266 h 165569"/>
                <a:gd name="connsiteX23" fmla="*/ 6132 w 167408"/>
                <a:gd name="connsiteY23" fmla="*/ 83398 h 165569"/>
                <a:gd name="connsiteX24" fmla="*/ 0 w 167408"/>
                <a:gd name="connsiteY24" fmla="*/ 77266 h 165569"/>
                <a:gd name="connsiteX25" fmla="*/ 0 w 167408"/>
                <a:gd name="connsiteY25" fmla="*/ 58869 h 165569"/>
                <a:gd name="connsiteX26" fmla="*/ 30661 w 167408"/>
                <a:gd name="connsiteY26" fmla="*/ 28208 h 165569"/>
                <a:gd name="connsiteX27" fmla="*/ 144720 w 167408"/>
                <a:gd name="connsiteY27" fmla="*/ 28208 h 165569"/>
                <a:gd name="connsiteX28" fmla="*/ 126936 w 167408"/>
                <a:gd name="connsiteY28" fmla="*/ 10425 h 165569"/>
                <a:gd name="connsiteX29" fmla="*/ 126936 w 167408"/>
                <a:gd name="connsiteY29" fmla="*/ 1840 h 165569"/>
                <a:gd name="connsiteX30" fmla="*/ 135521 w 167408"/>
                <a:gd name="connsiteY30" fmla="*/ 1840 h 165569"/>
                <a:gd name="connsiteX31" fmla="*/ 165569 w 167408"/>
                <a:gd name="connsiteY31" fmla="*/ 32501 h 165569"/>
                <a:gd name="connsiteX32" fmla="*/ 167409 w 167408"/>
                <a:gd name="connsiteY32" fmla="*/ 36793 h 165569"/>
                <a:gd name="connsiteX33" fmla="*/ 165569 w 167408"/>
                <a:gd name="connsiteY33" fmla="*/ 41086 h 165569"/>
                <a:gd name="connsiteX34" fmla="*/ 135521 w 167408"/>
                <a:gd name="connsiteY34" fmla="*/ 71133 h 165569"/>
                <a:gd name="connsiteX35" fmla="*/ 126936 w 167408"/>
                <a:gd name="connsiteY35" fmla="*/ 71133 h 165569"/>
                <a:gd name="connsiteX36" fmla="*/ 126936 w 167408"/>
                <a:gd name="connsiteY36" fmla="*/ 62548 h 165569"/>
                <a:gd name="connsiteX37" fmla="*/ 149012 w 167408"/>
                <a:gd name="connsiteY37" fmla="*/ 40472 h 165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67408" h="165569">
                  <a:moveTo>
                    <a:pt x="25755" y="120191"/>
                  </a:moveTo>
                  <a:lnTo>
                    <a:pt x="128776" y="120191"/>
                  </a:lnTo>
                  <a:cubicBezTo>
                    <a:pt x="139201" y="120191"/>
                    <a:pt x="147173" y="112219"/>
                    <a:pt x="147173" y="101794"/>
                  </a:cubicBezTo>
                  <a:lnTo>
                    <a:pt x="147173" y="83398"/>
                  </a:lnTo>
                  <a:cubicBezTo>
                    <a:pt x="147173" y="79718"/>
                    <a:pt x="149625" y="77266"/>
                    <a:pt x="153305" y="77266"/>
                  </a:cubicBezTo>
                  <a:cubicBezTo>
                    <a:pt x="156984" y="77266"/>
                    <a:pt x="159437" y="79718"/>
                    <a:pt x="159437" y="83398"/>
                  </a:cubicBezTo>
                  <a:lnTo>
                    <a:pt x="159437" y="101794"/>
                  </a:lnTo>
                  <a:cubicBezTo>
                    <a:pt x="159437" y="118964"/>
                    <a:pt x="145946" y="132455"/>
                    <a:pt x="128776" y="132455"/>
                  </a:cubicBezTo>
                  <a:lnTo>
                    <a:pt x="20849" y="132455"/>
                  </a:lnTo>
                  <a:lnTo>
                    <a:pt x="43539" y="155144"/>
                  </a:lnTo>
                  <a:cubicBezTo>
                    <a:pt x="45991" y="157597"/>
                    <a:pt x="45991" y="161277"/>
                    <a:pt x="43539" y="163729"/>
                  </a:cubicBezTo>
                  <a:cubicBezTo>
                    <a:pt x="41086" y="166182"/>
                    <a:pt x="37406" y="166182"/>
                    <a:pt x="34953" y="163729"/>
                  </a:cubicBezTo>
                  <a:lnTo>
                    <a:pt x="4906" y="133682"/>
                  </a:lnTo>
                  <a:cubicBezTo>
                    <a:pt x="3679" y="132455"/>
                    <a:pt x="3066" y="130616"/>
                    <a:pt x="3066" y="129389"/>
                  </a:cubicBezTo>
                  <a:cubicBezTo>
                    <a:pt x="3066" y="127550"/>
                    <a:pt x="3679" y="126323"/>
                    <a:pt x="4906" y="125097"/>
                  </a:cubicBezTo>
                  <a:lnTo>
                    <a:pt x="34953" y="95049"/>
                  </a:lnTo>
                  <a:cubicBezTo>
                    <a:pt x="37406" y="92596"/>
                    <a:pt x="41086" y="92596"/>
                    <a:pt x="43539" y="95049"/>
                  </a:cubicBezTo>
                  <a:cubicBezTo>
                    <a:pt x="45991" y="97502"/>
                    <a:pt x="45991" y="101181"/>
                    <a:pt x="43539" y="103634"/>
                  </a:cubicBezTo>
                  <a:lnTo>
                    <a:pt x="25755" y="120191"/>
                  </a:lnTo>
                  <a:close/>
                  <a:moveTo>
                    <a:pt x="149012" y="40472"/>
                  </a:moveTo>
                  <a:lnTo>
                    <a:pt x="30661" y="40472"/>
                  </a:lnTo>
                  <a:cubicBezTo>
                    <a:pt x="20236" y="40472"/>
                    <a:pt x="12264" y="48444"/>
                    <a:pt x="12264" y="58869"/>
                  </a:cubicBezTo>
                  <a:lnTo>
                    <a:pt x="12264" y="77266"/>
                  </a:lnTo>
                  <a:cubicBezTo>
                    <a:pt x="12264" y="80945"/>
                    <a:pt x="9811" y="83398"/>
                    <a:pt x="6132" y="83398"/>
                  </a:cubicBezTo>
                  <a:cubicBezTo>
                    <a:pt x="2453" y="83398"/>
                    <a:pt x="0" y="80945"/>
                    <a:pt x="0" y="77266"/>
                  </a:cubicBezTo>
                  <a:lnTo>
                    <a:pt x="0" y="58869"/>
                  </a:lnTo>
                  <a:cubicBezTo>
                    <a:pt x="0" y="41699"/>
                    <a:pt x="13491" y="28208"/>
                    <a:pt x="30661" y="28208"/>
                  </a:cubicBezTo>
                  <a:lnTo>
                    <a:pt x="144720" y="28208"/>
                  </a:lnTo>
                  <a:lnTo>
                    <a:pt x="126936" y="10425"/>
                  </a:lnTo>
                  <a:cubicBezTo>
                    <a:pt x="124483" y="7972"/>
                    <a:pt x="124483" y="4293"/>
                    <a:pt x="126936" y="1840"/>
                  </a:cubicBezTo>
                  <a:cubicBezTo>
                    <a:pt x="129389" y="-613"/>
                    <a:pt x="133068" y="-613"/>
                    <a:pt x="135521" y="1840"/>
                  </a:cubicBezTo>
                  <a:lnTo>
                    <a:pt x="165569" y="32501"/>
                  </a:lnTo>
                  <a:cubicBezTo>
                    <a:pt x="166796" y="33727"/>
                    <a:pt x="167409" y="35567"/>
                    <a:pt x="167409" y="36793"/>
                  </a:cubicBezTo>
                  <a:cubicBezTo>
                    <a:pt x="167409" y="38633"/>
                    <a:pt x="166796" y="39859"/>
                    <a:pt x="165569" y="41086"/>
                  </a:cubicBezTo>
                  <a:lnTo>
                    <a:pt x="135521" y="71133"/>
                  </a:lnTo>
                  <a:cubicBezTo>
                    <a:pt x="133068" y="73586"/>
                    <a:pt x="129389" y="73586"/>
                    <a:pt x="126936" y="71133"/>
                  </a:cubicBezTo>
                  <a:cubicBezTo>
                    <a:pt x="124483" y="68681"/>
                    <a:pt x="124483" y="65001"/>
                    <a:pt x="126936" y="62548"/>
                  </a:cubicBezTo>
                  <a:lnTo>
                    <a:pt x="149012" y="4047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思源黑体 CN Bold" panose="020B0800000000000000" pitchFamily="34" charset="-122"/>
                <a:ea typeface="思源黑体 CN Bold" panose="020B0800000000000000" pitchFamily="34" charset="-122"/>
              </a:endParaRPr>
            </a:p>
          </p:txBody>
        </p:sp>
        <p:cxnSp>
          <p:nvCxnSpPr>
            <p:cNvPr id="279" name="直接连接符 278"/>
            <p:cNvCxnSpPr/>
            <p:nvPr/>
          </p:nvCxnSpPr>
          <p:spPr>
            <a:xfrm flipV="1">
              <a:off x="4809919" y="4777403"/>
              <a:ext cx="5652410" cy="58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0" name="直接连接符 279"/>
            <p:cNvCxnSpPr/>
            <p:nvPr/>
          </p:nvCxnSpPr>
          <p:spPr>
            <a:xfrm flipV="1">
              <a:off x="4809919" y="5583720"/>
              <a:ext cx="5652410" cy="5832"/>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85" name="组合 284"/>
          <p:cNvGrpSpPr/>
          <p:nvPr/>
        </p:nvGrpSpPr>
        <p:grpSpPr>
          <a:xfrm>
            <a:off x="482600" y="0"/>
            <a:ext cx="4010720" cy="5234885"/>
            <a:chOff x="482600" y="0"/>
            <a:chExt cx="4010720" cy="5234885"/>
          </a:xfrm>
        </p:grpSpPr>
        <p:sp>
          <p:nvSpPr>
            <p:cNvPr id="286" name="Arrow"/>
            <p:cNvSpPr/>
            <p:nvPr/>
          </p:nvSpPr>
          <p:spPr>
            <a:xfrm>
              <a:off x="3230816" y="4732172"/>
              <a:ext cx="1262504" cy="153015"/>
            </a:xfrm>
            <a:prstGeom prst="rightArrow">
              <a:avLst>
                <a:gd name="adj1" fmla="val 47695"/>
                <a:gd name="adj2" fmla="val 118485"/>
              </a:avLst>
            </a:prstGeom>
            <a:gradFill>
              <a:gsLst>
                <a:gs pos="0">
                  <a:schemeClr val="accent3">
                    <a:alpha val="0"/>
                  </a:schemeClr>
                </a:gs>
                <a:gs pos="100000">
                  <a:schemeClr val="accent3"/>
                </a:gs>
              </a:gsLst>
            </a:gra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1" i="0" u="none" strike="noStrike" kern="0" cap="none" spc="0" normalizeH="0" baseline="0" noProof="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endParaRPr>
            </a:p>
          </p:txBody>
        </p:sp>
        <p:sp>
          <p:nvSpPr>
            <p:cNvPr id="287" name="文本框 286"/>
            <p:cNvSpPr txBox="1"/>
            <p:nvPr/>
          </p:nvSpPr>
          <p:spPr>
            <a:xfrm>
              <a:off x="3359367" y="4392859"/>
              <a:ext cx="1005403" cy="367152"/>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b="1">
                  <a:solidFill>
                    <a:schemeClr val="tx1"/>
                  </a:solidFill>
                  <a:latin typeface="思源黑体 CN Bold" panose="020B0800000000000000" pitchFamily="34" charset="-122"/>
                  <a:ea typeface="思源黑体 CN Bold" panose="020B0800000000000000" pitchFamily="34" charset="-122"/>
                </a:rPr>
                <a:t>基础模块</a:t>
              </a:r>
              <a:endParaRPr lang="zh-CN" altLang="en-US" sz="1600" b="1" dirty="0">
                <a:solidFill>
                  <a:schemeClr val="tx1"/>
                </a:solidFill>
                <a:latin typeface="思源黑体 CN Bold" panose="020B0800000000000000" pitchFamily="34" charset="-122"/>
                <a:ea typeface="思源黑体 CN Bold" panose="020B0800000000000000" pitchFamily="34" charset="-122"/>
              </a:endParaRPr>
            </a:p>
          </p:txBody>
        </p:sp>
        <p:grpSp>
          <p:nvGrpSpPr>
            <p:cNvPr id="288" name="Group"/>
            <p:cNvGrpSpPr/>
            <p:nvPr/>
          </p:nvGrpSpPr>
          <p:grpSpPr>
            <a:xfrm rot="10800000">
              <a:off x="482600" y="565070"/>
              <a:ext cx="3839693" cy="2824753"/>
              <a:chOff x="0" y="0"/>
              <a:chExt cx="7679383" cy="5649504"/>
            </a:xfrm>
          </p:grpSpPr>
          <p:sp>
            <p:nvSpPr>
              <p:cNvPr id="310" name="Shape"/>
              <p:cNvSpPr/>
              <p:nvPr/>
            </p:nvSpPr>
            <p:spPr>
              <a:xfrm>
                <a:off x="1751152" y="2168"/>
                <a:ext cx="4011647" cy="1336820"/>
              </a:xfrm>
              <a:custGeom>
                <a:avLst/>
                <a:gdLst/>
                <a:ahLst/>
                <a:cxnLst>
                  <a:cxn ang="0">
                    <a:pos x="wd2" y="hd2"/>
                  </a:cxn>
                  <a:cxn ang="5400000">
                    <a:pos x="wd2" y="hd2"/>
                  </a:cxn>
                  <a:cxn ang="10800000">
                    <a:pos x="wd2" y="hd2"/>
                  </a:cxn>
                  <a:cxn ang="16200000">
                    <a:pos x="wd2" y="hd2"/>
                  </a:cxn>
                </a:cxnLst>
                <a:rect l="0" t="0" r="r" b="b"/>
                <a:pathLst>
                  <a:path w="21600" h="21600" extrusionOk="0">
                    <a:moveTo>
                      <a:pt x="1708" y="0"/>
                    </a:moveTo>
                    <a:lnTo>
                      <a:pt x="9361" y="1624"/>
                    </a:lnTo>
                    <a:cubicBezTo>
                      <a:pt x="11082" y="2733"/>
                      <a:pt x="12802" y="3817"/>
                      <a:pt x="14519" y="4875"/>
                    </a:cubicBezTo>
                    <a:cubicBezTo>
                      <a:pt x="16204" y="5914"/>
                      <a:pt x="17903" y="6936"/>
                      <a:pt x="19510" y="8866"/>
                    </a:cubicBezTo>
                    <a:cubicBezTo>
                      <a:pt x="19766" y="9174"/>
                      <a:pt x="20028" y="9529"/>
                      <a:pt x="20180" y="10222"/>
                    </a:cubicBezTo>
                    <a:cubicBezTo>
                      <a:pt x="20231" y="10453"/>
                      <a:pt x="20265" y="10710"/>
                      <a:pt x="20299" y="10966"/>
                    </a:cubicBezTo>
                    <a:cubicBezTo>
                      <a:pt x="20350" y="11346"/>
                      <a:pt x="20399" y="11728"/>
                      <a:pt x="20447" y="12111"/>
                    </a:cubicBezTo>
                    <a:lnTo>
                      <a:pt x="21600" y="21600"/>
                    </a:lnTo>
                    <a:cubicBezTo>
                      <a:pt x="18236" y="21580"/>
                      <a:pt x="15088" y="20470"/>
                      <a:pt x="11860" y="18972"/>
                    </a:cubicBezTo>
                    <a:cubicBezTo>
                      <a:pt x="10212" y="18207"/>
                      <a:pt x="8545" y="17352"/>
                      <a:pt x="6826" y="16477"/>
                    </a:cubicBezTo>
                    <a:cubicBezTo>
                      <a:pt x="5962" y="16037"/>
                      <a:pt x="5084" y="15592"/>
                      <a:pt x="4197" y="15021"/>
                    </a:cubicBezTo>
                    <a:cubicBezTo>
                      <a:pt x="3323" y="14460"/>
                      <a:pt x="2443" y="13768"/>
                      <a:pt x="1533" y="13195"/>
                    </a:cubicBezTo>
                    <a:cubicBezTo>
                      <a:pt x="1134" y="12944"/>
                      <a:pt x="757" y="12411"/>
                      <a:pt x="406" y="11783"/>
                    </a:cubicBezTo>
                    <a:cubicBezTo>
                      <a:pt x="302" y="11597"/>
                      <a:pt x="200" y="11389"/>
                      <a:pt x="125" y="11102"/>
                    </a:cubicBezTo>
                    <a:cubicBezTo>
                      <a:pt x="53" y="10825"/>
                      <a:pt x="9" y="10488"/>
                      <a:pt x="0" y="10136"/>
                    </a:cubicBezTo>
                    <a:lnTo>
                      <a:pt x="1708" y="0"/>
                    </a:lnTo>
                    <a:close/>
                  </a:path>
                </a:pathLst>
              </a:custGeom>
              <a:solidFill>
                <a:srgbClr val="D6D7DC"/>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11" name="Shape"/>
              <p:cNvSpPr/>
              <p:nvPr/>
            </p:nvSpPr>
            <p:spPr>
              <a:xfrm>
                <a:off x="880397" y="2062608"/>
                <a:ext cx="5582547" cy="1150111"/>
              </a:xfrm>
              <a:custGeom>
                <a:avLst/>
                <a:gdLst/>
                <a:ahLst/>
                <a:cxnLst>
                  <a:cxn ang="0">
                    <a:pos x="wd2" y="hd2"/>
                  </a:cxn>
                  <a:cxn ang="5400000">
                    <a:pos x="wd2" y="hd2"/>
                  </a:cxn>
                  <a:cxn ang="10800000">
                    <a:pos x="wd2" y="hd2"/>
                  </a:cxn>
                  <a:cxn ang="16200000">
                    <a:pos x="wd2" y="hd2"/>
                  </a:cxn>
                </a:cxnLst>
                <a:rect l="0" t="0" r="r" b="b"/>
                <a:pathLst>
                  <a:path w="21590" h="21369" extrusionOk="0">
                    <a:moveTo>
                      <a:pt x="1289" y="765"/>
                    </a:moveTo>
                    <a:lnTo>
                      <a:pt x="6" y="10539"/>
                    </a:lnTo>
                    <a:cubicBezTo>
                      <a:pt x="-10" y="10935"/>
                      <a:pt x="10" y="11345"/>
                      <a:pt x="60" y="11668"/>
                    </a:cubicBezTo>
                    <a:cubicBezTo>
                      <a:pt x="133" y="12131"/>
                      <a:pt x="251" y="12329"/>
                      <a:pt x="366" y="12502"/>
                    </a:cubicBezTo>
                    <a:cubicBezTo>
                      <a:pt x="1492" y="14205"/>
                      <a:pt x="2659" y="15159"/>
                      <a:pt x="3825" y="16023"/>
                    </a:cubicBezTo>
                    <a:cubicBezTo>
                      <a:pt x="7268" y="18571"/>
                      <a:pt x="10732" y="20355"/>
                      <a:pt x="14209" y="21369"/>
                    </a:cubicBezTo>
                    <a:lnTo>
                      <a:pt x="21590" y="15560"/>
                    </a:lnTo>
                    <a:lnTo>
                      <a:pt x="21354" y="11864"/>
                    </a:lnTo>
                    <a:cubicBezTo>
                      <a:pt x="21320" y="11419"/>
                      <a:pt x="21263" y="11023"/>
                      <a:pt x="21188" y="10715"/>
                    </a:cubicBezTo>
                    <a:cubicBezTo>
                      <a:pt x="21088" y="10306"/>
                      <a:pt x="20964" y="10076"/>
                      <a:pt x="20841" y="9863"/>
                    </a:cubicBezTo>
                    <a:cubicBezTo>
                      <a:pt x="20606" y="9457"/>
                      <a:pt x="20369" y="9090"/>
                      <a:pt x="20130" y="8764"/>
                    </a:cubicBezTo>
                    <a:cubicBezTo>
                      <a:pt x="19422" y="7804"/>
                      <a:pt x="18701" y="7212"/>
                      <a:pt x="17978" y="6653"/>
                    </a:cubicBezTo>
                    <a:cubicBezTo>
                      <a:pt x="17245" y="6086"/>
                      <a:pt x="16509" y="5551"/>
                      <a:pt x="15771" y="5067"/>
                    </a:cubicBezTo>
                    <a:cubicBezTo>
                      <a:pt x="14308" y="4108"/>
                      <a:pt x="12834" y="3351"/>
                      <a:pt x="11366" y="2526"/>
                    </a:cubicBezTo>
                    <a:cubicBezTo>
                      <a:pt x="9916" y="1711"/>
                      <a:pt x="8468" y="826"/>
                      <a:pt x="7011" y="368"/>
                    </a:cubicBezTo>
                    <a:cubicBezTo>
                      <a:pt x="5105" y="-231"/>
                      <a:pt x="3191" y="-98"/>
                      <a:pt x="1289" y="765"/>
                    </a:cubicBezTo>
                    <a:close/>
                  </a:path>
                </a:pathLst>
              </a:custGeom>
              <a:solidFill>
                <a:srgbClr val="D6D7DC"/>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12" name="Shape"/>
              <p:cNvSpPr/>
              <p:nvPr/>
            </p:nvSpPr>
            <p:spPr>
              <a:xfrm>
                <a:off x="2130" y="4022401"/>
                <a:ext cx="7677254" cy="1627104"/>
              </a:xfrm>
              <a:custGeom>
                <a:avLst/>
                <a:gdLst/>
                <a:ahLst/>
                <a:cxnLst>
                  <a:cxn ang="0">
                    <a:pos x="wd2" y="hd2"/>
                  </a:cxn>
                  <a:cxn ang="5400000">
                    <a:pos x="wd2" y="hd2"/>
                  </a:cxn>
                  <a:cxn ang="10800000">
                    <a:pos x="wd2" y="hd2"/>
                  </a:cxn>
                  <a:cxn ang="16200000">
                    <a:pos x="wd2" y="hd2"/>
                  </a:cxn>
                </a:cxnLst>
                <a:rect l="0" t="0" r="r" b="b"/>
                <a:pathLst>
                  <a:path w="21600" h="21600" extrusionOk="0">
                    <a:moveTo>
                      <a:pt x="886" y="0"/>
                    </a:moveTo>
                    <a:lnTo>
                      <a:pt x="0" y="8381"/>
                    </a:lnTo>
                    <a:cubicBezTo>
                      <a:pt x="13" y="8641"/>
                      <a:pt x="38" y="8885"/>
                      <a:pt x="72" y="9096"/>
                    </a:cubicBezTo>
                    <a:cubicBezTo>
                      <a:pt x="190" y="9812"/>
                      <a:pt x="388" y="10025"/>
                      <a:pt x="577" y="10197"/>
                    </a:cubicBezTo>
                    <a:cubicBezTo>
                      <a:pt x="4143" y="13446"/>
                      <a:pt x="7773" y="14545"/>
                      <a:pt x="11389" y="15914"/>
                    </a:cubicBezTo>
                    <a:cubicBezTo>
                      <a:pt x="13125" y="16571"/>
                      <a:pt x="14860" y="17292"/>
                      <a:pt x="16594" y="18029"/>
                    </a:cubicBezTo>
                    <a:cubicBezTo>
                      <a:pt x="17467" y="18400"/>
                      <a:pt x="18340" y="18776"/>
                      <a:pt x="19207" y="19372"/>
                    </a:cubicBezTo>
                    <a:cubicBezTo>
                      <a:pt x="20012" y="19926"/>
                      <a:pt x="20811" y="20670"/>
                      <a:pt x="21600" y="21600"/>
                    </a:cubicBezTo>
                    <a:lnTo>
                      <a:pt x="20399" y="8348"/>
                    </a:lnTo>
                    <a:cubicBezTo>
                      <a:pt x="19384" y="7217"/>
                      <a:pt x="18357" y="6309"/>
                      <a:pt x="17324" y="5627"/>
                    </a:cubicBezTo>
                    <a:cubicBezTo>
                      <a:pt x="16207" y="4890"/>
                      <a:pt x="15084" y="4418"/>
                      <a:pt x="13961" y="3927"/>
                    </a:cubicBezTo>
                    <a:cubicBezTo>
                      <a:pt x="11770" y="2969"/>
                      <a:pt x="9580" y="1936"/>
                      <a:pt x="7391" y="828"/>
                    </a:cubicBezTo>
                    <a:lnTo>
                      <a:pt x="886" y="0"/>
                    </a:lnTo>
                    <a:close/>
                  </a:path>
                </a:pathLst>
              </a:custGeom>
              <a:solidFill>
                <a:srgbClr val="D6D7DC"/>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13" name="Shape"/>
              <p:cNvSpPr/>
              <p:nvPr/>
            </p:nvSpPr>
            <p:spPr>
              <a:xfrm>
                <a:off x="0" y="0"/>
                <a:ext cx="2870200" cy="5032375"/>
              </a:xfrm>
              <a:custGeom>
                <a:avLst/>
                <a:gdLst/>
                <a:ahLst/>
                <a:cxnLst>
                  <a:cxn ang="0">
                    <a:pos x="wd2" y="hd2"/>
                  </a:cxn>
                  <a:cxn ang="5400000">
                    <a:pos x="wd2" y="hd2"/>
                  </a:cxn>
                  <a:cxn ang="10800000">
                    <a:pos x="wd2" y="hd2"/>
                  </a:cxn>
                  <a:cxn ang="16200000">
                    <a:pos x="wd2" y="hd2"/>
                  </a:cxn>
                </a:cxnLst>
                <a:rect l="0" t="0" r="r" b="b"/>
                <a:pathLst>
                  <a:path w="21600" h="21600" extrusionOk="0">
                    <a:moveTo>
                      <a:pt x="15552" y="0"/>
                    </a:moveTo>
                    <a:lnTo>
                      <a:pt x="13162" y="2693"/>
                    </a:lnTo>
                    <a:cubicBezTo>
                      <a:pt x="13175" y="2787"/>
                      <a:pt x="13237" y="2877"/>
                      <a:pt x="13339" y="2950"/>
                    </a:cubicBezTo>
                    <a:cubicBezTo>
                      <a:pt x="13444" y="3026"/>
                      <a:pt x="13584" y="3081"/>
                      <a:pt x="13730" y="3131"/>
                    </a:cubicBezTo>
                    <a:cubicBezTo>
                      <a:pt x="14221" y="3298"/>
                      <a:pt x="14749" y="3439"/>
                      <a:pt x="15307" y="3506"/>
                    </a:cubicBezTo>
                    <a:cubicBezTo>
                      <a:pt x="16578" y="3658"/>
                      <a:pt x="17808" y="3842"/>
                      <a:pt x="19028" y="3991"/>
                    </a:cubicBezTo>
                    <a:cubicBezTo>
                      <a:pt x="19440" y="4042"/>
                      <a:pt x="19850" y="4083"/>
                      <a:pt x="20259" y="4128"/>
                    </a:cubicBezTo>
                    <a:lnTo>
                      <a:pt x="21600" y="245"/>
                    </a:lnTo>
                    <a:lnTo>
                      <a:pt x="15552" y="0"/>
                    </a:lnTo>
                    <a:close/>
                    <a:moveTo>
                      <a:pt x="14683" y="8850"/>
                    </a:moveTo>
                    <a:cubicBezTo>
                      <a:pt x="12826" y="8865"/>
                      <a:pt x="10969" y="8922"/>
                      <a:pt x="9118" y="9022"/>
                    </a:cubicBezTo>
                    <a:lnTo>
                      <a:pt x="6622" y="11279"/>
                    </a:lnTo>
                    <a:cubicBezTo>
                      <a:pt x="6591" y="11370"/>
                      <a:pt x="6628" y="11465"/>
                      <a:pt x="6726" y="11539"/>
                    </a:cubicBezTo>
                    <a:cubicBezTo>
                      <a:pt x="6867" y="11646"/>
                      <a:pt x="7097" y="11693"/>
                      <a:pt x="7320" y="11734"/>
                    </a:cubicBezTo>
                    <a:cubicBezTo>
                      <a:pt x="9512" y="12127"/>
                      <a:pt x="11782" y="12347"/>
                      <a:pt x="14053" y="12546"/>
                    </a:cubicBezTo>
                    <a:cubicBezTo>
                      <a:pt x="15121" y="12640"/>
                      <a:pt x="16193" y="12722"/>
                      <a:pt x="17263" y="12807"/>
                    </a:cubicBezTo>
                    <a:lnTo>
                      <a:pt x="18616" y="8887"/>
                    </a:lnTo>
                    <a:cubicBezTo>
                      <a:pt x="17306" y="8856"/>
                      <a:pt x="15994" y="8839"/>
                      <a:pt x="14683" y="8850"/>
                    </a:cubicBezTo>
                    <a:close/>
                    <a:moveTo>
                      <a:pt x="2371" y="17256"/>
                    </a:moveTo>
                    <a:lnTo>
                      <a:pt x="0" y="19966"/>
                    </a:lnTo>
                    <a:cubicBezTo>
                      <a:pt x="35" y="20050"/>
                      <a:pt x="101" y="20130"/>
                      <a:pt x="194" y="20198"/>
                    </a:cubicBezTo>
                    <a:cubicBezTo>
                      <a:pt x="509" y="20430"/>
                      <a:pt x="1039" y="20498"/>
                      <a:pt x="1544" y="20554"/>
                    </a:cubicBezTo>
                    <a:cubicBezTo>
                      <a:pt x="5744" y="21017"/>
                      <a:pt x="9980" y="21340"/>
                      <a:pt x="14229" y="21600"/>
                    </a:cubicBezTo>
                    <a:lnTo>
                      <a:pt x="15656" y="17461"/>
                    </a:lnTo>
                    <a:lnTo>
                      <a:pt x="2371" y="17256"/>
                    </a:lnTo>
                    <a:close/>
                  </a:path>
                </a:pathLst>
              </a:custGeom>
              <a:solidFill>
                <a:srgbClr val="2D363F">
                  <a:alpha val="13060"/>
                </a:srgbClr>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grpSp>
        <p:sp>
          <p:nvSpPr>
            <p:cNvPr id="289" name="Rectangle"/>
            <p:cNvSpPr/>
            <p:nvPr/>
          </p:nvSpPr>
          <p:spPr>
            <a:xfrm rot="5400000">
              <a:off x="1793713" y="436682"/>
              <a:ext cx="1510349" cy="636985"/>
            </a:xfrm>
            <a:prstGeom prst="rect">
              <a:avLst/>
            </a:prstGeom>
            <a:gradFill flip="none" rotWithShape="1">
              <a:gsLst>
                <a:gs pos="0">
                  <a:srgbClr val="F4F4F4"/>
                </a:gs>
                <a:gs pos="100000">
                  <a:srgbClr val="FFFFFF"/>
                </a:gs>
              </a:gsLst>
              <a:lin ang="10800000" scaled="0"/>
            </a:gra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290" name="Arrow"/>
            <p:cNvSpPr/>
            <p:nvPr/>
          </p:nvSpPr>
          <p:spPr>
            <a:xfrm rot="5400000">
              <a:off x="615856" y="2675287"/>
              <a:ext cx="3866062" cy="1253134"/>
            </a:xfrm>
            <a:prstGeom prst="rightArrow">
              <a:avLst>
                <a:gd name="adj1" fmla="val 50828"/>
                <a:gd name="adj2" fmla="val 68749"/>
              </a:avLst>
            </a:prstGeom>
            <a:solidFill>
              <a:srgbClr val="F4F4F5"/>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grpSp>
          <p:nvGrpSpPr>
            <p:cNvPr id="291" name="Group"/>
            <p:cNvGrpSpPr/>
            <p:nvPr/>
          </p:nvGrpSpPr>
          <p:grpSpPr>
            <a:xfrm rot="10800000">
              <a:off x="910284" y="1061773"/>
              <a:ext cx="3412420" cy="3016754"/>
              <a:chOff x="0" y="0"/>
              <a:chExt cx="6824836" cy="6033504"/>
            </a:xfrm>
          </p:grpSpPr>
          <p:sp>
            <p:nvSpPr>
              <p:cNvPr id="305" name="Shape"/>
              <p:cNvSpPr/>
              <p:nvPr/>
            </p:nvSpPr>
            <p:spPr>
              <a:xfrm>
                <a:off x="1747093" y="0"/>
                <a:ext cx="3310025" cy="2024099"/>
              </a:xfrm>
              <a:custGeom>
                <a:avLst/>
                <a:gdLst/>
                <a:ahLst/>
                <a:cxnLst>
                  <a:cxn ang="0">
                    <a:pos x="wd2" y="hd2"/>
                  </a:cxn>
                  <a:cxn ang="5400000">
                    <a:pos x="wd2" y="hd2"/>
                  </a:cxn>
                  <a:cxn ang="10800000">
                    <a:pos x="wd2" y="hd2"/>
                  </a:cxn>
                  <a:cxn ang="16200000">
                    <a:pos x="wd2" y="hd2"/>
                  </a:cxn>
                </a:cxnLst>
                <a:rect l="0" t="0" r="r" b="b"/>
                <a:pathLst>
                  <a:path w="21539" h="21600" extrusionOk="0">
                    <a:moveTo>
                      <a:pt x="21460" y="9914"/>
                    </a:moveTo>
                    <a:lnTo>
                      <a:pt x="18830" y="0"/>
                    </a:lnTo>
                    <a:cubicBezTo>
                      <a:pt x="18782" y="337"/>
                      <a:pt x="18699" y="658"/>
                      <a:pt x="18587" y="951"/>
                    </a:cubicBezTo>
                    <a:cubicBezTo>
                      <a:pt x="18453" y="1300"/>
                      <a:pt x="18279" y="1602"/>
                      <a:pt x="18081" y="1857"/>
                    </a:cubicBezTo>
                    <a:cubicBezTo>
                      <a:pt x="17574" y="2511"/>
                      <a:pt x="16973" y="2812"/>
                      <a:pt x="16380" y="3138"/>
                    </a:cubicBezTo>
                    <a:cubicBezTo>
                      <a:pt x="15775" y="3470"/>
                      <a:pt x="15166" y="3839"/>
                      <a:pt x="14545" y="4155"/>
                    </a:cubicBezTo>
                    <a:cubicBezTo>
                      <a:pt x="13341" y="4770"/>
                      <a:pt x="12074" y="5208"/>
                      <a:pt x="10850" y="5754"/>
                    </a:cubicBezTo>
                    <a:cubicBezTo>
                      <a:pt x="9652" y="6289"/>
                      <a:pt x="8473" y="6950"/>
                      <a:pt x="7284" y="7522"/>
                    </a:cubicBezTo>
                    <a:cubicBezTo>
                      <a:pt x="6042" y="8118"/>
                      <a:pt x="4781" y="8627"/>
                      <a:pt x="3628" y="9606"/>
                    </a:cubicBezTo>
                    <a:cubicBezTo>
                      <a:pt x="3438" y="9767"/>
                      <a:pt x="3250" y="9942"/>
                      <a:pt x="3096" y="10185"/>
                    </a:cubicBezTo>
                    <a:cubicBezTo>
                      <a:pt x="2964" y="10392"/>
                      <a:pt x="2861" y="10643"/>
                      <a:pt x="2793" y="10920"/>
                    </a:cubicBezTo>
                    <a:lnTo>
                      <a:pt x="0" y="21600"/>
                    </a:lnTo>
                    <a:cubicBezTo>
                      <a:pt x="96" y="21253"/>
                      <a:pt x="240" y="20948"/>
                      <a:pt x="422" y="20711"/>
                    </a:cubicBezTo>
                    <a:cubicBezTo>
                      <a:pt x="691" y="20361"/>
                      <a:pt x="1022" y="20180"/>
                      <a:pt x="1349" y="20011"/>
                    </a:cubicBezTo>
                    <a:cubicBezTo>
                      <a:pt x="4615" y="18326"/>
                      <a:pt x="7997" y="17479"/>
                      <a:pt x="11318" y="16309"/>
                    </a:cubicBezTo>
                    <a:cubicBezTo>
                      <a:pt x="12951" y="15733"/>
                      <a:pt x="14596" y="15065"/>
                      <a:pt x="16226" y="14443"/>
                    </a:cubicBezTo>
                    <a:cubicBezTo>
                      <a:pt x="17019" y="14141"/>
                      <a:pt x="17816" y="13844"/>
                      <a:pt x="18600" y="13520"/>
                    </a:cubicBezTo>
                    <a:cubicBezTo>
                      <a:pt x="19372" y="13201"/>
                      <a:pt x="20139" y="12852"/>
                      <a:pt x="20845" y="12187"/>
                    </a:cubicBezTo>
                    <a:cubicBezTo>
                      <a:pt x="21028" y="12015"/>
                      <a:pt x="21206" y="11819"/>
                      <a:pt x="21335" y="11544"/>
                    </a:cubicBezTo>
                    <a:cubicBezTo>
                      <a:pt x="21552" y="11077"/>
                      <a:pt x="21600" y="10455"/>
                      <a:pt x="21460" y="9914"/>
                    </a:cubicBezTo>
                    <a:close/>
                  </a:path>
                </a:pathLst>
              </a:custGeom>
              <a:solidFill>
                <a:schemeClr val="accent1"/>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06" name="Shape"/>
              <p:cNvSpPr/>
              <p:nvPr/>
            </p:nvSpPr>
            <p:spPr>
              <a:xfrm>
                <a:off x="878867" y="2017463"/>
                <a:ext cx="5046500" cy="1994696"/>
              </a:xfrm>
              <a:custGeom>
                <a:avLst/>
                <a:gdLst/>
                <a:ahLst/>
                <a:cxnLst>
                  <a:cxn ang="0">
                    <a:pos x="wd2" y="hd2"/>
                  </a:cxn>
                  <a:cxn ang="5400000">
                    <a:pos x="wd2" y="hd2"/>
                  </a:cxn>
                  <a:cxn ang="10800000">
                    <a:pos x="wd2" y="hd2"/>
                  </a:cxn>
                  <a:cxn ang="16200000">
                    <a:pos x="wd2" y="hd2"/>
                  </a:cxn>
                </a:cxnLst>
                <a:rect l="0" t="0" r="r" b="b"/>
                <a:pathLst>
                  <a:path w="21581" h="21600" extrusionOk="0">
                    <a:moveTo>
                      <a:pt x="0" y="21600"/>
                    </a:moveTo>
                    <a:lnTo>
                      <a:pt x="1755" y="11217"/>
                    </a:lnTo>
                    <a:cubicBezTo>
                      <a:pt x="1803" y="10951"/>
                      <a:pt x="1874" y="10714"/>
                      <a:pt x="1962" y="10524"/>
                    </a:cubicBezTo>
                    <a:cubicBezTo>
                      <a:pt x="2050" y="10334"/>
                      <a:pt x="2153" y="10195"/>
                      <a:pt x="2257" y="10067"/>
                    </a:cubicBezTo>
                    <a:cubicBezTo>
                      <a:pt x="2965" y="9200"/>
                      <a:pt x="3726" y="8826"/>
                      <a:pt x="4486" y="8464"/>
                    </a:cubicBezTo>
                    <a:cubicBezTo>
                      <a:pt x="5249" y="8099"/>
                      <a:pt x="6019" y="7740"/>
                      <a:pt x="6788" y="7380"/>
                    </a:cubicBezTo>
                    <a:cubicBezTo>
                      <a:pt x="8264" y="6689"/>
                      <a:pt x="9754" y="5977"/>
                      <a:pt x="11234" y="5378"/>
                    </a:cubicBezTo>
                    <a:cubicBezTo>
                      <a:pt x="12586" y="4831"/>
                      <a:pt x="13945" y="4369"/>
                      <a:pt x="15299" y="3787"/>
                    </a:cubicBezTo>
                    <a:cubicBezTo>
                      <a:pt x="16627" y="3216"/>
                      <a:pt x="17950" y="2530"/>
                      <a:pt x="19229" y="1431"/>
                    </a:cubicBezTo>
                    <a:cubicBezTo>
                      <a:pt x="19382" y="1299"/>
                      <a:pt x="19539" y="1154"/>
                      <a:pt x="19648" y="852"/>
                    </a:cubicBezTo>
                    <a:cubicBezTo>
                      <a:pt x="19732" y="619"/>
                      <a:pt x="19779" y="316"/>
                      <a:pt x="19780" y="0"/>
                    </a:cubicBezTo>
                    <a:lnTo>
                      <a:pt x="21564" y="10250"/>
                    </a:lnTo>
                    <a:cubicBezTo>
                      <a:pt x="21600" y="10592"/>
                      <a:pt x="21579" y="10955"/>
                      <a:pt x="21506" y="11257"/>
                    </a:cubicBezTo>
                    <a:cubicBezTo>
                      <a:pt x="21445" y="11509"/>
                      <a:pt x="21353" y="11698"/>
                      <a:pt x="21254" y="11854"/>
                    </a:cubicBezTo>
                    <a:cubicBezTo>
                      <a:pt x="20931" y="12363"/>
                      <a:pt x="20569" y="12531"/>
                      <a:pt x="20208" y="12712"/>
                    </a:cubicBezTo>
                    <a:cubicBezTo>
                      <a:pt x="19816" y="12908"/>
                      <a:pt x="19419" y="13127"/>
                      <a:pt x="19021" y="13328"/>
                    </a:cubicBezTo>
                    <a:cubicBezTo>
                      <a:pt x="18146" y="13772"/>
                      <a:pt x="17244" y="14162"/>
                      <a:pt x="16358" y="14517"/>
                    </a:cubicBezTo>
                    <a:cubicBezTo>
                      <a:pt x="14701" y="15182"/>
                      <a:pt x="13041" y="15804"/>
                      <a:pt x="11376" y="16331"/>
                    </a:cubicBezTo>
                    <a:cubicBezTo>
                      <a:pt x="7899" y="17430"/>
                      <a:pt x="4386" y="18114"/>
                      <a:pt x="991" y="20368"/>
                    </a:cubicBezTo>
                    <a:cubicBezTo>
                      <a:pt x="804" y="20492"/>
                      <a:pt x="616" y="20622"/>
                      <a:pt x="441" y="20831"/>
                    </a:cubicBezTo>
                    <a:cubicBezTo>
                      <a:pt x="279" y="21025"/>
                      <a:pt x="130" y="21285"/>
                      <a:pt x="0" y="21600"/>
                    </a:cubicBezTo>
                    <a:close/>
                  </a:path>
                </a:pathLst>
              </a:custGeom>
              <a:solidFill>
                <a:schemeClr val="accent2"/>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07" name="Shape"/>
              <p:cNvSpPr/>
              <p:nvPr/>
            </p:nvSpPr>
            <p:spPr>
              <a:xfrm>
                <a:off x="0" y="4041235"/>
                <a:ext cx="6824837" cy="19922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18" y="11301"/>
                    </a:lnTo>
                    <a:cubicBezTo>
                      <a:pt x="1356" y="11050"/>
                      <a:pt x="1410" y="10834"/>
                      <a:pt x="1478" y="10671"/>
                    </a:cubicBezTo>
                    <a:cubicBezTo>
                      <a:pt x="1547" y="10502"/>
                      <a:pt x="1627" y="10396"/>
                      <a:pt x="1707" y="10295"/>
                    </a:cubicBezTo>
                    <a:cubicBezTo>
                      <a:pt x="3113" y="8521"/>
                      <a:pt x="4619" y="8103"/>
                      <a:pt x="6108" y="7575"/>
                    </a:cubicBezTo>
                    <a:cubicBezTo>
                      <a:pt x="7625" y="7037"/>
                      <a:pt x="9137" y="6375"/>
                      <a:pt x="10652" y="5780"/>
                    </a:cubicBezTo>
                    <a:cubicBezTo>
                      <a:pt x="13690" y="4587"/>
                      <a:pt x="16746" y="3662"/>
                      <a:pt x="19715" y="1144"/>
                    </a:cubicBezTo>
                    <a:cubicBezTo>
                      <a:pt x="19866" y="1016"/>
                      <a:pt x="20022" y="871"/>
                      <a:pt x="20127" y="478"/>
                    </a:cubicBezTo>
                    <a:cubicBezTo>
                      <a:pt x="20164" y="340"/>
                      <a:pt x="20192" y="177"/>
                      <a:pt x="20210" y="0"/>
                    </a:cubicBezTo>
                    <a:lnTo>
                      <a:pt x="21600" y="10708"/>
                    </a:lnTo>
                    <a:cubicBezTo>
                      <a:pt x="21257" y="11372"/>
                      <a:pt x="20892" y="11888"/>
                      <a:pt x="20512" y="12244"/>
                    </a:cubicBezTo>
                    <a:cubicBezTo>
                      <a:pt x="20075" y="12654"/>
                      <a:pt x="19625" y="12849"/>
                      <a:pt x="19177" y="13056"/>
                    </a:cubicBezTo>
                    <a:cubicBezTo>
                      <a:pt x="18305" y="13459"/>
                      <a:pt x="17435" y="13912"/>
                      <a:pt x="16562" y="14296"/>
                    </a:cubicBezTo>
                    <a:cubicBezTo>
                      <a:pt x="14796" y="15072"/>
                      <a:pt x="13022" y="15568"/>
                      <a:pt x="11250" y="16157"/>
                    </a:cubicBezTo>
                    <a:cubicBezTo>
                      <a:pt x="9463" y="16751"/>
                      <a:pt x="7680" y="17450"/>
                      <a:pt x="5894" y="18088"/>
                    </a:cubicBezTo>
                    <a:cubicBezTo>
                      <a:pt x="5009" y="18404"/>
                      <a:pt x="4123" y="18700"/>
                      <a:pt x="3240" y="19072"/>
                    </a:cubicBezTo>
                    <a:cubicBezTo>
                      <a:pt x="2351" y="19446"/>
                      <a:pt x="1463" y="19895"/>
                      <a:pt x="596" y="20666"/>
                    </a:cubicBezTo>
                    <a:cubicBezTo>
                      <a:pt x="482" y="20766"/>
                      <a:pt x="369" y="20873"/>
                      <a:pt x="262" y="21038"/>
                    </a:cubicBezTo>
                    <a:cubicBezTo>
                      <a:pt x="168" y="21184"/>
                      <a:pt x="79" y="21373"/>
                      <a:pt x="0" y="21600"/>
                    </a:cubicBezTo>
                    <a:close/>
                  </a:path>
                </a:pathLst>
              </a:custGeom>
              <a:solidFill>
                <a:schemeClr val="accent3"/>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dirty="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08" name="Shape"/>
              <p:cNvSpPr/>
              <p:nvPr/>
            </p:nvSpPr>
            <p:spPr>
              <a:xfrm>
                <a:off x="4206902" y="179240"/>
                <a:ext cx="2123282" cy="5165329"/>
              </a:xfrm>
              <a:custGeom>
                <a:avLst/>
                <a:gdLst/>
                <a:ahLst/>
                <a:cxnLst>
                  <a:cxn ang="0">
                    <a:pos x="wd2" y="hd2"/>
                  </a:cxn>
                  <a:cxn ang="5400000">
                    <a:pos x="wd2" y="hd2"/>
                  </a:cxn>
                  <a:cxn ang="10800000">
                    <a:pos x="wd2" y="hd2"/>
                  </a:cxn>
                  <a:cxn ang="16200000">
                    <a:pos x="wd2" y="hd2"/>
                  </a:cxn>
                </a:cxnLst>
                <a:rect l="0" t="0" r="r" b="b"/>
                <a:pathLst>
                  <a:path w="21600" h="21600" extrusionOk="0">
                    <a:moveTo>
                      <a:pt x="3169" y="0"/>
                    </a:moveTo>
                    <a:cubicBezTo>
                      <a:pt x="2391" y="241"/>
                      <a:pt x="1485" y="357"/>
                      <a:pt x="585" y="481"/>
                    </a:cubicBezTo>
                    <a:cubicBezTo>
                      <a:pt x="393" y="508"/>
                      <a:pt x="194" y="535"/>
                      <a:pt x="0" y="563"/>
                    </a:cubicBezTo>
                    <a:lnTo>
                      <a:pt x="2285" y="4723"/>
                    </a:lnTo>
                    <a:cubicBezTo>
                      <a:pt x="2875" y="4666"/>
                      <a:pt x="3469" y="4611"/>
                      <a:pt x="4054" y="4551"/>
                    </a:cubicBezTo>
                    <a:cubicBezTo>
                      <a:pt x="5001" y="4453"/>
                      <a:pt x="5941" y="4344"/>
                      <a:pt x="6835" y="4177"/>
                    </a:cubicBezTo>
                    <a:lnTo>
                      <a:pt x="3169" y="0"/>
                    </a:lnTo>
                    <a:close/>
                    <a:moveTo>
                      <a:pt x="10550" y="8411"/>
                    </a:moveTo>
                    <a:cubicBezTo>
                      <a:pt x="8606" y="8652"/>
                      <a:pt x="6629" y="8840"/>
                      <a:pt x="4635" y="8995"/>
                    </a:cubicBezTo>
                    <a:lnTo>
                      <a:pt x="6928" y="13167"/>
                    </a:lnTo>
                    <a:cubicBezTo>
                      <a:pt x="8424" y="13064"/>
                      <a:pt x="9921" y="12956"/>
                      <a:pt x="11389" y="12836"/>
                    </a:cubicBezTo>
                    <a:cubicBezTo>
                      <a:pt x="12336" y="12758"/>
                      <a:pt x="13284" y="12674"/>
                      <a:pt x="14216" y="12598"/>
                    </a:cubicBezTo>
                    <a:cubicBezTo>
                      <a:pt x="14217" y="12598"/>
                      <a:pt x="14218" y="12598"/>
                      <a:pt x="14220" y="12598"/>
                    </a:cubicBezTo>
                    <a:lnTo>
                      <a:pt x="10550" y="8411"/>
                    </a:lnTo>
                    <a:close/>
                    <a:moveTo>
                      <a:pt x="17942" y="16840"/>
                    </a:moveTo>
                    <a:cubicBezTo>
                      <a:pt x="15081" y="17098"/>
                      <a:pt x="12199" y="17310"/>
                      <a:pt x="9302" y="17489"/>
                    </a:cubicBezTo>
                    <a:lnTo>
                      <a:pt x="11559" y="21600"/>
                    </a:lnTo>
                    <a:cubicBezTo>
                      <a:pt x="13988" y="21466"/>
                      <a:pt x="16414" y="21321"/>
                      <a:pt x="18842" y="21187"/>
                    </a:cubicBezTo>
                    <a:cubicBezTo>
                      <a:pt x="19765" y="21136"/>
                      <a:pt x="20686" y="21077"/>
                      <a:pt x="21600" y="21008"/>
                    </a:cubicBezTo>
                    <a:lnTo>
                      <a:pt x="17942" y="16840"/>
                    </a:lnTo>
                    <a:close/>
                  </a:path>
                </a:pathLst>
              </a:custGeom>
              <a:solidFill>
                <a:srgbClr val="2D363F">
                  <a:alpha val="5721"/>
                </a:srgbClr>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sp>
            <p:nvSpPr>
              <p:cNvPr id="309" name="Shape"/>
              <p:cNvSpPr/>
              <p:nvPr/>
            </p:nvSpPr>
            <p:spPr>
              <a:xfrm>
                <a:off x="618755" y="609452"/>
                <a:ext cx="2559051" cy="524867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282" y="48"/>
                      <a:pt x="20963" y="94"/>
                      <a:pt x="20645" y="142"/>
                    </a:cubicBezTo>
                    <a:lnTo>
                      <a:pt x="19098" y="4286"/>
                    </a:lnTo>
                    <a:cubicBezTo>
                      <a:pt x="19517" y="4245"/>
                      <a:pt x="19934" y="4202"/>
                      <a:pt x="20354" y="4162"/>
                    </a:cubicBezTo>
                    <a:lnTo>
                      <a:pt x="21600" y="0"/>
                    </a:lnTo>
                    <a:close/>
                    <a:moveTo>
                      <a:pt x="19707" y="283"/>
                    </a:moveTo>
                    <a:cubicBezTo>
                      <a:pt x="19461" y="319"/>
                      <a:pt x="19217" y="358"/>
                      <a:pt x="18970" y="394"/>
                    </a:cubicBezTo>
                    <a:cubicBezTo>
                      <a:pt x="17761" y="566"/>
                      <a:pt x="16540" y="720"/>
                      <a:pt x="15373" y="946"/>
                    </a:cubicBezTo>
                    <a:lnTo>
                      <a:pt x="12307" y="5060"/>
                    </a:lnTo>
                    <a:cubicBezTo>
                      <a:pt x="14156" y="4799"/>
                      <a:pt x="16032" y="4591"/>
                      <a:pt x="17912" y="4402"/>
                    </a:cubicBezTo>
                    <a:lnTo>
                      <a:pt x="19707" y="283"/>
                    </a:lnTo>
                    <a:close/>
                    <a:moveTo>
                      <a:pt x="19114" y="8284"/>
                    </a:moveTo>
                    <a:cubicBezTo>
                      <a:pt x="18591" y="8331"/>
                      <a:pt x="18069" y="8379"/>
                      <a:pt x="17547" y="8426"/>
                    </a:cubicBezTo>
                    <a:lnTo>
                      <a:pt x="16022" y="12504"/>
                    </a:lnTo>
                    <a:cubicBezTo>
                      <a:pt x="16642" y="12467"/>
                      <a:pt x="17261" y="12429"/>
                      <a:pt x="17882" y="12393"/>
                    </a:cubicBezTo>
                    <a:lnTo>
                      <a:pt x="19114" y="8284"/>
                    </a:lnTo>
                    <a:close/>
                    <a:moveTo>
                      <a:pt x="16100" y="8555"/>
                    </a:moveTo>
                    <a:cubicBezTo>
                      <a:pt x="15931" y="8570"/>
                      <a:pt x="15762" y="8586"/>
                      <a:pt x="15594" y="8601"/>
                    </a:cubicBezTo>
                    <a:cubicBezTo>
                      <a:pt x="14077" y="8738"/>
                      <a:pt x="12555" y="8874"/>
                      <a:pt x="11048" y="9012"/>
                    </a:cubicBezTo>
                    <a:cubicBezTo>
                      <a:pt x="10437" y="9069"/>
                      <a:pt x="9830" y="9132"/>
                      <a:pt x="9226" y="9202"/>
                    </a:cubicBezTo>
                    <a:lnTo>
                      <a:pt x="6177" y="13300"/>
                    </a:lnTo>
                    <a:cubicBezTo>
                      <a:pt x="8870" y="13003"/>
                      <a:pt x="11596" y="12783"/>
                      <a:pt x="14334" y="12604"/>
                    </a:cubicBezTo>
                    <a:lnTo>
                      <a:pt x="16100" y="8555"/>
                    </a:lnTo>
                    <a:close/>
                    <a:moveTo>
                      <a:pt x="16592" y="16695"/>
                    </a:moveTo>
                    <a:cubicBezTo>
                      <a:pt x="15865" y="16737"/>
                      <a:pt x="15138" y="16776"/>
                      <a:pt x="14411" y="16816"/>
                    </a:cubicBezTo>
                    <a:lnTo>
                      <a:pt x="12894" y="20865"/>
                    </a:lnTo>
                    <a:cubicBezTo>
                      <a:pt x="13722" y="20822"/>
                      <a:pt x="14551" y="20778"/>
                      <a:pt x="15379" y="20734"/>
                    </a:cubicBezTo>
                    <a:lnTo>
                      <a:pt x="16592" y="16695"/>
                    </a:lnTo>
                    <a:close/>
                    <a:moveTo>
                      <a:pt x="12451" y="16922"/>
                    </a:moveTo>
                    <a:cubicBezTo>
                      <a:pt x="11990" y="16947"/>
                      <a:pt x="11530" y="16976"/>
                      <a:pt x="11068" y="16999"/>
                    </a:cubicBezTo>
                    <a:cubicBezTo>
                      <a:pt x="8378" y="17135"/>
                      <a:pt x="5667" y="17256"/>
                      <a:pt x="3032" y="17527"/>
                    </a:cubicBezTo>
                    <a:lnTo>
                      <a:pt x="0" y="21600"/>
                    </a:lnTo>
                    <a:cubicBezTo>
                      <a:pt x="1134" y="21508"/>
                      <a:pt x="2275" y="21432"/>
                      <a:pt x="3417" y="21363"/>
                    </a:cubicBezTo>
                    <a:cubicBezTo>
                      <a:pt x="5772" y="21222"/>
                      <a:pt x="8135" y="21111"/>
                      <a:pt x="10495" y="20991"/>
                    </a:cubicBezTo>
                    <a:cubicBezTo>
                      <a:pt x="10558" y="20988"/>
                      <a:pt x="10620" y="20984"/>
                      <a:pt x="10683" y="20981"/>
                    </a:cubicBezTo>
                    <a:lnTo>
                      <a:pt x="12451" y="16922"/>
                    </a:lnTo>
                    <a:close/>
                  </a:path>
                </a:pathLst>
              </a:custGeom>
              <a:solidFill>
                <a:srgbClr val="F4F4F5">
                  <a:alpha val="20660"/>
                </a:srgbClr>
              </a:soli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思源黑体 CN Bold" panose="020B0800000000000000" pitchFamily="34" charset="-122"/>
                  <a:ea typeface="思源黑体 CN Bold" panose="020B0800000000000000" pitchFamily="34" charset="-122"/>
                  <a:cs typeface="+mn-ea"/>
                  <a:sym typeface="+mn-lt"/>
                </a:endParaRPr>
              </a:p>
            </p:txBody>
          </p:sp>
        </p:grpSp>
        <p:sp>
          <p:nvSpPr>
            <p:cNvPr id="292" name="Start"/>
            <p:cNvSpPr txBox="1"/>
            <p:nvPr/>
          </p:nvSpPr>
          <p:spPr>
            <a:xfrm>
              <a:off x="1753799" y="396366"/>
              <a:ext cx="1590179" cy="359073"/>
            </a:xfrm>
            <a:prstGeom prst="rect">
              <a:avLst/>
            </a:prstGeom>
            <a:noFill/>
            <a:ln w="12700" cap="flat">
              <a:noFill/>
              <a:miter lim="400000"/>
            </a:ln>
            <a:effectLst/>
          </p:spPr>
          <p:txBody>
            <a:bodyPr wrap="none" lIns="25400" tIns="25400" rIns="25400" bIns="25400" numCol="1" anchor="t">
              <a:spAutoFit/>
            </a:bodyPr>
            <a:lstStyle>
              <a:lvl1pPr>
                <a:defRPr b="0">
                  <a:solidFill>
                    <a:srgbClr val="2D3640"/>
                  </a:solidFill>
                  <a:latin typeface="Barlow Bold"/>
                  <a:ea typeface="Barlow Bold"/>
                  <a:cs typeface="Barlow Bold"/>
                  <a:sym typeface="Barlow Bold"/>
                </a:defRPr>
              </a:lvl1pPr>
            </a:lstStyle>
            <a:p>
              <a:pPr algn="ctr" defTabSz="412750" hangingPunct="0"/>
              <a:r>
                <a:rPr lang="zh-CN" altLang="en-US" sz="2000" kern="0" dirty="0">
                  <a:solidFill>
                    <a:schemeClr val="accent4"/>
                  </a:solidFill>
                  <a:latin typeface="思源黑体 CN Bold" panose="020B0800000000000000" pitchFamily="34" charset="-122"/>
                  <a:ea typeface="思源黑体 CN Bold" panose="020B0800000000000000" pitchFamily="34" charset="-122"/>
                  <a:cs typeface="+mn-ea"/>
                  <a:sym typeface="+mn-lt"/>
                </a:rPr>
                <a:t>教学策略设计</a:t>
              </a:r>
            </a:p>
          </p:txBody>
        </p:sp>
        <p:sp>
          <p:nvSpPr>
            <p:cNvPr id="293" name="Finish"/>
            <p:cNvSpPr txBox="1"/>
            <p:nvPr/>
          </p:nvSpPr>
          <p:spPr>
            <a:xfrm>
              <a:off x="2230820" y="4420053"/>
              <a:ext cx="636135" cy="512961"/>
            </a:xfrm>
            <a:prstGeom prst="rect">
              <a:avLst/>
            </a:prstGeom>
            <a:noFill/>
            <a:ln w="12700" cap="flat">
              <a:noFill/>
              <a:miter lim="400000"/>
            </a:ln>
            <a:effectLst/>
          </p:spPr>
          <p:txBody>
            <a:bodyPr wrap="square" lIns="25400" tIns="25400" rIns="25400" bIns="25400" numCol="1" anchor="t">
              <a:spAutoFit/>
            </a:bodyPr>
            <a:lstStyle>
              <a:lvl1pPr>
                <a:defRPr b="0">
                  <a:solidFill>
                    <a:srgbClr val="2D3640"/>
                  </a:solidFill>
                  <a:latin typeface="Barlow Bold"/>
                  <a:ea typeface="Barlow Bold"/>
                  <a:cs typeface="Barlow Bold"/>
                  <a:sym typeface="Barlow Bold"/>
                </a:defRPr>
              </a:lvl1pPr>
            </a:lstStyle>
            <a:p>
              <a:pPr algn="ctr" defTabSz="412750" hangingPunct="0"/>
              <a:r>
                <a:rPr lang="zh-CN" altLang="en-US" sz="1500" kern="0" dirty="0">
                  <a:solidFill>
                    <a:prstClr val="black"/>
                  </a:solidFill>
                  <a:latin typeface="思源黑体 CN Bold" panose="020B0800000000000000" pitchFamily="34" charset="-122"/>
                  <a:ea typeface="思源黑体 CN Bold" panose="020B0800000000000000" pitchFamily="34" charset="-122"/>
                  <a:cs typeface="+mn-ea"/>
                  <a:sym typeface="+mn-lt"/>
                </a:rPr>
                <a:t>项目化课程</a:t>
              </a:r>
              <a:endParaRPr sz="1500" kern="0" dirty="0">
                <a:solidFill>
                  <a:prstClr val="black"/>
                </a:solidFill>
                <a:latin typeface="思源黑体 CN Bold" panose="020B0800000000000000" pitchFamily="34" charset="-122"/>
                <a:ea typeface="思源黑体 CN Bold" panose="020B0800000000000000" pitchFamily="34" charset="-122"/>
                <a:cs typeface="+mn-ea"/>
                <a:sym typeface="+mn-lt"/>
              </a:endParaRPr>
            </a:p>
          </p:txBody>
        </p:sp>
        <p:sp>
          <p:nvSpPr>
            <p:cNvPr id="294" name="Arrow"/>
            <p:cNvSpPr/>
            <p:nvPr/>
          </p:nvSpPr>
          <p:spPr>
            <a:xfrm>
              <a:off x="3230816" y="2951842"/>
              <a:ext cx="1262504" cy="153015"/>
            </a:xfrm>
            <a:prstGeom prst="rightArrow">
              <a:avLst>
                <a:gd name="adj1" fmla="val 47695"/>
                <a:gd name="adj2" fmla="val 118485"/>
              </a:avLst>
            </a:prstGeom>
            <a:gradFill>
              <a:gsLst>
                <a:gs pos="0">
                  <a:schemeClr val="accent3">
                    <a:alpha val="0"/>
                  </a:schemeClr>
                </a:gs>
                <a:gs pos="100000">
                  <a:schemeClr val="accent3"/>
                </a:gs>
              </a:gsLst>
            </a:gra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1" i="0" u="none" strike="noStrike" kern="0" cap="none" spc="0" normalizeH="0" baseline="0" noProof="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endParaRPr>
            </a:p>
          </p:txBody>
        </p:sp>
        <p:sp>
          <p:nvSpPr>
            <p:cNvPr id="295" name="文本框 294"/>
            <p:cNvSpPr txBox="1"/>
            <p:nvPr/>
          </p:nvSpPr>
          <p:spPr>
            <a:xfrm>
              <a:off x="3359367" y="2612529"/>
              <a:ext cx="1005403" cy="367152"/>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b="1">
                  <a:solidFill>
                    <a:schemeClr val="tx1"/>
                  </a:solidFill>
                  <a:latin typeface="思源黑体 CN Bold" panose="020B0800000000000000" pitchFamily="34" charset="-122"/>
                  <a:ea typeface="思源黑体 CN Bold" panose="020B0800000000000000" pitchFamily="34" charset="-122"/>
                </a:rPr>
                <a:t>舞蹈创作</a:t>
              </a:r>
              <a:endParaRPr lang="zh-CN" altLang="en-US" sz="1600" b="1" dirty="0">
                <a:solidFill>
                  <a:schemeClr val="tx1"/>
                </a:solidFill>
                <a:latin typeface="思源黑体 CN Bold" panose="020B0800000000000000" pitchFamily="34" charset="-122"/>
                <a:ea typeface="思源黑体 CN Bold" panose="020B0800000000000000" pitchFamily="34" charset="-122"/>
              </a:endParaRPr>
            </a:p>
          </p:txBody>
        </p:sp>
        <p:sp>
          <p:nvSpPr>
            <p:cNvPr id="296" name="文本框 295"/>
            <p:cNvSpPr txBox="1"/>
            <p:nvPr/>
          </p:nvSpPr>
          <p:spPr>
            <a:xfrm rot="21211852">
              <a:off x="1570695" y="1374812"/>
              <a:ext cx="1620958" cy="367408"/>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dirty="0">
                  <a:solidFill>
                    <a:schemeClr val="bg1"/>
                  </a:solidFill>
                  <a:latin typeface="思源黑体 CN Bold" panose="020B0800000000000000" pitchFamily="34" charset="-122"/>
                  <a:ea typeface="思源黑体 CN Bold" panose="020B0800000000000000" pitchFamily="34" charset="-122"/>
                </a:rPr>
                <a:t>课程设计与整合</a:t>
              </a:r>
            </a:p>
          </p:txBody>
        </p:sp>
        <p:sp>
          <p:nvSpPr>
            <p:cNvPr id="297" name="文本框 296"/>
            <p:cNvSpPr txBox="1"/>
            <p:nvPr/>
          </p:nvSpPr>
          <p:spPr>
            <a:xfrm rot="21110125">
              <a:off x="1639328" y="2403414"/>
              <a:ext cx="1620958" cy="367408"/>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a:solidFill>
                    <a:schemeClr val="bg1"/>
                  </a:solidFill>
                  <a:latin typeface="思源黑体 CN Bold" panose="020B0800000000000000" pitchFamily="34" charset="-122"/>
                  <a:ea typeface="思源黑体 CN Bold" panose="020B0800000000000000" pitchFamily="34" charset="-122"/>
                </a:rPr>
                <a:t>主题式课程设计</a:t>
              </a:r>
              <a:endParaRPr lang="zh-CN" altLang="en-US" sz="1600" dirty="0">
                <a:solidFill>
                  <a:schemeClr val="bg1"/>
                </a:solidFill>
                <a:latin typeface="思源黑体 CN Bold" panose="020B0800000000000000" pitchFamily="34" charset="-122"/>
                <a:ea typeface="思源黑体 CN Bold" panose="020B0800000000000000" pitchFamily="34" charset="-122"/>
              </a:endParaRPr>
            </a:p>
          </p:txBody>
        </p:sp>
        <p:sp>
          <p:nvSpPr>
            <p:cNvPr id="298" name="文本框 297"/>
            <p:cNvSpPr txBox="1"/>
            <p:nvPr/>
          </p:nvSpPr>
          <p:spPr>
            <a:xfrm rot="20739960">
              <a:off x="1974452" y="3367787"/>
              <a:ext cx="1210588" cy="367408"/>
            </a:xfrm>
            <a:prstGeom prst="rect">
              <a:avLst/>
            </a:prstGeom>
            <a:noFill/>
          </p:spPr>
          <p:txBody>
            <a:bodyPr wrap="none">
              <a:spAutoFit/>
            </a:bodyPr>
            <a:lstStyle>
              <a:defPPr>
                <a:defRPr lang="zh-CN"/>
              </a:defPPr>
              <a:lvl1pPr>
                <a:lnSpc>
                  <a:spcPct val="120000"/>
                </a:lnSpc>
                <a:defRPr sz="1200">
                  <a:solidFill>
                    <a:schemeClr val="accent4"/>
                  </a:solidFill>
                  <a:latin typeface="+mj-ea"/>
                  <a:ea typeface="+mj-ea"/>
                </a:defRPr>
              </a:lvl1pPr>
            </a:lstStyle>
            <a:p>
              <a:pPr algn="ctr"/>
              <a:r>
                <a:rPr lang="zh-CN" altLang="en-US" sz="1600" dirty="0">
                  <a:solidFill>
                    <a:schemeClr val="bg1"/>
                  </a:solidFill>
                  <a:latin typeface="思源黑体 CN Bold" panose="020B0800000000000000" pitchFamily="34" charset="-122"/>
                  <a:ea typeface="思源黑体 CN Bold" panose="020B0800000000000000" pitchFamily="34" charset="-122"/>
                </a:rPr>
                <a:t>模块化课程</a:t>
              </a:r>
            </a:p>
          </p:txBody>
        </p:sp>
        <p:sp>
          <p:nvSpPr>
            <p:cNvPr id="299" name="文本框 298"/>
            <p:cNvSpPr txBox="1"/>
            <p:nvPr/>
          </p:nvSpPr>
          <p:spPr>
            <a:xfrm>
              <a:off x="504985" y="2615000"/>
              <a:ext cx="723275"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rPr>
                <a:t>模块化</a:t>
              </a:r>
              <a:endParaRPr kumimoji="0" lang="zh-CN" altLang="en-US" sz="1400" b="0" i="0" u="none" strike="noStrike" kern="1200" cap="none" spc="0" normalizeH="0" baseline="0" noProof="0" dirty="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endParaRPr>
            </a:p>
          </p:txBody>
        </p:sp>
        <p:sp>
          <p:nvSpPr>
            <p:cNvPr id="300" name="文本框 299"/>
            <p:cNvSpPr txBox="1"/>
            <p:nvPr/>
          </p:nvSpPr>
          <p:spPr>
            <a:xfrm>
              <a:off x="504985" y="2876971"/>
              <a:ext cx="679994"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77%</a:t>
              </a:r>
              <a:endParaRPr kumimoji="0" lang="zh-CN" altLang="en-US"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sp>
          <p:nvSpPr>
            <p:cNvPr id="301" name="文本框 300"/>
            <p:cNvSpPr txBox="1"/>
            <p:nvPr/>
          </p:nvSpPr>
          <p:spPr>
            <a:xfrm>
              <a:off x="504985" y="4230746"/>
              <a:ext cx="723275"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rPr>
                <a:t>跨学科</a:t>
              </a:r>
              <a:endParaRPr kumimoji="0" lang="zh-CN" altLang="en-US" sz="1400" b="0" i="0" u="none" strike="noStrike" kern="1200" cap="none" spc="0" normalizeH="0" baseline="0" noProof="0" dirty="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endParaRPr>
            </a:p>
          </p:txBody>
        </p:sp>
        <p:sp>
          <p:nvSpPr>
            <p:cNvPr id="302" name="文本框 301"/>
            <p:cNvSpPr txBox="1"/>
            <p:nvPr/>
          </p:nvSpPr>
          <p:spPr>
            <a:xfrm>
              <a:off x="504985" y="4492717"/>
              <a:ext cx="679994"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22%</a:t>
              </a:r>
              <a:endParaRPr kumimoji="0" lang="zh-CN" altLang="en-US"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cxnSp>
          <p:nvCxnSpPr>
            <p:cNvPr id="303" name="直接箭头连接符 302"/>
            <p:cNvCxnSpPr/>
            <p:nvPr/>
          </p:nvCxnSpPr>
          <p:spPr>
            <a:xfrm>
              <a:off x="703217" y="1480609"/>
              <a:ext cx="0" cy="1086485"/>
            </a:xfrm>
            <a:prstGeom prst="straightConnector1">
              <a:avLst/>
            </a:prstGeom>
            <a:ln w="9525">
              <a:solidFill>
                <a:schemeClr val="tx1">
                  <a:lumMod val="75000"/>
                  <a:lumOff val="2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04" name="直接箭头连接符 303"/>
            <p:cNvCxnSpPr/>
            <p:nvPr/>
          </p:nvCxnSpPr>
          <p:spPr>
            <a:xfrm>
              <a:off x="703217" y="3265340"/>
              <a:ext cx="0" cy="943203"/>
            </a:xfrm>
            <a:prstGeom prst="straightConnector1">
              <a:avLst/>
            </a:prstGeom>
            <a:ln w="9525">
              <a:solidFill>
                <a:schemeClr val="tx1">
                  <a:lumMod val="75000"/>
                  <a:lumOff val="25000"/>
                </a:schemeClr>
              </a:solidFill>
              <a:prstDash val="dash"/>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0282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85"/>
                                        </p:tgtEl>
                                        <p:attrNameLst>
                                          <p:attrName>style.visibility</p:attrName>
                                        </p:attrNameLst>
                                      </p:cBhvr>
                                      <p:to>
                                        <p:strVal val="visible"/>
                                      </p:to>
                                    </p:set>
                                    <p:animEffect transition="in" filter="wipe(up)">
                                      <p:cBhvr>
                                        <p:cTn id="7" dur="500"/>
                                        <p:tgtEl>
                                          <p:spTgt spid="28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29"/>
                                        </p:tgtEl>
                                        <p:attrNameLst>
                                          <p:attrName>style.visibility</p:attrName>
                                        </p:attrNameLst>
                                      </p:cBhvr>
                                      <p:to>
                                        <p:strVal val="visible"/>
                                      </p:to>
                                    </p:set>
                                    <p:animEffect transition="in" filter="barn(inVertical)">
                                      <p:cBhvr>
                                        <p:cTn id="12" dur="500"/>
                                        <p:tgtEl>
                                          <p:spTgt spid="12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53"/>
                                        </p:tgtEl>
                                        <p:attrNameLst>
                                          <p:attrName>style.visibility</p:attrName>
                                        </p:attrNameLst>
                                      </p:cBhvr>
                                      <p:to>
                                        <p:strVal val="visible"/>
                                      </p:to>
                                    </p:set>
                                    <p:animEffect transition="in" filter="barn(inVertical)">
                                      <p:cBhvr>
                                        <p:cTn id="17" dur="500"/>
                                        <p:tgtEl>
                                          <p:spTgt spid="253"/>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32"/>
                                        </p:tgtEl>
                                        <p:attrNameLst>
                                          <p:attrName>style.visibility</p:attrName>
                                        </p:attrNameLst>
                                      </p:cBhvr>
                                      <p:to>
                                        <p:strVal val="visible"/>
                                      </p:to>
                                    </p:set>
                                    <p:animEffect transition="in" filter="fade">
                                      <p:cBhvr>
                                        <p:cTn id="22" dur="500"/>
                                        <p:tgtEl>
                                          <p:spTgt spid="132"/>
                                        </p:tgtEl>
                                      </p:cBhvr>
                                    </p:animEffect>
                                    <p:anim calcmode="lin" valueType="num">
                                      <p:cBhvr>
                                        <p:cTn id="23" dur="500" fill="hold"/>
                                        <p:tgtEl>
                                          <p:spTgt spid="132"/>
                                        </p:tgtEl>
                                        <p:attrNameLst>
                                          <p:attrName>ppt_x</p:attrName>
                                        </p:attrNameLst>
                                      </p:cBhvr>
                                      <p:tavLst>
                                        <p:tav tm="0">
                                          <p:val>
                                            <p:strVal val="#ppt_x"/>
                                          </p:val>
                                        </p:tav>
                                        <p:tav tm="100000">
                                          <p:val>
                                            <p:strVal val="#ppt_x"/>
                                          </p:val>
                                        </p:tav>
                                      </p:tavLst>
                                    </p:anim>
                                    <p:anim calcmode="lin" valueType="num">
                                      <p:cBhvr>
                                        <p:cTn id="24" dur="500" fill="hold"/>
                                        <p:tgtEl>
                                          <p:spTgt spid="13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49"/>
                                        </p:tgtEl>
                                        <p:attrNameLst>
                                          <p:attrName>style.visibility</p:attrName>
                                        </p:attrNameLst>
                                      </p:cBhvr>
                                      <p:to>
                                        <p:strVal val="visible"/>
                                      </p:to>
                                    </p:set>
                                    <p:animEffect transition="in" filter="fade">
                                      <p:cBhvr>
                                        <p:cTn id="29" dur="500"/>
                                        <p:tgtEl>
                                          <p:spTgt spid="149"/>
                                        </p:tgtEl>
                                      </p:cBhvr>
                                    </p:animEffect>
                                    <p:anim calcmode="lin" valueType="num">
                                      <p:cBhvr>
                                        <p:cTn id="30" dur="500" fill="hold"/>
                                        <p:tgtEl>
                                          <p:spTgt spid="149"/>
                                        </p:tgtEl>
                                        <p:attrNameLst>
                                          <p:attrName>ppt_x</p:attrName>
                                        </p:attrNameLst>
                                      </p:cBhvr>
                                      <p:tavLst>
                                        <p:tav tm="0">
                                          <p:val>
                                            <p:strVal val="#ppt_x"/>
                                          </p:val>
                                        </p:tav>
                                        <p:tav tm="100000">
                                          <p:val>
                                            <p:strVal val="#ppt_x"/>
                                          </p:val>
                                        </p:tav>
                                      </p:tavLst>
                                    </p:anim>
                                    <p:anim calcmode="lin" valueType="num">
                                      <p:cBhvr>
                                        <p:cTn id="31" dur="500" fill="hold"/>
                                        <p:tgtEl>
                                          <p:spTgt spid="14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19"/>
                                        </p:tgtEl>
                                        <p:attrNameLst>
                                          <p:attrName>style.visibility</p:attrName>
                                        </p:attrNameLst>
                                      </p:cBhvr>
                                      <p:to>
                                        <p:strVal val="visible"/>
                                      </p:to>
                                    </p:set>
                                    <p:animEffect transition="in" filter="fade">
                                      <p:cBhvr>
                                        <p:cTn id="36" dur="500"/>
                                        <p:tgtEl>
                                          <p:spTgt spid="219"/>
                                        </p:tgtEl>
                                      </p:cBhvr>
                                    </p:animEffect>
                                    <p:anim calcmode="lin" valueType="num">
                                      <p:cBhvr>
                                        <p:cTn id="37" dur="500" fill="hold"/>
                                        <p:tgtEl>
                                          <p:spTgt spid="219"/>
                                        </p:tgtEl>
                                        <p:attrNameLst>
                                          <p:attrName>ppt_x</p:attrName>
                                        </p:attrNameLst>
                                      </p:cBhvr>
                                      <p:tavLst>
                                        <p:tav tm="0">
                                          <p:val>
                                            <p:strVal val="#ppt_x"/>
                                          </p:val>
                                        </p:tav>
                                        <p:tav tm="100000">
                                          <p:val>
                                            <p:strVal val="#ppt_x"/>
                                          </p:val>
                                        </p:tav>
                                      </p:tavLst>
                                    </p:anim>
                                    <p:anim calcmode="lin" valueType="num">
                                      <p:cBhvr>
                                        <p:cTn id="38" dur="500" fill="hold"/>
                                        <p:tgtEl>
                                          <p:spTgt spid="21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128"/>
                                        </p:tgtEl>
                                        <p:attrNameLst>
                                          <p:attrName>style.visibility</p:attrName>
                                        </p:attrNameLst>
                                      </p:cBhvr>
                                      <p:to>
                                        <p:strVal val="visible"/>
                                      </p:to>
                                    </p:set>
                                    <p:animEffect transition="in" filter="barn(inVertical)">
                                      <p:cBhvr>
                                        <p:cTn id="43" dur="500"/>
                                        <p:tgtEl>
                                          <p:spTgt spid="12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63"/>
                                        </p:tgtEl>
                                        <p:attrNameLst>
                                          <p:attrName>style.visibility</p:attrName>
                                        </p:attrNameLst>
                                      </p:cBhvr>
                                      <p:to>
                                        <p:strVal val="visible"/>
                                      </p:to>
                                    </p:set>
                                    <p:animEffect transition="in" filter="wipe(left)">
                                      <p:cBhvr>
                                        <p:cTn id="48" dur="500"/>
                                        <p:tgtEl>
                                          <p:spTgt spid="263"/>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nodeType="clickEffect">
                                  <p:stCondLst>
                                    <p:cond delay="0"/>
                                  </p:stCondLst>
                                  <p:childTnLst>
                                    <p:set>
                                      <p:cBhvr>
                                        <p:cTn id="52" dur="1" fill="hold">
                                          <p:stCondLst>
                                            <p:cond delay="0"/>
                                          </p:stCondLst>
                                        </p:cTn>
                                        <p:tgtEl>
                                          <p:spTgt spid="258"/>
                                        </p:tgtEl>
                                        <p:attrNameLst>
                                          <p:attrName>style.visibility</p:attrName>
                                        </p:attrNameLst>
                                      </p:cBhvr>
                                      <p:to>
                                        <p:strVal val="visible"/>
                                      </p:to>
                                    </p:set>
                                    <p:anim calcmode="lin" valueType="num">
                                      <p:cBhvr additive="base">
                                        <p:cTn id="53" dur="500" fill="hold"/>
                                        <p:tgtEl>
                                          <p:spTgt spid="258"/>
                                        </p:tgtEl>
                                        <p:attrNameLst>
                                          <p:attrName>ppt_x</p:attrName>
                                        </p:attrNameLst>
                                      </p:cBhvr>
                                      <p:tavLst>
                                        <p:tav tm="0">
                                          <p:val>
                                            <p:strVal val="1+#ppt_w/2"/>
                                          </p:val>
                                        </p:tav>
                                        <p:tav tm="100000">
                                          <p:val>
                                            <p:strVal val="#ppt_x"/>
                                          </p:val>
                                        </p:tav>
                                      </p:tavLst>
                                    </p:anim>
                                    <p:anim calcmode="lin" valueType="num">
                                      <p:cBhvr additive="base">
                                        <p:cTn id="54" dur="500" fill="hold"/>
                                        <p:tgtEl>
                                          <p:spTgt spid="2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669130" y="5026966"/>
            <a:ext cx="10853739" cy="1294804"/>
            <a:chOff x="669130" y="5026966"/>
            <a:chExt cx="10853739" cy="1294804"/>
          </a:xfrm>
        </p:grpSpPr>
        <p:grpSp>
          <p:nvGrpSpPr>
            <p:cNvPr id="81" name="组合 80"/>
            <p:cNvGrpSpPr/>
            <p:nvPr/>
          </p:nvGrpSpPr>
          <p:grpSpPr>
            <a:xfrm>
              <a:off x="669130" y="5026966"/>
              <a:ext cx="10848974" cy="710711"/>
              <a:chOff x="658812" y="4654943"/>
              <a:chExt cx="10848974" cy="891611"/>
            </a:xfrm>
            <a:gradFill>
              <a:gsLst>
                <a:gs pos="29000">
                  <a:schemeClr val="accent1">
                    <a:lumMod val="20000"/>
                    <a:lumOff val="80000"/>
                    <a:alpha val="0"/>
                  </a:schemeClr>
                </a:gs>
                <a:gs pos="100000">
                  <a:schemeClr val="accent1">
                    <a:alpha val="20000"/>
                  </a:schemeClr>
                </a:gs>
              </a:gsLst>
              <a:lin ang="5400000" scaled="1"/>
            </a:gradFill>
          </p:grpSpPr>
          <p:sp>
            <p:nvSpPr>
              <p:cNvPr id="82" name="任意多边形 122"/>
              <p:cNvSpPr/>
              <p:nvPr>
                <p:custDataLst>
                  <p:tags r:id="rId1"/>
                </p:custDataLst>
              </p:nvPr>
            </p:nvSpPr>
            <p:spPr>
              <a:xfrm>
                <a:off x="4335719" y="4678844"/>
                <a:ext cx="3499927" cy="840510"/>
              </a:xfrm>
              <a:prstGeom prst="trapezoid">
                <a:avLst>
                  <a:gd name="adj" fmla="val 219472"/>
                </a:avLst>
              </a:prstGeom>
              <a:gradFill>
                <a:gsLst>
                  <a:gs pos="20000">
                    <a:schemeClr val="accent2">
                      <a:alpha val="0"/>
                    </a:schemeClr>
                  </a:gs>
                  <a:gs pos="80000">
                    <a:schemeClr val="accent2">
                      <a:alpha val="10000"/>
                    </a:schemeClr>
                  </a:gs>
                </a:gsLst>
                <a:lin ang="5400000" scaled="1"/>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83" name="任意多边形 125"/>
              <p:cNvSpPr/>
              <p:nvPr>
                <p:custDataLst>
                  <p:tags r:id="rId2"/>
                </p:custDataLst>
              </p:nvPr>
            </p:nvSpPr>
            <p:spPr>
              <a:xfrm>
                <a:off x="6790531" y="4654943"/>
                <a:ext cx="4717255" cy="862545"/>
              </a:xfrm>
              <a:custGeom>
                <a:avLst/>
                <a:gdLst>
                  <a:gd name="connsiteX0" fmla="*/ 1977 w 7594"/>
                  <a:gd name="connsiteY0" fmla="*/ 1681 h 1706"/>
                  <a:gd name="connsiteX1" fmla="*/ 0 w 7594"/>
                  <a:gd name="connsiteY1" fmla="*/ 331 h 1706"/>
                  <a:gd name="connsiteX2" fmla="*/ 4641 w 7594"/>
                  <a:gd name="connsiteY2" fmla="*/ 0 h 1706"/>
                  <a:gd name="connsiteX3" fmla="*/ 7591 w 7594"/>
                  <a:gd name="connsiteY3" fmla="*/ 1706 h 1706"/>
                  <a:gd name="connsiteX4" fmla="*/ 7594 w 7594"/>
                  <a:gd name="connsiteY4" fmla="*/ 1694 h 1706"/>
                  <a:gd name="connsiteX5" fmla="*/ 1977 w 7594"/>
                  <a:gd name="connsiteY5" fmla="*/ 1681 h 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94" h="1706">
                    <a:moveTo>
                      <a:pt x="1977" y="1681"/>
                    </a:moveTo>
                    <a:lnTo>
                      <a:pt x="0" y="331"/>
                    </a:lnTo>
                    <a:cubicBezTo>
                      <a:pt x="772" y="321"/>
                      <a:pt x="3922" y="441"/>
                      <a:pt x="4641" y="0"/>
                    </a:cubicBezTo>
                    <a:lnTo>
                      <a:pt x="7591" y="1706"/>
                    </a:lnTo>
                    <a:lnTo>
                      <a:pt x="7594" y="1694"/>
                    </a:lnTo>
                    <a:lnTo>
                      <a:pt x="1977" y="1681"/>
                    </a:lnTo>
                    <a:close/>
                  </a:path>
                </a:pathLst>
              </a:custGeom>
              <a:gradFill>
                <a:gsLst>
                  <a:gs pos="20000">
                    <a:schemeClr val="accent6">
                      <a:alpha val="0"/>
                    </a:schemeClr>
                  </a:gs>
                  <a:gs pos="80000">
                    <a:schemeClr val="accent6">
                      <a:alpha val="10000"/>
                    </a:schemeClr>
                  </a:gs>
                </a:gsLst>
                <a:lin ang="5400000" scaled="1"/>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84" name="任意多边形 125"/>
              <p:cNvSpPr/>
              <p:nvPr>
                <p:custDataLst>
                  <p:tags r:id="rId3"/>
                </p:custDataLst>
              </p:nvPr>
            </p:nvSpPr>
            <p:spPr>
              <a:xfrm flipH="1">
                <a:off x="658812" y="4672133"/>
                <a:ext cx="4664865" cy="874421"/>
              </a:xfrm>
              <a:custGeom>
                <a:avLst/>
                <a:gdLst>
                  <a:gd name="connsiteX0" fmla="*/ 1977 w 7594"/>
                  <a:gd name="connsiteY0" fmla="*/ 1681 h 1706"/>
                  <a:gd name="connsiteX1" fmla="*/ 0 w 7594"/>
                  <a:gd name="connsiteY1" fmla="*/ 331 h 1706"/>
                  <a:gd name="connsiteX2" fmla="*/ 4641 w 7594"/>
                  <a:gd name="connsiteY2" fmla="*/ 0 h 1706"/>
                  <a:gd name="connsiteX3" fmla="*/ 7591 w 7594"/>
                  <a:gd name="connsiteY3" fmla="*/ 1706 h 1706"/>
                  <a:gd name="connsiteX4" fmla="*/ 7594 w 7594"/>
                  <a:gd name="connsiteY4" fmla="*/ 1694 h 1706"/>
                  <a:gd name="connsiteX5" fmla="*/ 1977 w 7594"/>
                  <a:gd name="connsiteY5" fmla="*/ 1681 h 1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94" h="1706">
                    <a:moveTo>
                      <a:pt x="1977" y="1681"/>
                    </a:moveTo>
                    <a:lnTo>
                      <a:pt x="0" y="331"/>
                    </a:lnTo>
                    <a:cubicBezTo>
                      <a:pt x="772" y="321"/>
                      <a:pt x="3922" y="441"/>
                      <a:pt x="4641" y="0"/>
                    </a:cubicBezTo>
                    <a:lnTo>
                      <a:pt x="7591" y="1706"/>
                    </a:lnTo>
                    <a:lnTo>
                      <a:pt x="7594" y="1694"/>
                    </a:lnTo>
                    <a:lnTo>
                      <a:pt x="1977" y="1681"/>
                    </a:lnTo>
                    <a:close/>
                  </a:path>
                </a:pathLst>
              </a:custGeom>
              <a:gradFill>
                <a:gsLst>
                  <a:gs pos="20000">
                    <a:schemeClr val="accent1">
                      <a:alpha val="0"/>
                    </a:schemeClr>
                  </a:gs>
                  <a:gs pos="80000">
                    <a:schemeClr val="accent1">
                      <a:alpha val="10000"/>
                    </a:schemeClr>
                  </a:gs>
                </a:gsLst>
                <a:lin ang="5400000" scaled="1"/>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ea"/>
                  <a:sym typeface="+mn-lt"/>
                </a:endParaRPr>
              </a:p>
            </p:txBody>
          </p:sp>
        </p:grpSp>
        <p:grpSp>
          <p:nvGrpSpPr>
            <p:cNvPr id="85" name="组合 84"/>
            <p:cNvGrpSpPr/>
            <p:nvPr/>
          </p:nvGrpSpPr>
          <p:grpSpPr>
            <a:xfrm>
              <a:off x="669131" y="5708954"/>
              <a:ext cx="10853738" cy="612816"/>
              <a:chOff x="658813" y="5520268"/>
              <a:chExt cx="10175943" cy="678180"/>
            </a:xfrm>
          </p:grpSpPr>
          <p:sp>
            <p:nvSpPr>
              <p:cNvPr id="86" name="矩形: 圆角 85"/>
              <p:cNvSpPr/>
              <p:nvPr/>
            </p:nvSpPr>
            <p:spPr>
              <a:xfrm>
                <a:off x="658813" y="5520268"/>
                <a:ext cx="3281363" cy="67818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Bold" panose="020B0800000000000000" pitchFamily="34" charset="-122"/>
                  <a:ea typeface="思源黑体 CN Bold" panose="020B0800000000000000" pitchFamily="34" charset="-122"/>
                  <a:cs typeface="+mn-ea"/>
                  <a:sym typeface="+mn-lt"/>
                </a:endParaRPr>
              </a:p>
            </p:txBody>
          </p:sp>
          <p:sp>
            <p:nvSpPr>
              <p:cNvPr id="87" name="矩形: 圆角 86"/>
              <p:cNvSpPr/>
              <p:nvPr/>
            </p:nvSpPr>
            <p:spPr>
              <a:xfrm>
                <a:off x="4106103" y="5520268"/>
                <a:ext cx="3281363" cy="67818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Bold" panose="020B0800000000000000" pitchFamily="34" charset="-122"/>
                  <a:ea typeface="思源黑体 CN Bold" panose="020B0800000000000000" pitchFamily="34" charset="-122"/>
                  <a:cs typeface="+mn-ea"/>
                  <a:sym typeface="+mn-lt"/>
                </a:endParaRPr>
              </a:p>
            </p:txBody>
          </p:sp>
          <p:sp>
            <p:nvSpPr>
              <p:cNvPr id="88" name="矩形: 圆角 87"/>
              <p:cNvSpPr/>
              <p:nvPr/>
            </p:nvSpPr>
            <p:spPr>
              <a:xfrm>
                <a:off x="7553393" y="5520268"/>
                <a:ext cx="3281363" cy="678180"/>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Bold" panose="020B0800000000000000" pitchFamily="34" charset="-122"/>
                  <a:ea typeface="思源黑体 CN Bold" panose="020B0800000000000000" pitchFamily="34" charset="-122"/>
                  <a:cs typeface="+mn-ea"/>
                  <a:sym typeface="+mn-lt"/>
                </a:endParaRPr>
              </a:p>
            </p:txBody>
          </p:sp>
        </p:grpSp>
        <p:sp>
          <p:nvSpPr>
            <p:cNvPr id="89" name="文本框 88"/>
            <p:cNvSpPr txBox="1"/>
            <p:nvPr/>
          </p:nvSpPr>
          <p:spPr>
            <a:xfrm>
              <a:off x="1095655" y="5784530"/>
              <a:ext cx="2646878" cy="461665"/>
            </a:xfrm>
            <a:prstGeom prst="rect">
              <a:avLst/>
            </a:prstGeom>
            <a:noFill/>
          </p:spPr>
          <p:txBody>
            <a:bodyPr wrap="none" rtlCol="0">
              <a:spAutoFit/>
            </a:bodyPr>
            <a:lstStyle/>
            <a:p>
              <a:pPr algn="ctr" defTabSz="1219200">
                <a:defRPr/>
              </a:pPr>
              <a:r>
                <a:rPr lang="zh-CN" altLang="en-US" sz="2400" b="1" dirty="0">
                  <a:solidFill>
                    <a:schemeClr val="bg1"/>
                  </a:solidFill>
                  <a:latin typeface="思源黑体 CN Bold" panose="020B0800000000000000" pitchFamily="34" charset="-122"/>
                  <a:ea typeface="思源黑体 CN Bold" panose="020B0800000000000000" pitchFamily="34" charset="-122"/>
                  <a:cs typeface="+mn-ea"/>
                  <a:sym typeface="+mn-lt"/>
                </a:rPr>
                <a:t>教学平台资源建设</a:t>
              </a:r>
            </a:p>
          </p:txBody>
        </p:sp>
        <p:sp>
          <p:nvSpPr>
            <p:cNvPr id="90" name="文本框 89"/>
            <p:cNvSpPr txBox="1"/>
            <p:nvPr/>
          </p:nvSpPr>
          <p:spPr>
            <a:xfrm>
              <a:off x="5080337" y="5784530"/>
              <a:ext cx="2031326" cy="461665"/>
            </a:xfrm>
            <a:prstGeom prst="rect">
              <a:avLst/>
            </a:prstGeom>
            <a:noFill/>
          </p:spPr>
          <p:txBody>
            <a:bodyPr wrap="none" rtlCol="0">
              <a:spAutoFit/>
            </a:bodyPr>
            <a:lstStyle/>
            <a:p>
              <a:pPr algn="ctr" defTabSz="1219200">
                <a:defRPr/>
              </a:pPr>
              <a:r>
                <a:rPr lang="zh-CN" altLang="en-US" sz="2400" b="1">
                  <a:solidFill>
                    <a:schemeClr val="bg1"/>
                  </a:solidFill>
                  <a:latin typeface="思源黑体 CN Bold" panose="020B0800000000000000" pitchFamily="34" charset="-122"/>
                  <a:ea typeface="思源黑体 CN Bold" panose="020B0800000000000000" pitchFamily="34" charset="-122"/>
                  <a:cs typeface="+mn-ea"/>
                  <a:sym typeface="+mn-lt"/>
                </a:rPr>
                <a:t>教学方法创新</a:t>
              </a:r>
              <a:endParaRPr lang="zh-CN" altLang="en-US" sz="2400" b="1"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91" name="文本框 90"/>
            <p:cNvSpPr txBox="1"/>
            <p:nvPr/>
          </p:nvSpPr>
          <p:spPr>
            <a:xfrm>
              <a:off x="8449465" y="5784530"/>
              <a:ext cx="2646878" cy="461665"/>
            </a:xfrm>
            <a:prstGeom prst="rect">
              <a:avLst/>
            </a:prstGeom>
            <a:noFill/>
          </p:spPr>
          <p:txBody>
            <a:bodyPr wrap="none" rtlCol="0">
              <a:spAutoFit/>
            </a:bodyPr>
            <a:lstStyle/>
            <a:p>
              <a:pPr algn="ctr" defTabSz="1219200">
                <a:defRPr/>
              </a:pPr>
              <a:r>
                <a:rPr lang="zh-CN" altLang="en-US" sz="2400" b="1" dirty="0">
                  <a:solidFill>
                    <a:schemeClr val="bg1"/>
                  </a:solidFill>
                  <a:latin typeface="思源黑体 CN Bold" panose="020B0800000000000000" pitchFamily="34" charset="-122"/>
                  <a:ea typeface="思源黑体 CN Bold" panose="020B0800000000000000" pitchFamily="34" charset="-122"/>
                  <a:cs typeface="+mn-ea"/>
                  <a:sym typeface="+mn-lt"/>
                </a:rPr>
                <a:t>实践能力显著增强</a:t>
              </a:r>
            </a:p>
          </p:txBody>
        </p:sp>
      </p:grpSp>
      <p:grpSp>
        <p:nvGrpSpPr>
          <p:cNvPr id="19" name="组合 18"/>
          <p:cNvGrpSpPr/>
          <p:nvPr/>
        </p:nvGrpSpPr>
        <p:grpSpPr>
          <a:xfrm>
            <a:off x="967232" y="966432"/>
            <a:ext cx="10257536" cy="4451575"/>
            <a:chOff x="967232" y="966432"/>
            <a:chExt cx="10257536" cy="4451575"/>
          </a:xfrm>
        </p:grpSpPr>
        <p:grpSp>
          <p:nvGrpSpPr>
            <p:cNvPr id="18" name="组合 17"/>
            <p:cNvGrpSpPr/>
            <p:nvPr/>
          </p:nvGrpSpPr>
          <p:grpSpPr>
            <a:xfrm>
              <a:off x="967232" y="966432"/>
              <a:ext cx="10257536" cy="4451575"/>
              <a:chOff x="967232" y="966432"/>
              <a:chExt cx="10257536" cy="4451575"/>
            </a:xfrm>
          </p:grpSpPr>
          <p:sp>
            <p:nvSpPr>
              <p:cNvPr id="38" name="矩形 37"/>
              <p:cNvSpPr/>
              <p:nvPr/>
            </p:nvSpPr>
            <p:spPr>
              <a:xfrm rot="18708770">
                <a:off x="5825375" y="1046334"/>
                <a:ext cx="575943" cy="4330806"/>
              </a:xfrm>
              <a:prstGeom prst="rect">
                <a:avLst/>
              </a:prstGeom>
              <a:gradFill flip="none" rotWithShape="1">
                <a:gsLst>
                  <a:gs pos="20000">
                    <a:schemeClr val="accent1"/>
                  </a:gs>
                  <a:gs pos="80000">
                    <a:schemeClr val="accent6"/>
                  </a:gs>
                </a:gsLst>
                <a:lin ang="54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40" name="圆: 空心 39"/>
              <p:cNvSpPr/>
              <p:nvPr/>
            </p:nvSpPr>
            <p:spPr>
              <a:xfrm>
                <a:off x="6773193" y="966432"/>
                <a:ext cx="4451575" cy="4451575"/>
              </a:xfrm>
              <a:prstGeom prst="donut">
                <a:avLst>
                  <a:gd name="adj" fmla="val 13167"/>
                </a:avLst>
              </a:prstGeom>
              <a:solidFill>
                <a:schemeClr val="accent6"/>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108" name="文本框 107"/>
              <p:cNvSpPr txBox="1"/>
              <p:nvPr/>
            </p:nvSpPr>
            <p:spPr>
              <a:xfrm>
                <a:off x="7149005" y="1479046"/>
                <a:ext cx="3682021" cy="3682021"/>
              </a:xfrm>
              <a:prstGeom prst="rect">
                <a:avLst/>
              </a:prstGeom>
              <a:noFill/>
              <a:effectLst/>
            </p:spPr>
            <p:txBody>
              <a:bodyPr wrap="none" lIns="118872" tIns="59436" rIns="118872" bIns="59436">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rPr>
                  <a:t>多元化评价体系</a:t>
                </a:r>
              </a:p>
            </p:txBody>
          </p:sp>
          <p:sp>
            <p:nvSpPr>
              <p:cNvPr id="39" name="圆: 空心 38"/>
              <p:cNvSpPr/>
              <p:nvPr/>
            </p:nvSpPr>
            <p:spPr>
              <a:xfrm>
                <a:off x="967232" y="966432"/>
                <a:ext cx="4451575" cy="4451575"/>
              </a:xfrm>
              <a:prstGeom prst="donut">
                <a:avLst>
                  <a:gd name="adj" fmla="val 13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grpSp>
            <p:nvGrpSpPr>
              <p:cNvPr id="11" name="组合 10"/>
              <p:cNvGrpSpPr/>
              <p:nvPr/>
            </p:nvGrpSpPr>
            <p:grpSpPr>
              <a:xfrm>
                <a:off x="1337129" y="1362833"/>
                <a:ext cx="3729711" cy="3798234"/>
                <a:chOff x="1337129" y="1362833"/>
                <a:chExt cx="3729711" cy="3798234"/>
              </a:xfrm>
            </p:grpSpPr>
            <p:grpSp>
              <p:nvGrpSpPr>
                <p:cNvPr id="10" name="组合 9"/>
                <p:cNvGrpSpPr/>
                <p:nvPr/>
              </p:nvGrpSpPr>
              <p:grpSpPr>
                <a:xfrm>
                  <a:off x="1337129" y="1362833"/>
                  <a:ext cx="3729711" cy="3684090"/>
                  <a:chOff x="1337129" y="1362833"/>
                  <a:chExt cx="3729711" cy="3684090"/>
                </a:xfrm>
              </p:grpSpPr>
              <p:sp>
                <p:nvSpPr>
                  <p:cNvPr id="104" name="文本框 103"/>
                  <p:cNvSpPr txBox="1"/>
                  <p:nvPr/>
                </p:nvSpPr>
                <p:spPr>
                  <a:xfrm rot="17993356">
                    <a:off x="1337129" y="1364902"/>
                    <a:ext cx="3682021" cy="3682021"/>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创新能力有效激发</a:t>
                    </a:r>
                    <a:endPar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05" name="文本框 104"/>
                  <p:cNvSpPr txBox="1"/>
                  <p:nvPr/>
                </p:nvSpPr>
                <p:spPr>
                  <a:xfrm rot="3819402">
                    <a:off x="1384819" y="1362833"/>
                    <a:ext cx="3682021" cy="3682021"/>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rPr>
                      <a:t>学科协作能力提升</a:t>
                    </a:r>
                  </a:p>
                </p:txBody>
              </p:sp>
            </p:grpSp>
            <p:sp>
              <p:nvSpPr>
                <p:cNvPr id="52" name="文本框 51"/>
                <p:cNvSpPr txBox="1"/>
                <p:nvPr/>
              </p:nvSpPr>
              <p:spPr>
                <a:xfrm>
                  <a:off x="1352009" y="1479046"/>
                  <a:ext cx="3682021" cy="3682021"/>
                </a:xfrm>
                <a:prstGeom prst="rect">
                  <a:avLst/>
                </a:prstGeom>
                <a:noFill/>
                <a:effectLst/>
              </p:spPr>
              <p:txBody>
                <a:bodyPr wrap="none" lIns="118872" tIns="59436" rIns="118872" bIns="59436">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rPr>
                    <a:t>实践能力显著增强</a:t>
                  </a:r>
                </a:p>
              </p:txBody>
            </p:sp>
          </p:grpSp>
          <p:cxnSp>
            <p:nvCxnSpPr>
              <p:cNvPr id="44" name="直接连接符 43"/>
              <p:cNvCxnSpPr/>
              <p:nvPr/>
            </p:nvCxnSpPr>
            <p:spPr>
              <a:xfrm flipH="1">
                <a:off x="7089695" y="3824673"/>
                <a:ext cx="946115" cy="646309"/>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3193020" y="966432"/>
                <a:ext cx="0" cy="586171"/>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rot="2532825">
                <a:off x="5296030" y="3156476"/>
                <a:ext cx="1884748" cy="340093"/>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43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提出创新性解决方案</a:t>
                </a:r>
                <a:endParaRPr kumimoji="0" lang="en-US" altLang="zh-CN" sz="143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cxnSp>
            <p:nvCxnSpPr>
              <p:cNvPr id="61" name="直接连接符 60"/>
              <p:cNvCxnSpPr/>
              <p:nvPr/>
            </p:nvCxnSpPr>
            <p:spPr>
              <a:xfrm>
                <a:off x="8998979" y="966432"/>
                <a:ext cx="0" cy="586171"/>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grpSp>
        <p:sp>
          <p:nvSpPr>
            <p:cNvPr id="109" name="文本框 108"/>
            <p:cNvSpPr txBox="1"/>
            <p:nvPr/>
          </p:nvSpPr>
          <p:spPr>
            <a:xfrm rot="17993356">
              <a:off x="7134125" y="1364902"/>
              <a:ext cx="3682021" cy="3682021"/>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积极参与科研项目</a:t>
              </a:r>
              <a:endPar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10" name="文本框 109"/>
            <p:cNvSpPr txBox="1"/>
            <p:nvPr/>
          </p:nvSpPr>
          <p:spPr>
            <a:xfrm rot="3819402">
              <a:off x="7181815" y="1362833"/>
              <a:ext cx="3682021" cy="3682021"/>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200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rPr>
                <a:t>参与考证通过率提高</a:t>
              </a:r>
              <a:endParaRPr kumimoji="0" lang="zh-CN" altLang="en-US" sz="2000" b="0" i="0" u="none" strike="noStrike" kern="1200" cap="none"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grpSp>
      <p:sp>
        <p:nvSpPr>
          <p:cNvPr id="2" name="文本框 77"/>
          <p:cNvSpPr txBox="1"/>
          <p:nvPr/>
        </p:nvSpPr>
        <p:spPr>
          <a:xfrm>
            <a:off x="442913" y="155862"/>
            <a:ext cx="1980029"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反思与改进</a:t>
            </a:r>
          </a:p>
        </p:txBody>
      </p:sp>
      <p:sp>
        <p:nvSpPr>
          <p:cNvPr id="3" name="文本框 78"/>
          <p:cNvSpPr txBox="1"/>
          <p:nvPr/>
        </p:nvSpPr>
        <p:spPr>
          <a:xfrm>
            <a:off x="23842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教学成效</a:t>
            </a:r>
          </a:p>
        </p:txBody>
      </p:sp>
      <p:grpSp>
        <p:nvGrpSpPr>
          <p:cNvPr id="17" name="组合 16"/>
          <p:cNvGrpSpPr/>
          <p:nvPr/>
        </p:nvGrpSpPr>
        <p:grpSpPr>
          <a:xfrm>
            <a:off x="1330997" y="1549360"/>
            <a:ext cx="9298406" cy="3273835"/>
            <a:chOff x="1330997" y="1549360"/>
            <a:chExt cx="9298406" cy="3273835"/>
          </a:xfrm>
        </p:grpSpPr>
        <p:sp>
          <p:nvSpPr>
            <p:cNvPr id="42" name="圆: 空心 41"/>
            <p:cNvSpPr/>
            <p:nvPr/>
          </p:nvSpPr>
          <p:spPr>
            <a:xfrm>
              <a:off x="7362939" y="1549360"/>
              <a:ext cx="3266464" cy="3266464"/>
            </a:xfrm>
            <a:prstGeom prst="donut">
              <a:avLst>
                <a:gd name="adj" fmla="val 14757"/>
              </a:avLst>
            </a:prstGeom>
            <a:solidFill>
              <a:schemeClr val="accent1">
                <a:lumMod val="20000"/>
                <a:lumOff val="80000"/>
              </a:schemeClr>
            </a:solidFill>
            <a:ln w="8255">
              <a:solidFill>
                <a:schemeClr val="accent1">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41" name="圆: 空心 40"/>
            <p:cNvSpPr/>
            <p:nvPr/>
          </p:nvSpPr>
          <p:spPr>
            <a:xfrm>
              <a:off x="1558458" y="1556731"/>
              <a:ext cx="3266464" cy="3266464"/>
            </a:xfrm>
            <a:prstGeom prst="donut">
              <a:avLst>
                <a:gd name="adj" fmla="val 14757"/>
              </a:avLst>
            </a:prstGeom>
            <a:solidFill>
              <a:schemeClr val="accent6">
                <a:lumMod val="20000"/>
                <a:lumOff val="80000"/>
              </a:schemeClr>
            </a:solidFill>
            <a:ln w="8255">
              <a:solidFill>
                <a:schemeClr val="accent6">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black"/>
                </a:solidFill>
                <a:effectLst/>
                <a:uLnTx/>
                <a:uFillTx/>
                <a:latin typeface="思源黑体 CN Bold" panose="020B0800000000000000" pitchFamily="34" charset="-122"/>
                <a:ea typeface="思源黑体 CN Bold" panose="020B0800000000000000" pitchFamily="34" charset="-122"/>
              </a:endParaRPr>
            </a:p>
          </p:txBody>
        </p:sp>
        <p:sp>
          <p:nvSpPr>
            <p:cNvPr id="45" name="椭圆 44"/>
            <p:cNvSpPr/>
            <p:nvPr/>
          </p:nvSpPr>
          <p:spPr>
            <a:xfrm>
              <a:off x="7861777" y="2048197"/>
              <a:ext cx="2268789" cy="2268789"/>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46" name="椭圆 45"/>
            <p:cNvSpPr/>
            <p:nvPr/>
          </p:nvSpPr>
          <p:spPr>
            <a:xfrm>
              <a:off x="2048857" y="2048197"/>
              <a:ext cx="2268789" cy="2268789"/>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18872" tIns="59436" rIns="118872" bIns="5943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2340" b="0" i="0" u="none" strike="noStrike" kern="1200" cap="none"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cxnSp>
          <p:nvCxnSpPr>
            <p:cNvPr id="47" name="直接连接符 46"/>
            <p:cNvCxnSpPr/>
            <p:nvPr/>
          </p:nvCxnSpPr>
          <p:spPr>
            <a:xfrm>
              <a:off x="4157605" y="3824673"/>
              <a:ext cx="898264" cy="577551"/>
            </a:xfrm>
            <a:prstGeom prst="line">
              <a:avLst/>
            </a:prstGeom>
            <a:solidFill>
              <a:schemeClr val="accent6">
                <a:lumMod val="20000"/>
                <a:lumOff val="80000"/>
              </a:schemeClr>
            </a:solidFill>
            <a:ln w="1651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cxnSp>
        <p:cxnSp>
          <p:nvCxnSpPr>
            <p:cNvPr id="48" name="直接连接符 47"/>
            <p:cNvCxnSpPr/>
            <p:nvPr/>
          </p:nvCxnSpPr>
          <p:spPr>
            <a:xfrm flipH="1">
              <a:off x="1330997" y="3824673"/>
              <a:ext cx="898713" cy="590351"/>
            </a:xfrm>
            <a:prstGeom prst="line">
              <a:avLst/>
            </a:prstGeom>
            <a:solidFill>
              <a:schemeClr val="accent6">
                <a:lumMod val="20000"/>
                <a:lumOff val="80000"/>
              </a:schemeClr>
            </a:solidFill>
            <a:ln w="1651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cxnSp>
        <p:grpSp>
          <p:nvGrpSpPr>
            <p:cNvPr id="9" name="组合 8"/>
            <p:cNvGrpSpPr/>
            <p:nvPr/>
          </p:nvGrpSpPr>
          <p:grpSpPr>
            <a:xfrm>
              <a:off x="1869244" y="1868442"/>
              <a:ext cx="2637477" cy="2761625"/>
              <a:chOff x="1869244" y="1868442"/>
              <a:chExt cx="2637477" cy="2761625"/>
            </a:xfrm>
          </p:grpSpPr>
          <p:grpSp>
            <p:nvGrpSpPr>
              <p:cNvPr id="5" name="组合 4"/>
              <p:cNvGrpSpPr/>
              <p:nvPr/>
            </p:nvGrpSpPr>
            <p:grpSpPr>
              <a:xfrm>
                <a:off x="1883009" y="1868442"/>
                <a:ext cx="2623712" cy="2761625"/>
                <a:chOff x="1883009" y="1868442"/>
                <a:chExt cx="2623712" cy="2761625"/>
              </a:xfrm>
            </p:grpSpPr>
            <p:sp>
              <p:nvSpPr>
                <p:cNvPr id="50" name="文本框 49"/>
                <p:cNvSpPr txBox="1"/>
                <p:nvPr/>
              </p:nvSpPr>
              <p:spPr>
                <a:xfrm rot="18000000">
                  <a:off x="1886698" y="1868442"/>
                  <a:ext cx="2620023" cy="2620023"/>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6"/>
                      </a:solidFill>
                      <a:effectLst/>
                      <a:uLnTx/>
                      <a:uFillTx/>
                      <a:latin typeface="思源黑体 CN Bold" panose="020B0800000000000000" pitchFamily="34" charset="-122"/>
                      <a:ea typeface="思源黑体 CN Bold" panose="020B0800000000000000" pitchFamily="34" charset="-122"/>
                    </a:rPr>
                    <a:t>虚拟仿真实验平台</a:t>
                  </a:r>
                </a:p>
              </p:txBody>
            </p:sp>
            <p:sp>
              <p:nvSpPr>
                <p:cNvPr id="51" name="文本框 50"/>
                <p:cNvSpPr txBox="1"/>
                <p:nvPr/>
              </p:nvSpPr>
              <p:spPr>
                <a:xfrm>
                  <a:off x="1883009" y="2010044"/>
                  <a:ext cx="2620023" cy="2620023"/>
                </a:xfrm>
                <a:prstGeom prst="rect">
                  <a:avLst/>
                </a:prstGeom>
                <a:noFill/>
                <a:effectLst/>
              </p:spPr>
              <p:txBody>
                <a:bodyPr wrap="none" lIns="118872" tIns="59436" rIns="118872" bIns="59436">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a:ln>
                        <a:noFill/>
                      </a:ln>
                      <a:solidFill>
                        <a:schemeClr val="accent6"/>
                      </a:solidFill>
                      <a:effectLst/>
                      <a:uLnTx/>
                      <a:uFillTx/>
                      <a:latin typeface="思源黑体 CN Bold" panose="020B0800000000000000" pitchFamily="34" charset="-122"/>
                      <a:ea typeface="思源黑体 CN Bold" panose="020B0800000000000000" pitchFamily="34" charset="-122"/>
                    </a:rPr>
                    <a:t>课程体系中融入设计性</a:t>
                  </a:r>
                  <a:endParaRPr kumimoji="0" lang="zh-CN" altLang="en-US" sz="1600" b="0" i="0" u="none" strike="noStrike" kern="1200" cap="none" normalizeH="0" baseline="0" noProof="0" dirty="0">
                    <a:ln>
                      <a:noFill/>
                    </a:ln>
                    <a:solidFill>
                      <a:schemeClr val="accent6"/>
                    </a:solidFill>
                    <a:effectLst/>
                    <a:uLnTx/>
                    <a:uFillTx/>
                    <a:latin typeface="思源黑体 CN Bold" panose="020B0800000000000000" pitchFamily="34" charset="-122"/>
                    <a:ea typeface="思源黑体 CN Bold" panose="020B0800000000000000" pitchFamily="34" charset="-122"/>
                  </a:endParaRPr>
                </a:p>
              </p:txBody>
            </p:sp>
          </p:grpSp>
          <p:sp>
            <p:nvSpPr>
              <p:cNvPr id="49" name="文本框 48"/>
              <p:cNvSpPr txBox="1"/>
              <p:nvPr/>
            </p:nvSpPr>
            <p:spPr>
              <a:xfrm rot="3600000">
                <a:off x="1869244" y="1885896"/>
                <a:ext cx="2620023" cy="2620023"/>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6"/>
                    </a:solidFill>
                    <a:effectLst/>
                    <a:uLnTx/>
                    <a:uFillTx/>
                    <a:latin typeface="思源黑体 CN Bold" panose="020B0800000000000000" pitchFamily="34" charset="-122"/>
                    <a:ea typeface="思源黑体 CN Bold" panose="020B0800000000000000" pitchFamily="34" charset="-122"/>
                  </a:rPr>
                  <a:t>整合多学科课程资源</a:t>
                </a:r>
              </a:p>
            </p:txBody>
          </p:sp>
        </p:grpSp>
        <p:cxnSp>
          <p:nvCxnSpPr>
            <p:cNvPr id="54" name="直接连接符 53"/>
            <p:cNvCxnSpPr/>
            <p:nvPr/>
          </p:nvCxnSpPr>
          <p:spPr>
            <a:xfrm flipH="1">
              <a:off x="3188821" y="1552603"/>
              <a:ext cx="2869" cy="487045"/>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rot="18000000">
              <a:off x="7719166" y="1868442"/>
              <a:ext cx="2620023" cy="2620023"/>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感知污水处理全流程</a:t>
              </a:r>
            </a:p>
          </p:txBody>
        </p:sp>
        <p:sp>
          <p:nvSpPr>
            <p:cNvPr id="58" name="文本框 57"/>
            <p:cNvSpPr txBox="1"/>
            <p:nvPr/>
          </p:nvSpPr>
          <p:spPr>
            <a:xfrm rot="3600000">
              <a:off x="7675205" y="1885896"/>
              <a:ext cx="2620023" cy="2620023"/>
            </a:xfrm>
            <a:prstGeom prst="rect">
              <a:avLst/>
            </a:prstGeom>
            <a:noFill/>
            <a:effectLst/>
          </p:spPr>
          <p:txBody>
            <a:bodyPr wrap="none" lIns="118872" tIns="59436" rIns="118872" bIns="59436">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提供虚拟实验环境</a:t>
              </a:r>
            </a:p>
          </p:txBody>
        </p:sp>
        <p:sp>
          <p:nvSpPr>
            <p:cNvPr id="57" name="文本框 56"/>
            <p:cNvSpPr txBox="1"/>
            <p:nvPr/>
          </p:nvSpPr>
          <p:spPr>
            <a:xfrm>
              <a:off x="7715477" y="2010044"/>
              <a:ext cx="2620023" cy="2620023"/>
            </a:xfrm>
            <a:prstGeom prst="rect">
              <a:avLst/>
            </a:prstGeom>
            <a:noFill/>
            <a:effectLst/>
          </p:spPr>
          <p:txBody>
            <a:bodyPr wrap="none" lIns="118872" tIns="59436" rIns="118872" bIns="59436">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600" b="0" i="0" u="none" strike="noStrike" kern="1200" cap="none"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虚拟仿真实验平台</a:t>
              </a:r>
            </a:p>
          </p:txBody>
        </p:sp>
        <p:cxnSp>
          <p:nvCxnSpPr>
            <p:cNvPr id="62" name="直接连接符 61"/>
            <p:cNvCxnSpPr/>
            <p:nvPr/>
          </p:nvCxnSpPr>
          <p:spPr>
            <a:xfrm>
              <a:off x="8998979" y="1552603"/>
              <a:ext cx="0" cy="487045"/>
            </a:xfrm>
            <a:prstGeom prst="line">
              <a:avLst/>
            </a:prstGeom>
            <a:ln w="16510">
              <a:solidFill>
                <a:schemeClr val="bg1"/>
              </a:solidFill>
            </a:ln>
            <a:effectLst/>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2158793" y="2441148"/>
            <a:ext cx="8710659" cy="1965317"/>
            <a:chOff x="2158793" y="2441148"/>
            <a:chExt cx="8710659" cy="1965317"/>
          </a:xfrm>
        </p:grpSpPr>
        <p:cxnSp>
          <p:nvCxnSpPr>
            <p:cNvPr id="43" name="直接连接符 42"/>
            <p:cNvCxnSpPr/>
            <p:nvPr/>
          </p:nvCxnSpPr>
          <p:spPr>
            <a:xfrm>
              <a:off x="9965328" y="3824673"/>
              <a:ext cx="904124" cy="581792"/>
            </a:xfrm>
            <a:prstGeom prst="line">
              <a:avLst/>
            </a:prstGeom>
            <a:solidFill>
              <a:schemeClr val="accent6">
                <a:lumMod val="20000"/>
                <a:lumOff val="80000"/>
              </a:schemeClr>
            </a:solidFill>
            <a:ln w="1651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cxnSp>
        <p:sp>
          <p:nvSpPr>
            <p:cNvPr id="72" name="文本框 71"/>
            <p:cNvSpPr txBox="1"/>
            <p:nvPr/>
          </p:nvSpPr>
          <p:spPr>
            <a:xfrm>
              <a:off x="8123404" y="2441148"/>
              <a:ext cx="1644296" cy="400110"/>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820" b="1" i="0" u="none" strike="noStrike" kern="1200" cap="none" normalizeH="0" baseline="0" noProof="0" dirty="0">
                  <a:ln>
                    <a:noFill/>
                  </a:ln>
                  <a:solidFill>
                    <a:schemeClr val="accent6"/>
                  </a:solidFill>
                  <a:effectLst/>
                  <a:uLnTx/>
                  <a:uFillTx/>
                  <a:latin typeface="思源黑体 CN Bold" panose="020B0800000000000000" pitchFamily="34" charset="-122"/>
                  <a:ea typeface="思源黑体 CN Bold" panose="020B0800000000000000" pitchFamily="34" charset="-122"/>
                </a:rPr>
                <a:t>教学平台建设</a:t>
              </a:r>
            </a:p>
          </p:txBody>
        </p:sp>
        <p:sp>
          <p:nvSpPr>
            <p:cNvPr id="73" name="文本框 72"/>
            <p:cNvSpPr txBox="1"/>
            <p:nvPr/>
          </p:nvSpPr>
          <p:spPr>
            <a:xfrm>
              <a:off x="9087140" y="3255035"/>
              <a:ext cx="740203" cy="320088"/>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0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一体化</a:t>
              </a:r>
              <a:endParaRPr kumimoji="0" lang="zh-CN" altLang="en-US" sz="130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sp>
          <p:nvSpPr>
            <p:cNvPr id="74" name="文本框 73"/>
            <p:cNvSpPr txBox="1"/>
            <p:nvPr/>
          </p:nvSpPr>
          <p:spPr>
            <a:xfrm>
              <a:off x="8922954" y="3584114"/>
              <a:ext cx="1068575" cy="359176"/>
            </a:xfrm>
            <a:prstGeom prst="rect">
              <a:avLst/>
            </a:prstGeom>
            <a:noFill/>
            <a:effectLst/>
          </p:spPr>
          <p:txBody>
            <a:bodyPr wrap="none" lIns="118872" tIns="59436" rIns="118872" bIns="59436">
              <a:spAutoFit/>
            </a:bodyPr>
            <a:lstStyle>
              <a:defPPr>
                <a:defRPr lang="zh-CN"/>
              </a:defPPr>
              <a:lvl1pPr algn="ctr">
                <a:defRPr sz="1400" spc="-150">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提升</a:t>
              </a:r>
              <a:r>
                <a:rPr kumimoji="0" lang="en-US" altLang="zh-CN"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13%</a:t>
              </a:r>
              <a:endPar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sp>
          <p:nvSpPr>
            <p:cNvPr id="75" name="文本框 74"/>
            <p:cNvSpPr txBox="1"/>
            <p:nvPr/>
          </p:nvSpPr>
          <p:spPr>
            <a:xfrm>
              <a:off x="8087261" y="3255035"/>
              <a:ext cx="740203" cy="320088"/>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0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智能化</a:t>
              </a:r>
              <a:endParaRPr kumimoji="0" lang="zh-CN" altLang="en-US" sz="130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sp>
          <p:nvSpPr>
            <p:cNvPr id="76" name="文本框 75"/>
            <p:cNvSpPr txBox="1"/>
            <p:nvPr/>
          </p:nvSpPr>
          <p:spPr>
            <a:xfrm>
              <a:off x="7923075" y="3569531"/>
              <a:ext cx="1068575" cy="359176"/>
            </a:xfrm>
            <a:prstGeom prst="rect">
              <a:avLst/>
            </a:prstGeom>
            <a:noFill/>
            <a:effectLst/>
          </p:spPr>
          <p:txBody>
            <a:bodyPr wrap="none" lIns="118872" tIns="59436" rIns="118872" bIns="59436">
              <a:spAutoFit/>
            </a:bodyPr>
            <a:lstStyle>
              <a:defPPr>
                <a:defRPr lang="zh-CN"/>
              </a:defPPr>
              <a:lvl1pPr algn="ctr">
                <a:defRPr sz="1400" spc="-150">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增长</a:t>
              </a:r>
              <a:r>
                <a:rPr kumimoji="0" lang="en-US" altLang="zh-CN"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15%</a:t>
              </a:r>
              <a:endPar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cxnSp>
          <p:nvCxnSpPr>
            <p:cNvPr id="77" name="直接连接符 76"/>
            <p:cNvCxnSpPr/>
            <p:nvPr/>
          </p:nvCxnSpPr>
          <p:spPr>
            <a:xfrm>
              <a:off x="8111484" y="3193947"/>
              <a:ext cx="1651264" cy="0"/>
            </a:xfrm>
            <a:prstGeom prst="line">
              <a:avLst/>
            </a:prstGeom>
            <a:ln w="8255">
              <a:solidFill>
                <a:schemeClr val="tx1">
                  <a:lumMod val="50000"/>
                  <a:lumOff val="50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文本框 77"/>
            <p:cNvSpPr txBox="1"/>
            <p:nvPr/>
          </p:nvSpPr>
          <p:spPr>
            <a:xfrm>
              <a:off x="8357443" y="2776853"/>
              <a:ext cx="1176220" cy="400110"/>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82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教学平台</a:t>
              </a:r>
              <a:endParaRPr kumimoji="0" lang="zh-CN" altLang="en-US" sz="182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grpSp>
          <p:nvGrpSpPr>
            <p:cNvPr id="8" name="组合 7"/>
            <p:cNvGrpSpPr/>
            <p:nvPr/>
          </p:nvGrpSpPr>
          <p:grpSpPr>
            <a:xfrm>
              <a:off x="2158793" y="2441148"/>
              <a:ext cx="2068453" cy="1502142"/>
              <a:chOff x="2158793" y="2441148"/>
              <a:chExt cx="2068453" cy="1502142"/>
            </a:xfrm>
          </p:grpSpPr>
          <p:sp>
            <p:nvSpPr>
              <p:cNvPr id="65" name="文本框 64"/>
              <p:cNvSpPr txBox="1"/>
              <p:nvPr/>
            </p:nvSpPr>
            <p:spPr>
              <a:xfrm>
                <a:off x="2359124" y="2441148"/>
                <a:ext cx="1644297" cy="400110"/>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820" b="1" i="0" u="none" strike="noStrike" kern="1200" cap="none" normalizeH="0" baseline="0" noProof="0" dirty="0">
                    <a:ln>
                      <a:noFill/>
                    </a:ln>
                    <a:solidFill>
                      <a:schemeClr val="accent1"/>
                    </a:solidFill>
                    <a:effectLst/>
                    <a:uLnTx/>
                    <a:uFillTx/>
                    <a:latin typeface="思源黑体 CN Bold" panose="020B0800000000000000" pitchFamily="34" charset="-122"/>
                    <a:ea typeface="思源黑体 CN Bold" panose="020B0800000000000000" pitchFamily="34" charset="-122"/>
                  </a:rPr>
                  <a:t>学生能力提升</a:t>
                </a:r>
              </a:p>
            </p:txBody>
          </p:sp>
          <p:sp>
            <p:nvSpPr>
              <p:cNvPr id="66" name="文本框 65"/>
              <p:cNvSpPr txBox="1"/>
              <p:nvPr/>
            </p:nvSpPr>
            <p:spPr>
              <a:xfrm>
                <a:off x="3406213" y="3255035"/>
                <a:ext cx="573490" cy="320088"/>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0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协作</a:t>
                </a:r>
                <a:endParaRPr kumimoji="0" lang="zh-CN" altLang="en-US" sz="130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sp>
            <p:nvSpPr>
              <p:cNvPr id="67" name="文本框 66"/>
              <p:cNvSpPr txBox="1"/>
              <p:nvPr/>
            </p:nvSpPr>
            <p:spPr>
              <a:xfrm>
                <a:off x="3158671" y="3584114"/>
                <a:ext cx="1068575" cy="359176"/>
              </a:xfrm>
              <a:prstGeom prst="rect">
                <a:avLst/>
              </a:prstGeom>
              <a:noFill/>
              <a:effectLst/>
            </p:spPr>
            <p:txBody>
              <a:bodyPr wrap="none" lIns="118872" tIns="59436" rIns="118872" bIns="59436">
                <a:spAutoFit/>
              </a:bodyPr>
              <a:lstStyle>
                <a:defPPr>
                  <a:defRPr lang="zh-CN"/>
                </a:defPPr>
                <a:lvl1pPr algn="ctr">
                  <a:defRPr sz="1400" spc="-150">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提升</a:t>
                </a:r>
                <a:r>
                  <a:rPr kumimoji="0" lang="en-US" altLang="zh-CN"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15%</a:t>
                </a:r>
                <a:endPar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sp>
            <p:nvSpPr>
              <p:cNvPr id="68" name="文本框 67"/>
              <p:cNvSpPr txBox="1"/>
              <p:nvPr/>
            </p:nvSpPr>
            <p:spPr>
              <a:xfrm>
                <a:off x="2406335" y="3255035"/>
                <a:ext cx="573490" cy="320088"/>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0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创新</a:t>
                </a:r>
                <a:endParaRPr kumimoji="0" lang="zh-CN" altLang="en-US" sz="130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sp>
            <p:nvSpPr>
              <p:cNvPr id="69" name="文本框 68"/>
              <p:cNvSpPr txBox="1"/>
              <p:nvPr/>
            </p:nvSpPr>
            <p:spPr>
              <a:xfrm>
                <a:off x="2158793" y="3569531"/>
                <a:ext cx="1068576" cy="359176"/>
              </a:xfrm>
              <a:prstGeom prst="rect">
                <a:avLst/>
              </a:prstGeom>
              <a:noFill/>
              <a:effectLst/>
            </p:spPr>
            <p:txBody>
              <a:bodyPr wrap="none" lIns="118872" tIns="59436" rIns="118872" bIns="59436">
                <a:spAutoFit/>
              </a:bodyPr>
              <a:lstStyle>
                <a:defPPr>
                  <a:defRPr lang="zh-CN"/>
                </a:defPPr>
                <a:lvl1pPr algn="ctr">
                  <a:defRPr sz="1400" spc="-150">
                    <a:latin typeface="+mj-ea"/>
                    <a:ea typeface="+mj-ea"/>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增长</a:t>
                </a:r>
                <a:r>
                  <a:rPr kumimoji="0" lang="en-US" altLang="zh-CN"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rPr>
                  <a:t>20%</a:t>
                </a:r>
                <a:endParaRPr kumimoji="0" lang="zh-CN" altLang="en-US" sz="1560" b="1" i="0" u="none" strike="noStrike" kern="1200" cap="none" spc="0" normalizeH="0" baseline="0" noProof="0" dirty="0">
                  <a:ln>
                    <a:noFill/>
                  </a:ln>
                  <a:solidFill>
                    <a:srgbClr val="C00000"/>
                  </a:solidFill>
                  <a:effectLst/>
                  <a:uLnTx/>
                  <a:uFillTx/>
                  <a:latin typeface="思源黑体 CN Bold" panose="020B0800000000000000" pitchFamily="34" charset="-122"/>
                  <a:ea typeface="思源黑体 CN Bold" panose="020B0800000000000000" pitchFamily="34" charset="-122"/>
                </a:endParaRPr>
              </a:p>
            </p:txBody>
          </p:sp>
          <p:cxnSp>
            <p:nvCxnSpPr>
              <p:cNvPr id="70" name="直接连接符 69"/>
              <p:cNvCxnSpPr/>
              <p:nvPr/>
            </p:nvCxnSpPr>
            <p:spPr>
              <a:xfrm>
                <a:off x="2347201" y="3189187"/>
                <a:ext cx="1651264" cy="0"/>
              </a:xfrm>
              <a:prstGeom prst="line">
                <a:avLst/>
              </a:prstGeom>
              <a:ln w="8255">
                <a:solidFill>
                  <a:schemeClr val="tx1">
                    <a:lumMod val="50000"/>
                    <a:lumOff val="50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71" name="文本框 70"/>
              <p:cNvSpPr txBox="1"/>
              <p:nvPr/>
            </p:nvSpPr>
            <p:spPr>
              <a:xfrm>
                <a:off x="2593162" y="2776853"/>
                <a:ext cx="1176219" cy="400110"/>
              </a:xfrm>
              <a:prstGeom prst="rect">
                <a:avLst/>
              </a:prstGeom>
              <a:noFill/>
              <a:effectLst/>
            </p:spPr>
            <p:txBody>
              <a:bodyPr wrap="none" lIns="118872" tIns="59436" rIns="118872" bIns="59436">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820" b="0" i="0" u="none" strike="noStrike" kern="1200" cap="none" normalizeH="0" baseline="0" noProof="0">
                    <a:ln>
                      <a:noFill/>
                    </a:ln>
                    <a:effectLst/>
                    <a:uLnTx/>
                    <a:uFillTx/>
                    <a:latin typeface="思源黑体 CN Bold" panose="020B0800000000000000" pitchFamily="34" charset="-122"/>
                    <a:ea typeface="思源黑体 CN Bold" panose="020B0800000000000000" pitchFamily="34" charset="-122"/>
                  </a:rPr>
                  <a:t>实践能力</a:t>
                </a:r>
                <a:endParaRPr kumimoji="0" lang="zh-CN" altLang="en-US" sz="1820" b="0" i="0" u="none" strike="noStrike" kern="1200" cap="none" normalizeH="0" baseline="0" noProof="0" dirty="0">
                  <a:ln>
                    <a:noFill/>
                  </a:ln>
                  <a:effectLst/>
                  <a:uLnTx/>
                  <a:uFillTx/>
                  <a:latin typeface="思源黑体 CN Bold" panose="020B0800000000000000" pitchFamily="34" charset="-122"/>
                  <a:ea typeface="思源黑体 CN Bold" panose="020B0800000000000000" pitchFamily="34" charset="-122"/>
                </a:endParaRPr>
              </a:p>
            </p:txBody>
          </p:sp>
        </p:grpSp>
      </p:grpSp>
    </p:spTree>
    <p:extLst>
      <p:ext uri="{BB962C8B-B14F-4D97-AF65-F5344CB8AC3E}">
        <p14:creationId xmlns:p14="http://schemas.microsoft.com/office/powerpoint/2010/main" val="3436259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circle(out)">
                                      <p:cBhvr>
                                        <p:cTn id="12" dur="75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arn(inVertical)">
                                      <p:cBhvr>
                                        <p:cTn id="17" dur="75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down)">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5" name="组合 124"/>
          <p:cNvGrpSpPr/>
          <p:nvPr/>
        </p:nvGrpSpPr>
        <p:grpSpPr>
          <a:xfrm>
            <a:off x="531161" y="448447"/>
            <a:ext cx="11129678" cy="4037057"/>
            <a:chOff x="531161" y="448447"/>
            <a:chExt cx="11129678" cy="4037057"/>
          </a:xfrm>
        </p:grpSpPr>
        <p:sp>
          <p:nvSpPr>
            <p:cNvPr id="126" name="任意多边形: 形状 125"/>
            <p:cNvSpPr/>
            <p:nvPr/>
          </p:nvSpPr>
          <p:spPr>
            <a:xfrm>
              <a:off x="1791150" y="2441235"/>
              <a:ext cx="8144701" cy="24062"/>
            </a:xfrm>
            <a:custGeom>
              <a:avLst/>
              <a:gdLst>
                <a:gd name="connsiteX0" fmla="*/ 5958001 w 5966814"/>
                <a:gd name="connsiteY0" fmla="*/ 17628 h 17628"/>
                <a:gd name="connsiteX1" fmla="*/ 8814 w 5966814"/>
                <a:gd name="connsiteY1" fmla="*/ 17628 h 17628"/>
                <a:gd name="connsiteX2" fmla="*/ 0 w 5966814"/>
                <a:gd name="connsiteY2" fmla="*/ 8814 h 17628"/>
                <a:gd name="connsiteX3" fmla="*/ 8814 w 5966814"/>
                <a:gd name="connsiteY3" fmla="*/ 0 h 17628"/>
                <a:gd name="connsiteX4" fmla="*/ 5958001 w 5966814"/>
                <a:gd name="connsiteY4" fmla="*/ 0 h 17628"/>
                <a:gd name="connsiteX5" fmla="*/ 5966815 w 5966814"/>
                <a:gd name="connsiteY5" fmla="*/ 8814 h 17628"/>
                <a:gd name="connsiteX6" fmla="*/ 5958001 w 5966814"/>
                <a:gd name="connsiteY6" fmla="*/ 17628 h 17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66814" h="17628">
                  <a:moveTo>
                    <a:pt x="5958001" y="17628"/>
                  </a:moveTo>
                  <a:lnTo>
                    <a:pt x="8814" y="17628"/>
                  </a:lnTo>
                  <a:cubicBezTo>
                    <a:pt x="3937" y="17628"/>
                    <a:pt x="0" y="13691"/>
                    <a:pt x="0" y="8814"/>
                  </a:cubicBezTo>
                  <a:cubicBezTo>
                    <a:pt x="0" y="3937"/>
                    <a:pt x="3937" y="0"/>
                    <a:pt x="8814" y="0"/>
                  </a:cubicBezTo>
                  <a:lnTo>
                    <a:pt x="5958001" y="0"/>
                  </a:lnTo>
                  <a:cubicBezTo>
                    <a:pt x="5962877" y="0"/>
                    <a:pt x="5966815" y="3937"/>
                    <a:pt x="5966815" y="8814"/>
                  </a:cubicBezTo>
                  <a:cubicBezTo>
                    <a:pt x="5966815" y="13691"/>
                    <a:pt x="5962877" y="17628"/>
                    <a:pt x="5958001" y="17628"/>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27" name="任意多边形: 形状 126"/>
            <p:cNvSpPr/>
            <p:nvPr/>
          </p:nvSpPr>
          <p:spPr>
            <a:xfrm>
              <a:off x="1528938" y="2595978"/>
              <a:ext cx="8313132" cy="1291160"/>
            </a:xfrm>
            <a:custGeom>
              <a:avLst/>
              <a:gdLst>
                <a:gd name="connsiteX0" fmla="*/ 3862090 w 6090207"/>
                <a:gd name="connsiteY0" fmla="*/ 945906 h 945905"/>
                <a:gd name="connsiteX1" fmla="*/ 3631162 w 6090207"/>
                <a:gd name="connsiteY1" fmla="*/ 942174 h 945905"/>
                <a:gd name="connsiteX2" fmla="*/ 5123 w 6090207"/>
                <a:gd name="connsiteY2" fmla="*/ 16818 h 945905"/>
                <a:gd name="connsiteX3" fmla="*/ 804 w 6090207"/>
                <a:gd name="connsiteY3" fmla="*/ 5124 h 945905"/>
                <a:gd name="connsiteX4" fmla="*/ 12497 w 6090207"/>
                <a:gd name="connsiteY4" fmla="*/ 835 h 945905"/>
                <a:gd name="connsiteX5" fmla="*/ 3631720 w 6090207"/>
                <a:gd name="connsiteY5" fmla="*/ 924576 h 945905"/>
                <a:gd name="connsiteX6" fmla="*/ 6078176 w 6090207"/>
                <a:gd name="connsiteY6" fmla="*/ 535730 h 945905"/>
                <a:gd name="connsiteX7" fmla="*/ 6089605 w 6090207"/>
                <a:gd name="connsiteY7" fmla="*/ 540724 h 945905"/>
                <a:gd name="connsiteX8" fmla="*/ 6084610 w 6090207"/>
                <a:gd name="connsiteY8" fmla="*/ 552153 h 945905"/>
                <a:gd name="connsiteX9" fmla="*/ 3862090 w 6090207"/>
                <a:gd name="connsiteY9" fmla="*/ 945906 h 94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90207" h="945905">
                  <a:moveTo>
                    <a:pt x="3862090" y="945906"/>
                  </a:moveTo>
                  <a:cubicBezTo>
                    <a:pt x="3786466" y="945906"/>
                    <a:pt x="3709548" y="944701"/>
                    <a:pt x="3631162" y="942174"/>
                  </a:cubicBezTo>
                  <a:cubicBezTo>
                    <a:pt x="2473996" y="905009"/>
                    <a:pt x="1254014" y="593667"/>
                    <a:pt x="5123" y="16818"/>
                  </a:cubicBezTo>
                  <a:cubicBezTo>
                    <a:pt x="716" y="14790"/>
                    <a:pt x="-1223" y="9531"/>
                    <a:pt x="804" y="5124"/>
                  </a:cubicBezTo>
                  <a:cubicBezTo>
                    <a:pt x="2861" y="717"/>
                    <a:pt x="8090" y="-1251"/>
                    <a:pt x="12497" y="835"/>
                  </a:cubicBezTo>
                  <a:cubicBezTo>
                    <a:pt x="1259215" y="576686"/>
                    <a:pt x="2476904" y="887469"/>
                    <a:pt x="3631720" y="924576"/>
                  </a:cubicBezTo>
                  <a:cubicBezTo>
                    <a:pt x="4740557" y="960155"/>
                    <a:pt x="5574160" y="732782"/>
                    <a:pt x="6078176" y="535730"/>
                  </a:cubicBezTo>
                  <a:cubicBezTo>
                    <a:pt x="6082701" y="533967"/>
                    <a:pt x="6087813" y="536200"/>
                    <a:pt x="6089605" y="540724"/>
                  </a:cubicBezTo>
                  <a:cubicBezTo>
                    <a:pt x="6091368" y="545249"/>
                    <a:pt x="6089135" y="550361"/>
                    <a:pt x="6084610" y="552153"/>
                  </a:cubicBezTo>
                  <a:cubicBezTo>
                    <a:pt x="5614704" y="735838"/>
                    <a:pt x="4859194" y="945906"/>
                    <a:pt x="3862090" y="945906"/>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28" name="任意多边形: 形状 127"/>
            <p:cNvSpPr/>
            <p:nvPr/>
          </p:nvSpPr>
          <p:spPr>
            <a:xfrm>
              <a:off x="1528929" y="1019447"/>
              <a:ext cx="8313099" cy="1291129"/>
            </a:xfrm>
            <a:custGeom>
              <a:avLst/>
              <a:gdLst>
                <a:gd name="connsiteX0" fmla="*/ 8830 w 6090182"/>
                <a:gd name="connsiteY0" fmla="*/ 945882 h 945882"/>
                <a:gd name="connsiteX1" fmla="*/ 809 w 6090182"/>
                <a:gd name="connsiteY1" fmla="*/ 940770 h 945882"/>
                <a:gd name="connsiteX2" fmla="*/ 5128 w 6090182"/>
                <a:gd name="connsiteY2" fmla="*/ 929077 h 945882"/>
                <a:gd name="connsiteX3" fmla="*/ 3631167 w 6090182"/>
                <a:gd name="connsiteY3" fmla="*/ 3720 h 945882"/>
                <a:gd name="connsiteX4" fmla="*/ 6084586 w 6090182"/>
                <a:gd name="connsiteY4" fmla="*/ 393771 h 945882"/>
                <a:gd name="connsiteX5" fmla="*/ 6089580 w 6090182"/>
                <a:gd name="connsiteY5" fmla="*/ 405200 h 945882"/>
                <a:gd name="connsiteX6" fmla="*/ 6078152 w 6090182"/>
                <a:gd name="connsiteY6" fmla="*/ 410194 h 945882"/>
                <a:gd name="connsiteX7" fmla="*/ 3631696 w 6090182"/>
                <a:gd name="connsiteY7" fmla="*/ 21348 h 945882"/>
                <a:gd name="connsiteX8" fmla="*/ 12473 w 6090182"/>
                <a:gd name="connsiteY8" fmla="*/ 945089 h 945882"/>
                <a:gd name="connsiteX9" fmla="*/ 8830 w 6090182"/>
                <a:gd name="connsiteY9" fmla="*/ 945882 h 945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90182" h="945882">
                  <a:moveTo>
                    <a:pt x="8830" y="945882"/>
                  </a:moveTo>
                  <a:cubicBezTo>
                    <a:pt x="5510" y="945882"/>
                    <a:pt x="2307" y="944002"/>
                    <a:pt x="809" y="940770"/>
                  </a:cubicBezTo>
                  <a:cubicBezTo>
                    <a:pt x="-1218" y="936363"/>
                    <a:pt x="691" y="931104"/>
                    <a:pt x="5128" y="929077"/>
                  </a:cubicBezTo>
                  <a:cubicBezTo>
                    <a:pt x="1254019" y="352227"/>
                    <a:pt x="2474001" y="40915"/>
                    <a:pt x="3631167" y="3720"/>
                  </a:cubicBezTo>
                  <a:cubicBezTo>
                    <a:pt x="4743059" y="-31977"/>
                    <a:pt x="5579071" y="196101"/>
                    <a:pt x="6084586" y="393771"/>
                  </a:cubicBezTo>
                  <a:cubicBezTo>
                    <a:pt x="6089110" y="395534"/>
                    <a:pt x="6091343" y="400646"/>
                    <a:pt x="6089580" y="405200"/>
                  </a:cubicBezTo>
                  <a:cubicBezTo>
                    <a:pt x="6087818" y="409724"/>
                    <a:pt x="6082676" y="411957"/>
                    <a:pt x="6078152" y="410194"/>
                  </a:cubicBezTo>
                  <a:cubicBezTo>
                    <a:pt x="5574135" y="213142"/>
                    <a:pt x="4740444" y="-14261"/>
                    <a:pt x="3631696" y="21348"/>
                  </a:cubicBezTo>
                  <a:cubicBezTo>
                    <a:pt x="2476880" y="58455"/>
                    <a:pt x="1259219" y="369238"/>
                    <a:pt x="12473" y="945089"/>
                  </a:cubicBezTo>
                  <a:cubicBezTo>
                    <a:pt x="11327" y="945618"/>
                    <a:pt x="10064" y="945882"/>
                    <a:pt x="8830" y="945882"/>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29" name="任意多边形: 形状 128"/>
            <p:cNvSpPr/>
            <p:nvPr/>
          </p:nvSpPr>
          <p:spPr>
            <a:xfrm>
              <a:off x="4880735" y="448447"/>
              <a:ext cx="1188701" cy="713272"/>
            </a:xfrm>
            <a:custGeom>
              <a:avLst/>
              <a:gdLst>
                <a:gd name="connsiteX0" fmla="*/ 214696 w 870843"/>
                <a:gd name="connsiteY0" fmla="*/ 522544 h 522544"/>
                <a:gd name="connsiteX1" fmla="*/ 870843 w 870843"/>
                <a:gd name="connsiteY1" fmla="*/ 446920 h 522544"/>
                <a:gd name="connsiteX2" fmla="*/ 47641 w 870843"/>
                <a:gd name="connsiteY2" fmla="*/ 2986 h 522544"/>
                <a:gd name="connsiteX3" fmla="*/ 3042 w 870843"/>
                <a:gd name="connsiteY3" fmla="*/ 47908 h 522544"/>
                <a:gd name="connsiteX4" fmla="*/ 214696 w 870843"/>
                <a:gd name="connsiteY4" fmla="*/ 522544 h 5225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0843" h="522544">
                  <a:moveTo>
                    <a:pt x="214696" y="522544"/>
                  </a:moveTo>
                  <a:cubicBezTo>
                    <a:pt x="440953" y="487082"/>
                    <a:pt x="659717" y="462344"/>
                    <a:pt x="870843" y="446920"/>
                  </a:cubicBezTo>
                  <a:cubicBezTo>
                    <a:pt x="613326" y="280775"/>
                    <a:pt x="337094" y="130789"/>
                    <a:pt x="47641" y="2986"/>
                  </a:cubicBezTo>
                  <a:cubicBezTo>
                    <a:pt x="19289" y="-9530"/>
                    <a:pt x="-9562" y="19586"/>
                    <a:pt x="3042" y="47908"/>
                  </a:cubicBezTo>
                  <a:lnTo>
                    <a:pt x="214696" y="522544"/>
                  </a:ln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0" name="任意多边形: 形状 129"/>
            <p:cNvSpPr/>
            <p:nvPr/>
          </p:nvSpPr>
          <p:spPr>
            <a:xfrm>
              <a:off x="2621322" y="3149790"/>
              <a:ext cx="819820" cy="594607"/>
            </a:xfrm>
            <a:custGeom>
              <a:avLst/>
              <a:gdLst>
                <a:gd name="connsiteX0" fmla="*/ 178967 w 600601"/>
                <a:gd name="connsiteY0" fmla="*/ 0 h 435609"/>
                <a:gd name="connsiteX1" fmla="*/ 600602 w 600601"/>
                <a:gd name="connsiteY1" fmla="*/ 141289 h 435609"/>
                <a:gd name="connsiteX2" fmla="*/ 39705 w 600601"/>
                <a:gd name="connsiteY2" fmla="*/ 433122 h 435609"/>
                <a:gd name="connsiteX3" fmla="*/ 2539 w 600601"/>
                <a:gd name="connsiteY3" fmla="*/ 395692 h 435609"/>
                <a:gd name="connsiteX4" fmla="*/ 178967 w 600601"/>
                <a:gd name="connsiteY4" fmla="*/ 0 h 435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601" h="435609">
                  <a:moveTo>
                    <a:pt x="178967" y="0"/>
                  </a:moveTo>
                  <a:cubicBezTo>
                    <a:pt x="339735" y="51239"/>
                    <a:pt x="429081" y="93869"/>
                    <a:pt x="600602" y="141289"/>
                  </a:cubicBezTo>
                  <a:cubicBezTo>
                    <a:pt x="418122" y="262658"/>
                    <a:pt x="281005" y="326590"/>
                    <a:pt x="39705" y="433122"/>
                  </a:cubicBezTo>
                  <a:cubicBezTo>
                    <a:pt x="16084" y="443552"/>
                    <a:pt x="-7979" y="419284"/>
                    <a:pt x="2539" y="395692"/>
                  </a:cubicBezTo>
                  <a:lnTo>
                    <a:pt x="178967" y="0"/>
                  </a:ln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grpSp>
          <p:nvGrpSpPr>
            <p:cNvPr id="131" name="图形 7"/>
            <p:cNvGrpSpPr/>
            <p:nvPr>
              <p:custDataLst>
                <p:tags r:id="rId9"/>
              </p:custDataLst>
            </p:nvPr>
          </p:nvGrpSpPr>
          <p:grpSpPr>
            <a:xfrm>
              <a:off x="9052728" y="660879"/>
              <a:ext cx="2608111" cy="3584816"/>
              <a:chOff x="8803312" y="1673043"/>
              <a:chExt cx="2608111" cy="3584816"/>
            </a:xfrm>
            <a:effectLst/>
          </p:grpSpPr>
          <p:sp>
            <p:nvSpPr>
              <p:cNvPr id="183" name="任意多边形: 形状 182"/>
              <p:cNvSpPr/>
              <p:nvPr>
                <p:custDataLst>
                  <p:tags r:id="rId14"/>
                </p:custDataLst>
              </p:nvPr>
            </p:nvSpPr>
            <p:spPr>
              <a:xfrm>
                <a:off x="8803312" y="1673043"/>
                <a:ext cx="2608111" cy="3584816"/>
              </a:xfrm>
              <a:custGeom>
                <a:avLst/>
                <a:gdLst>
                  <a:gd name="connsiteX0" fmla="*/ 1910704 w 1910704"/>
                  <a:gd name="connsiteY0" fmla="*/ 1313105 h 2626239"/>
                  <a:gd name="connsiteX1" fmla="*/ 47651 w 1910704"/>
                  <a:gd name="connsiteY1" fmla="*/ 2986 h 2626239"/>
                  <a:gd name="connsiteX2" fmla="*/ 3052 w 1910704"/>
                  <a:gd name="connsiteY2" fmla="*/ 47908 h 2626239"/>
                  <a:gd name="connsiteX3" fmla="*/ 486061 w 1910704"/>
                  <a:gd name="connsiteY3" fmla="*/ 1131036 h 2626239"/>
                  <a:gd name="connsiteX4" fmla="*/ 486061 w 1910704"/>
                  <a:gd name="connsiteY4" fmla="*/ 1495203 h 2626239"/>
                  <a:gd name="connsiteX5" fmla="*/ 3052 w 1910704"/>
                  <a:gd name="connsiteY5" fmla="*/ 2578332 h 2626239"/>
                  <a:gd name="connsiteX6" fmla="*/ 47651 w 1910704"/>
                  <a:gd name="connsiteY6" fmla="*/ 2623254 h 2626239"/>
                  <a:gd name="connsiteX7" fmla="*/ 1910704 w 1910704"/>
                  <a:gd name="connsiteY7" fmla="*/ 1313105 h 262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0704" h="2626239">
                    <a:moveTo>
                      <a:pt x="1910704" y="1313105"/>
                    </a:moveTo>
                    <a:cubicBezTo>
                      <a:pt x="1436950" y="797542"/>
                      <a:pt x="785004" y="328547"/>
                      <a:pt x="47651" y="2986"/>
                    </a:cubicBezTo>
                    <a:cubicBezTo>
                      <a:pt x="19299" y="-9530"/>
                      <a:pt x="-9552" y="19586"/>
                      <a:pt x="3052" y="47908"/>
                    </a:cubicBezTo>
                    <a:lnTo>
                      <a:pt x="486061" y="1131036"/>
                    </a:lnTo>
                    <a:cubicBezTo>
                      <a:pt x="537741" y="1246912"/>
                      <a:pt x="537741" y="1379299"/>
                      <a:pt x="486061" y="1495203"/>
                    </a:cubicBezTo>
                    <a:lnTo>
                      <a:pt x="3052" y="2578332"/>
                    </a:lnTo>
                    <a:cubicBezTo>
                      <a:pt x="-9582" y="2606654"/>
                      <a:pt x="19299" y="2635770"/>
                      <a:pt x="47651" y="2623254"/>
                    </a:cubicBezTo>
                    <a:cubicBezTo>
                      <a:pt x="785004" y="2297692"/>
                      <a:pt x="1436950" y="1828668"/>
                      <a:pt x="1910704" y="1313105"/>
                    </a:cubicBezTo>
                    <a:close/>
                  </a:path>
                </a:pathLst>
              </a:custGeom>
              <a:solidFill>
                <a:schemeClr val="accent1"/>
              </a:solidFill>
              <a:ln>
                <a:noFill/>
              </a:ln>
              <a:effectLst/>
            </p:spPr>
            <p:txBody>
              <a:bodyPr vert="horz" wrap="square" lIns="93612" tIns="46806" rIns="93612" bIns="46806" numCol="1" anchor="t" anchorCtr="0" compatLnSpc="1"/>
              <a:lstStyle/>
              <a:p>
                <a:endParaRPr lang="zh-CN" altLang="en-US" sz="1845">
                  <a:solidFill>
                    <a:prstClr val="black"/>
                  </a:solidFill>
                  <a:latin typeface="思源黑体 CN Bold" panose="020B0800000000000000" pitchFamily="34" charset="-122"/>
                  <a:ea typeface="思源黑体 CN Bold" panose="020B0800000000000000" pitchFamily="34" charset="-122"/>
                </a:endParaRPr>
              </a:p>
            </p:txBody>
          </p:sp>
          <p:grpSp>
            <p:nvGrpSpPr>
              <p:cNvPr id="184" name="图形 7"/>
              <p:cNvGrpSpPr/>
              <p:nvPr/>
            </p:nvGrpSpPr>
            <p:grpSpPr>
              <a:xfrm>
                <a:off x="10430641" y="3324782"/>
                <a:ext cx="280884" cy="280884"/>
                <a:chOff x="10430641" y="3324782"/>
                <a:chExt cx="280884" cy="280884"/>
              </a:xfrm>
            </p:grpSpPr>
            <p:sp>
              <p:nvSpPr>
                <p:cNvPr id="185" name="任意多边形: 形状 184"/>
                <p:cNvSpPr/>
                <p:nvPr>
                  <p:custDataLst>
                    <p:tags r:id="rId15"/>
                  </p:custDataLst>
                </p:nvPr>
              </p:nvSpPr>
              <p:spPr>
                <a:xfrm rot="18900000">
                  <a:off x="10430641" y="3324782"/>
                  <a:ext cx="280884" cy="280884"/>
                </a:xfrm>
                <a:custGeom>
                  <a:avLst/>
                  <a:gdLst>
                    <a:gd name="connsiteX0" fmla="*/ 205777 w 205776"/>
                    <a:gd name="connsiteY0" fmla="*/ 102888 h 205776"/>
                    <a:gd name="connsiteX1" fmla="*/ 102889 w 205776"/>
                    <a:gd name="connsiteY1" fmla="*/ 205777 h 205776"/>
                    <a:gd name="connsiteX2" fmla="*/ 0 w 205776"/>
                    <a:gd name="connsiteY2" fmla="*/ 102888 h 205776"/>
                    <a:gd name="connsiteX3" fmla="*/ 102889 w 205776"/>
                    <a:gd name="connsiteY3" fmla="*/ 0 h 205776"/>
                    <a:gd name="connsiteX4" fmla="*/ 205777 w 205776"/>
                    <a:gd name="connsiteY4" fmla="*/ 102888 h 205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776" h="205776">
                      <a:moveTo>
                        <a:pt x="205777" y="102888"/>
                      </a:moveTo>
                      <a:cubicBezTo>
                        <a:pt x="205777" y="159712"/>
                        <a:pt x="159712" y="205777"/>
                        <a:pt x="102889" y="205777"/>
                      </a:cubicBezTo>
                      <a:cubicBezTo>
                        <a:pt x="46065" y="205777"/>
                        <a:pt x="0" y="159712"/>
                        <a:pt x="0" y="102888"/>
                      </a:cubicBezTo>
                      <a:cubicBezTo>
                        <a:pt x="0" y="46065"/>
                        <a:pt x="46065" y="0"/>
                        <a:pt x="102889" y="0"/>
                      </a:cubicBezTo>
                      <a:cubicBezTo>
                        <a:pt x="159712" y="0"/>
                        <a:pt x="205777" y="46065"/>
                        <a:pt x="205777" y="102888"/>
                      </a:cubicBezTo>
                      <a:close/>
                    </a:path>
                  </a:pathLst>
                </a:custGeom>
                <a:solidFill>
                  <a:schemeClr val="accent1">
                    <a:lumMod val="20000"/>
                    <a:lumOff val="80000"/>
                  </a:schemeClr>
                </a:solidFill>
                <a:ln>
                  <a:noFill/>
                </a:ln>
                <a:effectLst>
                  <a:outerShdw blurRad="346710" sx="102000" sy="102000" algn="ctr" rotWithShape="0">
                    <a:srgbClr val="EA6C4C">
                      <a:alpha val="40000"/>
                    </a:srgbClr>
                  </a:outerShdw>
                </a:effectLst>
              </p:spPr>
              <p:txBody>
                <a:bodyPr vert="horz" wrap="square" lIns="93612" tIns="46806" rIns="93612" bIns="46806" numCol="1" anchor="t" anchorCtr="0" compatLnSpc="1"/>
                <a:lstStyle/>
                <a:p>
                  <a:endParaRPr lang="zh-CN" altLang="en-US" sz="1845">
                    <a:solidFill>
                      <a:prstClr val="black"/>
                    </a:solidFill>
                    <a:latin typeface="思源黑体 CN Bold" panose="020B0800000000000000" pitchFamily="34" charset="-122"/>
                    <a:ea typeface="思源黑体 CN Bold" panose="020B0800000000000000" pitchFamily="34" charset="-122"/>
                  </a:endParaRPr>
                </a:p>
              </p:txBody>
            </p:sp>
            <p:sp>
              <p:nvSpPr>
                <p:cNvPr id="186" name="任意多边形: 形状 185"/>
                <p:cNvSpPr/>
                <p:nvPr>
                  <p:custDataLst>
                    <p:tags r:id="rId16"/>
                  </p:custDataLst>
                </p:nvPr>
              </p:nvSpPr>
              <p:spPr>
                <a:xfrm>
                  <a:off x="10482819" y="3377161"/>
                  <a:ext cx="176536" cy="176536"/>
                </a:xfrm>
                <a:custGeom>
                  <a:avLst/>
                  <a:gdLst>
                    <a:gd name="connsiteX0" fmla="*/ 129332 w 129331"/>
                    <a:gd name="connsiteY0" fmla="*/ 64666 h 129331"/>
                    <a:gd name="connsiteX1" fmla="*/ 64666 w 129331"/>
                    <a:gd name="connsiteY1" fmla="*/ 129331 h 129331"/>
                    <a:gd name="connsiteX2" fmla="*/ 0 w 129331"/>
                    <a:gd name="connsiteY2" fmla="*/ 64666 h 129331"/>
                    <a:gd name="connsiteX3" fmla="*/ 64666 w 129331"/>
                    <a:gd name="connsiteY3" fmla="*/ 0 h 129331"/>
                    <a:gd name="connsiteX4" fmla="*/ 129332 w 129331"/>
                    <a:gd name="connsiteY4" fmla="*/ 64666 h 129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331" h="129331">
                      <a:moveTo>
                        <a:pt x="129332" y="64666"/>
                      </a:moveTo>
                      <a:cubicBezTo>
                        <a:pt x="129332" y="100379"/>
                        <a:pt x="100380" y="129331"/>
                        <a:pt x="64666" y="129331"/>
                      </a:cubicBezTo>
                      <a:cubicBezTo>
                        <a:pt x="28952" y="129331"/>
                        <a:pt x="0" y="100380"/>
                        <a:pt x="0" y="64666"/>
                      </a:cubicBezTo>
                      <a:cubicBezTo>
                        <a:pt x="0" y="28952"/>
                        <a:pt x="28952" y="0"/>
                        <a:pt x="64666" y="0"/>
                      </a:cubicBezTo>
                      <a:cubicBezTo>
                        <a:pt x="100380" y="0"/>
                        <a:pt x="129332" y="28952"/>
                        <a:pt x="129332" y="64666"/>
                      </a:cubicBezTo>
                      <a:close/>
                    </a:path>
                  </a:pathLst>
                </a:custGeom>
                <a:solidFill>
                  <a:schemeClr val="accent1">
                    <a:lumMod val="75000"/>
                  </a:schemeClr>
                </a:solidFill>
                <a:ln>
                  <a:noFill/>
                </a:ln>
                <a:effectLst>
                  <a:outerShdw blurRad="346710" sx="102000" sy="102000" algn="ctr" rotWithShape="0">
                    <a:srgbClr val="EA6C4C">
                      <a:alpha val="40000"/>
                    </a:srgbClr>
                  </a:outerShdw>
                </a:effectLst>
              </p:spPr>
              <p:txBody>
                <a:bodyPr vert="horz" wrap="square" lIns="93612" tIns="46806" rIns="93612" bIns="46806" numCol="1" anchor="t" anchorCtr="0" compatLnSpc="1"/>
                <a:lstStyle/>
                <a:p>
                  <a:endParaRPr lang="zh-CN" altLang="en-US" sz="1845">
                    <a:solidFill>
                      <a:prstClr val="black"/>
                    </a:solidFill>
                    <a:latin typeface="思源黑体 CN Bold" panose="020B0800000000000000" pitchFamily="34" charset="-122"/>
                    <a:ea typeface="思源黑体 CN Bold" panose="020B0800000000000000" pitchFamily="34" charset="-122"/>
                  </a:endParaRPr>
                </a:p>
              </p:txBody>
            </p:sp>
          </p:grpSp>
        </p:grpSp>
        <p:pic>
          <p:nvPicPr>
            <p:cNvPr id="132" name="图片 131"/>
            <p:cNvPicPr>
              <a:picLocks noChangeAspect="1" noChangeArrowheads="1"/>
            </p:cNvPicPr>
            <p:nvPr/>
          </p:nvPicPr>
          <p:blipFill>
            <a:blip r:embed="rId18">
              <a:extLst>
                <a:ext uri="{28A0092B-C50C-407E-A947-70E740481C1C}">
                  <a14:useLocalDpi xmlns:a14="http://schemas.microsoft.com/office/drawing/2010/main" val="0"/>
                </a:ext>
              </a:extLst>
            </a:blip>
            <a:srcRect l="23682" t="10470" r="23682" b="10470"/>
            <a:stretch>
              <a:fillRect/>
            </a:stretch>
          </p:blipFill>
          <p:spPr bwMode="auto">
            <a:xfrm>
              <a:off x="6258454" y="3453321"/>
              <a:ext cx="1032183" cy="1032183"/>
            </a:xfrm>
            <a:custGeom>
              <a:avLst/>
              <a:gdLst>
                <a:gd name="connsiteX0" fmla="*/ 516092 w 1032183"/>
                <a:gd name="connsiteY0" fmla="*/ 0 h 1032183"/>
                <a:gd name="connsiteX1" fmla="*/ 881023 w 1032183"/>
                <a:gd name="connsiteY1" fmla="*/ 151160 h 1032183"/>
                <a:gd name="connsiteX2" fmla="*/ 881024 w 1032183"/>
                <a:gd name="connsiteY2" fmla="*/ 881024 h 1032183"/>
                <a:gd name="connsiteX3" fmla="*/ 151160 w 1032183"/>
                <a:gd name="connsiteY3" fmla="*/ 881024 h 1032183"/>
                <a:gd name="connsiteX4" fmla="*/ 151161 w 1032183"/>
                <a:gd name="connsiteY4" fmla="*/ 151160 h 1032183"/>
                <a:gd name="connsiteX5" fmla="*/ 516092 w 1032183"/>
                <a:gd name="connsiteY5" fmla="*/ 0 h 1032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2183" h="1032183">
                  <a:moveTo>
                    <a:pt x="516092" y="0"/>
                  </a:moveTo>
                  <a:cubicBezTo>
                    <a:pt x="648171" y="0"/>
                    <a:pt x="780250" y="50387"/>
                    <a:pt x="881023" y="151160"/>
                  </a:cubicBezTo>
                  <a:cubicBezTo>
                    <a:pt x="1082570" y="352706"/>
                    <a:pt x="1082571" y="679477"/>
                    <a:pt x="881024" y="881024"/>
                  </a:cubicBezTo>
                  <a:cubicBezTo>
                    <a:pt x="679478" y="1082570"/>
                    <a:pt x="352706" y="1082570"/>
                    <a:pt x="151160" y="881024"/>
                  </a:cubicBezTo>
                  <a:cubicBezTo>
                    <a:pt x="-50387" y="679477"/>
                    <a:pt x="-50386" y="352706"/>
                    <a:pt x="151161" y="151160"/>
                  </a:cubicBezTo>
                  <a:cubicBezTo>
                    <a:pt x="251934" y="50387"/>
                    <a:pt x="384013" y="0"/>
                    <a:pt x="516092" y="0"/>
                  </a:cubicBezTo>
                  <a:close/>
                </a:path>
              </a:pathLst>
            </a:custGeom>
            <a:noFill/>
            <a:extLst>
              <a:ext uri="{909E8E84-426E-40DD-AFC4-6F175D3DCCD1}">
                <a14:hiddenFill xmlns:a14="http://schemas.microsoft.com/office/drawing/2010/main">
                  <a:solidFill>
                    <a:srgbClr val="FFFFFF"/>
                  </a:solidFill>
                </a14:hiddenFill>
              </a:ext>
            </a:extLst>
          </p:spPr>
        </p:pic>
        <p:pic>
          <p:nvPicPr>
            <p:cNvPr id="133" name="图片 132"/>
            <p:cNvPicPr>
              <a:picLocks noChangeAspect="1" noChangeArrowheads="1"/>
            </p:cNvPicPr>
            <p:nvPr/>
          </p:nvPicPr>
          <p:blipFill>
            <a:blip r:embed="rId19">
              <a:extLst>
                <a:ext uri="{28A0092B-C50C-407E-A947-70E740481C1C}">
                  <a14:useLocalDpi xmlns:a14="http://schemas.microsoft.com/office/drawing/2010/main" val="0"/>
                </a:ext>
              </a:extLst>
            </a:blip>
            <a:srcRect l="14391" t="8976" r="14391" b="8976"/>
            <a:stretch>
              <a:fillRect/>
            </a:stretch>
          </p:blipFill>
          <p:spPr bwMode="auto">
            <a:xfrm>
              <a:off x="6258464" y="514508"/>
              <a:ext cx="1032183" cy="1032183"/>
            </a:xfrm>
            <a:custGeom>
              <a:avLst/>
              <a:gdLst>
                <a:gd name="connsiteX0" fmla="*/ 516092 w 1032183"/>
                <a:gd name="connsiteY0" fmla="*/ 0 h 1032183"/>
                <a:gd name="connsiteX1" fmla="*/ 881023 w 1032183"/>
                <a:gd name="connsiteY1" fmla="*/ 151160 h 1032183"/>
                <a:gd name="connsiteX2" fmla="*/ 881024 w 1032183"/>
                <a:gd name="connsiteY2" fmla="*/ 881024 h 1032183"/>
                <a:gd name="connsiteX3" fmla="*/ 151160 w 1032183"/>
                <a:gd name="connsiteY3" fmla="*/ 881024 h 1032183"/>
                <a:gd name="connsiteX4" fmla="*/ 151161 w 1032183"/>
                <a:gd name="connsiteY4" fmla="*/ 151160 h 1032183"/>
                <a:gd name="connsiteX5" fmla="*/ 516092 w 1032183"/>
                <a:gd name="connsiteY5" fmla="*/ 0 h 1032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2183" h="1032183">
                  <a:moveTo>
                    <a:pt x="516092" y="0"/>
                  </a:moveTo>
                  <a:cubicBezTo>
                    <a:pt x="648171" y="0"/>
                    <a:pt x="780250" y="50387"/>
                    <a:pt x="881023" y="151160"/>
                  </a:cubicBezTo>
                  <a:cubicBezTo>
                    <a:pt x="1082570" y="352706"/>
                    <a:pt x="1082571" y="679477"/>
                    <a:pt x="881024" y="881024"/>
                  </a:cubicBezTo>
                  <a:cubicBezTo>
                    <a:pt x="679478" y="1082570"/>
                    <a:pt x="352706" y="1082570"/>
                    <a:pt x="151160" y="881024"/>
                  </a:cubicBezTo>
                  <a:cubicBezTo>
                    <a:pt x="-50387" y="679477"/>
                    <a:pt x="-50386" y="352706"/>
                    <a:pt x="151161" y="151160"/>
                  </a:cubicBezTo>
                  <a:cubicBezTo>
                    <a:pt x="251934" y="50387"/>
                    <a:pt x="384013" y="0"/>
                    <a:pt x="516092" y="0"/>
                  </a:cubicBezTo>
                  <a:close/>
                </a:path>
              </a:pathLst>
            </a:custGeom>
            <a:noFill/>
            <a:extLst>
              <a:ext uri="{909E8E84-426E-40DD-AFC4-6F175D3DCCD1}">
                <a14:hiddenFill xmlns:a14="http://schemas.microsoft.com/office/drawing/2010/main">
                  <a:solidFill>
                    <a:srgbClr val="FFFFFF"/>
                  </a:solidFill>
                </a14:hiddenFill>
              </a:ext>
            </a:extLst>
          </p:spPr>
        </p:pic>
        <p:sp>
          <p:nvSpPr>
            <p:cNvPr id="134" name="任意多边形: 形状 133"/>
            <p:cNvSpPr/>
            <p:nvPr/>
          </p:nvSpPr>
          <p:spPr>
            <a:xfrm rot="17562349">
              <a:off x="4181191" y="3176888"/>
              <a:ext cx="732218" cy="732218"/>
            </a:xfrm>
            <a:custGeom>
              <a:avLst/>
              <a:gdLst>
                <a:gd name="connsiteX0" fmla="*/ 536423 w 536423"/>
                <a:gd name="connsiteY0" fmla="*/ 268212 h 536423"/>
                <a:gd name="connsiteX1" fmla="*/ 268212 w 536423"/>
                <a:gd name="connsiteY1" fmla="*/ 536423 h 536423"/>
                <a:gd name="connsiteX2" fmla="*/ 0 w 536423"/>
                <a:gd name="connsiteY2" fmla="*/ 268212 h 536423"/>
                <a:gd name="connsiteX3" fmla="*/ 268212 w 536423"/>
                <a:gd name="connsiteY3" fmla="*/ 0 h 536423"/>
                <a:gd name="connsiteX4" fmla="*/ 536423 w 536423"/>
                <a:gd name="connsiteY4" fmla="*/ 268212 h 536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423" h="536423">
                  <a:moveTo>
                    <a:pt x="536423" y="268212"/>
                  </a:moveTo>
                  <a:cubicBezTo>
                    <a:pt x="536423" y="416341"/>
                    <a:pt x="416341" y="536423"/>
                    <a:pt x="268212" y="536423"/>
                  </a:cubicBezTo>
                  <a:cubicBezTo>
                    <a:pt x="120082" y="536423"/>
                    <a:pt x="0" y="416341"/>
                    <a:pt x="0" y="268212"/>
                  </a:cubicBezTo>
                  <a:cubicBezTo>
                    <a:pt x="0" y="120083"/>
                    <a:pt x="120082" y="0"/>
                    <a:pt x="268212" y="0"/>
                  </a:cubicBezTo>
                  <a:cubicBezTo>
                    <a:pt x="416341" y="0"/>
                    <a:pt x="536423" y="120083"/>
                    <a:pt x="536423" y="268212"/>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5" name="任意多边形: 形状 134"/>
            <p:cNvSpPr/>
            <p:nvPr/>
          </p:nvSpPr>
          <p:spPr>
            <a:xfrm rot="16234071">
              <a:off x="4181188" y="994607"/>
              <a:ext cx="732253" cy="732251"/>
            </a:xfrm>
            <a:custGeom>
              <a:avLst/>
              <a:gdLst>
                <a:gd name="connsiteX0" fmla="*/ 536449 w 536449"/>
                <a:gd name="connsiteY0" fmla="*/ 268224 h 536448"/>
                <a:gd name="connsiteX1" fmla="*/ 268224 w 536449"/>
                <a:gd name="connsiteY1" fmla="*/ 536449 h 536448"/>
                <a:gd name="connsiteX2" fmla="*/ 0 w 536449"/>
                <a:gd name="connsiteY2" fmla="*/ 268224 h 536448"/>
                <a:gd name="connsiteX3" fmla="*/ 268224 w 536449"/>
                <a:gd name="connsiteY3" fmla="*/ 0 h 536448"/>
                <a:gd name="connsiteX4" fmla="*/ 536449 w 536449"/>
                <a:gd name="connsiteY4" fmla="*/ 268224 h 536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449" h="536448">
                  <a:moveTo>
                    <a:pt x="536449" y="268224"/>
                  </a:moveTo>
                  <a:cubicBezTo>
                    <a:pt x="536449" y="416361"/>
                    <a:pt x="416361" y="536449"/>
                    <a:pt x="268224" y="536449"/>
                  </a:cubicBezTo>
                  <a:cubicBezTo>
                    <a:pt x="120088" y="536449"/>
                    <a:pt x="0" y="416361"/>
                    <a:pt x="0" y="268224"/>
                  </a:cubicBezTo>
                  <a:cubicBezTo>
                    <a:pt x="0" y="120088"/>
                    <a:pt x="120088" y="0"/>
                    <a:pt x="268224" y="0"/>
                  </a:cubicBezTo>
                  <a:cubicBezTo>
                    <a:pt x="416361" y="0"/>
                    <a:pt x="536449" y="120088"/>
                    <a:pt x="536449" y="268224"/>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6" name="任意多边形: 形状 135"/>
            <p:cNvSpPr/>
            <p:nvPr/>
          </p:nvSpPr>
          <p:spPr>
            <a:xfrm rot="18081879">
              <a:off x="8396953" y="1030432"/>
              <a:ext cx="488480" cy="488480"/>
            </a:xfrm>
            <a:custGeom>
              <a:avLst/>
              <a:gdLst>
                <a:gd name="connsiteX0" fmla="*/ 357862 w 357861"/>
                <a:gd name="connsiteY0" fmla="*/ 178931 h 357861"/>
                <a:gd name="connsiteX1" fmla="*/ 178931 w 357861"/>
                <a:gd name="connsiteY1" fmla="*/ 357862 h 357861"/>
                <a:gd name="connsiteX2" fmla="*/ 1 w 357861"/>
                <a:gd name="connsiteY2" fmla="*/ 178931 h 357861"/>
                <a:gd name="connsiteX3" fmla="*/ 178931 w 357861"/>
                <a:gd name="connsiteY3" fmla="*/ 0 h 357861"/>
                <a:gd name="connsiteX4" fmla="*/ 357862 w 357861"/>
                <a:gd name="connsiteY4" fmla="*/ 178931 h 357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61" h="357861">
                  <a:moveTo>
                    <a:pt x="357862" y="178931"/>
                  </a:moveTo>
                  <a:cubicBezTo>
                    <a:pt x="357862" y="277752"/>
                    <a:pt x="277752" y="357862"/>
                    <a:pt x="178931" y="357862"/>
                  </a:cubicBezTo>
                  <a:cubicBezTo>
                    <a:pt x="80111" y="357862"/>
                    <a:pt x="1" y="277752"/>
                    <a:pt x="1" y="178931"/>
                  </a:cubicBezTo>
                  <a:cubicBezTo>
                    <a:pt x="1" y="80110"/>
                    <a:pt x="80111" y="0"/>
                    <a:pt x="178931" y="0"/>
                  </a:cubicBezTo>
                  <a:cubicBezTo>
                    <a:pt x="277752" y="0"/>
                    <a:pt x="357862" y="80110"/>
                    <a:pt x="357862" y="178931"/>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7" name="任意多边形: 形状 136"/>
            <p:cNvSpPr/>
            <p:nvPr/>
          </p:nvSpPr>
          <p:spPr>
            <a:xfrm rot="17025749">
              <a:off x="8396724" y="3385505"/>
              <a:ext cx="488469" cy="488469"/>
            </a:xfrm>
            <a:custGeom>
              <a:avLst/>
              <a:gdLst>
                <a:gd name="connsiteX0" fmla="*/ 357854 w 357853"/>
                <a:gd name="connsiteY0" fmla="*/ 178927 h 357853"/>
                <a:gd name="connsiteX1" fmla="*/ 178927 w 357853"/>
                <a:gd name="connsiteY1" fmla="*/ 357854 h 357853"/>
                <a:gd name="connsiteX2" fmla="*/ 1 w 357853"/>
                <a:gd name="connsiteY2" fmla="*/ 178927 h 357853"/>
                <a:gd name="connsiteX3" fmla="*/ 178927 w 357853"/>
                <a:gd name="connsiteY3" fmla="*/ 0 h 357853"/>
                <a:gd name="connsiteX4" fmla="*/ 357854 w 357853"/>
                <a:gd name="connsiteY4" fmla="*/ 178927 h 357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853" h="357853">
                  <a:moveTo>
                    <a:pt x="357854" y="178927"/>
                  </a:moveTo>
                  <a:cubicBezTo>
                    <a:pt x="357854" y="277745"/>
                    <a:pt x="277746" y="357854"/>
                    <a:pt x="178927" y="357854"/>
                  </a:cubicBezTo>
                  <a:cubicBezTo>
                    <a:pt x="80109" y="357854"/>
                    <a:pt x="1" y="277745"/>
                    <a:pt x="1" y="178927"/>
                  </a:cubicBezTo>
                  <a:cubicBezTo>
                    <a:pt x="1" y="80108"/>
                    <a:pt x="80109" y="0"/>
                    <a:pt x="178927" y="0"/>
                  </a:cubicBezTo>
                  <a:cubicBezTo>
                    <a:pt x="277746" y="0"/>
                    <a:pt x="357854" y="80108"/>
                    <a:pt x="357854" y="178927"/>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38" name="任意多边形: 形状 137"/>
            <p:cNvSpPr/>
            <p:nvPr/>
          </p:nvSpPr>
          <p:spPr>
            <a:xfrm>
              <a:off x="531161" y="1581539"/>
              <a:ext cx="1466785" cy="1743473"/>
            </a:xfrm>
            <a:custGeom>
              <a:avLst/>
              <a:gdLst>
                <a:gd name="connsiteX0" fmla="*/ 6292 w 1074568"/>
                <a:gd name="connsiteY0" fmla="*/ 1223763 h 1277269"/>
                <a:gd name="connsiteX1" fmla="*/ 294922 w 1074568"/>
                <a:gd name="connsiteY1" fmla="*/ 807329 h 1277269"/>
                <a:gd name="connsiteX2" fmla="*/ 294922 w 1074568"/>
                <a:gd name="connsiteY2" fmla="*/ 469898 h 1277269"/>
                <a:gd name="connsiteX3" fmla="*/ 6292 w 1074568"/>
                <a:gd name="connsiteY3" fmla="*/ 53493 h 1277269"/>
                <a:gd name="connsiteX4" fmla="*/ 51096 w 1074568"/>
                <a:gd name="connsiteY4" fmla="*/ 4752 h 1277269"/>
                <a:gd name="connsiteX5" fmla="*/ 1035567 w 1074568"/>
                <a:gd name="connsiteY5" fmla="*/ 571171 h 1277269"/>
                <a:gd name="connsiteX6" fmla="*/ 1035567 w 1074568"/>
                <a:gd name="connsiteY6" fmla="*/ 706056 h 1277269"/>
                <a:gd name="connsiteX7" fmla="*/ 51096 w 1074568"/>
                <a:gd name="connsiteY7" fmla="*/ 1272505 h 1277269"/>
                <a:gd name="connsiteX8" fmla="*/ 6292 w 1074568"/>
                <a:gd name="connsiteY8" fmla="*/ 1223763 h 1277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4568" h="1277269">
                  <a:moveTo>
                    <a:pt x="6292" y="1223763"/>
                  </a:moveTo>
                  <a:lnTo>
                    <a:pt x="294922" y="807329"/>
                  </a:lnTo>
                  <a:cubicBezTo>
                    <a:pt x="365258" y="705850"/>
                    <a:pt x="365258" y="571377"/>
                    <a:pt x="294922" y="469898"/>
                  </a:cubicBezTo>
                  <a:lnTo>
                    <a:pt x="6292" y="53493"/>
                  </a:lnTo>
                  <a:cubicBezTo>
                    <a:pt x="-14333" y="23761"/>
                    <a:pt x="19718" y="-13288"/>
                    <a:pt x="51096" y="4752"/>
                  </a:cubicBezTo>
                  <a:lnTo>
                    <a:pt x="1035567" y="571171"/>
                  </a:lnTo>
                  <a:cubicBezTo>
                    <a:pt x="1087569" y="601080"/>
                    <a:pt x="1087569" y="676117"/>
                    <a:pt x="1035567" y="706056"/>
                  </a:cubicBezTo>
                  <a:lnTo>
                    <a:pt x="51096" y="1272505"/>
                  </a:lnTo>
                  <a:cubicBezTo>
                    <a:pt x="19718" y="1290574"/>
                    <a:pt x="-14333" y="1253525"/>
                    <a:pt x="6292" y="1223763"/>
                  </a:cubicBezTo>
                  <a:close/>
                </a:path>
              </a:pathLst>
            </a:custGeom>
            <a:solidFill>
              <a:srgbClr val="CECFC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solidFill>
                  <a:schemeClr val="lt1"/>
                </a:solidFill>
                <a:latin typeface="思源黑体 CN Bold" panose="020B0800000000000000" pitchFamily="34" charset="-122"/>
                <a:ea typeface="思源黑体 CN Bold" panose="020B0800000000000000" pitchFamily="34" charset="-122"/>
              </a:endParaRPr>
            </a:p>
          </p:txBody>
        </p:sp>
        <p:sp>
          <p:nvSpPr>
            <p:cNvPr id="149" name="椭圆 148"/>
            <p:cNvSpPr/>
            <p:nvPr/>
          </p:nvSpPr>
          <p:spPr>
            <a:xfrm>
              <a:off x="10412862" y="2239992"/>
              <a:ext cx="426587" cy="426587"/>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24816" tIns="62408" rIns="124816" bIns="62408" rtlCol="0" anchor="ctr"/>
            <a:lstStyle/>
            <a:p>
              <a:pPr algn="ctr"/>
              <a:endParaRPr lang="zh-CN" altLang="en-US" sz="2455">
                <a:latin typeface="思源黑体 CN Bold" panose="020B0800000000000000" pitchFamily="34" charset="-122"/>
                <a:ea typeface="思源黑体 CN Bold" panose="020B0800000000000000" pitchFamily="34" charset="-122"/>
              </a:endParaRPr>
            </a:p>
          </p:txBody>
        </p:sp>
        <p:sp>
          <p:nvSpPr>
            <p:cNvPr id="150" name="TextBox 40"/>
            <p:cNvSpPr txBox="1"/>
            <p:nvPr/>
          </p:nvSpPr>
          <p:spPr>
            <a:xfrm>
              <a:off x="4395830" y="1077193"/>
              <a:ext cx="302968" cy="567078"/>
            </a:xfrm>
            <a:prstGeom prst="rect">
              <a:avLst/>
            </a:prstGeom>
            <a:noFill/>
            <a:effectLst/>
          </p:spPr>
          <p:txBody>
            <a:bodyPr wrap="none" lIns="0" tIns="0" rIns="0" bIns="0" rtlCol="0">
              <a:spAutoFit/>
            </a:bodyPr>
            <a:lstStyle>
              <a:defPPr>
                <a:defRPr lang="en-US"/>
              </a:defPPr>
              <a:lvl1pPr algn="ctr">
                <a:defRPr sz="2700" cap="all">
                  <a:solidFill>
                    <a:schemeClr val="bg1"/>
                  </a:solidFill>
                  <a:latin typeface="钉钉进步体" panose="00020600040101010101" pitchFamily="18" charset="-122"/>
                  <a:ea typeface="钉钉进步体" panose="00020600040101010101" pitchFamily="18" charset="-122"/>
                  <a:cs typeface="Open Sans Semibold" panose="020B0706030804020204" pitchFamily="34" charset="0"/>
                </a:defRPr>
              </a:lvl1pPr>
            </a:lstStyle>
            <a:p>
              <a:r>
                <a:rPr lang="en-US" sz="3685" dirty="0">
                  <a:latin typeface="思源黑体 CN Bold" panose="020B0800000000000000" pitchFamily="34" charset="-122"/>
                  <a:ea typeface="思源黑体 CN Bold" panose="020B0800000000000000" pitchFamily="34" charset="-122"/>
                </a:rPr>
                <a:t>A</a:t>
              </a:r>
            </a:p>
          </p:txBody>
        </p:sp>
        <p:sp>
          <p:nvSpPr>
            <p:cNvPr id="151" name="TextBox 40"/>
            <p:cNvSpPr txBox="1"/>
            <p:nvPr/>
          </p:nvSpPr>
          <p:spPr>
            <a:xfrm>
              <a:off x="4386198" y="3259458"/>
              <a:ext cx="322204" cy="567078"/>
            </a:xfrm>
            <a:prstGeom prst="rect">
              <a:avLst/>
            </a:prstGeom>
            <a:noFill/>
            <a:effectLst/>
          </p:spPr>
          <p:txBody>
            <a:bodyPr wrap="none" lIns="0" tIns="0" rIns="0" bIns="0" rtlCol="0">
              <a:spAutoFit/>
            </a:bodyPr>
            <a:lstStyle>
              <a:defPPr>
                <a:defRPr lang="en-US"/>
              </a:defPPr>
              <a:lvl1pPr algn="ctr">
                <a:defRPr sz="2700" cap="all">
                  <a:solidFill>
                    <a:schemeClr val="bg1"/>
                  </a:solidFill>
                  <a:latin typeface="钉钉进步体" panose="00020600040101010101" pitchFamily="18" charset="-122"/>
                  <a:ea typeface="钉钉进步体" panose="00020600040101010101" pitchFamily="18" charset="-122"/>
                  <a:cs typeface="Open Sans Semibold" panose="020B0706030804020204" pitchFamily="34" charset="0"/>
                </a:defRPr>
              </a:lvl1pPr>
            </a:lstStyle>
            <a:p>
              <a:r>
                <a:rPr lang="en-US" sz="3685" dirty="0">
                  <a:latin typeface="思源黑体 CN Bold" panose="020B0800000000000000" pitchFamily="34" charset="-122"/>
                  <a:ea typeface="思源黑体 CN Bold" panose="020B0800000000000000" pitchFamily="34" charset="-122"/>
                </a:rPr>
                <a:t>B</a:t>
              </a:r>
            </a:p>
          </p:txBody>
        </p:sp>
        <p:sp>
          <p:nvSpPr>
            <p:cNvPr id="152" name="TextBox 40"/>
            <p:cNvSpPr txBox="1"/>
            <p:nvPr/>
          </p:nvSpPr>
          <p:spPr>
            <a:xfrm>
              <a:off x="8537799" y="1085614"/>
              <a:ext cx="206788" cy="378117"/>
            </a:xfrm>
            <a:prstGeom prst="rect">
              <a:avLst/>
            </a:prstGeom>
            <a:noFill/>
            <a:effectLst/>
          </p:spPr>
          <p:txBody>
            <a:bodyPr wrap="none" lIns="0" tIns="0" rIns="0" bIns="0" rtlCol="0">
              <a:spAutoFit/>
            </a:bodyPr>
            <a:lstStyle>
              <a:defPPr>
                <a:defRPr lang="en-US"/>
              </a:defPPr>
              <a:lvl1pPr algn="ctr">
                <a:defRPr sz="2700" cap="all">
                  <a:solidFill>
                    <a:schemeClr val="bg1"/>
                  </a:solidFill>
                  <a:latin typeface="钉钉进步体" panose="00020600040101010101" pitchFamily="18" charset="-122"/>
                  <a:ea typeface="钉钉进步体" panose="00020600040101010101" pitchFamily="18" charset="-122"/>
                  <a:cs typeface="Open Sans Semibold" panose="020B0706030804020204" pitchFamily="34" charset="0"/>
                </a:defRPr>
              </a:lvl1pPr>
            </a:lstStyle>
            <a:p>
              <a:r>
                <a:rPr lang="en-US" sz="2455" dirty="0">
                  <a:latin typeface="思源黑体 CN Bold" panose="020B0800000000000000" pitchFamily="34" charset="-122"/>
                  <a:ea typeface="思源黑体 CN Bold" panose="020B0800000000000000" pitchFamily="34" charset="-122"/>
                </a:rPr>
                <a:t>C</a:t>
              </a:r>
            </a:p>
          </p:txBody>
        </p:sp>
        <p:sp>
          <p:nvSpPr>
            <p:cNvPr id="153" name="TextBox 40"/>
            <p:cNvSpPr txBox="1"/>
            <p:nvPr/>
          </p:nvSpPr>
          <p:spPr>
            <a:xfrm>
              <a:off x="8528748" y="3440681"/>
              <a:ext cx="224420" cy="378117"/>
            </a:xfrm>
            <a:prstGeom prst="rect">
              <a:avLst/>
            </a:prstGeom>
            <a:noFill/>
            <a:effectLst/>
          </p:spPr>
          <p:txBody>
            <a:bodyPr wrap="none" lIns="0" tIns="0" rIns="0" bIns="0" rtlCol="0">
              <a:spAutoFit/>
            </a:bodyPr>
            <a:lstStyle>
              <a:defPPr>
                <a:defRPr lang="en-US"/>
              </a:defPPr>
              <a:lvl1pPr algn="ctr">
                <a:defRPr sz="2700" cap="all">
                  <a:solidFill>
                    <a:schemeClr val="bg1"/>
                  </a:solidFill>
                  <a:latin typeface="钉钉进步体" panose="00020600040101010101" pitchFamily="18" charset="-122"/>
                  <a:ea typeface="钉钉进步体" panose="00020600040101010101" pitchFamily="18" charset="-122"/>
                  <a:cs typeface="Open Sans Semibold" panose="020B0706030804020204" pitchFamily="34" charset="0"/>
                </a:defRPr>
              </a:lvl1pPr>
            </a:lstStyle>
            <a:p>
              <a:r>
                <a:rPr lang="en-US" sz="2455" dirty="0">
                  <a:latin typeface="思源黑体 CN Bold" panose="020B0800000000000000" pitchFamily="34" charset="-122"/>
                  <a:ea typeface="思源黑体 CN Bold" panose="020B0800000000000000" pitchFamily="34" charset="-122"/>
                </a:rPr>
                <a:t>D</a:t>
              </a:r>
            </a:p>
          </p:txBody>
        </p:sp>
        <p:grpSp>
          <p:nvGrpSpPr>
            <p:cNvPr id="154" name="组合 153"/>
            <p:cNvGrpSpPr/>
            <p:nvPr/>
          </p:nvGrpSpPr>
          <p:grpSpPr>
            <a:xfrm>
              <a:off x="2621846" y="1849311"/>
              <a:ext cx="1207937" cy="1207937"/>
              <a:chOff x="12770716" y="3805306"/>
              <a:chExt cx="2000118" cy="2000118"/>
            </a:xfrm>
          </p:grpSpPr>
          <p:sp>
            <p:nvSpPr>
              <p:cNvPr id="181" name="椭圆 180"/>
              <p:cNvSpPr/>
              <p:nvPr/>
            </p:nvSpPr>
            <p:spPr>
              <a:xfrm>
                <a:off x="12770716" y="3805306"/>
                <a:ext cx="2000118" cy="2000118"/>
              </a:xfrm>
              <a:prstGeom prst="ellipse">
                <a:avLst/>
              </a:prstGeom>
              <a:solidFill>
                <a:schemeClr val="bg1"/>
              </a:solidFill>
              <a:ln w="25400" cap="rnd">
                <a:solidFill>
                  <a:schemeClr val="tx2"/>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a:latin typeface="思源黑体 CN Bold" panose="020B0800000000000000" pitchFamily="34" charset="-122"/>
                  <a:ea typeface="思源黑体 CN Bold" panose="020B0800000000000000" pitchFamily="34" charset="-122"/>
                </a:endParaRPr>
              </a:p>
            </p:txBody>
          </p:sp>
          <p:sp>
            <p:nvSpPr>
              <p:cNvPr id="182" name="椭圆 181"/>
              <p:cNvSpPr/>
              <p:nvPr/>
            </p:nvSpPr>
            <p:spPr>
              <a:xfrm>
                <a:off x="12881442" y="3916030"/>
                <a:ext cx="1778665" cy="1778665"/>
              </a:xfrm>
              <a:prstGeom prst="ellipse">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latin typeface="思源黑体 CN Bold" panose="020B0800000000000000" pitchFamily="34" charset="-122"/>
                  <a:ea typeface="思源黑体 CN Bold" panose="020B0800000000000000" pitchFamily="34" charset="-122"/>
                </a:endParaRPr>
              </a:p>
            </p:txBody>
          </p:sp>
        </p:grpSp>
        <p:grpSp>
          <p:nvGrpSpPr>
            <p:cNvPr id="155" name="组合 154"/>
            <p:cNvGrpSpPr/>
            <p:nvPr/>
          </p:nvGrpSpPr>
          <p:grpSpPr>
            <a:xfrm>
              <a:off x="4488236" y="1849311"/>
              <a:ext cx="1207937" cy="1207937"/>
              <a:chOff x="12917881" y="3805306"/>
              <a:chExt cx="2000118" cy="2000118"/>
            </a:xfrm>
          </p:grpSpPr>
          <p:sp>
            <p:nvSpPr>
              <p:cNvPr id="179" name="椭圆 178"/>
              <p:cNvSpPr/>
              <p:nvPr/>
            </p:nvSpPr>
            <p:spPr>
              <a:xfrm>
                <a:off x="12917881" y="3805306"/>
                <a:ext cx="2000118" cy="2000118"/>
              </a:xfrm>
              <a:prstGeom prst="ellipse">
                <a:avLst/>
              </a:prstGeom>
              <a:solidFill>
                <a:schemeClr val="bg1"/>
              </a:solidFill>
              <a:ln w="25400" cap="rnd">
                <a:solidFill>
                  <a:schemeClr val="tx2"/>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a:latin typeface="思源黑体 CN Bold" panose="020B0800000000000000" pitchFamily="34" charset="-122"/>
                  <a:ea typeface="思源黑体 CN Bold" panose="020B0800000000000000" pitchFamily="34" charset="-122"/>
                </a:endParaRPr>
              </a:p>
            </p:txBody>
          </p:sp>
          <p:sp>
            <p:nvSpPr>
              <p:cNvPr id="180" name="椭圆 179"/>
              <p:cNvSpPr/>
              <p:nvPr/>
            </p:nvSpPr>
            <p:spPr>
              <a:xfrm>
                <a:off x="13028604" y="3916030"/>
                <a:ext cx="1778665" cy="1778665"/>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latin typeface="思源黑体 CN Bold" panose="020B0800000000000000" pitchFamily="34" charset="-122"/>
                  <a:ea typeface="思源黑体 CN Bold" panose="020B0800000000000000" pitchFamily="34" charset="-122"/>
                </a:endParaRPr>
              </a:p>
            </p:txBody>
          </p:sp>
        </p:grpSp>
        <p:grpSp>
          <p:nvGrpSpPr>
            <p:cNvPr id="156" name="组合 155"/>
            <p:cNvGrpSpPr/>
            <p:nvPr/>
          </p:nvGrpSpPr>
          <p:grpSpPr>
            <a:xfrm>
              <a:off x="6354625" y="1849311"/>
              <a:ext cx="1207937" cy="1207937"/>
              <a:chOff x="13065043" y="3805306"/>
              <a:chExt cx="2000118" cy="2000118"/>
            </a:xfrm>
          </p:grpSpPr>
          <p:sp>
            <p:nvSpPr>
              <p:cNvPr id="177" name="椭圆 176"/>
              <p:cNvSpPr/>
              <p:nvPr/>
            </p:nvSpPr>
            <p:spPr>
              <a:xfrm>
                <a:off x="13065043" y="3805306"/>
                <a:ext cx="2000118" cy="2000118"/>
              </a:xfrm>
              <a:prstGeom prst="ellipse">
                <a:avLst/>
              </a:prstGeom>
              <a:solidFill>
                <a:schemeClr val="bg1"/>
              </a:solidFill>
              <a:ln w="25400" cap="rnd">
                <a:solidFill>
                  <a:schemeClr val="tx2"/>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a:latin typeface="思源黑体 CN Bold" panose="020B0800000000000000" pitchFamily="34" charset="-122"/>
                  <a:ea typeface="思源黑体 CN Bold" panose="020B0800000000000000" pitchFamily="34" charset="-122"/>
                </a:endParaRPr>
              </a:p>
            </p:txBody>
          </p:sp>
          <p:sp>
            <p:nvSpPr>
              <p:cNvPr id="178" name="椭圆 177"/>
              <p:cNvSpPr/>
              <p:nvPr/>
            </p:nvSpPr>
            <p:spPr>
              <a:xfrm>
                <a:off x="13175766" y="3916030"/>
                <a:ext cx="1778665" cy="1778665"/>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latin typeface="思源黑体 CN Bold" panose="020B0800000000000000" pitchFamily="34" charset="-122"/>
                  <a:ea typeface="思源黑体 CN Bold" panose="020B0800000000000000" pitchFamily="34" charset="-122"/>
                </a:endParaRPr>
              </a:p>
            </p:txBody>
          </p:sp>
        </p:grpSp>
        <p:grpSp>
          <p:nvGrpSpPr>
            <p:cNvPr id="157" name="组合 156"/>
            <p:cNvGrpSpPr/>
            <p:nvPr/>
          </p:nvGrpSpPr>
          <p:grpSpPr>
            <a:xfrm>
              <a:off x="8221014" y="1849311"/>
              <a:ext cx="1207937" cy="1207937"/>
              <a:chOff x="13212203" y="3805306"/>
              <a:chExt cx="2000118" cy="2000118"/>
            </a:xfrm>
          </p:grpSpPr>
          <p:sp>
            <p:nvSpPr>
              <p:cNvPr id="175" name="椭圆 174"/>
              <p:cNvSpPr/>
              <p:nvPr/>
            </p:nvSpPr>
            <p:spPr>
              <a:xfrm>
                <a:off x="13212203" y="3805306"/>
                <a:ext cx="2000118" cy="2000118"/>
              </a:xfrm>
              <a:prstGeom prst="ellipse">
                <a:avLst/>
              </a:prstGeom>
              <a:solidFill>
                <a:schemeClr val="bg1"/>
              </a:solidFill>
              <a:ln w="25400" cap="rnd">
                <a:solidFill>
                  <a:schemeClr val="tx2"/>
                </a:solidFill>
                <a:prstDash val="sysDot"/>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a:latin typeface="思源黑体 CN Bold" panose="020B0800000000000000" pitchFamily="34" charset="-122"/>
                  <a:ea typeface="思源黑体 CN Bold" panose="020B0800000000000000" pitchFamily="34" charset="-122"/>
                </a:endParaRPr>
              </a:p>
            </p:txBody>
          </p:sp>
          <p:sp>
            <p:nvSpPr>
              <p:cNvPr id="176" name="椭圆 175"/>
              <p:cNvSpPr/>
              <p:nvPr/>
            </p:nvSpPr>
            <p:spPr>
              <a:xfrm>
                <a:off x="13322926" y="3916030"/>
                <a:ext cx="1778665" cy="1778665"/>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latin typeface="思源黑体 CN Bold" panose="020B0800000000000000" pitchFamily="34" charset="-122"/>
                  <a:ea typeface="思源黑体 CN Bold" panose="020B0800000000000000" pitchFamily="34" charset="-122"/>
                </a:endParaRPr>
              </a:p>
            </p:txBody>
          </p:sp>
        </p:grpSp>
        <p:sp>
          <p:nvSpPr>
            <p:cNvPr id="158" name="文本框 157"/>
            <p:cNvSpPr txBox="1"/>
            <p:nvPr>
              <p:custDataLst>
                <p:tags r:id="rId10"/>
              </p:custDataLst>
            </p:nvPr>
          </p:nvSpPr>
          <p:spPr>
            <a:xfrm>
              <a:off x="2886811" y="2113955"/>
              <a:ext cx="678006" cy="678647"/>
            </a:xfrm>
            <a:prstGeom prst="rect">
              <a:avLst/>
            </a:prstGeom>
            <a:noFill/>
            <a:effectLst/>
          </p:spPr>
          <p:txBody>
            <a:bodyPr wrap="none" lIns="96012" tIns="48006" rIns="96012" bIns="48006">
              <a:spAutoFit/>
            </a:bodyPr>
            <a:lstStyle>
              <a:defPPr>
                <a:defRPr lang="zh-CN"/>
              </a:defPPr>
              <a:lvl1pPr algn="ctr">
                <a:defRPr sz="189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defRPr>
              </a:lvl1pPr>
            </a:lstStyle>
            <a:p>
              <a:r>
                <a:rPr lang="zh-CN" altLang="en-US" dirty="0"/>
                <a:t>巩固</a:t>
              </a:r>
              <a:endParaRPr lang="en-US" altLang="zh-CN" dirty="0"/>
            </a:p>
            <a:p>
              <a:r>
                <a:rPr lang="zh-CN" altLang="en-US" dirty="0"/>
                <a:t>复习</a:t>
              </a:r>
            </a:p>
          </p:txBody>
        </p:sp>
        <p:sp>
          <p:nvSpPr>
            <p:cNvPr id="159" name="文本框 158"/>
            <p:cNvSpPr txBox="1"/>
            <p:nvPr>
              <p:custDataLst>
                <p:tags r:id="rId11"/>
              </p:custDataLst>
            </p:nvPr>
          </p:nvSpPr>
          <p:spPr>
            <a:xfrm>
              <a:off x="4753198" y="2113955"/>
              <a:ext cx="678006" cy="678647"/>
            </a:xfrm>
            <a:prstGeom prst="rect">
              <a:avLst/>
            </a:prstGeom>
            <a:noFill/>
            <a:effectLst/>
          </p:spPr>
          <p:txBody>
            <a:bodyPr wrap="none" lIns="96012" tIns="48006" rIns="96012" bIns="48006">
              <a:spAutoFit/>
            </a:bodyPr>
            <a:lstStyle>
              <a:defPPr>
                <a:defRPr lang="zh-CN"/>
              </a:defPPr>
              <a:lvl1pPr algn="ctr">
                <a:defRPr sz="189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defRPr>
              </a:lvl1pPr>
            </a:lstStyle>
            <a:p>
              <a:r>
                <a:rPr lang="zh-CN" altLang="en-US" dirty="0"/>
                <a:t>实践</a:t>
              </a:r>
              <a:endParaRPr lang="en-US" altLang="zh-CN" dirty="0"/>
            </a:p>
            <a:p>
              <a:r>
                <a:rPr lang="zh-CN" altLang="en-US" dirty="0"/>
                <a:t>创作</a:t>
              </a:r>
            </a:p>
          </p:txBody>
        </p:sp>
        <p:sp>
          <p:nvSpPr>
            <p:cNvPr id="160" name="文本框 159"/>
            <p:cNvSpPr txBox="1"/>
            <p:nvPr>
              <p:custDataLst>
                <p:tags r:id="rId12"/>
              </p:custDataLst>
            </p:nvPr>
          </p:nvSpPr>
          <p:spPr>
            <a:xfrm>
              <a:off x="6610388" y="2113955"/>
              <a:ext cx="678006" cy="678647"/>
            </a:xfrm>
            <a:prstGeom prst="rect">
              <a:avLst/>
            </a:prstGeom>
            <a:noFill/>
            <a:effectLst/>
          </p:spPr>
          <p:txBody>
            <a:bodyPr wrap="none" lIns="96012" tIns="48006" rIns="96012" bIns="48006">
              <a:spAutoFit/>
            </a:bodyPr>
            <a:lstStyle>
              <a:defPPr>
                <a:defRPr lang="zh-CN"/>
              </a:defPPr>
              <a:lvl1pPr algn="ctr">
                <a:defRPr sz="189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defRPr>
              </a:lvl1pPr>
            </a:lstStyle>
            <a:p>
              <a:r>
                <a:rPr lang="zh-CN" altLang="en-US" dirty="0"/>
                <a:t>拓展</a:t>
              </a:r>
              <a:endParaRPr lang="en-US" altLang="zh-CN" dirty="0"/>
            </a:p>
            <a:p>
              <a:r>
                <a:rPr lang="zh-CN" altLang="en-US" dirty="0"/>
                <a:t>学习</a:t>
              </a:r>
            </a:p>
          </p:txBody>
        </p:sp>
        <p:sp>
          <p:nvSpPr>
            <p:cNvPr id="161" name="文本框 160"/>
            <p:cNvSpPr txBox="1"/>
            <p:nvPr>
              <p:custDataLst>
                <p:tags r:id="rId13"/>
              </p:custDataLst>
            </p:nvPr>
          </p:nvSpPr>
          <p:spPr>
            <a:xfrm>
              <a:off x="8485977" y="2113955"/>
              <a:ext cx="678006" cy="678647"/>
            </a:xfrm>
            <a:prstGeom prst="rect">
              <a:avLst/>
            </a:prstGeom>
            <a:noFill/>
            <a:effectLst/>
          </p:spPr>
          <p:txBody>
            <a:bodyPr wrap="none" lIns="96012" tIns="48006" rIns="96012" bIns="48006">
              <a:spAutoFit/>
            </a:bodyPr>
            <a:lstStyle/>
            <a:p>
              <a:pPr algn="ctr"/>
              <a:r>
                <a:rPr lang="zh-CN" altLang="en-US" sz="1890" dirty="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rPr>
                <a:t>评价</a:t>
              </a:r>
              <a:endParaRPr lang="en-US" altLang="zh-CN" sz="1890" dirty="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endParaRPr>
            </a:p>
            <a:p>
              <a:pPr algn="ctr"/>
              <a:r>
                <a:rPr lang="zh-CN" altLang="en-US" sz="1890" dirty="0">
                  <a:solidFill>
                    <a:schemeClr val="bg1"/>
                  </a:solidFill>
                  <a:effectLst>
                    <a:outerShdw blurRad="63500" dist="25400" algn="t" rotWithShape="0">
                      <a:schemeClr val="tx1">
                        <a:lumMod val="85000"/>
                        <a:lumOff val="15000"/>
                        <a:alpha val="30000"/>
                      </a:schemeClr>
                    </a:outerShdw>
                  </a:effectLst>
                  <a:latin typeface="思源黑体 CN Bold" panose="020B0800000000000000" pitchFamily="34" charset="-122"/>
                  <a:ea typeface="思源黑体 CN Bold" panose="020B0800000000000000" pitchFamily="34" charset="-122"/>
                </a:rPr>
                <a:t>反馈</a:t>
              </a:r>
            </a:p>
          </p:txBody>
        </p:sp>
      </p:grpSp>
      <p:grpSp>
        <p:nvGrpSpPr>
          <p:cNvPr id="187" name="组合 186"/>
          <p:cNvGrpSpPr/>
          <p:nvPr/>
        </p:nvGrpSpPr>
        <p:grpSpPr>
          <a:xfrm>
            <a:off x="696685" y="2887852"/>
            <a:ext cx="2409371" cy="3528823"/>
            <a:chOff x="696685" y="2887852"/>
            <a:chExt cx="2409371" cy="3528823"/>
          </a:xfrm>
        </p:grpSpPr>
        <p:cxnSp>
          <p:nvCxnSpPr>
            <p:cNvPr id="188" name="直接箭头连接符 187"/>
            <p:cNvCxnSpPr/>
            <p:nvPr/>
          </p:nvCxnSpPr>
          <p:spPr>
            <a:xfrm flipH="1">
              <a:off x="1899035" y="2887852"/>
              <a:ext cx="2335" cy="1848641"/>
            </a:xfrm>
            <a:prstGeom prst="straightConnector1">
              <a:avLst/>
            </a:prstGeom>
            <a:ln w="190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9" name="Pentagon 153"/>
            <p:cNvSpPr/>
            <p:nvPr/>
          </p:nvSpPr>
          <p:spPr bwMode="auto">
            <a:xfrm>
              <a:off x="696685" y="5925153"/>
              <a:ext cx="2409371" cy="491522"/>
            </a:xfrm>
            <a:prstGeom prst="rect">
              <a:avLst/>
            </a:prstGeom>
            <a:solidFill>
              <a:schemeClr val="accent1"/>
            </a:solidFill>
            <a:ln w="9525">
              <a:noFill/>
              <a:round/>
            </a:ln>
          </p:spPr>
          <p:txBody>
            <a:bodyPr vert="horz" wrap="square" lIns="121920" tIns="60960" rIns="121920" bIns="60960" numCol="1" rtlCol="0" anchor="ctr" anchorCtr="0" compatLnSpc="1"/>
            <a:lstStyle/>
            <a:p>
              <a:pPr algn="ctr">
                <a:spcAft>
                  <a:spcPts val="600"/>
                </a:spcAft>
              </a:pPr>
              <a:r>
                <a:rPr lang="zh-CN" altLang="en-US">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rPr>
                <a:t>方便教师检查和指导</a:t>
              </a:r>
              <a:endParaRPr 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endParaRPr>
            </a:p>
          </p:txBody>
        </p:sp>
        <p:sp>
          <p:nvSpPr>
            <p:cNvPr id="190" name="Rectangle 127"/>
            <p:cNvSpPr/>
            <p:nvPr/>
          </p:nvSpPr>
          <p:spPr bwMode="auto">
            <a:xfrm flipH="1">
              <a:off x="696685" y="4751759"/>
              <a:ext cx="2409371" cy="1173394"/>
            </a:xfrm>
            <a:prstGeom prst="rect">
              <a:avLst/>
            </a:prstGeom>
            <a:solidFill>
              <a:schemeClr val="bg1">
                <a:lumMod val="95000"/>
              </a:schemeClr>
            </a:solidFill>
            <a:ln w="9525">
              <a:noFill/>
              <a:round/>
            </a:ln>
          </p:spPr>
          <p:txBody>
            <a:bodyPr vert="horz" wrap="square" lIns="121920" tIns="60960" rIns="121920" bIns="60960" numCol="1" rtlCol="0" anchor="t" anchorCtr="0" compatLnSpc="1"/>
            <a:lstStyle/>
            <a:p>
              <a:endParaRPr lang="en-US" sz="3200">
                <a:latin typeface="思源黑体 CN Bold" panose="020B0800000000000000" pitchFamily="34" charset="-122"/>
                <a:ea typeface="思源黑体 CN Bold" panose="020B0800000000000000" pitchFamily="34" charset="-122"/>
              </a:endParaRPr>
            </a:p>
          </p:txBody>
        </p:sp>
        <p:sp>
          <p:nvSpPr>
            <p:cNvPr id="191" name="文本框 190"/>
            <p:cNvSpPr txBox="1"/>
            <p:nvPr/>
          </p:nvSpPr>
          <p:spPr>
            <a:xfrm>
              <a:off x="748090" y="5197957"/>
              <a:ext cx="2306561"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要求学生在课后复习课堂舞蹈动作和劳动技能</a:t>
              </a:r>
            </a:p>
          </p:txBody>
        </p:sp>
        <p:sp>
          <p:nvSpPr>
            <p:cNvPr id="192" name="泪滴形 191"/>
            <p:cNvSpPr/>
            <p:nvPr>
              <p:custDataLst>
                <p:tags r:id="rId7"/>
              </p:custDataLst>
            </p:nvPr>
          </p:nvSpPr>
          <p:spPr>
            <a:xfrm rot="8100000">
              <a:off x="1577330" y="4373479"/>
              <a:ext cx="648081" cy="648081"/>
            </a:xfrm>
            <a:prstGeom prst="teardrop">
              <a:avLst/>
            </a:prstGeom>
            <a:solidFill>
              <a:schemeClr val="accent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endParaRPr lang="zh-CN" altLang="en-US" sz="1080">
                <a:latin typeface="思源黑体 CN Bold" panose="020B0800000000000000" pitchFamily="34" charset="-122"/>
                <a:ea typeface="思源黑体 CN Bold" panose="020B0800000000000000" pitchFamily="34" charset="-122"/>
              </a:endParaRPr>
            </a:p>
          </p:txBody>
        </p:sp>
        <p:sp>
          <p:nvSpPr>
            <p:cNvPr id="197" name="椭圆 196"/>
            <p:cNvSpPr/>
            <p:nvPr>
              <p:custDataLst>
                <p:tags r:id="rId8"/>
              </p:custDataLst>
            </p:nvPr>
          </p:nvSpPr>
          <p:spPr>
            <a:xfrm>
              <a:off x="1631432" y="4432981"/>
              <a:ext cx="539877" cy="539877"/>
            </a:xfrm>
            <a:prstGeom prst="ellipse">
              <a:avLst/>
            </a:prstGeom>
            <a:solidFill>
              <a:schemeClr val="bg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r>
                <a:rPr lang="zh-CN" altLang="en-US" sz="1400" dirty="0">
                  <a:solidFill>
                    <a:schemeClr val="accent1"/>
                  </a:solidFill>
                  <a:latin typeface="思源黑体 CN Bold" panose="020B0800000000000000" pitchFamily="34" charset="-122"/>
                  <a:ea typeface="思源黑体 CN Bold" panose="020B0800000000000000" pitchFamily="34" charset="-122"/>
                  <a:sym typeface="+mn-ea"/>
                </a:rPr>
                <a:t>任务</a:t>
              </a:r>
              <a:endParaRPr lang="zh-CN" altLang="en-US" sz="1400" b="1" dirty="0">
                <a:solidFill>
                  <a:schemeClr val="accent1"/>
                </a:solidFill>
                <a:latin typeface="思源黑体 CN Bold" panose="020B0800000000000000" pitchFamily="34" charset="-122"/>
                <a:ea typeface="思源黑体 CN Bold" panose="020B0800000000000000" pitchFamily="34" charset="-122"/>
              </a:endParaRPr>
            </a:p>
          </p:txBody>
        </p:sp>
      </p:grpSp>
      <p:grpSp>
        <p:nvGrpSpPr>
          <p:cNvPr id="198" name="组合 197"/>
          <p:cNvGrpSpPr/>
          <p:nvPr/>
        </p:nvGrpSpPr>
        <p:grpSpPr>
          <a:xfrm>
            <a:off x="3401824" y="3982388"/>
            <a:ext cx="2441555" cy="2434287"/>
            <a:chOff x="3401824" y="3982388"/>
            <a:chExt cx="2441555" cy="2434287"/>
          </a:xfrm>
        </p:grpSpPr>
        <p:cxnSp>
          <p:nvCxnSpPr>
            <p:cNvPr id="199" name="直接箭头连接符 198"/>
            <p:cNvCxnSpPr/>
            <p:nvPr/>
          </p:nvCxnSpPr>
          <p:spPr>
            <a:xfrm flipH="1">
              <a:off x="4637527" y="3982388"/>
              <a:ext cx="7072" cy="754105"/>
            </a:xfrm>
            <a:prstGeom prst="straightConnector1">
              <a:avLst/>
            </a:prstGeom>
            <a:ln w="190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0" name="Rectangle 127"/>
            <p:cNvSpPr/>
            <p:nvPr/>
          </p:nvSpPr>
          <p:spPr bwMode="auto">
            <a:xfrm flipH="1">
              <a:off x="3434008" y="4751759"/>
              <a:ext cx="2409371" cy="1173394"/>
            </a:xfrm>
            <a:prstGeom prst="rect">
              <a:avLst/>
            </a:prstGeom>
            <a:solidFill>
              <a:schemeClr val="bg1">
                <a:lumMod val="95000"/>
              </a:schemeClr>
            </a:solidFill>
            <a:ln w="9525">
              <a:noFill/>
              <a:round/>
            </a:ln>
          </p:spPr>
          <p:txBody>
            <a:bodyPr vert="horz" wrap="square" lIns="121920" tIns="60960" rIns="121920" bIns="60960" numCol="1" rtlCol="0" anchor="t" anchorCtr="0" compatLnSpc="1"/>
            <a:lstStyle/>
            <a:p>
              <a:endParaRPr lang="en-US" sz="3200">
                <a:latin typeface="思源黑体 CN Bold" panose="020B0800000000000000" pitchFamily="34" charset="-122"/>
                <a:ea typeface="思源黑体 CN Bold" panose="020B0800000000000000" pitchFamily="34" charset="-122"/>
              </a:endParaRPr>
            </a:p>
          </p:txBody>
        </p:sp>
        <p:sp>
          <p:nvSpPr>
            <p:cNvPr id="217" name="Pentagon 153"/>
            <p:cNvSpPr/>
            <p:nvPr/>
          </p:nvSpPr>
          <p:spPr bwMode="auto">
            <a:xfrm>
              <a:off x="3434008" y="5925153"/>
              <a:ext cx="2409371" cy="491522"/>
            </a:xfrm>
            <a:prstGeom prst="rect">
              <a:avLst/>
            </a:prstGeom>
            <a:solidFill>
              <a:schemeClr val="accent2"/>
            </a:solidFill>
            <a:ln w="9525">
              <a:noFill/>
              <a:round/>
            </a:ln>
          </p:spPr>
          <p:txBody>
            <a:bodyPr vert="horz" wrap="square" lIns="121920" tIns="60960" rIns="121920" bIns="60960" numCol="1" rtlCol="0" anchor="ctr" anchorCtr="0" compatLnSpc="1"/>
            <a:lstStyle/>
            <a:p>
              <a:pPr algn="ctr">
                <a:spcAft>
                  <a:spcPts val="600"/>
                </a:spcAft>
              </a:pPr>
              <a:r>
                <a:rPr lang="zh-CN" altLang="en-US">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rPr>
                <a:t>加深对知识的理解</a:t>
              </a:r>
              <a:endParaRPr 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endParaRPr>
            </a:p>
          </p:txBody>
        </p:sp>
        <p:sp>
          <p:nvSpPr>
            <p:cNvPr id="218" name="文本框 217"/>
            <p:cNvSpPr txBox="1"/>
            <p:nvPr/>
          </p:nvSpPr>
          <p:spPr>
            <a:xfrm>
              <a:off x="3401824" y="5197957"/>
              <a:ext cx="2306561"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引导学生对课堂劳动知识和舞蹈理论进行总结</a:t>
              </a:r>
            </a:p>
          </p:txBody>
        </p:sp>
        <p:sp>
          <p:nvSpPr>
            <p:cNvPr id="219" name="泪滴形 218"/>
            <p:cNvSpPr/>
            <p:nvPr>
              <p:custDataLst>
                <p:tags r:id="rId5"/>
              </p:custDataLst>
            </p:nvPr>
          </p:nvSpPr>
          <p:spPr>
            <a:xfrm rot="8100000">
              <a:off x="4314653" y="4373479"/>
              <a:ext cx="648081" cy="648081"/>
            </a:xfrm>
            <a:prstGeom prst="teardrop">
              <a:avLst/>
            </a:prstGeom>
            <a:solidFill>
              <a:schemeClr val="accent2"/>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endParaRPr lang="zh-CN" altLang="en-US" sz="1080">
                <a:latin typeface="思源黑体 CN Bold" panose="020B0800000000000000" pitchFamily="34" charset="-122"/>
                <a:ea typeface="思源黑体 CN Bold" panose="020B0800000000000000" pitchFamily="34" charset="-122"/>
              </a:endParaRPr>
            </a:p>
          </p:txBody>
        </p:sp>
        <p:sp>
          <p:nvSpPr>
            <p:cNvPr id="220" name="椭圆 219"/>
            <p:cNvSpPr/>
            <p:nvPr>
              <p:custDataLst>
                <p:tags r:id="rId6"/>
              </p:custDataLst>
            </p:nvPr>
          </p:nvSpPr>
          <p:spPr>
            <a:xfrm>
              <a:off x="4368755" y="4432981"/>
              <a:ext cx="539877" cy="539877"/>
            </a:xfrm>
            <a:prstGeom prst="ellipse">
              <a:avLst/>
            </a:prstGeom>
            <a:solidFill>
              <a:schemeClr val="bg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r>
                <a:rPr lang="zh-CN" altLang="en-US" sz="1400">
                  <a:solidFill>
                    <a:schemeClr val="accent2"/>
                  </a:solidFill>
                  <a:latin typeface="思源黑体 CN Bold" panose="020B0800000000000000" pitchFamily="34" charset="-122"/>
                  <a:ea typeface="思源黑体 CN Bold" panose="020B0800000000000000" pitchFamily="34" charset="-122"/>
                  <a:sym typeface="+mn-ea"/>
                </a:rPr>
                <a:t>总结</a:t>
              </a:r>
              <a:endParaRPr lang="zh-CN" altLang="en-US" sz="1400" b="1" dirty="0">
                <a:solidFill>
                  <a:schemeClr val="accent2"/>
                </a:solidFill>
                <a:latin typeface="思源黑体 CN Bold" panose="020B0800000000000000" pitchFamily="34" charset="-122"/>
                <a:ea typeface="思源黑体 CN Bold" panose="020B0800000000000000" pitchFamily="34" charset="-122"/>
              </a:endParaRPr>
            </a:p>
          </p:txBody>
        </p:sp>
      </p:grpSp>
      <p:grpSp>
        <p:nvGrpSpPr>
          <p:cNvPr id="221" name="组合 220"/>
          <p:cNvGrpSpPr/>
          <p:nvPr/>
        </p:nvGrpSpPr>
        <p:grpSpPr>
          <a:xfrm>
            <a:off x="6171331" y="3873131"/>
            <a:ext cx="2409371" cy="2543544"/>
            <a:chOff x="6171331" y="3873131"/>
            <a:chExt cx="2409371" cy="2543544"/>
          </a:xfrm>
        </p:grpSpPr>
        <p:cxnSp>
          <p:nvCxnSpPr>
            <p:cNvPr id="222" name="直接箭头连接符 221"/>
            <p:cNvCxnSpPr/>
            <p:nvPr/>
          </p:nvCxnSpPr>
          <p:spPr>
            <a:xfrm>
              <a:off x="7376016" y="3873131"/>
              <a:ext cx="0" cy="863362"/>
            </a:xfrm>
            <a:prstGeom prst="straightConnector1">
              <a:avLst/>
            </a:prstGeom>
            <a:ln w="190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4" name="Rectangle 127"/>
            <p:cNvSpPr/>
            <p:nvPr/>
          </p:nvSpPr>
          <p:spPr bwMode="auto">
            <a:xfrm flipH="1">
              <a:off x="6171331" y="4751759"/>
              <a:ext cx="2409371" cy="1173394"/>
            </a:xfrm>
            <a:prstGeom prst="rect">
              <a:avLst/>
            </a:prstGeom>
            <a:solidFill>
              <a:schemeClr val="bg1">
                <a:lumMod val="95000"/>
              </a:schemeClr>
            </a:solidFill>
            <a:ln w="9525">
              <a:noFill/>
              <a:round/>
            </a:ln>
          </p:spPr>
          <p:txBody>
            <a:bodyPr vert="horz" wrap="square" lIns="121920" tIns="60960" rIns="121920" bIns="60960" numCol="1" rtlCol="0" anchor="t" anchorCtr="0" compatLnSpc="1"/>
            <a:lstStyle/>
            <a:p>
              <a:endParaRPr lang="en-US" sz="3200">
                <a:latin typeface="思源黑体 CN Bold" panose="020B0800000000000000" pitchFamily="34" charset="-122"/>
                <a:ea typeface="思源黑体 CN Bold" panose="020B0800000000000000" pitchFamily="34" charset="-122"/>
              </a:endParaRPr>
            </a:p>
          </p:txBody>
        </p:sp>
        <p:sp>
          <p:nvSpPr>
            <p:cNvPr id="225" name="Pentagon 153"/>
            <p:cNvSpPr/>
            <p:nvPr/>
          </p:nvSpPr>
          <p:spPr bwMode="auto">
            <a:xfrm>
              <a:off x="6171331" y="5925153"/>
              <a:ext cx="2409371" cy="491522"/>
            </a:xfrm>
            <a:prstGeom prst="rect">
              <a:avLst/>
            </a:prstGeom>
            <a:solidFill>
              <a:schemeClr val="accent3"/>
            </a:solidFill>
            <a:ln w="9525">
              <a:noFill/>
              <a:round/>
            </a:ln>
          </p:spPr>
          <p:txBody>
            <a:bodyPr vert="horz" wrap="square" lIns="121920" tIns="60960" rIns="121920" bIns="60960" numCol="1" rtlCol="0" anchor="ctr" anchorCtr="0" compatLnSpc="1"/>
            <a:lstStyle/>
            <a:p>
              <a:pPr algn="ctr">
                <a:spcAft>
                  <a:spcPts val="600"/>
                </a:spcAft>
              </a:pPr>
              <a:r>
                <a:rPr lang="zh-CN" alt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rPr>
                <a:t>增强学生社会责任感</a:t>
              </a:r>
              <a:endParaRPr 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endParaRPr>
            </a:p>
          </p:txBody>
        </p:sp>
        <p:sp>
          <p:nvSpPr>
            <p:cNvPr id="227" name="泪滴形 226"/>
            <p:cNvSpPr/>
            <p:nvPr>
              <p:custDataLst>
                <p:tags r:id="rId3"/>
              </p:custDataLst>
            </p:nvPr>
          </p:nvSpPr>
          <p:spPr>
            <a:xfrm rot="8100000">
              <a:off x="7051976" y="4373479"/>
              <a:ext cx="648081" cy="648081"/>
            </a:xfrm>
            <a:prstGeom prst="teardrop">
              <a:avLst/>
            </a:prstGeom>
            <a:solidFill>
              <a:schemeClr val="accent3"/>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endParaRPr lang="zh-CN" altLang="en-US" sz="1080">
                <a:latin typeface="思源黑体 CN Bold" panose="020B0800000000000000" pitchFamily="34" charset="-122"/>
                <a:ea typeface="思源黑体 CN Bold" panose="020B0800000000000000" pitchFamily="34" charset="-122"/>
              </a:endParaRPr>
            </a:p>
          </p:txBody>
        </p:sp>
        <p:sp>
          <p:nvSpPr>
            <p:cNvPr id="228" name="椭圆 227"/>
            <p:cNvSpPr/>
            <p:nvPr>
              <p:custDataLst>
                <p:tags r:id="rId4"/>
              </p:custDataLst>
            </p:nvPr>
          </p:nvSpPr>
          <p:spPr>
            <a:xfrm>
              <a:off x="7106078" y="4432981"/>
              <a:ext cx="539877" cy="539877"/>
            </a:xfrm>
            <a:prstGeom prst="ellipse">
              <a:avLst/>
            </a:prstGeom>
            <a:solidFill>
              <a:schemeClr val="bg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r>
                <a:rPr lang="zh-CN" altLang="en-US" sz="1400">
                  <a:solidFill>
                    <a:schemeClr val="accent3"/>
                  </a:solidFill>
                  <a:latin typeface="思源黑体 CN Bold" panose="020B0800000000000000" pitchFamily="34" charset="-122"/>
                  <a:ea typeface="思源黑体 CN Bold" panose="020B0800000000000000" pitchFamily="34" charset="-122"/>
                  <a:sym typeface="+mn-ea"/>
                </a:rPr>
                <a:t>活动</a:t>
              </a:r>
              <a:endParaRPr lang="zh-CN" altLang="en-US" sz="1400" b="1" dirty="0">
                <a:solidFill>
                  <a:schemeClr val="accent3"/>
                </a:solidFill>
                <a:latin typeface="思源黑体 CN Bold" panose="020B0800000000000000" pitchFamily="34" charset="-122"/>
                <a:ea typeface="思源黑体 CN Bold" panose="020B0800000000000000" pitchFamily="34" charset="-122"/>
              </a:endParaRPr>
            </a:p>
          </p:txBody>
        </p:sp>
        <p:sp>
          <p:nvSpPr>
            <p:cNvPr id="229" name="文本框 228"/>
            <p:cNvSpPr txBox="1"/>
            <p:nvPr/>
          </p:nvSpPr>
          <p:spPr>
            <a:xfrm>
              <a:off x="6222736" y="5197957"/>
              <a:ext cx="2306561"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组织学生参与社区劳动社区环境美化、宣传等</a:t>
              </a:r>
            </a:p>
          </p:txBody>
        </p:sp>
      </p:grpSp>
      <p:grpSp>
        <p:nvGrpSpPr>
          <p:cNvPr id="230" name="组合 229"/>
          <p:cNvGrpSpPr/>
          <p:nvPr/>
        </p:nvGrpSpPr>
        <p:grpSpPr>
          <a:xfrm>
            <a:off x="8908654" y="3734035"/>
            <a:ext cx="2409371" cy="2682640"/>
            <a:chOff x="8908654" y="3734035"/>
            <a:chExt cx="2409371" cy="2682640"/>
          </a:xfrm>
        </p:grpSpPr>
        <p:cxnSp>
          <p:nvCxnSpPr>
            <p:cNvPr id="231" name="直接箭头连接符 230"/>
            <p:cNvCxnSpPr/>
            <p:nvPr/>
          </p:nvCxnSpPr>
          <p:spPr>
            <a:xfrm>
              <a:off x="10113339" y="3734035"/>
              <a:ext cx="0" cy="1002458"/>
            </a:xfrm>
            <a:prstGeom prst="straightConnector1">
              <a:avLst/>
            </a:prstGeom>
            <a:ln w="1905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2" name="Rectangle 127"/>
            <p:cNvSpPr/>
            <p:nvPr/>
          </p:nvSpPr>
          <p:spPr bwMode="auto">
            <a:xfrm flipH="1">
              <a:off x="8908654" y="4751759"/>
              <a:ext cx="2409371" cy="1173394"/>
            </a:xfrm>
            <a:prstGeom prst="rect">
              <a:avLst/>
            </a:prstGeom>
            <a:solidFill>
              <a:schemeClr val="bg1">
                <a:lumMod val="95000"/>
              </a:schemeClr>
            </a:solidFill>
            <a:ln w="9525">
              <a:noFill/>
              <a:round/>
            </a:ln>
          </p:spPr>
          <p:txBody>
            <a:bodyPr vert="horz" wrap="square" lIns="121920" tIns="60960" rIns="121920" bIns="60960" numCol="1" rtlCol="0" anchor="t" anchorCtr="0" compatLnSpc="1"/>
            <a:lstStyle/>
            <a:p>
              <a:endParaRPr lang="en-US" sz="3200">
                <a:latin typeface="思源黑体 CN Bold" panose="020B0800000000000000" pitchFamily="34" charset="-122"/>
                <a:ea typeface="思源黑体 CN Bold" panose="020B0800000000000000" pitchFamily="34" charset="-122"/>
              </a:endParaRPr>
            </a:p>
          </p:txBody>
        </p:sp>
        <p:sp>
          <p:nvSpPr>
            <p:cNvPr id="233" name="Pentagon 153"/>
            <p:cNvSpPr/>
            <p:nvPr/>
          </p:nvSpPr>
          <p:spPr bwMode="auto">
            <a:xfrm>
              <a:off x="8908654" y="5925153"/>
              <a:ext cx="2409371" cy="491522"/>
            </a:xfrm>
            <a:prstGeom prst="rect">
              <a:avLst/>
            </a:prstGeom>
            <a:solidFill>
              <a:schemeClr val="accent4"/>
            </a:solidFill>
            <a:ln w="9525">
              <a:noFill/>
              <a:round/>
            </a:ln>
          </p:spPr>
          <p:txBody>
            <a:bodyPr vert="horz" wrap="square" lIns="121920" tIns="60960" rIns="121920" bIns="60960" numCol="1" rtlCol="0" anchor="ctr" anchorCtr="0" compatLnSpc="1"/>
            <a:lstStyle/>
            <a:p>
              <a:pPr algn="ctr">
                <a:spcAft>
                  <a:spcPts val="600"/>
                </a:spcAft>
              </a:pPr>
              <a:r>
                <a:rPr lang="zh-CN" altLang="en-US">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rPr>
                <a:t>培养学生的创新能力</a:t>
              </a:r>
              <a:endParaRPr lang="en-US" dirty="0">
                <a:solidFill>
                  <a:schemeClr val="bg1"/>
                </a:solidFill>
                <a:latin typeface="思源黑体 CN Bold" panose="020B0800000000000000" pitchFamily="34" charset="-122"/>
                <a:ea typeface="思源黑体 CN Bold" panose="020B0800000000000000" pitchFamily="34" charset="-122"/>
                <a:cs typeface="Mongolian Baiti" panose="03000500000000000000" pitchFamily="66" charset="0"/>
              </a:endParaRPr>
            </a:p>
          </p:txBody>
        </p:sp>
        <p:sp>
          <p:nvSpPr>
            <p:cNvPr id="234" name="泪滴形 233"/>
            <p:cNvSpPr/>
            <p:nvPr>
              <p:custDataLst>
                <p:tags r:id="rId1"/>
              </p:custDataLst>
            </p:nvPr>
          </p:nvSpPr>
          <p:spPr>
            <a:xfrm rot="8100000">
              <a:off x="9789299" y="4373479"/>
              <a:ext cx="648081" cy="648081"/>
            </a:xfrm>
            <a:prstGeom prst="teardrop">
              <a:avLst/>
            </a:prstGeom>
            <a:solidFill>
              <a:schemeClr val="accent4"/>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endParaRPr lang="zh-CN" altLang="en-US" sz="1080" dirty="0">
                <a:latin typeface="思源黑体 CN Bold" panose="020B0800000000000000" pitchFamily="34" charset="-122"/>
                <a:ea typeface="思源黑体 CN Bold" panose="020B0800000000000000" pitchFamily="34" charset="-122"/>
              </a:endParaRPr>
            </a:p>
          </p:txBody>
        </p:sp>
        <p:sp>
          <p:nvSpPr>
            <p:cNvPr id="235" name="椭圆 234"/>
            <p:cNvSpPr/>
            <p:nvPr>
              <p:custDataLst>
                <p:tags r:id="rId2"/>
              </p:custDataLst>
            </p:nvPr>
          </p:nvSpPr>
          <p:spPr>
            <a:xfrm>
              <a:off x="9843401" y="4432981"/>
              <a:ext cx="539877" cy="539877"/>
            </a:xfrm>
            <a:prstGeom prst="ellipse">
              <a:avLst/>
            </a:prstGeom>
            <a:solidFill>
              <a:schemeClr val="bg1"/>
            </a:solidFill>
            <a:ln w="7620">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54864" tIns="27432" rIns="54864" bIns="27432" rtlCol="0" anchor="ctr"/>
            <a:lstStyle/>
            <a:p>
              <a:pPr algn="ctr"/>
              <a:r>
                <a:rPr lang="zh-CN" altLang="en-US" sz="1400">
                  <a:solidFill>
                    <a:schemeClr val="accent4"/>
                  </a:solidFill>
                  <a:latin typeface="思源黑体 CN Bold" panose="020B0800000000000000" pitchFamily="34" charset="-122"/>
                  <a:ea typeface="思源黑体 CN Bold" panose="020B0800000000000000" pitchFamily="34" charset="-122"/>
                  <a:sym typeface="+mn-ea"/>
                </a:rPr>
                <a:t>创作</a:t>
              </a:r>
              <a:endParaRPr lang="zh-CN" altLang="en-US" sz="1400" b="1" dirty="0">
                <a:solidFill>
                  <a:schemeClr val="accent4"/>
                </a:solidFill>
                <a:latin typeface="思源黑体 CN Bold" panose="020B0800000000000000" pitchFamily="34" charset="-122"/>
                <a:ea typeface="思源黑体 CN Bold" panose="020B0800000000000000" pitchFamily="34" charset="-122"/>
              </a:endParaRPr>
            </a:p>
          </p:txBody>
        </p:sp>
        <p:sp>
          <p:nvSpPr>
            <p:cNvPr id="236" name="文本框 235"/>
            <p:cNvSpPr txBox="1"/>
            <p:nvPr/>
          </p:nvSpPr>
          <p:spPr>
            <a:xfrm>
              <a:off x="8960059" y="5197957"/>
              <a:ext cx="2306561" cy="662874"/>
            </a:xfrm>
            <a:prstGeom prst="rect">
              <a:avLst/>
            </a:prstGeom>
            <a:noFill/>
          </p:spPr>
          <p:txBody>
            <a:bodyPr wrap="square">
              <a:spAutoFit/>
            </a:bodyPr>
            <a:lstStyle/>
            <a:p>
              <a:pPr algn="ctr">
                <a:lnSpc>
                  <a:spcPct val="120000"/>
                </a:lnSpc>
              </a:pPr>
              <a:r>
                <a:rPr lang="zh-CN" altLang="en-US" sz="1600" dirty="0">
                  <a:latin typeface="思源黑体 CN Bold" panose="020B0800000000000000" pitchFamily="34" charset="-122"/>
                  <a:ea typeface="思源黑体 CN Bold" panose="020B0800000000000000" pitchFamily="34" charset="-122"/>
                </a:rPr>
                <a:t>引导学生根据自己的生活经验和劳动体验创作</a:t>
              </a:r>
            </a:p>
          </p:txBody>
        </p:sp>
      </p:grpSp>
    </p:spTree>
    <p:extLst>
      <p:ext uri="{BB962C8B-B14F-4D97-AF65-F5344CB8AC3E}">
        <p14:creationId xmlns:p14="http://schemas.microsoft.com/office/powerpoint/2010/main" val="297523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wipe(down)">
                                      <p:cBhvr>
                                        <p:cTn id="7" dur="500"/>
                                        <p:tgtEl>
                                          <p:spTgt spid="1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7"/>
                                        </p:tgtEl>
                                        <p:attrNameLst>
                                          <p:attrName>style.visibility</p:attrName>
                                        </p:attrNameLst>
                                      </p:cBhvr>
                                      <p:to>
                                        <p:strVal val="visible"/>
                                      </p:to>
                                    </p:set>
                                    <p:animEffect transition="in" filter="wipe(down)">
                                      <p:cBhvr>
                                        <p:cTn id="12" dur="500"/>
                                        <p:tgtEl>
                                          <p:spTgt spid="1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98"/>
                                        </p:tgtEl>
                                        <p:attrNameLst>
                                          <p:attrName>style.visibility</p:attrName>
                                        </p:attrNameLst>
                                      </p:cBhvr>
                                      <p:to>
                                        <p:strVal val="visible"/>
                                      </p:to>
                                    </p:set>
                                    <p:animEffect transition="in" filter="wipe(down)">
                                      <p:cBhvr>
                                        <p:cTn id="17" dur="500"/>
                                        <p:tgtEl>
                                          <p:spTgt spid="1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21"/>
                                        </p:tgtEl>
                                        <p:attrNameLst>
                                          <p:attrName>style.visibility</p:attrName>
                                        </p:attrNameLst>
                                      </p:cBhvr>
                                      <p:to>
                                        <p:strVal val="visible"/>
                                      </p:to>
                                    </p:set>
                                    <p:animEffect transition="in" filter="wipe(down)">
                                      <p:cBhvr>
                                        <p:cTn id="22" dur="500"/>
                                        <p:tgtEl>
                                          <p:spTgt spid="2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30"/>
                                        </p:tgtEl>
                                        <p:attrNameLst>
                                          <p:attrName>style.visibility</p:attrName>
                                        </p:attrNameLst>
                                      </p:cBhvr>
                                      <p:to>
                                        <p:strVal val="visible"/>
                                      </p:to>
                                    </p:set>
                                    <p:animEffect transition="in" filter="wipe(down)">
                                      <p:cBhvr>
                                        <p:cTn id="27" dur="5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628900" y="1520190"/>
            <a:ext cx="6934200" cy="4379380"/>
            <a:chOff x="2628900" y="1520190"/>
            <a:chExt cx="6934200" cy="4379380"/>
          </a:xfrm>
        </p:grpSpPr>
        <p:sp>
          <p:nvSpPr>
            <p:cNvPr id="107" name="矩形 106"/>
            <p:cNvSpPr/>
            <p:nvPr/>
          </p:nvSpPr>
          <p:spPr>
            <a:xfrm>
              <a:off x="2628900" y="1843803"/>
              <a:ext cx="6934200" cy="4055767"/>
            </a:xfrm>
            <a:prstGeom prst="rect">
              <a:avLst/>
            </a:prstGeom>
            <a:solidFill>
              <a:schemeClr val="bg1"/>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1" name="椭圆 110"/>
            <p:cNvSpPr/>
            <p:nvPr>
              <p:custDataLst>
                <p:tags r:id="rId5"/>
              </p:custDataLst>
            </p:nvPr>
          </p:nvSpPr>
          <p:spPr>
            <a:xfrm>
              <a:off x="2812733" y="1781175"/>
              <a:ext cx="2303780" cy="2303780"/>
            </a:xfrm>
            <a:prstGeom prst="ellipse">
              <a:avLst/>
            </a:prstGeom>
            <a:solidFill>
              <a:schemeClr val="bg1"/>
            </a:solidFill>
            <a:ln w="7620">
              <a:gradFill>
                <a:gsLst>
                  <a:gs pos="0">
                    <a:schemeClr val="accent2">
                      <a:alpha val="0"/>
                    </a:schemeClr>
                  </a:gs>
                  <a:gs pos="100000">
                    <a:schemeClr val="accent2"/>
                  </a:gs>
                </a:gsLst>
                <a:lin ang="5400000" scaled="1"/>
              </a:gradFill>
            </a:ln>
            <a:effectLst>
              <a:outerShdw blurRad="294640" dist="162560" dir="5400000" sx="98000" sy="98000" algn="t" rotWithShape="0">
                <a:schemeClr val="accent2">
                  <a:lumMod val="60000"/>
                  <a:lumOff val="4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12" name="椭圆 111"/>
            <p:cNvSpPr/>
            <p:nvPr>
              <p:custDataLst>
                <p:tags r:id="rId6"/>
              </p:custDataLst>
            </p:nvPr>
          </p:nvSpPr>
          <p:spPr>
            <a:xfrm>
              <a:off x="7075488" y="1781175"/>
              <a:ext cx="2303780" cy="2303780"/>
            </a:xfrm>
            <a:prstGeom prst="ellipse">
              <a:avLst/>
            </a:prstGeom>
            <a:solidFill>
              <a:schemeClr val="bg1"/>
            </a:solidFill>
            <a:ln w="7620">
              <a:gradFill>
                <a:gsLst>
                  <a:gs pos="0">
                    <a:schemeClr val="accent2">
                      <a:alpha val="0"/>
                    </a:schemeClr>
                  </a:gs>
                  <a:gs pos="100000">
                    <a:schemeClr val="accent2"/>
                  </a:gs>
                </a:gsLst>
                <a:lin ang="5400000" scaled="1"/>
              </a:gradFill>
            </a:ln>
            <a:effectLst>
              <a:outerShdw blurRad="294640" dist="162560" dir="5400000" sx="98000" sy="98000" algn="t" rotWithShape="0">
                <a:schemeClr val="accent2">
                  <a:lumMod val="60000"/>
                  <a:lumOff val="4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13" name="文本框 112"/>
            <p:cNvSpPr txBox="1"/>
            <p:nvPr>
              <p:custDataLst>
                <p:tags r:id="rId7"/>
              </p:custDataLst>
            </p:nvPr>
          </p:nvSpPr>
          <p:spPr>
            <a:xfrm>
              <a:off x="3382963" y="2209165"/>
              <a:ext cx="1162685" cy="370205"/>
            </a:xfrm>
            <a:prstGeom prst="rect">
              <a:avLst/>
            </a:prstGeom>
            <a:noFill/>
            <a:effectLst/>
          </p:spPr>
          <p:txBody>
            <a:bodyPr wrap="square" lIns="73152" tIns="36576" rIns="73152" bIns="36576" rtlCol="0">
              <a:spAutoFit/>
            </a:bodyPr>
            <a:lstStyle/>
            <a:p>
              <a:pPr algn="ctr"/>
              <a:r>
                <a:rPr lang="zh-CN" altLang="en-US" sz="1920" b="1">
                  <a:solidFill>
                    <a:schemeClr val="accent2">
                      <a:lumMod val="75000"/>
                    </a:schemeClr>
                  </a:solidFill>
                  <a:latin typeface="思源黑体 CN Bold" panose="020B0800000000000000" pitchFamily="34" charset="-122"/>
                  <a:ea typeface="思源黑体 CN Bold" panose="020B0800000000000000" pitchFamily="34" charset="-122"/>
                  <a:sym typeface="+mn-ea"/>
                </a:rPr>
                <a:t>知识目标</a:t>
              </a:r>
              <a:endParaRPr kumimoji="1" lang="en-US" altLang="zh-CN" sz="1920" b="0" i="0" u="none" strike="noStrike" kern="1200" cap="none" spc="0" normalizeH="0" baseline="0" noProof="0" dirty="0">
                <a:ln>
                  <a:noFill/>
                </a:ln>
                <a:solidFill>
                  <a:schemeClr val="accent2">
                    <a:lumMod val="75000"/>
                  </a:schemeClr>
                </a:solidFill>
                <a:effectLst/>
                <a:uLnTx/>
                <a:uFillTx/>
                <a:latin typeface="思源黑体 CN Bold" panose="020B0800000000000000" pitchFamily="34" charset="-122"/>
                <a:ea typeface="思源黑体 CN Bold" panose="020B0800000000000000" pitchFamily="34" charset="-122"/>
              </a:endParaRPr>
            </a:p>
          </p:txBody>
        </p:sp>
        <p:sp>
          <p:nvSpPr>
            <p:cNvPr id="115" name="椭圆 114"/>
            <p:cNvSpPr/>
            <p:nvPr>
              <p:custDataLst>
                <p:tags r:id="rId8"/>
              </p:custDataLst>
            </p:nvPr>
          </p:nvSpPr>
          <p:spPr>
            <a:xfrm>
              <a:off x="4943158" y="1781175"/>
              <a:ext cx="2303780" cy="2303780"/>
            </a:xfrm>
            <a:prstGeom prst="ellipse">
              <a:avLst/>
            </a:prstGeom>
            <a:solidFill>
              <a:schemeClr val="bg1"/>
            </a:solidFill>
            <a:ln w="7620">
              <a:gradFill>
                <a:gsLst>
                  <a:gs pos="0">
                    <a:schemeClr val="accent3">
                      <a:alpha val="0"/>
                    </a:schemeClr>
                  </a:gs>
                  <a:gs pos="100000">
                    <a:schemeClr val="accent3"/>
                  </a:gs>
                </a:gsLst>
                <a:lin ang="5400000" scaled="1"/>
              </a:gradFill>
            </a:ln>
            <a:effectLst>
              <a:outerShdw blurRad="294640" dist="162560" dir="5400000" sx="98000" sy="98000" algn="t" rotWithShape="0">
                <a:schemeClr val="accent2">
                  <a:lumMod val="60000"/>
                  <a:lumOff val="4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16" name="文本框 115"/>
            <p:cNvSpPr txBox="1"/>
            <p:nvPr>
              <p:custDataLst>
                <p:tags r:id="rId9"/>
              </p:custDataLst>
            </p:nvPr>
          </p:nvSpPr>
          <p:spPr>
            <a:xfrm>
              <a:off x="5406073" y="2209165"/>
              <a:ext cx="1377950" cy="368300"/>
            </a:xfrm>
            <a:prstGeom prst="rect">
              <a:avLst/>
            </a:prstGeom>
            <a:noFill/>
            <a:effectLst/>
          </p:spPr>
          <p:txBody>
            <a:bodyPr wrap="square" lIns="73152" tIns="36576" rIns="73152" bIns="36576" rtlCol="0">
              <a:spAutoFit/>
            </a:bodyPr>
            <a:lstStyle/>
            <a:p>
              <a:pPr algn="ctr"/>
              <a:r>
                <a:rPr lang="zh-CN" altLang="en-US" sz="1920" b="1">
                  <a:solidFill>
                    <a:schemeClr val="accent3">
                      <a:lumMod val="75000"/>
                    </a:schemeClr>
                  </a:solidFill>
                  <a:latin typeface="思源黑体 CN Bold" panose="020B0800000000000000" pitchFamily="34" charset="-122"/>
                  <a:ea typeface="思源黑体 CN Bold" panose="020B0800000000000000" pitchFamily="34" charset="-122"/>
                  <a:sym typeface="+mn-ea"/>
                </a:rPr>
                <a:t>能力目标</a:t>
              </a:r>
              <a:endParaRPr kumimoji="1" lang="en-US" altLang="zh-CN" sz="1920" b="0" i="0" u="none" strike="noStrike" kern="1200" cap="none" spc="0" normalizeH="0" baseline="0" noProof="0" dirty="0">
                <a:ln>
                  <a:noFill/>
                </a:ln>
                <a:solidFill>
                  <a:schemeClr val="accent3">
                    <a:lumMod val="75000"/>
                  </a:schemeClr>
                </a:solidFill>
                <a:effectLst/>
                <a:uLnTx/>
                <a:uFillTx/>
                <a:latin typeface="思源黑体 CN Bold" panose="020B0800000000000000" pitchFamily="34" charset="-122"/>
                <a:ea typeface="思源黑体 CN Bold" panose="020B0800000000000000" pitchFamily="34" charset="-122"/>
              </a:endParaRPr>
            </a:p>
          </p:txBody>
        </p:sp>
        <p:sp>
          <p:nvSpPr>
            <p:cNvPr id="118" name="文本框 117"/>
            <p:cNvSpPr txBox="1"/>
            <p:nvPr>
              <p:custDataLst>
                <p:tags r:id="rId10"/>
              </p:custDataLst>
            </p:nvPr>
          </p:nvSpPr>
          <p:spPr>
            <a:xfrm>
              <a:off x="7646353" y="2209165"/>
              <a:ext cx="1162685" cy="370205"/>
            </a:xfrm>
            <a:prstGeom prst="rect">
              <a:avLst/>
            </a:prstGeom>
            <a:noFill/>
            <a:effectLst/>
          </p:spPr>
          <p:txBody>
            <a:bodyPr wrap="square" lIns="73152" tIns="36576" rIns="73152" bIns="36576" rtlCol="0">
              <a:spAutoFit/>
            </a:bodyPr>
            <a:lstStyle/>
            <a:p>
              <a:pPr algn="ctr"/>
              <a:r>
                <a:rPr lang="zh-CN" altLang="en-US" sz="1920" b="1">
                  <a:solidFill>
                    <a:schemeClr val="accent2">
                      <a:lumMod val="75000"/>
                    </a:schemeClr>
                  </a:solidFill>
                  <a:latin typeface="思源黑体 CN Bold" panose="020B0800000000000000" pitchFamily="34" charset="-122"/>
                  <a:ea typeface="思源黑体 CN Bold" panose="020B0800000000000000" pitchFamily="34" charset="-122"/>
                  <a:sym typeface="+mn-ea"/>
                </a:rPr>
                <a:t>素质目标</a:t>
              </a:r>
              <a:endParaRPr kumimoji="1" lang="zh-CN" altLang="en-US" sz="1920" b="1" i="0" u="none" strike="noStrike" kern="1200" cap="none" spc="0" normalizeH="0" baseline="0" noProof="0" dirty="0">
                <a:ln>
                  <a:noFill/>
                </a:ln>
                <a:solidFill>
                  <a:schemeClr val="accent2">
                    <a:lumMod val="75000"/>
                  </a:schemeClr>
                </a:solidFill>
                <a:effectLst/>
                <a:uLnTx/>
                <a:uFillTx/>
                <a:latin typeface="思源黑体 CN Bold" panose="020B0800000000000000" pitchFamily="34" charset="-122"/>
                <a:ea typeface="思源黑体 CN Bold" panose="020B0800000000000000" pitchFamily="34" charset="-122"/>
                <a:sym typeface="+mn-ea"/>
              </a:endParaRPr>
            </a:p>
          </p:txBody>
        </p:sp>
        <p:sp>
          <p:nvSpPr>
            <p:cNvPr id="124" name="椭圆 123"/>
            <p:cNvSpPr/>
            <p:nvPr>
              <p:custDataLst>
                <p:tags r:id="rId11"/>
              </p:custDataLst>
            </p:nvPr>
          </p:nvSpPr>
          <p:spPr>
            <a:xfrm>
              <a:off x="3520758" y="1520190"/>
              <a:ext cx="854710" cy="618490"/>
            </a:xfrm>
            <a:prstGeom prst="ellipse">
              <a:avLst/>
            </a:prstGeom>
            <a:solidFill>
              <a:schemeClr val="accent2"/>
            </a:solidFill>
            <a:effectLst/>
          </p:spPr>
          <p:style>
            <a:lnRef idx="0">
              <a:srgbClr val="FFFFFF"/>
            </a:lnRef>
            <a:fillRef idx="1">
              <a:schemeClr val="accent6"/>
            </a:fillRef>
            <a:effectRef idx="0">
              <a:srgbClr val="FFFFFF"/>
            </a:effectRef>
            <a:fontRef idx="minor">
              <a:schemeClr val="lt1"/>
            </a:fontRef>
          </p:style>
          <p:txBody>
            <a:bodyPr lIns="73152" tIns="36576" rIns="73152" bIns="36576" rtlCol="0" anchor="ctr"/>
            <a:lstStyle/>
            <a:p>
              <a:pPr algn="ctr"/>
              <a:r>
                <a:rPr lang="en-US" altLang="zh-CN" sz="2800" dirty="0">
                  <a:latin typeface="思源黑体 CN Bold" panose="020B0800000000000000" pitchFamily="34" charset="-122"/>
                  <a:ea typeface="思源黑体 CN Bold" panose="020B0800000000000000" pitchFamily="34" charset="-122"/>
                </a:rPr>
                <a:t>01</a:t>
              </a:r>
            </a:p>
          </p:txBody>
        </p:sp>
        <p:sp>
          <p:nvSpPr>
            <p:cNvPr id="125" name="椭圆 124"/>
            <p:cNvSpPr/>
            <p:nvPr>
              <p:custDataLst>
                <p:tags r:id="rId12"/>
              </p:custDataLst>
            </p:nvPr>
          </p:nvSpPr>
          <p:spPr>
            <a:xfrm>
              <a:off x="5675313" y="1520190"/>
              <a:ext cx="854710" cy="618490"/>
            </a:xfrm>
            <a:prstGeom prst="ellipse">
              <a:avLst/>
            </a:prstGeom>
            <a:solidFill>
              <a:schemeClr val="accent3"/>
            </a:solidFill>
            <a:effectLst/>
          </p:spPr>
          <p:style>
            <a:lnRef idx="0">
              <a:srgbClr val="FFFFFF"/>
            </a:lnRef>
            <a:fillRef idx="1">
              <a:schemeClr val="accent6"/>
            </a:fillRef>
            <a:effectRef idx="0">
              <a:srgbClr val="FFFFFF"/>
            </a:effectRef>
            <a:fontRef idx="minor">
              <a:schemeClr val="lt1"/>
            </a:fontRef>
          </p:style>
          <p:txBody>
            <a:bodyPr lIns="73152" tIns="36576" rIns="73152" bIns="36576" rtlCol="0" anchor="ctr"/>
            <a:lstStyle/>
            <a:p>
              <a:pPr algn="ctr"/>
              <a:r>
                <a:rPr lang="en-US" altLang="zh-CN" sz="2800">
                  <a:latin typeface="思源黑体 CN Bold" panose="020B0800000000000000" pitchFamily="34" charset="-122"/>
                  <a:ea typeface="思源黑体 CN Bold" panose="020B0800000000000000" pitchFamily="34" charset="-122"/>
                </a:rPr>
                <a:t>02</a:t>
              </a:r>
            </a:p>
          </p:txBody>
        </p:sp>
        <p:sp>
          <p:nvSpPr>
            <p:cNvPr id="126" name="椭圆 125"/>
            <p:cNvSpPr/>
            <p:nvPr>
              <p:custDataLst>
                <p:tags r:id="rId13"/>
              </p:custDataLst>
            </p:nvPr>
          </p:nvSpPr>
          <p:spPr>
            <a:xfrm>
              <a:off x="7867333" y="1520190"/>
              <a:ext cx="854710" cy="618490"/>
            </a:xfrm>
            <a:prstGeom prst="ellipse">
              <a:avLst/>
            </a:prstGeom>
            <a:solidFill>
              <a:schemeClr val="accent2"/>
            </a:solidFill>
            <a:effectLst/>
          </p:spPr>
          <p:style>
            <a:lnRef idx="0">
              <a:srgbClr val="FFFFFF"/>
            </a:lnRef>
            <a:fillRef idx="1">
              <a:schemeClr val="accent6"/>
            </a:fillRef>
            <a:effectRef idx="0">
              <a:srgbClr val="FFFFFF"/>
            </a:effectRef>
            <a:fontRef idx="minor">
              <a:schemeClr val="lt1"/>
            </a:fontRef>
          </p:style>
          <p:txBody>
            <a:bodyPr lIns="73152" tIns="36576" rIns="73152" bIns="36576" rtlCol="0" anchor="ctr"/>
            <a:lstStyle/>
            <a:p>
              <a:pPr algn="ctr"/>
              <a:r>
                <a:rPr lang="en-US" altLang="zh-CN" sz="2800">
                  <a:latin typeface="思源黑体 CN Bold" panose="020B0800000000000000" pitchFamily="34" charset="-122"/>
                  <a:ea typeface="思源黑体 CN Bold" panose="020B0800000000000000" pitchFamily="34" charset="-122"/>
                </a:rPr>
                <a:t>03</a:t>
              </a:r>
            </a:p>
          </p:txBody>
        </p:sp>
        <p:sp>
          <p:nvSpPr>
            <p:cNvPr id="135" name="矩形: 圆角 134"/>
            <p:cNvSpPr/>
            <p:nvPr/>
          </p:nvSpPr>
          <p:spPr>
            <a:xfrm>
              <a:off x="6352313" y="2849434"/>
              <a:ext cx="2986949" cy="628470"/>
            </a:xfrm>
            <a:prstGeom prst="roundRect">
              <a:avLst>
                <a:gd name="adj" fmla="val 50000"/>
              </a:avLst>
            </a:prstGeom>
            <a:gradFill flip="none" rotWithShape="1">
              <a:gsLst>
                <a:gs pos="0">
                  <a:schemeClr val="accent2">
                    <a:alpha val="20000"/>
                  </a:schemeClr>
                </a:gs>
                <a:gs pos="100000">
                  <a:schemeClr val="accent2">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6" name="矩形: 圆角 135"/>
            <p:cNvSpPr/>
            <p:nvPr/>
          </p:nvSpPr>
          <p:spPr>
            <a:xfrm>
              <a:off x="2852738" y="2849434"/>
              <a:ext cx="3241761" cy="628470"/>
            </a:xfrm>
            <a:prstGeom prst="roundRect">
              <a:avLst>
                <a:gd name="adj" fmla="val 50000"/>
              </a:avLst>
            </a:prstGeom>
            <a:gradFill flip="none" rotWithShape="1">
              <a:gsLst>
                <a:gs pos="0">
                  <a:schemeClr val="accent1">
                    <a:alpha val="20000"/>
                  </a:schemeClr>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prstClr val="white"/>
                </a:solidFill>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2" name="文本框 141"/>
            <p:cNvSpPr txBox="1"/>
            <p:nvPr/>
          </p:nvSpPr>
          <p:spPr>
            <a:xfrm>
              <a:off x="3162999" y="3055947"/>
              <a:ext cx="1450849" cy="215444"/>
            </a:xfrm>
            <a:prstGeom prst="rect">
              <a:avLst/>
            </a:prstGeom>
            <a:noFill/>
          </p:spPr>
          <p:txBody>
            <a:bodyPr wrap="square" lIns="0" tIns="0" rIns="0" bIns="0">
              <a:spAutoFit/>
            </a:bodyPr>
            <a:lstStyle/>
            <a:p>
              <a:pPr algn="ctr"/>
              <a:r>
                <a:rPr lang="zh-CN" altLang="en-US" sz="1400" dirty="0">
                  <a:effectLst/>
                  <a:latin typeface="思源黑体 CN Bold" panose="020B0800000000000000" pitchFamily="34" charset="-122"/>
                  <a:ea typeface="思源黑体 CN Bold" panose="020B0800000000000000" pitchFamily="34" charset="-122"/>
                  <a:cs typeface="思源黑体 CN Normal" panose="020B0400000000000000" charset="-122"/>
                </a:rPr>
                <a:t>掌握数字逻辑基础</a:t>
              </a:r>
            </a:p>
          </p:txBody>
        </p:sp>
        <p:sp>
          <p:nvSpPr>
            <p:cNvPr id="143" name="文本框 142"/>
            <p:cNvSpPr txBox="1"/>
            <p:nvPr/>
          </p:nvSpPr>
          <p:spPr>
            <a:xfrm>
              <a:off x="7585433" y="3055947"/>
              <a:ext cx="1436291" cy="215444"/>
            </a:xfrm>
            <a:prstGeom prst="rect">
              <a:avLst/>
            </a:prstGeom>
            <a:noFill/>
          </p:spPr>
          <p:txBody>
            <a:bodyPr wrap="none" lIns="0" tIns="0" rIns="0" bIns="0">
              <a:spAutoFit/>
            </a:bodyPr>
            <a:lstStyle/>
            <a:p>
              <a:pPr algn="ctr"/>
              <a:r>
                <a:rPr lang="zh-CN" altLang="en-US" sz="1400" dirty="0">
                  <a:effectLst/>
                  <a:latin typeface="思源黑体 CN Bold" panose="020B0800000000000000" pitchFamily="34" charset="-122"/>
                  <a:ea typeface="思源黑体 CN Bold" panose="020B0800000000000000" pitchFamily="34" charset="-122"/>
                  <a:cs typeface="思源黑体 CN Normal" panose="020B0400000000000000" charset="-122"/>
                </a:rPr>
                <a:t>养成规范操作习惯</a:t>
              </a:r>
            </a:p>
          </p:txBody>
        </p:sp>
        <p:sp>
          <p:nvSpPr>
            <p:cNvPr id="137" name="椭圆 136"/>
            <p:cNvSpPr/>
            <p:nvPr/>
          </p:nvSpPr>
          <p:spPr>
            <a:xfrm flipH="1">
              <a:off x="5532012" y="2600633"/>
              <a:ext cx="1126072" cy="1126072"/>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altLang="zh-CN" sz="1400">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138" name="组合 137"/>
            <p:cNvGrpSpPr/>
            <p:nvPr/>
          </p:nvGrpSpPr>
          <p:grpSpPr>
            <a:xfrm>
              <a:off x="5606332" y="3033587"/>
              <a:ext cx="977433" cy="404364"/>
              <a:chOff x="8902080" y="1758240"/>
              <a:chExt cx="977433" cy="404364"/>
            </a:xfrm>
          </p:grpSpPr>
          <p:cxnSp>
            <p:nvCxnSpPr>
              <p:cNvPr id="139" name="直接连接符 138"/>
              <p:cNvCxnSpPr/>
              <p:nvPr/>
            </p:nvCxnSpPr>
            <p:spPr>
              <a:xfrm flipV="1">
                <a:off x="8902080" y="1762560"/>
                <a:ext cx="492480" cy="400044"/>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flipH="1" flipV="1">
                <a:off x="9396000" y="1758240"/>
                <a:ext cx="483513" cy="404364"/>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cxnSp>
          <p:nvCxnSpPr>
            <p:cNvPr id="144" name="直接连接符 143"/>
            <p:cNvCxnSpPr/>
            <p:nvPr/>
          </p:nvCxnSpPr>
          <p:spPr>
            <a:xfrm flipV="1">
              <a:off x="6095048" y="2597882"/>
              <a:ext cx="0" cy="323385"/>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45" name="椭圆 144"/>
            <p:cNvSpPr/>
            <p:nvPr/>
          </p:nvSpPr>
          <p:spPr>
            <a:xfrm flipH="1">
              <a:off x="5823950" y="2892571"/>
              <a:ext cx="542196" cy="542196"/>
            </a:xfrm>
            <a:prstGeom prst="ellipse">
              <a:avLst/>
            </a:prstGeom>
            <a:gradFill>
              <a:gsLst>
                <a:gs pos="0">
                  <a:schemeClr val="accent3">
                    <a:lumMod val="60000"/>
                    <a:lumOff val="40000"/>
                  </a:schemeClr>
                </a:gs>
                <a:gs pos="73000">
                  <a:schemeClr val="accent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altLang="zh-CN" sz="1200">
                <a:latin typeface="思源黑体 CN Bold" panose="020B0800000000000000" pitchFamily="34" charset="-122"/>
                <a:ea typeface="思源黑体 CN Bold" panose="020B0800000000000000" pitchFamily="34" charset="-122"/>
                <a:cs typeface="思源黑体 CN Normal" panose="020B0400000000000000" charset="-122"/>
              </a:endParaRPr>
            </a:p>
          </p:txBody>
        </p:sp>
        <p:pic>
          <p:nvPicPr>
            <p:cNvPr id="147" name="图形 146"/>
            <p:cNvPicPr>
              <a:picLocks noChangeAspect="1"/>
            </p:cNvPicPr>
            <p:nvPr/>
          </p:nvPicPr>
          <p:blipFill>
            <a:blip r:embed="rId18"/>
            <a:stretch>
              <a:fillRect/>
            </a:stretch>
          </p:blipFill>
          <p:spPr>
            <a:xfrm>
              <a:off x="5967838" y="3008178"/>
              <a:ext cx="254420" cy="254420"/>
            </a:xfrm>
            <a:prstGeom prst="rect">
              <a:avLst/>
            </a:prstGeom>
          </p:spPr>
        </p:pic>
        <p:sp>
          <p:nvSpPr>
            <p:cNvPr id="151" name="任意多边形: 形状 150"/>
            <p:cNvSpPr/>
            <p:nvPr/>
          </p:nvSpPr>
          <p:spPr>
            <a:xfrm>
              <a:off x="6859453" y="3003668"/>
              <a:ext cx="230210" cy="214077"/>
            </a:xfrm>
            <a:custGeom>
              <a:avLst/>
              <a:gdLst>
                <a:gd name="connsiteX0" fmla="*/ 244264 w 1108309"/>
                <a:gd name="connsiteY0" fmla="*/ 350006 h 896154"/>
                <a:gd name="connsiteX1" fmla="*/ 318559 w 1108309"/>
                <a:gd name="connsiteY1" fmla="*/ 350006 h 896154"/>
                <a:gd name="connsiteX2" fmla="*/ 363326 w 1108309"/>
                <a:gd name="connsiteY2" fmla="*/ 392869 h 896154"/>
                <a:gd name="connsiteX3" fmla="*/ 363326 w 1108309"/>
                <a:gd name="connsiteY3" fmla="*/ 450019 h 896154"/>
                <a:gd name="connsiteX4" fmla="*/ 259504 w 1108309"/>
                <a:gd name="connsiteY4" fmla="*/ 551936 h 896154"/>
                <a:gd name="connsiteX5" fmla="*/ 199496 w 1108309"/>
                <a:gd name="connsiteY5" fmla="*/ 490023 h 896154"/>
                <a:gd name="connsiteX6" fmla="*/ 199496 w 1108309"/>
                <a:gd name="connsiteY6" fmla="*/ 393821 h 896154"/>
                <a:gd name="connsiteX7" fmla="*/ 244264 w 1108309"/>
                <a:gd name="connsiteY7" fmla="*/ 350006 h 896154"/>
                <a:gd name="connsiteX8" fmla="*/ 45191 w 1108309"/>
                <a:gd name="connsiteY8" fmla="*/ 350006 h 896154"/>
                <a:gd name="connsiteX9" fmla="*/ 109008 w 1108309"/>
                <a:gd name="connsiteY9" fmla="*/ 350006 h 896154"/>
                <a:gd name="connsiteX10" fmla="*/ 165206 w 1108309"/>
                <a:gd name="connsiteY10" fmla="*/ 403346 h 896154"/>
                <a:gd name="connsiteX11" fmla="*/ 165206 w 1108309"/>
                <a:gd name="connsiteY11" fmla="*/ 450019 h 896154"/>
                <a:gd name="connsiteX12" fmla="*/ 60431 w 1108309"/>
                <a:gd name="connsiteY12" fmla="*/ 551936 h 896154"/>
                <a:gd name="connsiteX13" fmla="*/ 423 w 1108309"/>
                <a:gd name="connsiteY13" fmla="*/ 490023 h 896154"/>
                <a:gd name="connsiteX14" fmla="*/ 423 w 1108309"/>
                <a:gd name="connsiteY14" fmla="*/ 393821 h 896154"/>
                <a:gd name="connsiteX15" fmla="*/ 45191 w 1108309"/>
                <a:gd name="connsiteY15" fmla="*/ 350006 h 896154"/>
                <a:gd name="connsiteX16" fmla="*/ 666459 w 1108309"/>
                <a:gd name="connsiteY16" fmla="*/ 81 h 896154"/>
                <a:gd name="connsiteX17" fmla="*/ 744326 w 1108309"/>
                <a:gd name="connsiteY17" fmla="*/ 29966 h 896154"/>
                <a:gd name="connsiteX18" fmla="*/ 1076749 w 1108309"/>
                <a:gd name="connsiteY18" fmla="*/ 362388 h 896154"/>
                <a:gd name="connsiteX19" fmla="*/ 1074844 w 1108309"/>
                <a:gd name="connsiteY19" fmla="*/ 535743 h 896154"/>
                <a:gd name="connsiteX20" fmla="*/ 747184 w 1108309"/>
                <a:gd name="connsiteY20" fmla="*/ 863403 h 896154"/>
                <a:gd name="connsiteX21" fmla="*/ 590021 w 1108309"/>
                <a:gd name="connsiteY21" fmla="*/ 862451 h 896154"/>
                <a:gd name="connsiteX22" fmla="*/ 591926 w 1108309"/>
                <a:gd name="connsiteY22" fmla="*/ 702431 h 896154"/>
                <a:gd name="connsiteX23" fmla="*/ 732896 w 1108309"/>
                <a:gd name="connsiteY23" fmla="*/ 567176 h 896154"/>
                <a:gd name="connsiteX24" fmla="*/ 728134 w 1108309"/>
                <a:gd name="connsiteY24" fmla="*/ 556698 h 896154"/>
                <a:gd name="connsiteX25" fmla="*/ 685271 w 1108309"/>
                <a:gd name="connsiteY25" fmla="*/ 552888 h 896154"/>
                <a:gd name="connsiteX26" fmla="*/ 474769 w 1108309"/>
                <a:gd name="connsiteY26" fmla="*/ 552888 h 896154"/>
                <a:gd name="connsiteX27" fmla="*/ 393806 w 1108309"/>
                <a:gd name="connsiteY27" fmla="*/ 473831 h 896154"/>
                <a:gd name="connsiteX28" fmla="*/ 393806 w 1108309"/>
                <a:gd name="connsiteY28" fmla="*/ 406203 h 896154"/>
                <a:gd name="connsiteX29" fmla="*/ 449051 w 1108309"/>
                <a:gd name="connsiteY29" fmla="*/ 351911 h 896154"/>
                <a:gd name="connsiteX30" fmla="*/ 694796 w 1108309"/>
                <a:gd name="connsiteY30" fmla="*/ 351911 h 896154"/>
                <a:gd name="connsiteX31" fmla="*/ 740516 w 1108309"/>
                <a:gd name="connsiteY31" fmla="*/ 347148 h 896154"/>
                <a:gd name="connsiteX32" fmla="*/ 704321 w 1108309"/>
                <a:gd name="connsiteY32" fmla="*/ 307143 h 896154"/>
                <a:gd name="connsiteX33" fmla="*/ 587164 w 1108309"/>
                <a:gd name="connsiteY33" fmla="*/ 188081 h 896154"/>
                <a:gd name="connsiteX34" fmla="*/ 590021 w 1108309"/>
                <a:gd name="connsiteY34" fmla="*/ 33776 h 896154"/>
                <a:gd name="connsiteX35" fmla="*/ 666459 w 1108309"/>
                <a:gd name="connsiteY35" fmla="*/ 81 h 896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8309" h="896154">
                  <a:moveTo>
                    <a:pt x="244264" y="350006"/>
                  </a:moveTo>
                  <a:cubicBezTo>
                    <a:pt x="269029" y="350006"/>
                    <a:pt x="293794" y="350006"/>
                    <a:pt x="318559" y="350006"/>
                  </a:cubicBezTo>
                  <a:cubicBezTo>
                    <a:pt x="348086" y="350006"/>
                    <a:pt x="362374" y="363341"/>
                    <a:pt x="363326" y="392869"/>
                  </a:cubicBezTo>
                  <a:cubicBezTo>
                    <a:pt x="363326" y="411919"/>
                    <a:pt x="363326" y="430969"/>
                    <a:pt x="363326" y="450019"/>
                  </a:cubicBezTo>
                  <a:cubicBezTo>
                    <a:pt x="363326" y="552888"/>
                    <a:pt x="363326" y="552888"/>
                    <a:pt x="259504" y="551936"/>
                  </a:cubicBezTo>
                  <a:cubicBezTo>
                    <a:pt x="209974" y="550983"/>
                    <a:pt x="199496" y="540506"/>
                    <a:pt x="199496" y="490023"/>
                  </a:cubicBezTo>
                  <a:cubicBezTo>
                    <a:pt x="199496" y="457638"/>
                    <a:pt x="198544" y="426206"/>
                    <a:pt x="199496" y="393821"/>
                  </a:cubicBezTo>
                  <a:cubicBezTo>
                    <a:pt x="200449" y="365246"/>
                    <a:pt x="214736" y="350006"/>
                    <a:pt x="244264" y="350006"/>
                  </a:cubicBezTo>
                  <a:close/>
                  <a:moveTo>
                    <a:pt x="45191" y="350006"/>
                  </a:moveTo>
                  <a:cubicBezTo>
                    <a:pt x="66146" y="350006"/>
                    <a:pt x="88053" y="350006"/>
                    <a:pt x="109008" y="350006"/>
                  </a:cubicBezTo>
                  <a:cubicBezTo>
                    <a:pt x="152823" y="350006"/>
                    <a:pt x="163301" y="360483"/>
                    <a:pt x="165206" y="403346"/>
                  </a:cubicBezTo>
                  <a:cubicBezTo>
                    <a:pt x="166158" y="419538"/>
                    <a:pt x="165206" y="434779"/>
                    <a:pt x="165206" y="450019"/>
                  </a:cubicBezTo>
                  <a:cubicBezTo>
                    <a:pt x="164253" y="552888"/>
                    <a:pt x="164253" y="552888"/>
                    <a:pt x="60431" y="551936"/>
                  </a:cubicBezTo>
                  <a:cubicBezTo>
                    <a:pt x="11853" y="550983"/>
                    <a:pt x="423" y="539554"/>
                    <a:pt x="423" y="490023"/>
                  </a:cubicBezTo>
                  <a:cubicBezTo>
                    <a:pt x="423" y="457638"/>
                    <a:pt x="-529" y="426206"/>
                    <a:pt x="423" y="393821"/>
                  </a:cubicBezTo>
                  <a:cubicBezTo>
                    <a:pt x="1376" y="366198"/>
                    <a:pt x="15663" y="350006"/>
                    <a:pt x="45191" y="350006"/>
                  </a:cubicBezTo>
                  <a:close/>
                  <a:moveTo>
                    <a:pt x="666459" y="81"/>
                  </a:moveTo>
                  <a:cubicBezTo>
                    <a:pt x="694320" y="-991"/>
                    <a:pt x="722419" y="8534"/>
                    <a:pt x="744326" y="29966"/>
                  </a:cubicBezTo>
                  <a:cubicBezTo>
                    <a:pt x="856721" y="139503"/>
                    <a:pt x="967211" y="249993"/>
                    <a:pt x="1076749" y="362388"/>
                  </a:cubicBezTo>
                  <a:cubicBezTo>
                    <a:pt x="1119611" y="406203"/>
                    <a:pt x="1118659" y="490976"/>
                    <a:pt x="1074844" y="535743"/>
                  </a:cubicBezTo>
                  <a:cubicBezTo>
                    <a:pt x="966259" y="646233"/>
                    <a:pt x="857674" y="754818"/>
                    <a:pt x="747184" y="863403"/>
                  </a:cubicBezTo>
                  <a:cubicBezTo>
                    <a:pt x="701464" y="908171"/>
                    <a:pt x="632884" y="906266"/>
                    <a:pt x="590021" y="862451"/>
                  </a:cubicBezTo>
                  <a:cubicBezTo>
                    <a:pt x="546206" y="818636"/>
                    <a:pt x="546206" y="749103"/>
                    <a:pt x="591926" y="702431"/>
                  </a:cubicBezTo>
                  <a:cubicBezTo>
                    <a:pt x="637646" y="655758"/>
                    <a:pt x="685271" y="611943"/>
                    <a:pt x="732896" y="567176"/>
                  </a:cubicBezTo>
                  <a:cubicBezTo>
                    <a:pt x="730991" y="563366"/>
                    <a:pt x="730039" y="559556"/>
                    <a:pt x="728134" y="556698"/>
                  </a:cubicBezTo>
                  <a:cubicBezTo>
                    <a:pt x="713846" y="554793"/>
                    <a:pt x="699559" y="552888"/>
                    <a:pt x="685271" y="552888"/>
                  </a:cubicBezTo>
                  <a:cubicBezTo>
                    <a:pt x="614786" y="552888"/>
                    <a:pt x="545254" y="552888"/>
                    <a:pt x="474769" y="552888"/>
                  </a:cubicBezTo>
                  <a:cubicBezTo>
                    <a:pt x="403331" y="552888"/>
                    <a:pt x="393806" y="543363"/>
                    <a:pt x="393806" y="473831"/>
                  </a:cubicBezTo>
                  <a:cubicBezTo>
                    <a:pt x="393806" y="450971"/>
                    <a:pt x="392854" y="429063"/>
                    <a:pt x="393806" y="406203"/>
                  </a:cubicBezTo>
                  <a:cubicBezTo>
                    <a:pt x="395711" y="368103"/>
                    <a:pt x="410951" y="351911"/>
                    <a:pt x="449051" y="351911"/>
                  </a:cubicBezTo>
                  <a:cubicBezTo>
                    <a:pt x="530966" y="350958"/>
                    <a:pt x="612881" y="351911"/>
                    <a:pt x="694796" y="351911"/>
                  </a:cubicBezTo>
                  <a:cubicBezTo>
                    <a:pt x="706226" y="350006"/>
                    <a:pt x="718609" y="349053"/>
                    <a:pt x="740516" y="347148"/>
                  </a:cubicBezTo>
                  <a:cubicBezTo>
                    <a:pt x="724324" y="329051"/>
                    <a:pt x="714799" y="317621"/>
                    <a:pt x="704321" y="307143"/>
                  </a:cubicBezTo>
                  <a:cubicBezTo>
                    <a:pt x="665269" y="267138"/>
                    <a:pt x="624311" y="229038"/>
                    <a:pt x="587164" y="188081"/>
                  </a:cubicBezTo>
                  <a:cubicBezTo>
                    <a:pt x="545254" y="142361"/>
                    <a:pt x="547159" y="75686"/>
                    <a:pt x="590021" y="33776"/>
                  </a:cubicBezTo>
                  <a:cubicBezTo>
                    <a:pt x="610976" y="12821"/>
                    <a:pt x="638599" y="1153"/>
                    <a:pt x="666459" y="81"/>
                  </a:cubicBezTo>
                  <a:close/>
                </a:path>
              </a:pathLst>
            </a:custGeom>
            <a:gradFill flip="none" rotWithShape="1">
              <a:gsLst>
                <a:gs pos="0">
                  <a:schemeClr val="accent2">
                    <a:lumMod val="60000"/>
                    <a:lumOff val="40000"/>
                  </a:schemeClr>
                </a:gs>
                <a:gs pos="100000">
                  <a:schemeClr val="accent2"/>
                </a:gs>
              </a:gsLst>
              <a:lin ang="2700000" scaled="1"/>
              <a:tileRect/>
            </a:gradFill>
            <a:ln w="38100" cap="flat" cmpd="sng" algn="ctr">
              <a:noFill/>
              <a:prstDash val="solid"/>
              <a:miter lim="800000"/>
            </a:ln>
            <a:effectLst/>
          </p:spPr>
          <p:txBody>
            <a:bodyPr lIns="98755" tIns="49378" rIns="98755" bIns="49378" rtlCol="0" anchor="ctr"/>
            <a:lstStyle/>
            <a:p>
              <a:pPr algn="ctr"/>
              <a:endParaRPr lang="zh-CN" altLang="en-US" sz="1000" kern="0" dirty="0">
                <a:solidFill>
                  <a:prstClr val="white"/>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2" name="任意多边形: 形状 151"/>
            <p:cNvSpPr/>
            <p:nvPr/>
          </p:nvSpPr>
          <p:spPr>
            <a:xfrm flipH="1">
              <a:off x="5159241" y="3003668"/>
              <a:ext cx="230210" cy="214077"/>
            </a:xfrm>
            <a:custGeom>
              <a:avLst/>
              <a:gdLst>
                <a:gd name="connsiteX0" fmla="*/ 244264 w 1108309"/>
                <a:gd name="connsiteY0" fmla="*/ 350006 h 896154"/>
                <a:gd name="connsiteX1" fmla="*/ 318559 w 1108309"/>
                <a:gd name="connsiteY1" fmla="*/ 350006 h 896154"/>
                <a:gd name="connsiteX2" fmla="*/ 363326 w 1108309"/>
                <a:gd name="connsiteY2" fmla="*/ 392869 h 896154"/>
                <a:gd name="connsiteX3" fmla="*/ 363326 w 1108309"/>
                <a:gd name="connsiteY3" fmla="*/ 450019 h 896154"/>
                <a:gd name="connsiteX4" fmla="*/ 259504 w 1108309"/>
                <a:gd name="connsiteY4" fmla="*/ 551936 h 896154"/>
                <a:gd name="connsiteX5" fmla="*/ 199496 w 1108309"/>
                <a:gd name="connsiteY5" fmla="*/ 490023 h 896154"/>
                <a:gd name="connsiteX6" fmla="*/ 199496 w 1108309"/>
                <a:gd name="connsiteY6" fmla="*/ 393821 h 896154"/>
                <a:gd name="connsiteX7" fmla="*/ 244264 w 1108309"/>
                <a:gd name="connsiteY7" fmla="*/ 350006 h 896154"/>
                <a:gd name="connsiteX8" fmla="*/ 45191 w 1108309"/>
                <a:gd name="connsiteY8" fmla="*/ 350006 h 896154"/>
                <a:gd name="connsiteX9" fmla="*/ 109008 w 1108309"/>
                <a:gd name="connsiteY9" fmla="*/ 350006 h 896154"/>
                <a:gd name="connsiteX10" fmla="*/ 165206 w 1108309"/>
                <a:gd name="connsiteY10" fmla="*/ 403346 h 896154"/>
                <a:gd name="connsiteX11" fmla="*/ 165206 w 1108309"/>
                <a:gd name="connsiteY11" fmla="*/ 450019 h 896154"/>
                <a:gd name="connsiteX12" fmla="*/ 60431 w 1108309"/>
                <a:gd name="connsiteY12" fmla="*/ 551936 h 896154"/>
                <a:gd name="connsiteX13" fmla="*/ 423 w 1108309"/>
                <a:gd name="connsiteY13" fmla="*/ 490023 h 896154"/>
                <a:gd name="connsiteX14" fmla="*/ 423 w 1108309"/>
                <a:gd name="connsiteY14" fmla="*/ 393821 h 896154"/>
                <a:gd name="connsiteX15" fmla="*/ 45191 w 1108309"/>
                <a:gd name="connsiteY15" fmla="*/ 350006 h 896154"/>
                <a:gd name="connsiteX16" fmla="*/ 666459 w 1108309"/>
                <a:gd name="connsiteY16" fmla="*/ 81 h 896154"/>
                <a:gd name="connsiteX17" fmla="*/ 744326 w 1108309"/>
                <a:gd name="connsiteY17" fmla="*/ 29966 h 896154"/>
                <a:gd name="connsiteX18" fmla="*/ 1076749 w 1108309"/>
                <a:gd name="connsiteY18" fmla="*/ 362388 h 896154"/>
                <a:gd name="connsiteX19" fmla="*/ 1074844 w 1108309"/>
                <a:gd name="connsiteY19" fmla="*/ 535743 h 896154"/>
                <a:gd name="connsiteX20" fmla="*/ 747184 w 1108309"/>
                <a:gd name="connsiteY20" fmla="*/ 863403 h 896154"/>
                <a:gd name="connsiteX21" fmla="*/ 590021 w 1108309"/>
                <a:gd name="connsiteY21" fmla="*/ 862451 h 896154"/>
                <a:gd name="connsiteX22" fmla="*/ 591926 w 1108309"/>
                <a:gd name="connsiteY22" fmla="*/ 702431 h 896154"/>
                <a:gd name="connsiteX23" fmla="*/ 732896 w 1108309"/>
                <a:gd name="connsiteY23" fmla="*/ 567176 h 896154"/>
                <a:gd name="connsiteX24" fmla="*/ 728134 w 1108309"/>
                <a:gd name="connsiteY24" fmla="*/ 556698 h 896154"/>
                <a:gd name="connsiteX25" fmla="*/ 685271 w 1108309"/>
                <a:gd name="connsiteY25" fmla="*/ 552888 h 896154"/>
                <a:gd name="connsiteX26" fmla="*/ 474769 w 1108309"/>
                <a:gd name="connsiteY26" fmla="*/ 552888 h 896154"/>
                <a:gd name="connsiteX27" fmla="*/ 393806 w 1108309"/>
                <a:gd name="connsiteY27" fmla="*/ 473831 h 896154"/>
                <a:gd name="connsiteX28" fmla="*/ 393806 w 1108309"/>
                <a:gd name="connsiteY28" fmla="*/ 406203 h 896154"/>
                <a:gd name="connsiteX29" fmla="*/ 449051 w 1108309"/>
                <a:gd name="connsiteY29" fmla="*/ 351911 h 896154"/>
                <a:gd name="connsiteX30" fmla="*/ 694796 w 1108309"/>
                <a:gd name="connsiteY30" fmla="*/ 351911 h 896154"/>
                <a:gd name="connsiteX31" fmla="*/ 740516 w 1108309"/>
                <a:gd name="connsiteY31" fmla="*/ 347148 h 896154"/>
                <a:gd name="connsiteX32" fmla="*/ 704321 w 1108309"/>
                <a:gd name="connsiteY32" fmla="*/ 307143 h 896154"/>
                <a:gd name="connsiteX33" fmla="*/ 587164 w 1108309"/>
                <a:gd name="connsiteY33" fmla="*/ 188081 h 896154"/>
                <a:gd name="connsiteX34" fmla="*/ 590021 w 1108309"/>
                <a:gd name="connsiteY34" fmla="*/ 33776 h 896154"/>
                <a:gd name="connsiteX35" fmla="*/ 666459 w 1108309"/>
                <a:gd name="connsiteY35" fmla="*/ 81 h 896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8309" h="896154">
                  <a:moveTo>
                    <a:pt x="244264" y="350006"/>
                  </a:moveTo>
                  <a:cubicBezTo>
                    <a:pt x="269029" y="350006"/>
                    <a:pt x="293794" y="350006"/>
                    <a:pt x="318559" y="350006"/>
                  </a:cubicBezTo>
                  <a:cubicBezTo>
                    <a:pt x="348086" y="350006"/>
                    <a:pt x="362374" y="363341"/>
                    <a:pt x="363326" y="392869"/>
                  </a:cubicBezTo>
                  <a:cubicBezTo>
                    <a:pt x="363326" y="411919"/>
                    <a:pt x="363326" y="430969"/>
                    <a:pt x="363326" y="450019"/>
                  </a:cubicBezTo>
                  <a:cubicBezTo>
                    <a:pt x="363326" y="552888"/>
                    <a:pt x="363326" y="552888"/>
                    <a:pt x="259504" y="551936"/>
                  </a:cubicBezTo>
                  <a:cubicBezTo>
                    <a:pt x="209974" y="550983"/>
                    <a:pt x="199496" y="540506"/>
                    <a:pt x="199496" y="490023"/>
                  </a:cubicBezTo>
                  <a:cubicBezTo>
                    <a:pt x="199496" y="457638"/>
                    <a:pt x="198544" y="426206"/>
                    <a:pt x="199496" y="393821"/>
                  </a:cubicBezTo>
                  <a:cubicBezTo>
                    <a:pt x="200449" y="365246"/>
                    <a:pt x="214736" y="350006"/>
                    <a:pt x="244264" y="350006"/>
                  </a:cubicBezTo>
                  <a:close/>
                  <a:moveTo>
                    <a:pt x="45191" y="350006"/>
                  </a:moveTo>
                  <a:cubicBezTo>
                    <a:pt x="66146" y="350006"/>
                    <a:pt x="88053" y="350006"/>
                    <a:pt x="109008" y="350006"/>
                  </a:cubicBezTo>
                  <a:cubicBezTo>
                    <a:pt x="152823" y="350006"/>
                    <a:pt x="163301" y="360483"/>
                    <a:pt x="165206" y="403346"/>
                  </a:cubicBezTo>
                  <a:cubicBezTo>
                    <a:pt x="166158" y="419538"/>
                    <a:pt x="165206" y="434779"/>
                    <a:pt x="165206" y="450019"/>
                  </a:cubicBezTo>
                  <a:cubicBezTo>
                    <a:pt x="164253" y="552888"/>
                    <a:pt x="164253" y="552888"/>
                    <a:pt x="60431" y="551936"/>
                  </a:cubicBezTo>
                  <a:cubicBezTo>
                    <a:pt x="11853" y="550983"/>
                    <a:pt x="423" y="539554"/>
                    <a:pt x="423" y="490023"/>
                  </a:cubicBezTo>
                  <a:cubicBezTo>
                    <a:pt x="423" y="457638"/>
                    <a:pt x="-529" y="426206"/>
                    <a:pt x="423" y="393821"/>
                  </a:cubicBezTo>
                  <a:cubicBezTo>
                    <a:pt x="1376" y="366198"/>
                    <a:pt x="15663" y="350006"/>
                    <a:pt x="45191" y="350006"/>
                  </a:cubicBezTo>
                  <a:close/>
                  <a:moveTo>
                    <a:pt x="666459" y="81"/>
                  </a:moveTo>
                  <a:cubicBezTo>
                    <a:pt x="694320" y="-991"/>
                    <a:pt x="722419" y="8534"/>
                    <a:pt x="744326" y="29966"/>
                  </a:cubicBezTo>
                  <a:cubicBezTo>
                    <a:pt x="856721" y="139503"/>
                    <a:pt x="967211" y="249993"/>
                    <a:pt x="1076749" y="362388"/>
                  </a:cubicBezTo>
                  <a:cubicBezTo>
                    <a:pt x="1119611" y="406203"/>
                    <a:pt x="1118659" y="490976"/>
                    <a:pt x="1074844" y="535743"/>
                  </a:cubicBezTo>
                  <a:cubicBezTo>
                    <a:pt x="966259" y="646233"/>
                    <a:pt x="857674" y="754818"/>
                    <a:pt x="747184" y="863403"/>
                  </a:cubicBezTo>
                  <a:cubicBezTo>
                    <a:pt x="701464" y="908171"/>
                    <a:pt x="632884" y="906266"/>
                    <a:pt x="590021" y="862451"/>
                  </a:cubicBezTo>
                  <a:cubicBezTo>
                    <a:pt x="546206" y="818636"/>
                    <a:pt x="546206" y="749103"/>
                    <a:pt x="591926" y="702431"/>
                  </a:cubicBezTo>
                  <a:cubicBezTo>
                    <a:pt x="637646" y="655758"/>
                    <a:pt x="685271" y="611943"/>
                    <a:pt x="732896" y="567176"/>
                  </a:cubicBezTo>
                  <a:cubicBezTo>
                    <a:pt x="730991" y="563366"/>
                    <a:pt x="730039" y="559556"/>
                    <a:pt x="728134" y="556698"/>
                  </a:cubicBezTo>
                  <a:cubicBezTo>
                    <a:pt x="713846" y="554793"/>
                    <a:pt x="699559" y="552888"/>
                    <a:pt x="685271" y="552888"/>
                  </a:cubicBezTo>
                  <a:cubicBezTo>
                    <a:pt x="614786" y="552888"/>
                    <a:pt x="545254" y="552888"/>
                    <a:pt x="474769" y="552888"/>
                  </a:cubicBezTo>
                  <a:cubicBezTo>
                    <a:pt x="403331" y="552888"/>
                    <a:pt x="393806" y="543363"/>
                    <a:pt x="393806" y="473831"/>
                  </a:cubicBezTo>
                  <a:cubicBezTo>
                    <a:pt x="393806" y="450971"/>
                    <a:pt x="392854" y="429063"/>
                    <a:pt x="393806" y="406203"/>
                  </a:cubicBezTo>
                  <a:cubicBezTo>
                    <a:pt x="395711" y="368103"/>
                    <a:pt x="410951" y="351911"/>
                    <a:pt x="449051" y="351911"/>
                  </a:cubicBezTo>
                  <a:cubicBezTo>
                    <a:pt x="530966" y="350958"/>
                    <a:pt x="612881" y="351911"/>
                    <a:pt x="694796" y="351911"/>
                  </a:cubicBezTo>
                  <a:cubicBezTo>
                    <a:pt x="706226" y="350006"/>
                    <a:pt x="718609" y="349053"/>
                    <a:pt x="740516" y="347148"/>
                  </a:cubicBezTo>
                  <a:cubicBezTo>
                    <a:pt x="724324" y="329051"/>
                    <a:pt x="714799" y="317621"/>
                    <a:pt x="704321" y="307143"/>
                  </a:cubicBezTo>
                  <a:cubicBezTo>
                    <a:pt x="665269" y="267138"/>
                    <a:pt x="624311" y="229038"/>
                    <a:pt x="587164" y="188081"/>
                  </a:cubicBezTo>
                  <a:cubicBezTo>
                    <a:pt x="545254" y="142361"/>
                    <a:pt x="547159" y="75686"/>
                    <a:pt x="590021" y="33776"/>
                  </a:cubicBezTo>
                  <a:cubicBezTo>
                    <a:pt x="610976" y="12821"/>
                    <a:pt x="638599" y="1153"/>
                    <a:pt x="666459" y="81"/>
                  </a:cubicBezTo>
                  <a:close/>
                </a:path>
              </a:pathLst>
            </a:custGeom>
            <a:gradFill flip="none" rotWithShape="1">
              <a:gsLst>
                <a:gs pos="2000">
                  <a:schemeClr val="accent1">
                    <a:lumMod val="60000"/>
                    <a:lumOff val="40000"/>
                  </a:schemeClr>
                </a:gs>
                <a:gs pos="100000">
                  <a:schemeClr val="accent1"/>
                </a:gs>
              </a:gsLst>
              <a:lin ang="2700000" scaled="1"/>
              <a:tileRect/>
            </a:gradFill>
            <a:ln w="38100" cap="flat" cmpd="sng" algn="ctr">
              <a:noFill/>
              <a:prstDash val="solid"/>
              <a:miter lim="800000"/>
            </a:ln>
            <a:effectLst/>
          </p:spPr>
          <p:txBody>
            <a:bodyPr lIns="98755" tIns="49378" rIns="98755" bIns="49378" rtlCol="0" anchor="ctr"/>
            <a:lstStyle/>
            <a:p>
              <a:pPr algn="ctr"/>
              <a:endParaRPr lang="zh-CN" altLang="en-US" sz="1000" kern="0" dirty="0">
                <a:solidFill>
                  <a:prstClr val="white"/>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cs typeface="+mn-ea"/>
                <a:sym typeface="+mn-lt"/>
              </a:endParaRPr>
            </a:p>
          </p:txBody>
        </p:sp>
        <p:sp>
          <p:nvSpPr>
            <p:cNvPr id="155" name="文本框 154"/>
            <p:cNvSpPr txBox="1"/>
            <p:nvPr>
              <p:custDataLst>
                <p:tags r:id="rId14"/>
              </p:custDataLst>
            </p:nvPr>
          </p:nvSpPr>
          <p:spPr>
            <a:xfrm>
              <a:off x="7692164" y="3580765"/>
              <a:ext cx="1071063" cy="350865"/>
            </a:xfrm>
            <a:prstGeom prst="rect">
              <a:avLst/>
            </a:prstGeom>
            <a:noFill/>
            <a:effectLst/>
          </p:spPr>
          <p:txBody>
            <a:bodyPr wrap="none" lIns="73152" tIns="36576" rIns="73152" bIns="36576" rtlCol="0">
              <a:spAutoFit/>
            </a:bodyPr>
            <a:lstStyle/>
            <a:p>
              <a:pPr algn="ctr"/>
              <a:r>
                <a:rPr lang="zh-CN" altLang="en-US" b="1" dirty="0">
                  <a:solidFill>
                    <a:schemeClr val="accent2">
                      <a:lumMod val="75000"/>
                    </a:schemeClr>
                  </a:solidFill>
                  <a:latin typeface="思源黑体 CN Bold" panose="020B0800000000000000" pitchFamily="34" charset="-122"/>
                  <a:ea typeface="思源黑体 CN Bold" panose="020B0800000000000000" pitchFamily="34" charset="-122"/>
                  <a:sym typeface="+mn-ea"/>
                </a:rPr>
                <a:t>职业素养</a:t>
              </a:r>
              <a:endParaRPr kumimoji="1" lang="zh-CN" altLang="en-US" b="1" i="0" u="none" strike="noStrike" kern="1200" cap="none" spc="0" normalizeH="0" baseline="0" noProof="0" dirty="0">
                <a:ln>
                  <a:noFill/>
                </a:ln>
                <a:solidFill>
                  <a:schemeClr val="accent2">
                    <a:lumMod val="75000"/>
                  </a:schemeClr>
                </a:solidFill>
                <a:effectLst/>
                <a:uLnTx/>
                <a:uFillTx/>
                <a:latin typeface="思源黑体 CN Bold" panose="020B0800000000000000" pitchFamily="34" charset="-122"/>
                <a:ea typeface="思源黑体 CN Bold" panose="020B0800000000000000" pitchFamily="34" charset="-122"/>
                <a:sym typeface="+mn-ea"/>
              </a:endParaRPr>
            </a:p>
          </p:txBody>
        </p:sp>
        <p:sp>
          <p:nvSpPr>
            <p:cNvPr id="156" name="文本框 155"/>
            <p:cNvSpPr txBox="1"/>
            <p:nvPr>
              <p:custDataLst>
                <p:tags r:id="rId15"/>
              </p:custDataLst>
            </p:nvPr>
          </p:nvSpPr>
          <p:spPr>
            <a:xfrm>
              <a:off x="3429092" y="3580765"/>
              <a:ext cx="1071063" cy="350865"/>
            </a:xfrm>
            <a:prstGeom prst="rect">
              <a:avLst/>
            </a:prstGeom>
            <a:noFill/>
            <a:effectLst/>
          </p:spPr>
          <p:txBody>
            <a:bodyPr wrap="none" lIns="73152" tIns="36576" rIns="73152" bIns="36576" rtlCol="0">
              <a:spAutoFit/>
            </a:bodyPr>
            <a:lstStyle/>
            <a:p>
              <a:pPr algn="ctr"/>
              <a:r>
                <a:rPr lang="zh-CN" altLang="en-US" b="1">
                  <a:solidFill>
                    <a:schemeClr val="accent2">
                      <a:lumMod val="75000"/>
                    </a:schemeClr>
                  </a:solidFill>
                  <a:latin typeface="思源黑体 CN Bold" panose="020B0800000000000000" pitchFamily="34" charset="-122"/>
                  <a:ea typeface="思源黑体 CN Bold" panose="020B0800000000000000" pitchFamily="34" charset="-122"/>
                  <a:sym typeface="+mn-ea"/>
                </a:rPr>
                <a:t>学历教育</a:t>
              </a:r>
              <a:endParaRPr kumimoji="1" lang="zh-CN" altLang="en-US" b="1" i="0" u="none" strike="noStrike" kern="1200" cap="none" spc="0" normalizeH="0" baseline="0" noProof="0" dirty="0">
                <a:ln>
                  <a:noFill/>
                </a:ln>
                <a:solidFill>
                  <a:schemeClr val="accent2">
                    <a:lumMod val="75000"/>
                  </a:schemeClr>
                </a:solidFill>
                <a:effectLst/>
                <a:uLnTx/>
                <a:uFillTx/>
                <a:latin typeface="思源黑体 CN Bold" panose="020B0800000000000000" pitchFamily="34" charset="-122"/>
                <a:ea typeface="思源黑体 CN Bold" panose="020B0800000000000000" pitchFamily="34" charset="-122"/>
                <a:sym typeface="+mn-ea"/>
              </a:endParaRPr>
            </a:p>
          </p:txBody>
        </p:sp>
        <p:sp>
          <p:nvSpPr>
            <p:cNvPr id="157" name="文本框 156"/>
            <p:cNvSpPr txBox="1"/>
            <p:nvPr>
              <p:custDataLst>
                <p:tags r:id="rId16"/>
              </p:custDataLst>
            </p:nvPr>
          </p:nvSpPr>
          <p:spPr>
            <a:xfrm>
              <a:off x="5391444" y="3133726"/>
              <a:ext cx="1407208" cy="815974"/>
            </a:xfrm>
            <a:prstGeom prst="rect">
              <a:avLst/>
            </a:prstGeom>
            <a:noFill/>
            <a:effectLst/>
          </p:spPr>
          <p:txBody>
            <a:bodyPr wrap="none" lIns="73152" tIns="36576" rIns="73152" bIns="36576" rtlCol="0">
              <a:prstTxWarp prst="textArchDown">
                <a:avLst/>
              </a:prstTxWarp>
              <a:spAutoFit/>
            </a:bodyPr>
            <a:lstStyle/>
            <a:p>
              <a:pPr algn="ctr"/>
              <a:r>
                <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sym typeface="+mn-ea"/>
                </a:rPr>
                <a:t>对应职业技能</a:t>
              </a:r>
              <a:endParaRPr kumimoji="1" lang="zh-CN" altLang="en-US" sz="1600" b="1" i="0" u="none" strike="noStrike" kern="1200" cap="none" spc="0" normalizeH="0" baseline="0" noProof="0" dirty="0">
                <a:ln>
                  <a:noFill/>
                </a:ln>
                <a:solidFill>
                  <a:schemeClr val="accent3">
                    <a:lumMod val="75000"/>
                  </a:schemeClr>
                </a:solidFill>
                <a:effectLst/>
                <a:uLnTx/>
                <a:uFillTx/>
                <a:latin typeface="思源黑体 CN Bold" panose="020B0800000000000000" pitchFamily="34" charset="-122"/>
                <a:ea typeface="思源黑体 CN Bold" panose="020B0800000000000000" pitchFamily="34" charset="-122"/>
                <a:sym typeface="+mn-ea"/>
              </a:endParaRPr>
            </a:p>
          </p:txBody>
        </p:sp>
        <p:cxnSp>
          <p:nvCxnSpPr>
            <p:cNvPr id="161" name="直接箭头连接符 160"/>
            <p:cNvCxnSpPr/>
            <p:nvPr/>
          </p:nvCxnSpPr>
          <p:spPr>
            <a:xfrm>
              <a:off x="3295650" y="2679700"/>
              <a:ext cx="5600700" cy="0"/>
            </a:xfrm>
            <a:prstGeom prst="straightConnector1">
              <a:avLst/>
            </a:prstGeom>
            <a:ln w="53975">
              <a:gradFill flip="none" rotWithShape="1">
                <a:gsLst>
                  <a:gs pos="0">
                    <a:schemeClr val="accent1">
                      <a:lumMod val="20000"/>
                      <a:lumOff val="80000"/>
                    </a:schemeClr>
                  </a:gs>
                  <a:gs pos="50000">
                    <a:schemeClr val="accent1">
                      <a:lumMod val="45000"/>
                      <a:lumOff val="55000"/>
                      <a:alpha val="0"/>
                    </a:schemeClr>
                  </a:gs>
                  <a:gs pos="100000">
                    <a:schemeClr val="accent1">
                      <a:lumMod val="20000"/>
                      <a:lumOff val="80000"/>
                    </a:schemeClr>
                  </a:gs>
                </a:gsLst>
                <a:lin ang="0" scaled="1"/>
                <a:tileRect/>
              </a:gra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5"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36"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教学目标</a:t>
            </a:r>
          </a:p>
        </p:txBody>
      </p:sp>
      <p:cxnSp>
        <p:nvCxnSpPr>
          <p:cNvPr id="37" name="直接连接符 36"/>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6" name="组合 5"/>
          <p:cNvGrpSpPr/>
          <p:nvPr/>
        </p:nvGrpSpPr>
        <p:grpSpPr>
          <a:xfrm>
            <a:off x="9683410" y="1843802"/>
            <a:ext cx="2029165" cy="4055767"/>
            <a:chOff x="9683410" y="1843802"/>
            <a:chExt cx="2029165" cy="4055767"/>
          </a:xfrm>
        </p:grpSpPr>
        <p:sp>
          <p:nvSpPr>
            <p:cNvPr id="59" name="任意多边形: 形状 58"/>
            <p:cNvSpPr/>
            <p:nvPr/>
          </p:nvSpPr>
          <p:spPr>
            <a:xfrm flipH="1">
              <a:off x="9708809" y="1843802"/>
              <a:ext cx="2003766" cy="4055767"/>
            </a:xfrm>
            <a:custGeom>
              <a:avLst/>
              <a:gdLst>
                <a:gd name="connsiteX0" fmla="*/ 2003766 w 2003766"/>
                <a:gd name="connsiteY0" fmla="*/ 0 h 4055767"/>
                <a:gd name="connsiteX1" fmla="*/ 1821696 w 2003766"/>
                <a:gd name="connsiteY1" fmla="*/ 9193 h 4055767"/>
                <a:gd name="connsiteX2" fmla="*/ 0 w 2003766"/>
                <a:gd name="connsiteY2" fmla="*/ 2027883 h 4055767"/>
                <a:gd name="connsiteX3" fmla="*/ 1821696 w 2003766"/>
                <a:gd name="connsiteY3" fmla="*/ 4046573 h 4055767"/>
                <a:gd name="connsiteX4" fmla="*/ 2003766 w 2003766"/>
                <a:gd name="connsiteY4" fmla="*/ 4055767 h 4055767"/>
                <a:gd name="connsiteX5" fmla="*/ 2003766 w 2003766"/>
                <a:gd name="connsiteY5" fmla="*/ 0 h 405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3766" h="4055767">
                  <a:moveTo>
                    <a:pt x="2003766" y="0"/>
                  </a:moveTo>
                  <a:lnTo>
                    <a:pt x="1821696" y="9193"/>
                  </a:lnTo>
                  <a:cubicBezTo>
                    <a:pt x="798477" y="113107"/>
                    <a:pt x="0" y="977248"/>
                    <a:pt x="0" y="2027883"/>
                  </a:cubicBezTo>
                  <a:cubicBezTo>
                    <a:pt x="0" y="3078518"/>
                    <a:pt x="798477" y="3942659"/>
                    <a:pt x="1821696" y="4046573"/>
                  </a:cubicBezTo>
                  <a:lnTo>
                    <a:pt x="2003766" y="4055767"/>
                  </a:lnTo>
                  <a:lnTo>
                    <a:pt x="200376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64" name="任意多边形: 形状 63"/>
            <p:cNvSpPr/>
            <p:nvPr/>
          </p:nvSpPr>
          <p:spPr>
            <a:xfrm>
              <a:off x="9683410" y="2599771"/>
              <a:ext cx="1247797" cy="2543829"/>
            </a:xfrm>
            <a:custGeom>
              <a:avLst/>
              <a:gdLst>
                <a:gd name="connsiteX0" fmla="*/ 0 w 1247797"/>
                <a:gd name="connsiteY0" fmla="*/ 0 h 2543829"/>
                <a:gd name="connsiteX1" fmla="*/ 104777 w 1247797"/>
                <a:gd name="connsiteY1" fmla="*/ 5290 h 2543829"/>
                <a:gd name="connsiteX2" fmla="*/ 1247797 w 1247797"/>
                <a:gd name="connsiteY2" fmla="*/ 1271914 h 2543829"/>
                <a:gd name="connsiteX3" fmla="*/ 104777 w 1247797"/>
                <a:gd name="connsiteY3" fmla="*/ 2538538 h 2543829"/>
                <a:gd name="connsiteX4" fmla="*/ 0 w 1247797"/>
                <a:gd name="connsiteY4" fmla="*/ 2543829 h 2543829"/>
                <a:gd name="connsiteX5" fmla="*/ 0 w 1247797"/>
                <a:gd name="connsiteY5" fmla="*/ 0 h 254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7797" h="2543829">
                  <a:moveTo>
                    <a:pt x="0" y="0"/>
                  </a:moveTo>
                  <a:lnTo>
                    <a:pt x="104777" y="5290"/>
                  </a:lnTo>
                  <a:cubicBezTo>
                    <a:pt x="746794" y="70491"/>
                    <a:pt x="1247797" y="612695"/>
                    <a:pt x="1247797" y="1271914"/>
                  </a:cubicBezTo>
                  <a:cubicBezTo>
                    <a:pt x="1247797" y="1931133"/>
                    <a:pt x="746794" y="2473337"/>
                    <a:pt x="104777" y="2538538"/>
                  </a:cubicBezTo>
                  <a:lnTo>
                    <a:pt x="0" y="2543829"/>
                  </a:lnTo>
                  <a:lnTo>
                    <a:pt x="0" y="0"/>
                  </a:lnTo>
                  <a:close/>
                </a:path>
              </a:pathLst>
            </a:custGeom>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Bold" panose="020B0800000000000000" pitchFamily="34" charset="-122"/>
                <a:ea typeface="思源黑体 CN Bold" panose="020B0800000000000000" pitchFamily="34" charset="-122"/>
              </a:endParaRPr>
            </a:p>
          </p:txBody>
        </p:sp>
        <p:cxnSp>
          <p:nvCxnSpPr>
            <p:cNvPr id="69" name="直接连接符 68"/>
            <p:cNvCxnSpPr>
              <a:stCxn id="64" idx="2"/>
              <a:endCxn id="59" idx="2"/>
            </p:cNvCxnSpPr>
            <p:nvPr/>
          </p:nvCxnSpPr>
          <p:spPr>
            <a:xfrm>
              <a:off x="10931207" y="3871685"/>
              <a:ext cx="781368"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10553700" y="4766672"/>
              <a:ext cx="541020" cy="574766"/>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78" name="文本框 77"/>
            <p:cNvSpPr txBox="1"/>
            <p:nvPr/>
          </p:nvSpPr>
          <p:spPr>
            <a:xfrm rot="1481462">
              <a:off x="9763126" y="2354307"/>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编码器</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9" name="文本框 78"/>
            <p:cNvSpPr txBox="1"/>
            <p:nvPr/>
          </p:nvSpPr>
          <p:spPr>
            <a:xfrm rot="3902502">
              <a:off x="10591800" y="3159770"/>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译码器</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0" name="文本框 79"/>
            <p:cNvSpPr txBox="1"/>
            <p:nvPr/>
          </p:nvSpPr>
          <p:spPr>
            <a:xfrm rot="6675086">
              <a:off x="10591800" y="4309119"/>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触发器</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2" name="文本框 81"/>
            <p:cNvSpPr txBox="1"/>
            <p:nvPr/>
          </p:nvSpPr>
          <p:spPr>
            <a:xfrm rot="20208049">
              <a:off x="9821629" y="5227329"/>
              <a:ext cx="923330" cy="276999"/>
            </a:xfrm>
            <a:prstGeom prst="rect">
              <a:avLst/>
            </a:prstGeom>
            <a:noFill/>
          </p:spPr>
          <p:txBody>
            <a:bodyPr wrap="none" lIns="0" tIns="0" rIns="0" bIns="0">
              <a:prstTxWarp prst="textArchDown">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计数器</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3" name="文本框 82"/>
            <p:cNvSpPr txBox="1"/>
            <p:nvPr/>
          </p:nvSpPr>
          <p:spPr>
            <a:xfrm>
              <a:off x="9939008" y="3317687"/>
              <a:ext cx="624840" cy="1231106"/>
            </a:xfrm>
            <a:prstGeom prst="rect">
              <a:avLst/>
            </a:prstGeom>
            <a:noFill/>
          </p:spPr>
          <p:txBody>
            <a:bodyPr wrap="square" lIns="0" tIns="0" rIns="0" bIns="0">
              <a:spAutoFit/>
            </a:bodyPr>
            <a:lstStyle/>
            <a:p>
              <a:pPr algn="dist"/>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熟悉常用数字器件</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7" name="组合 6"/>
          <p:cNvGrpSpPr/>
          <p:nvPr/>
        </p:nvGrpSpPr>
        <p:grpSpPr>
          <a:xfrm>
            <a:off x="482600" y="1843802"/>
            <a:ext cx="2029165" cy="4055767"/>
            <a:chOff x="482600" y="1843802"/>
            <a:chExt cx="2029165" cy="4055767"/>
          </a:xfrm>
        </p:grpSpPr>
        <p:sp>
          <p:nvSpPr>
            <p:cNvPr id="91" name="任意多边形: 形状 90"/>
            <p:cNvSpPr/>
            <p:nvPr/>
          </p:nvSpPr>
          <p:spPr>
            <a:xfrm>
              <a:off x="482600" y="1843802"/>
              <a:ext cx="2003766" cy="4055767"/>
            </a:xfrm>
            <a:custGeom>
              <a:avLst/>
              <a:gdLst>
                <a:gd name="connsiteX0" fmla="*/ 2003766 w 2003766"/>
                <a:gd name="connsiteY0" fmla="*/ 0 h 4055767"/>
                <a:gd name="connsiteX1" fmla="*/ 1821696 w 2003766"/>
                <a:gd name="connsiteY1" fmla="*/ 9193 h 4055767"/>
                <a:gd name="connsiteX2" fmla="*/ 0 w 2003766"/>
                <a:gd name="connsiteY2" fmla="*/ 2027883 h 4055767"/>
                <a:gd name="connsiteX3" fmla="*/ 1821696 w 2003766"/>
                <a:gd name="connsiteY3" fmla="*/ 4046573 h 4055767"/>
                <a:gd name="connsiteX4" fmla="*/ 2003766 w 2003766"/>
                <a:gd name="connsiteY4" fmla="*/ 4055767 h 4055767"/>
                <a:gd name="connsiteX5" fmla="*/ 2003766 w 2003766"/>
                <a:gd name="connsiteY5" fmla="*/ 0 h 4055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3766" h="4055767">
                  <a:moveTo>
                    <a:pt x="2003766" y="0"/>
                  </a:moveTo>
                  <a:lnTo>
                    <a:pt x="1821696" y="9193"/>
                  </a:lnTo>
                  <a:cubicBezTo>
                    <a:pt x="798477" y="113107"/>
                    <a:pt x="0" y="977248"/>
                    <a:pt x="0" y="2027883"/>
                  </a:cubicBezTo>
                  <a:cubicBezTo>
                    <a:pt x="0" y="3078518"/>
                    <a:pt x="798477" y="3942659"/>
                    <a:pt x="1821696" y="4046573"/>
                  </a:cubicBezTo>
                  <a:lnTo>
                    <a:pt x="2003766" y="4055767"/>
                  </a:lnTo>
                  <a:lnTo>
                    <a:pt x="2003766"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92" name="任意多边形: 形状 91"/>
            <p:cNvSpPr/>
            <p:nvPr/>
          </p:nvSpPr>
          <p:spPr>
            <a:xfrm flipH="1">
              <a:off x="1263968" y="2599771"/>
              <a:ext cx="1247797" cy="2543829"/>
            </a:xfrm>
            <a:custGeom>
              <a:avLst/>
              <a:gdLst>
                <a:gd name="connsiteX0" fmla="*/ 0 w 1247797"/>
                <a:gd name="connsiteY0" fmla="*/ 0 h 2543829"/>
                <a:gd name="connsiteX1" fmla="*/ 104777 w 1247797"/>
                <a:gd name="connsiteY1" fmla="*/ 5290 h 2543829"/>
                <a:gd name="connsiteX2" fmla="*/ 1247797 w 1247797"/>
                <a:gd name="connsiteY2" fmla="*/ 1271914 h 2543829"/>
                <a:gd name="connsiteX3" fmla="*/ 104777 w 1247797"/>
                <a:gd name="connsiteY3" fmla="*/ 2538538 h 2543829"/>
                <a:gd name="connsiteX4" fmla="*/ 0 w 1247797"/>
                <a:gd name="connsiteY4" fmla="*/ 2543829 h 2543829"/>
                <a:gd name="connsiteX5" fmla="*/ 0 w 1247797"/>
                <a:gd name="connsiteY5" fmla="*/ 0 h 254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7797" h="2543829">
                  <a:moveTo>
                    <a:pt x="0" y="0"/>
                  </a:moveTo>
                  <a:lnTo>
                    <a:pt x="104777" y="5290"/>
                  </a:lnTo>
                  <a:cubicBezTo>
                    <a:pt x="746794" y="70491"/>
                    <a:pt x="1247797" y="612695"/>
                    <a:pt x="1247797" y="1271914"/>
                  </a:cubicBezTo>
                  <a:cubicBezTo>
                    <a:pt x="1247797" y="1931133"/>
                    <a:pt x="746794" y="2473337"/>
                    <a:pt x="104777" y="2538538"/>
                  </a:cubicBezTo>
                  <a:lnTo>
                    <a:pt x="0" y="2543829"/>
                  </a:lnTo>
                  <a:lnTo>
                    <a:pt x="0" y="0"/>
                  </a:lnTo>
                  <a:close/>
                </a:path>
              </a:pathLst>
            </a:custGeom>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Bold" panose="020B0800000000000000" pitchFamily="34" charset="-122"/>
                <a:ea typeface="思源黑体 CN Bold" panose="020B0800000000000000" pitchFamily="34" charset="-122"/>
              </a:endParaRPr>
            </a:p>
          </p:txBody>
        </p:sp>
        <p:cxnSp>
          <p:nvCxnSpPr>
            <p:cNvPr id="93" name="直接连接符 92"/>
            <p:cNvCxnSpPr>
              <a:stCxn id="92" idx="2"/>
              <a:endCxn id="91" idx="2"/>
            </p:cNvCxnSpPr>
            <p:nvPr/>
          </p:nvCxnSpPr>
          <p:spPr>
            <a:xfrm flipH="1">
              <a:off x="482600" y="3871685"/>
              <a:ext cx="781368"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flipV="1">
              <a:off x="1100455" y="2395582"/>
              <a:ext cx="541020" cy="574766"/>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1100455" y="4766672"/>
              <a:ext cx="541020" cy="574766"/>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rot="20118538" flipH="1">
              <a:off x="1508719" y="2354307"/>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数制转换</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97" name="文本框 96"/>
            <p:cNvSpPr txBox="1"/>
            <p:nvPr/>
          </p:nvSpPr>
          <p:spPr>
            <a:xfrm rot="17697498" flipH="1">
              <a:off x="680045" y="3159770"/>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逻辑代数</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98" name="文本框 97"/>
            <p:cNvSpPr txBox="1"/>
            <p:nvPr/>
          </p:nvSpPr>
          <p:spPr>
            <a:xfrm rot="14924914" flipH="1">
              <a:off x="680045" y="4309119"/>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电路原理</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99" name="文本框 98"/>
            <p:cNvSpPr txBox="1"/>
            <p:nvPr/>
          </p:nvSpPr>
          <p:spPr>
            <a:xfrm rot="1391951" flipH="1">
              <a:off x="1450216" y="5227329"/>
              <a:ext cx="923330" cy="276999"/>
            </a:xfrm>
            <a:prstGeom prst="rect">
              <a:avLst/>
            </a:prstGeom>
            <a:noFill/>
          </p:spPr>
          <p:txBody>
            <a:bodyPr wrap="none" lIns="0" tIns="0" rIns="0" bIns="0">
              <a:prstTxWarp prst="textArchDown">
                <a:avLst/>
              </a:prstTxWarp>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设计方法</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00" name="文本框 99"/>
            <p:cNvSpPr txBox="1"/>
            <p:nvPr/>
          </p:nvSpPr>
          <p:spPr>
            <a:xfrm flipH="1">
              <a:off x="1649140" y="3317687"/>
              <a:ext cx="624840" cy="1231106"/>
            </a:xfrm>
            <a:prstGeom prst="rect">
              <a:avLst/>
            </a:prstGeom>
            <a:noFill/>
          </p:spPr>
          <p:txBody>
            <a:bodyPr wrap="square" lIns="0" tIns="0" rIns="0" bIns="0">
              <a:spAutoFit/>
            </a:bodyPr>
            <a:lstStyle/>
            <a:p>
              <a:pPr algn="dist"/>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掌握数字逻辑基础</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8" name="组合 7"/>
          <p:cNvGrpSpPr/>
          <p:nvPr/>
        </p:nvGrpSpPr>
        <p:grpSpPr>
          <a:xfrm>
            <a:off x="2628900" y="873125"/>
            <a:ext cx="6934200" cy="513715"/>
            <a:chOff x="2628900" y="873125"/>
            <a:chExt cx="6934200" cy="513715"/>
          </a:xfrm>
        </p:grpSpPr>
        <p:sp>
          <p:nvSpPr>
            <p:cNvPr id="105" name="矩形 104"/>
            <p:cNvSpPr/>
            <p:nvPr/>
          </p:nvSpPr>
          <p:spPr>
            <a:xfrm flipH="1">
              <a:off x="2628900" y="873125"/>
              <a:ext cx="6934200" cy="5137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06" name="文本框 105"/>
            <p:cNvSpPr txBox="1"/>
            <p:nvPr/>
          </p:nvSpPr>
          <p:spPr>
            <a:xfrm flipH="1">
              <a:off x="2946131" y="960705"/>
              <a:ext cx="6299738" cy="338554"/>
            </a:xfrm>
            <a:prstGeom prst="rect">
              <a:avLst/>
            </a:prstGeom>
            <a:noFill/>
          </p:spPr>
          <p:txBody>
            <a:bodyPr wrap="none" lIns="0" tIns="0" rIns="0" bIns="0">
              <a:spAutoFit/>
            </a:bodyPr>
            <a:lstStyle/>
            <a:p>
              <a:pPr algn="ctr"/>
              <a:r>
                <a:rPr lang="zh-CN" altLang="en-US"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了解</a:t>
              </a:r>
              <a:r>
                <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FPGA/CPLD</a:t>
              </a:r>
              <a:r>
                <a:rPr lang="zh-CN" altLang="en-US"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开发流程及</a:t>
              </a:r>
              <a:r>
                <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Verilog HDL</a:t>
              </a:r>
              <a:r>
                <a:rPr lang="zh-CN" altLang="en-US"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基础语法</a:t>
              </a:r>
              <a:endPar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3" name="组合 2"/>
          <p:cNvGrpSpPr/>
          <p:nvPr/>
        </p:nvGrpSpPr>
        <p:grpSpPr>
          <a:xfrm>
            <a:off x="482600" y="6027420"/>
            <a:ext cx="11229974" cy="433264"/>
            <a:chOff x="482600" y="6027420"/>
            <a:chExt cx="11229974" cy="433264"/>
          </a:xfrm>
        </p:grpSpPr>
        <p:sp>
          <p:nvSpPr>
            <p:cNvPr id="127" name="任意多边形: 形状 126"/>
            <p:cNvSpPr/>
            <p:nvPr/>
          </p:nvSpPr>
          <p:spPr>
            <a:xfrm>
              <a:off x="4477700" y="6027420"/>
              <a:ext cx="3236601" cy="433264"/>
            </a:xfrm>
            <a:custGeom>
              <a:avLst/>
              <a:gdLst>
                <a:gd name="connsiteX0" fmla="*/ 144148 w 3236601"/>
                <a:gd name="connsiteY0" fmla="*/ 0 h 405024"/>
                <a:gd name="connsiteX1" fmla="*/ 780759 w 3236601"/>
                <a:gd name="connsiteY1" fmla="*/ 0 h 405024"/>
                <a:gd name="connsiteX2" fmla="*/ 2455842 w 3236601"/>
                <a:gd name="connsiteY2" fmla="*/ 0 h 405024"/>
                <a:gd name="connsiteX3" fmla="*/ 3092453 w 3236601"/>
                <a:gd name="connsiteY3" fmla="*/ 0 h 405024"/>
                <a:gd name="connsiteX4" fmla="*/ 3236601 w 3236601"/>
                <a:gd name="connsiteY4" fmla="*/ 202512 h 405024"/>
                <a:gd name="connsiteX5" fmla="*/ 3092453 w 3236601"/>
                <a:gd name="connsiteY5" fmla="*/ 405024 h 405024"/>
                <a:gd name="connsiteX6" fmla="*/ 2455842 w 3236601"/>
                <a:gd name="connsiteY6" fmla="*/ 405024 h 405024"/>
                <a:gd name="connsiteX7" fmla="*/ 780759 w 3236601"/>
                <a:gd name="connsiteY7" fmla="*/ 405024 h 405024"/>
                <a:gd name="connsiteX8" fmla="*/ 144148 w 3236601"/>
                <a:gd name="connsiteY8" fmla="*/ 405024 h 405024"/>
                <a:gd name="connsiteX9" fmla="*/ 0 w 3236601"/>
                <a:gd name="connsiteY9" fmla="*/ 202512 h 405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36601" h="405024">
                  <a:moveTo>
                    <a:pt x="144148" y="0"/>
                  </a:moveTo>
                  <a:lnTo>
                    <a:pt x="780759" y="0"/>
                  </a:lnTo>
                  <a:lnTo>
                    <a:pt x="2455842" y="0"/>
                  </a:lnTo>
                  <a:lnTo>
                    <a:pt x="3092453" y="0"/>
                  </a:lnTo>
                  <a:lnTo>
                    <a:pt x="3236601" y="202512"/>
                  </a:lnTo>
                  <a:lnTo>
                    <a:pt x="3092453" y="405024"/>
                  </a:lnTo>
                  <a:lnTo>
                    <a:pt x="2455842" y="405024"/>
                  </a:lnTo>
                  <a:lnTo>
                    <a:pt x="780759" y="405024"/>
                  </a:lnTo>
                  <a:lnTo>
                    <a:pt x="144148" y="405024"/>
                  </a:lnTo>
                  <a:lnTo>
                    <a:pt x="0" y="20251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思源黑体 CN Bold" panose="020B0800000000000000" pitchFamily="34" charset="-122"/>
                <a:ea typeface="思源黑体 CN Bold" panose="020B0800000000000000" pitchFamily="34" charset="-122"/>
                <a:cs typeface="+mn-ea"/>
                <a:sym typeface="+mn-lt"/>
              </a:endParaRPr>
            </a:p>
          </p:txBody>
        </p:sp>
        <p:sp>
          <p:nvSpPr>
            <p:cNvPr id="128" name="矩形: 圆角 127"/>
            <p:cNvSpPr/>
            <p:nvPr/>
          </p:nvSpPr>
          <p:spPr>
            <a:xfrm>
              <a:off x="482600" y="6027420"/>
              <a:ext cx="3224303" cy="433264"/>
            </a:xfrm>
            <a:prstGeom prst="roundRect">
              <a:avLst>
                <a:gd name="adj" fmla="val 5624"/>
              </a:avLst>
            </a:prstGeom>
            <a:solidFill>
              <a:schemeClr val="accent1">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ea"/>
                  <a:sym typeface="+mn-lt"/>
                </a:rPr>
                <a:t>技术保密要求</a:t>
              </a:r>
              <a:endParaRPr kumimoji="0" lang="zh-CN" altLang="en-US" sz="1800" b="1" i="0" u="none" strike="noStrike" kern="0" cap="none" spc="0" normalizeH="0" baseline="0" noProof="0" dirty="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29" name="矩形: 圆角 128"/>
            <p:cNvSpPr/>
            <p:nvPr/>
          </p:nvSpPr>
          <p:spPr>
            <a:xfrm>
              <a:off x="8488273" y="6027420"/>
              <a:ext cx="3224301" cy="433264"/>
            </a:xfrm>
            <a:prstGeom prst="roundRect">
              <a:avLst>
                <a:gd name="adj" fmla="val 5624"/>
              </a:avLst>
            </a:prstGeom>
            <a:solidFill>
              <a:schemeClr val="accent1">
                <a:lumMod val="20000"/>
                <a:lumOff val="8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ea"/>
                  <a:sym typeface="+mn-lt"/>
                </a:rPr>
                <a:t>知识产权保护</a:t>
              </a:r>
              <a:endParaRPr kumimoji="0" lang="zh-CN" altLang="en-US" sz="1800" b="1" i="0" u="none" strike="noStrike" kern="0" cap="none" spc="0" normalizeH="0" baseline="0" noProof="0" dirty="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ea"/>
                <a:sym typeface="+mn-lt"/>
              </a:endParaRPr>
            </a:p>
          </p:txBody>
        </p:sp>
        <p:sp>
          <p:nvSpPr>
            <p:cNvPr id="130" name="矩形 129"/>
            <p:cNvSpPr/>
            <p:nvPr/>
          </p:nvSpPr>
          <p:spPr>
            <a:xfrm>
              <a:off x="5080338" y="6059386"/>
              <a:ext cx="2031325"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rPr>
                <a:t>强化工程伦理意识</a:t>
              </a:r>
              <a:endParaRPr kumimoji="0" lang="zh-CN" altLang="en-US" sz="1800" b="1" i="0" u="none" strike="noStrike" kern="0" cap="none" spc="0" normalizeH="0" baseline="0" noProof="0" dirty="0">
                <a:ln>
                  <a:noFill/>
                </a:ln>
                <a:solidFill>
                  <a:schemeClr val="bg1"/>
                </a:solidFill>
                <a:effectLst/>
                <a:uLnTx/>
                <a:uFillTx/>
                <a:latin typeface="思源黑体 CN Bold" panose="020B0800000000000000" pitchFamily="34" charset="-122"/>
                <a:ea typeface="思源黑体 CN Bold" panose="020B0800000000000000" pitchFamily="34" charset="-122"/>
                <a:cs typeface="+mn-ea"/>
                <a:sym typeface="+mn-lt"/>
              </a:endParaRPr>
            </a:p>
          </p:txBody>
        </p:sp>
        <p:cxnSp>
          <p:nvCxnSpPr>
            <p:cNvPr id="132" name="直接箭头连接符 131"/>
            <p:cNvCxnSpPr/>
            <p:nvPr/>
          </p:nvCxnSpPr>
          <p:spPr>
            <a:xfrm>
              <a:off x="7714301" y="6244052"/>
              <a:ext cx="773972"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接箭头连接符 132"/>
            <p:cNvCxnSpPr/>
            <p:nvPr/>
          </p:nvCxnSpPr>
          <p:spPr>
            <a:xfrm flipH="1">
              <a:off x="3704276" y="6244052"/>
              <a:ext cx="773972"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875915" y="4408889"/>
            <a:ext cx="6372358" cy="1330876"/>
            <a:chOff x="2875915" y="4408889"/>
            <a:chExt cx="6372358" cy="1330876"/>
          </a:xfrm>
        </p:grpSpPr>
        <p:sp>
          <p:nvSpPr>
            <p:cNvPr id="110" name="圆角矩形 6"/>
            <p:cNvSpPr/>
            <p:nvPr>
              <p:custDataLst>
                <p:tags r:id="rId1"/>
              </p:custDataLst>
            </p:nvPr>
          </p:nvSpPr>
          <p:spPr>
            <a:xfrm>
              <a:off x="2875915" y="5277485"/>
              <a:ext cx="6290310" cy="462280"/>
            </a:xfrm>
            <a:prstGeom prst="roundRect">
              <a:avLst>
                <a:gd name="adj" fmla="val 8536"/>
              </a:avLst>
            </a:prstGeom>
            <a:solidFill>
              <a:schemeClr val="accent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algn="ctr"/>
              <a:r>
                <a:rPr lang="zh-CN" altLang="en-US" b="1">
                  <a:latin typeface="思源黑体 CN Bold" panose="020B0800000000000000" pitchFamily="34" charset="-122"/>
                  <a:ea typeface="思源黑体 CN Bold" panose="020B0800000000000000" pitchFamily="34" charset="-122"/>
                  <a:sym typeface="+mn-ea"/>
                </a:rPr>
                <a:t>能基于</a:t>
              </a:r>
              <a:r>
                <a:rPr lang="en-US" altLang="zh-CN" b="1">
                  <a:latin typeface="思源黑体 CN Bold" panose="020B0800000000000000" pitchFamily="34" charset="-122"/>
                  <a:ea typeface="思源黑体 CN Bold" panose="020B0800000000000000" pitchFamily="34" charset="-122"/>
                  <a:sym typeface="+mn-ea"/>
                </a:rPr>
                <a:t>Quartus/Vivado</a:t>
              </a:r>
              <a:r>
                <a:rPr lang="zh-CN" altLang="en-US" b="1">
                  <a:latin typeface="思源黑体 CN Bold" panose="020B0800000000000000" pitchFamily="34" charset="-122"/>
                  <a:ea typeface="思源黑体 CN Bold" panose="020B0800000000000000" pitchFamily="34" charset="-122"/>
                  <a:sym typeface="+mn-ea"/>
                </a:rPr>
                <a:t>完成简单</a:t>
              </a:r>
              <a:r>
                <a:rPr lang="en-US" altLang="zh-CN" b="1">
                  <a:latin typeface="思源黑体 CN Bold" panose="020B0800000000000000" pitchFamily="34" charset="-122"/>
                  <a:ea typeface="思源黑体 CN Bold" panose="020B0800000000000000" pitchFamily="34" charset="-122"/>
                  <a:sym typeface="+mn-ea"/>
                </a:rPr>
                <a:t>FPGA</a:t>
              </a:r>
              <a:r>
                <a:rPr lang="zh-CN" altLang="en-US" b="1">
                  <a:latin typeface="思源黑体 CN Bold" panose="020B0800000000000000" pitchFamily="34" charset="-122"/>
                  <a:ea typeface="思源黑体 CN Bold" panose="020B0800000000000000" pitchFamily="34" charset="-122"/>
                  <a:sym typeface="+mn-ea"/>
                </a:rPr>
                <a:t>项目开发</a:t>
              </a:r>
              <a:endParaRPr kumimoji="0" lang="zh-CN" altLang="en-US"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0" name="箭头: 下 119"/>
            <p:cNvSpPr/>
            <p:nvPr>
              <p:custDataLst>
                <p:tags r:id="rId2"/>
              </p:custDataLst>
            </p:nvPr>
          </p:nvSpPr>
          <p:spPr>
            <a:xfrm>
              <a:off x="5930900" y="5000625"/>
              <a:ext cx="222250" cy="254953"/>
            </a:xfrm>
            <a:prstGeom prst="downArrow">
              <a:avLst/>
            </a:prstGeom>
            <a:gradFill>
              <a:gsLst>
                <a:gs pos="0">
                  <a:schemeClr val="accent2">
                    <a:lumMod val="20000"/>
                    <a:lumOff val="80000"/>
                  </a:schemeClr>
                </a:gs>
                <a:gs pos="100000">
                  <a:schemeClr val="accent2"/>
                </a:gs>
              </a:gsLst>
              <a:lin ang="5400000" scaled="1"/>
            </a:gradFill>
            <a:ln w="9525">
              <a:noFill/>
            </a:ln>
            <a:effectLst>
              <a:outerShdw blurRad="294640" dist="16256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1" name="箭头: 下 120"/>
            <p:cNvSpPr/>
            <p:nvPr>
              <p:custDataLst>
                <p:tags r:id="rId3"/>
              </p:custDataLst>
            </p:nvPr>
          </p:nvSpPr>
          <p:spPr>
            <a:xfrm>
              <a:off x="8063230" y="5000625"/>
              <a:ext cx="222250" cy="254953"/>
            </a:xfrm>
            <a:prstGeom prst="downArrow">
              <a:avLst/>
            </a:prstGeom>
            <a:gradFill>
              <a:gsLst>
                <a:gs pos="0">
                  <a:schemeClr val="accent2">
                    <a:lumMod val="20000"/>
                    <a:lumOff val="80000"/>
                  </a:schemeClr>
                </a:gs>
                <a:gs pos="100000">
                  <a:schemeClr val="accent2"/>
                </a:gs>
              </a:gsLst>
              <a:lin ang="5400000" scaled="1"/>
            </a:gradFill>
            <a:ln w="9525">
              <a:noFill/>
            </a:ln>
            <a:effectLst>
              <a:outerShdw blurRad="294640" dist="16256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22" name="箭头: 下 121"/>
            <p:cNvSpPr/>
            <p:nvPr>
              <p:custDataLst>
                <p:tags r:id="rId4"/>
              </p:custDataLst>
            </p:nvPr>
          </p:nvSpPr>
          <p:spPr>
            <a:xfrm>
              <a:off x="3799840" y="5000625"/>
              <a:ext cx="222250" cy="254953"/>
            </a:xfrm>
            <a:prstGeom prst="downArrow">
              <a:avLst/>
            </a:prstGeom>
            <a:gradFill>
              <a:gsLst>
                <a:gs pos="0">
                  <a:schemeClr val="accent2">
                    <a:lumMod val="20000"/>
                    <a:lumOff val="80000"/>
                  </a:schemeClr>
                </a:gs>
                <a:gs pos="100000">
                  <a:schemeClr val="accent2"/>
                </a:gs>
              </a:gsLst>
              <a:lin ang="5400000" scaled="1"/>
            </a:gradFill>
            <a:ln w="9525">
              <a:noFill/>
            </a:ln>
            <a:effectLst>
              <a:outerShdw blurRad="294640" dist="16256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36576" rIns="73152" bIns="3657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44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endParaRPr>
            </a:p>
          </p:txBody>
        </p:sp>
        <p:sp>
          <p:nvSpPr>
            <p:cNvPr id="158" name="椭圆 157"/>
            <p:cNvSpPr/>
            <p:nvPr/>
          </p:nvSpPr>
          <p:spPr>
            <a:xfrm>
              <a:off x="2943727" y="4422010"/>
              <a:ext cx="6304546" cy="449130"/>
            </a:xfrm>
            <a:prstGeom prst="ellipse">
              <a:avLst/>
            </a:prstGeom>
            <a:gradFill flip="none" rotWithShape="1">
              <a:gsLst>
                <a:gs pos="0">
                  <a:schemeClr val="accent2">
                    <a:alpha val="25000"/>
                  </a:schemeClr>
                </a:gs>
                <a:gs pos="77000">
                  <a:schemeClr val="accent2">
                    <a:alpha val="0"/>
                  </a:schemeClr>
                </a:gs>
              </a:gsLst>
              <a:lin ang="16200000" scaled="1"/>
              <a:tileRect/>
            </a:gradFill>
            <a:ln w="9525">
              <a:gradFill flip="none" rotWithShape="1">
                <a:gsLst>
                  <a:gs pos="27000">
                    <a:schemeClr val="accent2">
                      <a:alpha val="0"/>
                    </a:schemeClr>
                  </a:gs>
                  <a:gs pos="100000">
                    <a:schemeClr val="accent2"/>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pitchFamily="34" charset="-122"/>
                <a:ea typeface="思源黑体 CN Bold" panose="020B0800000000000000" pitchFamily="34" charset="-122"/>
                <a:cs typeface="+mn-ea"/>
                <a:sym typeface="+mn-lt"/>
              </a:endParaRPr>
            </a:p>
          </p:txBody>
        </p:sp>
        <p:sp>
          <p:nvSpPr>
            <p:cNvPr id="159" name="文本框 158"/>
            <p:cNvSpPr txBox="1"/>
            <p:nvPr/>
          </p:nvSpPr>
          <p:spPr>
            <a:xfrm>
              <a:off x="4005171" y="4408889"/>
              <a:ext cx="4181658" cy="338554"/>
            </a:xfrm>
            <a:prstGeom prst="rect">
              <a:avLst/>
            </a:prstGeom>
            <a:noFill/>
          </p:spPr>
          <p:txBody>
            <a:bodyPr wrap="none">
              <a:spAutoFit/>
            </a:bodyPr>
            <a:lstStyle/>
            <a:p>
              <a:pPr defTabSz="1219200"/>
              <a:r>
                <a:rPr lang="zh-CN" altLang="en-US" sz="1600">
                  <a:latin typeface="思源黑体 CN Bold" panose="020B0800000000000000" pitchFamily="34" charset="-122"/>
                  <a:ea typeface="思源黑体 CN Bold" panose="020B0800000000000000" pitchFamily="34" charset="-122"/>
                  <a:cs typeface="+mn-ea"/>
                  <a:sym typeface="+mn-lt"/>
                </a:rPr>
                <a:t>能使用</a:t>
              </a:r>
              <a:r>
                <a:rPr lang="en-US" altLang="zh-CN" sz="1600">
                  <a:latin typeface="思源黑体 CN Bold" panose="020B0800000000000000" pitchFamily="34" charset="-122"/>
                  <a:ea typeface="思源黑体 CN Bold" panose="020B0800000000000000" pitchFamily="34" charset="-122"/>
                  <a:cs typeface="+mn-ea"/>
                  <a:sym typeface="+mn-lt"/>
                </a:rPr>
                <a:t>Multisim/Proteus</a:t>
              </a:r>
              <a:r>
                <a:rPr lang="zh-CN" altLang="en-US" sz="1600">
                  <a:latin typeface="思源黑体 CN Bold" panose="020B0800000000000000" pitchFamily="34" charset="-122"/>
                  <a:ea typeface="思源黑体 CN Bold" panose="020B0800000000000000" pitchFamily="34" charset="-122"/>
                  <a:cs typeface="+mn-ea"/>
                  <a:sym typeface="+mn-lt"/>
                </a:rPr>
                <a:t>完成数字电路仿真</a:t>
              </a:r>
              <a:endParaRPr lang="zh-CN" altLang="en-US" sz="1600" dirty="0">
                <a:latin typeface="思源黑体 CN Bold" panose="020B0800000000000000" pitchFamily="34" charset="-122"/>
                <a:ea typeface="思源黑体 CN Bold" panose="020B0800000000000000" pitchFamily="34" charset="-122"/>
                <a:cs typeface="+mn-ea"/>
                <a:sym typeface="+mn-lt"/>
              </a:endParaRPr>
            </a:p>
          </p:txBody>
        </p:sp>
      </p:grpSp>
      <p:grpSp>
        <p:nvGrpSpPr>
          <p:cNvPr id="4" name="组合 3"/>
          <p:cNvGrpSpPr/>
          <p:nvPr/>
        </p:nvGrpSpPr>
        <p:grpSpPr>
          <a:xfrm>
            <a:off x="482600" y="873125"/>
            <a:ext cx="2003766" cy="1670050"/>
            <a:chOff x="482600" y="873125"/>
            <a:chExt cx="2003766" cy="1670050"/>
          </a:xfrm>
        </p:grpSpPr>
        <p:sp>
          <p:nvSpPr>
            <p:cNvPr id="101" name="矩形 100"/>
            <p:cNvSpPr/>
            <p:nvPr/>
          </p:nvSpPr>
          <p:spPr>
            <a:xfrm flipH="1">
              <a:off x="482600" y="873125"/>
              <a:ext cx="2003766" cy="5137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02" name="文本框 101"/>
            <p:cNvSpPr txBox="1"/>
            <p:nvPr/>
          </p:nvSpPr>
          <p:spPr>
            <a:xfrm flipH="1">
              <a:off x="920225" y="960642"/>
              <a:ext cx="1128514" cy="338554"/>
            </a:xfrm>
            <a:prstGeom prst="rect">
              <a:avLst/>
            </a:prstGeom>
            <a:noFill/>
          </p:spPr>
          <p:txBody>
            <a:bodyPr wrap="none" lIns="0" tIns="0" rIns="0" bIns="0">
              <a:spAutoFit/>
            </a:bodyPr>
            <a:lstStyle/>
            <a:p>
              <a:pPr algn="ctr"/>
              <a:r>
                <a:rPr lang="zh-CN" altLang="en-US" sz="220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课证融通</a:t>
              </a:r>
              <a:endPar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04" name="文本框 103"/>
            <p:cNvSpPr txBox="1"/>
            <p:nvPr/>
          </p:nvSpPr>
          <p:spPr>
            <a:xfrm flipH="1">
              <a:off x="932232" y="1559745"/>
              <a:ext cx="615553" cy="492443"/>
            </a:xfrm>
            <a:prstGeom prst="rect">
              <a:avLst/>
            </a:prstGeom>
            <a:noFill/>
          </p:spPr>
          <p:txBody>
            <a:bodyPr wrap="none" lIns="0" tIns="0" rIns="0" bIns="0">
              <a:spAutoFit/>
            </a:bodyPr>
            <a:lstStyle/>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基础</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理论层</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 name="箭头: 下 1"/>
            <p:cNvSpPr/>
            <p:nvPr/>
          </p:nvSpPr>
          <p:spPr>
            <a:xfrm>
              <a:off x="482600" y="1467757"/>
              <a:ext cx="433615" cy="1075418"/>
            </a:xfrm>
            <a:prstGeom prst="downArrow">
              <a:avLst/>
            </a:prstGeom>
            <a:gradFill>
              <a:gsLst>
                <a:gs pos="0">
                  <a:schemeClr val="bg1"/>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grpSp>
        <p:nvGrpSpPr>
          <p:cNvPr id="5" name="组合 4"/>
          <p:cNvGrpSpPr/>
          <p:nvPr/>
        </p:nvGrpSpPr>
        <p:grpSpPr>
          <a:xfrm>
            <a:off x="9708809" y="873125"/>
            <a:ext cx="2003766" cy="2097223"/>
            <a:chOff x="9708809" y="873125"/>
            <a:chExt cx="2003766" cy="2097223"/>
          </a:xfrm>
        </p:grpSpPr>
        <p:cxnSp>
          <p:nvCxnSpPr>
            <p:cNvPr id="70" name="直接连接符 69"/>
            <p:cNvCxnSpPr/>
            <p:nvPr/>
          </p:nvCxnSpPr>
          <p:spPr>
            <a:xfrm flipV="1">
              <a:off x="10553700" y="2395582"/>
              <a:ext cx="541020" cy="574766"/>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84" name="矩形 83"/>
            <p:cNvSpPr/>
            <p:nvPr/>
          </p:nvSpPr>
          <p:spPr>
            <a:xfrm>
              <a:off x="9708809" y="873125"/>
              <a:ext cx="2003766" cy="5137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85" name="文本框 84"/>
            <p:cNvSpPr txBox="1"/>
            <p:nvPr/>
          </p:nvSpPr>
          <p:spPr>
            <a:xfrm>
              <a:off x="10146435" y="960642"/>
              <a:ext cx="1128514" cy="338554"/>
            </a:xfrm>
            <a:prstGeom prst="rect">
              <a:avLst/>
            </a:prstGeom>
            <a:noFill/>
          </p:spPr>
          <p:txBody>
            <a:bodyPr wrap="none" lIns="0" tIns="0" rIns="0" bIns="0">
              <a:spAutoFit/>
            </a:bodyPr>
            <a:lstStyle/>
            <a:p>
              <a:pPr algn="ctr"/>
              <a:r>
                <a:rPr lang="zh-CN" altLang="en-US" sz="220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能力递进</a:t>
              </a:r>
              <a:endParaRPr lang="en-US" altLang="zh-CN" sz="2200"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8" name="文本框 87"/>
            <p:cNvSpPr txBox="1"/>
            <p:nvPr/>
          </p:nvSpPr>
          <p:spPr>
            <a:xfrm>
              <a:off x="10647391" y="1559745"/>
              <a:ext cx="615553" cy="492443"/>
            </a:xfrm>
            <a:prstGeom prst="rect">
              <a:avLst/>
            </a:prstGeom>
            <a:noFill/>
          </p:spPr>
          <p:txBody>
            <a:bodyPr wrap="none" lIns="0" tIns="0" rIns="0" bIns="0">
              <a:spAutoFit/>
            </a:bodyPr>
            <a:lstStyle/>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技术</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拓展层</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9" name="箭头: 下 88"/>
            <p:cNvSpPr/>
            <p:nvPr/>
          </p:nvSpPr>
          <p:spPr>
            <a:xfrm>
              <a:off x="11278960" y="1467757"/>
              <a:ext cx="433615" cy="1075418"/>
            </a:xfrm>
            <a:prstGeom prst="downArrow">
              <a:avLst/>
            </a:prstGeom>
            <a:gradFill>
              <a:gsLst>
                <a:gs pos="0">
                  <a:schemeClr val="bg1"/>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4021575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up)">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up)">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up)">
                                      <p:cBhvr>
                                        <p:cTn id="23" dur="500"/>
                                        <p:tgtEl>
                                          <p:spTgt spid="4"/>
                                        </p:tgtEl>
                                      </p:cBhvr>
                                    </p:animEffect>
                                  </p:childTnLst>
                                </p:cTn>
                              </p:par>
                              <p:par>
                                <p:cTn id="24" presetID="22" presetClass="entr" presetSubtype="1"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up)">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randombar(horizontal)">
                                      <p:cBhvr>
                                        <p:cTn id="31" dur="500"/>
                                        <p:tgtEl>
                                          <p:spTgt spid="7"/>
                                        </p:tgtEl>
                                      </p:cBhvr>
                                    </p:animEffect>
                                  </p:childTnLst>
                                </p:cTn>
                              </p:par>
                              <p:par>
                                <p:cTn id="32" presetID="14" presetClass="entr" presetSubtype="1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randombar(horizontal)">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barn(outVertical)">
                                      <p:cBhvr>
                                        <p:cTn id="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482600" y="2324100"/>
            <a:ext cx="11229975" cy="4135044"/>
            <a:chOff x="482600" y="2324100"/>
            <a:chExt cx="11229975" cy="4135044"/>
          </a:xfrm>
        </p:grpSpPr>
        <p:sp>
          <p:nvSpPr>
            <p:cNvPr id="103" name="矩形 102"/>
            <p:cNvSpPr/>
            <p:nvPr/>
          </p:nvSpPr>
          <p:spPr>
            <a:xfrm>
              <a:off x="482600" y="2324100"/>
              <a:ext cx="3516312" cy="3994150"/>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0" name="梯形 109"/>
            <p:cNvSpPr/>
            <p:nvPr/>
          </p:nvSpPr>
          <p:spPr>
            <a:xfrm rot="10800000">
              <a:off x="865732" y="6317935"/>
              <a:ext cx="2750049" cy="141204"/>
            </a:xfrm>
            <a:prstGeom prst="trapezoid">
              <a:avLst>
                <a:gd name="adj" fmla="val 48503"/>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1" name="梯形 110"/>
            <p:cNvSpPr/>
            <p:nvPr/>
          </p:nvSpPr>
          <p:spPr>
            <a:xfrm rot="10800000" flipV="1">
              <a:off x="942848" y="6040472"/>
              <a:ext cx="2595817" cy="418672"/>
            </a:xfrm>
            <a:prstGeom prst="trapezoid">
              <a:avLst>
                <a:gd name="adj" fmla="val 48503"/>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2" name="梯形 111"/>
            <p:cNvSpPr/>
            <p:nvPr/>
          </p:nvSpPr>
          <p:spPr>
            <a:xfrm rot="10800000" flipV="1">
              <a:off x="971519" y="6065478"/>
              <a:ext cx="2538475" cy="393664"/>
            </a:xfrm>
            <a:prstGeom prst="trapezoid">
              <a:avLst>
                <a:gd name="adj" fmla="val 4850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3" name="文本框 112"/>
            <p:cNvSpPr txBox="1"/>
            <p:nvPr/>
          </p:nvSpPr>
          <p:spPr>
            <a:xfrm>
              <a:off x="1314060" y="6086788"/>
              <a:ext cx="1853392" cy="369332"/>
            </a:xfrm>
            <a:prstGeom prst="rect">
              <a:avLst/>
            </a:prstGeom>
            <a:noFill/>
          </p:spPr>
          <p:txBody>
            <a:bodyPr wrap="none">
              <a:spAutoFit/>
            </a:bodyPr>
            <a:lstStyle/>
            <a:p>
              <a:pPr algn="ctr"/>
              <a:r>
                <a:rPr lang="zh-CN" altLang="en-US" b="1" i="0">
                  <a:solidFill>
                    <a:schemeClr val="bg1"/>
                  </a:solidFill>
                  <a:effectLst/>
                  <a:latin typeface="思源黑体 CN Bold" panose="020B0800000000000000" pitchFamily="34" charset="-122"/>
                  <a:ea typeface="思源黑体 CN Bold" panose="020B0800000000000000" pitchFamily="34" charset="-122"/>
                </a:rPr>
                <a:t> 企业化文档模板</a:t>
              </a:r>
              <a:endParaRPr lang="zh-CN" altLang="en-US" b="1" i="0" dirty="0">
                <a:solidFill>
                  <a:schemeClr val="bg1"/>
                </a:solidFill>
                <a:effectLst/>
                <a:latin typeface="思源黑体 CN Bold" panose="020B0800000000000000" pitchFamily="34" charset="-122"/>
                <a:ea typeface="思源黑体 CN Bold" panose="020B0800000000000000" pitchFamily="34" charset="-122"/>
              </a:endParaRPr>
            </a:p>
          </p:txBody>
        </p:sp>
        <p:sp>
          <p:nvSpPr>
            <p:cNvPr id="104" name="矩形 103"/>
            <p:cNvSpPr/>
            <p:nvPr/>
          </p:nvSpPr>
          <p:spPr>
            <a:xfrm>
              <a:off x="4339432" y="2324100"/>
              <a:ext cx="3516312" cy="3994150"/>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8" name="梯形 117"/>
            <p:cNvSpPr/>
            <p:nvPr/>
          </p:nvSpPr>
          <p:spPr>
            <a:xfrm rot="10800000">
              <a:off x="4722564" y="6317935"/>
              <a:ext cx="2750049" cy="141204"/>
            </a:xfrm>
            <a:prstGeom prst="trapezoid">
              <a:avLst>
                <a:gd name="adj" fmla="val 48503"/>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19" name="梯形 118"/>
            <p:cNvSpPr/>
            <p:nvPr/>
          </p:nvSpPr>
          <p:spPr>
            <a:xfrm rot="10800000" flipV="1">
              <a:off x="4799680" y="6040472"/>
              <a:ext cx="2595817" cy="418672"/>
            </a:xfrm>
            <a:prstGeom prst="trapezoid">
              <a:avLst>
                <a:gd name="adj" fmla="val 48503"/>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0" name="梯形 119"/>
            <p:cNvSpPr/>
            <p:nvPr/>
          </p:nvSpPr>
          <p:spPr>
            <a:xfrm rot="10800000" flipV="1">
              <a:off x="4828351" y="6065478"/>
              <a:ext cx="2538475" cy="393664"/>
            </a:xfrm>
            <a:prstGeom prst="trapezoid">
              <a:avLst>
                <a:gd name="adj" fmla="val 4850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1" name="文本框 120"/>
            <p:cNvSpPr txBox="1"/>
            <p:nvPr/>
          </p:nvSpPr>
          <p:spPr>
            <a:xfrm>
              <a:off x="5081925" y="6086788"/>
              <a:ext cx="2031326" cy="369332"/>
            </a:xfrm>
            <a:prstGeom prst="rect">
              <a:avLst/>
            </a:prstGeom>
            <a:noFill/>
          </p:spPr>
          <p:txBody>
            <a:bodyPr wrap="none">
              <a:spAutoFit/>
            </a:bodyPr>
            <a:lstStyle/>
            <a:p>
              <a:pPr algn="ctr"/>
              <a:r>
                <a:rPr lang="zh-CN" altLang="en-US" b="1" i="0">
                  <a:solidFill>
                    <a:schemeClr val="bg1"/>
                  </a:solidFill>
                  <a:effectLst/>
                  <a:latin typeface="思源黑体 CN Bold" panose="020B0800000000000000" pitchFamily="34" charset="-122"/>
                  <a:ea typeface="思源黑体 CN Bold" panose="020B0800000000000000" pitchFamily="34" charset="-122"/>
                </a:rPr>
                <a:t>教学环境智能配置</a:t>
              </a:r>
              <a:endParaRPr lang="zh-CN" altLang="en-US" b="1" i="0" dirty="0">
                <a:solidFill>
                  <a:schemeClr val="bg1"/>
                </a:solidFill>
                <a:effectLst/>
                <a:latin typeface="思源黑体 CN Bold" panose="020B0800000000000000" pitchFamily="34" charset="-122"/>
                <a:ea typeface="思源黑体 CN Bold" panose="020B0800000000000000" pitchFamily="34" charset="-122"/>
              </a:endParaRPr>
            </a:p>
          </p:txBody>
        </p:sp>
        <p:sp>
          <p:nvSpPr>
            <p:cNvPr id="34" name="矩形 33"/>
            <p:cNvSpPr/>
            <p:nvPr/>
          </p:nvSpPr>
          <p:spPr>
            <a:xfrm>
              <a:off x="8196263" y="2324100"/>
              <a:ext cx="3516312" cy="3994150"/>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6" name="梯形 235"/>
            <p:cNvSpPr/>
            <p:nvPr/>
          </p:nvSpPr>
          <p:spPr>
            <a:xfrm rot="10800000">
              <a:off x="8579395" y="6317935"/>
              <a:ext cx="2750049" cy="141204"/>
            </a:xfrm>
            <a:prstGeom prst="trapezoid">
              <a:avLst>
                <a:gd name="adj" fmla="val 48503"/>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7" name="梯形 236"/>
            <p:cNvSpPr/>
            <p:nvPr/>
          </p:nvSpPr>
          <p:spPr>
            <a:xfrm rot="10800000" flipV="1">
              <a:off x="8656511" y="6040472"/>
              <a:ext cx="2595817" cy="418672"/>
            </a:xfrm>
            <a:prstGeom prst="trapezoid">
              <a:avLst>
                <a:gd name="adj" fmla="val 48503"/>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8" name="梯形 237"/>
            <p:cNvSpPr/>
            <p:nvPr/>
          </p:nvSpPr>
          <p:spPr>
            <a:xfrm rot="10800000" flipV="1">
              <a:off x="8685182" y="6065478"/>
              <a:ext cx="2538475" cy="393664"/>
            </a:xfrm>
            <a:prstGeom prst="trapezoid">
              <a:avLst>
                <a:gd name="adj" fmla="val 4850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9" name="文本框 238"/>
            <p:cNvSpPr txBox="1"/>
            <p:nvPr/>
          </p:nvSpPr>
          <p:spPr>
            <a:xfrm>
              <a:off x="9054172" y="6086788"/>
              <a:ext cx="1800494" cy="369332"/>
            </a:xfrm>
            <a:prstGeom prst="rect">
              <a:avLst/>
            </a:prstGeom>
            <a:noFill/>
          </p:spPr>
          <p:txBody>
            <a:bodyPr wrap="none">
              <a:spAutoFit/>
            </a:bodyPr>
            <a:lstStyle/>
            <a:p>
              <a:pPr algn="ctr"/>
              <a:r>
                <a:rPr lang="zh-CN" altLang="en-US" b="1" i="0">
                  <a:solidFill>
                    <a:schemeClr val="bg1"/>
                  </a:solidFill>
                  <a:effectLst/>
                  <a:latin typeface="思源黑体 CN Bold" panose="020B0800000000000000" pitchFamily="34" charset="-122"/>
                  <a:ea typeface="思源黑体 CN Bold" panose="020B0800000000000000" pitchFamily="34" charset="-122"/>
                </a:rPr>
                <a:t>虚实结合教具包</a:t>
              </a:r>
              <a:endParaRPr lang="zh-CN" altLang="en-US" b="1" i="0" dirty="0">
                <a:solidFill>
                  <a:schemeClr val="bg1"/>
                </a:solidFill>
                <a:effectLst/>
                <a:latin typeface="思源黑体 CN Bold" panose="020B0800000000000000" pitchFamily="34" charset="-122"/>
                <a:ea typeface="思源黑体 CN Bold" panose="020B0800000000000000" pitchFamily="34" charset="-122"/>
              </a:endParaRPr>
            </a:p>
          </p:txBody>
        </p:sp>
      </p:grpSp>
      <p:grpSp>
        <p:nvGrpSpPr>
          <p:cNvPr id="17" name="组合 16"/>
          <p:cNvGrpSpPr/>
          <p:nvPr/>
        </p:nvGrpSpPr>
        <p:grpSpPr>
          <a:xfrm>
            <a:off x="764381" y="2470037"/>
            <a:ext cx="2952750" cy="3445475"/>
            <a:chOff x="764381" y="2470037"/>
            <a:chExt cx="2952750" cy="3445475"/>
          </a:xfrm>
        </p:grpSpPr>
        <p:sp>
          <p:nvSpPr>
            <p:cNvPr id="149" name="矩形: 圆角 148"/>
            <p:cNvSpPr/>
            <p:nvPr/>
          </p:nvSpPr>
          <p:spPr>
            <a:xfrm>
              <a:off x="764381" y="2897188"/>
              <a:ext cx="2952750" cy="1063625"/>
            </a:xfrm>
            <a:prstGeom prst="roundRect">
              <a:avLst>
                <a:gd name="adj" fmla="val 5088"/>
              </a:avLst>
            </a:prstGeom>
            <a:gradFill flip="none" rotWithShape="1">
              <a:gsLst>
                <a:gs pos="100000">
                  <a:schemeClr val="accent1">
                    <a:lumMod val="20000"/>
                    <a:lumOff val="80000"/>
                  </a:schemeClr>
                </a:gs>
                <a:gs pos="0">
                  <a:schemeClr val="accent1">
                    <a:lumMod val="20000"/>
                    <a:lumOff val="80000"/>
                    <a:alpha val="0"/>
                  </a:schemeClr>
                </a:gs>
              </a:gsLst>
              <a:lin ang="5400000" scaled="1"/>
              <a:tileRect/>
            </a:gradFill>
            <a:ln w="6350">
              <a:gradFill flip="none" rotWithShape="1">
                <a:gsLst>
                  <a:gs pos="0">
                    <a:schemeClr val="accent1">
                      <a:lumMod val="5000"/>
                      <a:lumOff val="95000"/>
                    </a:schemeClr>
                  </a:gs>
                  <a:gs pos="100000">
                    <a:schemeClr val="accent1">
                      <a:lumMod val="30000"/>
                      <a:lumOff val="7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50" name="等腰三角形 149"/>
            <p:cNvSpPr/>
            <p:nvPr/>
          </p:nvSpPr>
          <p:spPr>
            <a:xfrm>
              <a:off x="764381" y="2640012"/>
              <a:ext cx="2952750" cy="25812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51" name="任意多边形: 形状 150"/>
            <p:cNvSpPr/>
            <p:nvPr/>
          </p:nvSpPr>
          <p:spPr bwMode="auto">
            <a:xfrm rot="16200000" flipH="1" flipV="1">
              <a:off x="1098805" y="3784348"/>
              <a:ext cx="378904" cy="690307"/>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rgbClr val="DCE4F4"/>
                </a:gs>
                <a:gs pos="100000">
                  <a:srgbClr val="DCE4F4"/>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56" name="任意多边形: 形状 155"/>
            <p:cNvSpPr/>
            <p:nvPr/>
          </p:nvSpPr>
          <p:spPr bwMode="auto">
            <a:xfrm rot="16200000" flipH="1" flipV="1">
              <a:off x="2051305" y="3784349"/>
              <a:ext cx="378904" cy="690307"/>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rgbClr val="DCE4F4"/>
                </a:gs>
                <a:gs pos="100000">
                  <a:srgbClr val="DCE4F4"/>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57" name="任意多边形: 形状 156"/>
            <p:cNvSpPr/>
            <p:nvPr/>
          </p:nvSpPr>
          <p:spPr bwMode="auto">
            <a:xfrm rot="16200000" flipH="1" flipV="1">
              <a:off x="3003805" y="3784350"/>
              <a:ext cx="378904" cy="690307"/>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rgbClr val="DCE4F4"/>
                </a:gs>
                <a:gs pos="100000">
                  <a:srgbClr val="DCE4F4"/>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60" name="矩形: 圆角 159"/>
            <p:cNvSpPr/>
            <p:nvPr/>
          </p:nvSpPr>
          <p:spPr>
            <a:xfrm>
              <a:off x="764381" y="4458335"/>
              <a:ext cx="2952750" cy="1063625"/>
            </a:xfrm>
            <a:prstGeom prst="roundRect">
              <a:avLst>
                <a:gd name="adj" fmla="val 5088"/>
              </a:avLst>
            </a:prstGeom>
            <a:gradFill flip="none" rotWithShape="1">
              <a:gsLst>
                <a:gs pos="100000">
                  <a:schemeClr val="accent4">
                    <a:lumMod val="20000"/>
                    <a:lumOff val="80000"/>
                  </a:schemeClr>
                </a:gs>
                <a:gs pos="0">
                  <a:schemeClr val="accent4">
                    <a:lumMod val="20000"/>
                    <a:lumOff val="80000"/>
                    <a:alpha val="0"/>
                  </a:schemeClr>
                </a:gs>
              </a:gsLst>
              <a:lin ang="5400000" scaled="1"/>
              <a:tileRect/>
            </a:gradFill>
            <a:ln w="6350">
              <a:gradFill flip="none" rotWithShape="1">
                <a:gsLst>
                  <a:gs pos="0">
                    <a:schemeClr val="accent4">
                      <a:lumMod val="5000"/>
                      <a:lumOff val="95000"/>
                    </a:schemeClr>
                  </a:gs>
                  <a:gs pos="100000">
                    <a:schemeClr val="accent4">
                      <a:lumMod val="40000"/>
                      <a:lumOff val="6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61" name="等腰三角形 160"/>
            <p:cNvSpPr/>
            <p:nvPr/>
          </p:nvSpPr>
          <p:spPr>
            <a:xfrm flipV="1">
              <a:off x="764381" y="5520372"/>
              <a:ext cx="2952750" cy="258127"/>
            </a:xfrm>
            <a:prstGeom prst="triangl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62" name="矩形: 圆角 161"/>
            <p:cNvSpPr/>
            <p:nvPr/>
          </p:nvSpPr>
          <p:spPr>
            <a:xfrm>
              <a:off x="1617900" y="2470037"/>
              <a:ext cx="1245712" cy="374571"/>
            </a:xfrm>
            <a:prstGeom prst="round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219200"/>
              <a:r>
                <a:rPr lang="zh-CN" altLang="en-US" sz="1600">
                  <a:solidFill>
                    <a:srgbClr val="C00000"/>
                  </a:solidFill>
                  <a:latin typeface="思源黑体 CN Bold" panose="020B0800000000000000" pitchFamily="34" charset="-122"/>
                  <a:ea typeface="思源黑体 CN Bold" panose="020B0800000000000000" pitchFamily="34" charset="-122"/>
                  <a:cs typeface="+mn-ea"/>
                  <a:sym typeface="+mn-lt"/>
                </a:rPr>
                <a:t>标准化模板</a:t>
              </a:r>
              <a:endParaRPr lang="zh-CN" altLang="en-US" sz="1600" dirty="0">
                <a:solidFill>
                  <a:srgbClr val="C00000"/>
                </a:solidFill>
                <a:latin typeface="思源黑体 CN Bold" panose="020B0800000000000000" pitchFamily="34" charset="-122"/>
                <a:ea typeface="思源黑体 CN Bold" panose="020B0800000000000000" pitchFamily="34" charset="-122"/>
                <a:cs typeface="+mn-ea"/>
                <a:sym typeface="+mn-lt"/>
              </a:endParaRPr>
            </a:p>
          </p:txBody>
        </p:sp>
        <p:sp>
          <p:nvSpPr>
            <p:cNvPr id="163" name="矩形: 圆角 162"/>
            <p:cNvSpPr/>
            <p:nvPr/>
          </p:nvSpPr>
          <p:spPr>
            <a:xfrm>
              <a:off x="1617900" y="5609432"/>
              <a:ext cx="1245712" cy="306080"/>
            </a:xfrm>
            <a:prstGeom prst="round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1600">
                  <a:solidFill>
                    <a:srgbClr val="C00000"/>
                  </a:solidFill>
                  <a:latin typeface="思源黑体 CN Bold" panose="020B0800000000000000" pitchFamily="34" charset="-122"/>
                  <a:ea typeface="思源黑体 CN Bold" panose="020B0800000000000000" pitchFamily="34" charset="-122"/>
                  <a:cs typeface="+mn-ea"/>
                  <a:sym typeface="+mn-lt"/>
                </a:rPr>
                <a:t>管理系统</a:t>
              </a:r>
              <a:endParaRPr lang="zh-CN" altLang="en-US" sz="1600" dirty="0">
                <a:solidFill>
                  <a:srgbClr val="C00000"/>
                </a:solidFill>
                <a:latin typeface="思源黑体 CN Bold" panose="020B0800000000000000" pitchFamily="34" charset="-122"/>
                <a:ea typeface="思源黑体 CN Bold" panose="020B0800000000000000" pitchFamily="34" charset="-122"/>
                <a:cs typeface="+mn-ea"/>
                <a:sym typeface="+mn-lt"/>
              </a:endParaRPr>
            </a:p>
          </p:txBody>
        </p:sp>
        <p:sp>
          <p:nvSpPr>
            <p:cNvPr id="164" name="文本框 163"/>
            <p:cNvSpPr txBox="1"/>
            <p:nvPr/>
          </p:nvSpPr>
          <p:spPr>
            <a:xfrm>
              <a:off x="1534744" y="4055397"/>
              <a:ext cx="420262" cy="246221"/>
            </a:xfrm>
            <a:prstGeom prst="rect">
              <a:avLst/>
            </a:prstGeom>
            <a:noFill/>
          </p:spPr>
          <p:txBody>
            <a:bodyPr wrap="square" lIns="0" tIns="0" rIns="0" bIns="0">
              <a:spAutoFit/>
            </a:bodyPr>
            <a:lstStyle/>
            <a:p>
              <a:pPr algn="ctr"/>
              <a:r>
                <a:rPr lang="zh-CN" altLang="en-US" sz="160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解决</a:t>
              </a:r>
              <a:endPar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65" name="文本框 164"/>
            <p:cNvSpPr txBox="1"/>
            <p:nvPr/>
          </p:nvSpPr>
          <p:spPr>
            <a:xfrm>
              <a:off x="2522169" y="4055397"/>
              <a:ext cx="420262" cy="246221"/>
            </a:xfrm>
            <a:prstGeom prst="rect">
              <a:avLst/>
            </a:prstGeom>
            <a:noFill/>
          </p:spPr>
          <p:txBody>
            <a:bodyPr wrap="square" lIns="0" tIns="0" rIns="0" bIns="0">
              <a:spAutoFit/>
            </a:bodyPr>
            <a:lstStyle/>
            <a:p>
              <a:pPr algn="ctr"/>
              <a:r>
                <a:rPr lang="zh-CN" altLang="en-US"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路径</a:t>
              </a:r>
            </a:p>
          </p:txBody>
        </p:sp>
        <p:sp>
          <p:nvSpPr>
            <p:cNvPr id="166" name="文本框 165"/>
            <p:cNvSpPr txBox="1"/>
            <p:nvPr/>
          </p:nvSpPr>
          <p:spPr>
            <a:xfrm>
              <a:off x="3030169" y="3652172"/>
              <a:ext cx="420262" cy="215444"/>
            </a:xfrm>
            <a:prstGeom prst="rect">
              <a:avLst/>
            </a:prstGeom>
            <a:noFill/>
          </p:spPr>
          <p:txBody>
            <a:bodyPr wrap="square" lIns="0" tIns="0" rIns="0" bIns="0">
              <a:spAutoFit/>
            </a:bodyPr>
            <a:lstStyle/>
            <a:p>
              <a:pPr algn="ctr"/>
              <a:r>
                <a:rPr lang="zh-CN" altLang="en-US" sz="140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问题</a:t>
              </a:r>
              <a:endParaRPr lang="zh-CN" altLang="en-US" sz="1400" dirty="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67" name="文本框 166"/>
            <p:cNvSpPr txBox="1"/>
            <p:nvPr/>
          </p:nvSpPr>
          <p:spPr>
            <a:xfrm>
              <a:off x="2039984" y="3652172"/>
              <a:ext cx="420262" cy="215444"/>
            </a:xfrm>
            <a:prstGeom prst="rect">
              <a:avLst/>
            </a:prstGeom>
            <a:noFill/>
          </p:spPr>
          <p:txBody>
            <a:bodyPr wrap="square" lIns="0" tIns="0" rIns="0" bIns="0">
              <a:spAutoFit/>
            </a:bodyPr>
            <a:lstStyle/>
            <a:p>
              <a:pPr algn="ctr"/>
              <a:r>
                <a:rPr lang="zh-CN" altLang="en-US" sz="1400" dirty="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表格</a:t>
              </a:r>
            </a:p>
          </p:txBody>
        </p:sp>
        <p:sp>
          <p:nvSpPr>
            <p:cNvPr id="168" name="文本框 167"/>
            <p:cNvSpPr txBox="1"/>
            <p:nvPr/>
          </p:nvSpPr>
          <p:spPr>
            <a:xfrm>
              <a:off x="1063654" y="3652172"/>
              <a:ext cx="420262" cy="215444"/>
            </a:xfrm>
            <a:prstGeom prst="rect">
              <a:avLst/>
            </a:prstGeom>
            <a:noFill/>
          </p:spPr>
          <p:txBody>
            <a:bodyPr wrap="square" lIns="0" tIns="0" rIns="0" bIns="0">
              <a:spAutoFit/>
            </a:bodyPr>
            <a:lstStyle/>
            <a:p>
              <a:pPr algn="ctr"/>
              <a:r>
                <a:rPr lang="zh-CN" altLang="en-US" sz="140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规则</a:t>
              </a:r>
              <a:endParaRPr lang="zh-CN" altLang="en-US" sz="1400" dirty="0">
                <a:solidFill>
                  <a:schemeClr val="accent1">
                    <a:lumMod val="75000"/>
                  </a:schemeClr>
                </a:solidFill>
                <a:effectLst>
                  <a:glow rad="63500">
                    <a:schemeClr val="bg1"/>
                  </a:glo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cxnSp>
          <p:nvCxnSpPr>
            <p:cNvPr id="170" name="直接连接符 169"/>
            <p:cNvCxnSpPr/>
            <p:nvPr/>
          </p:nvCxnSpPr>
          <p:spPr>
            <a:xfrm>
              <a:off x="1748631" y="2901951"/>
              <a:ext cx="0" cy="1057275"/>
            </a:xfrm>
            <a:prstGeom prst="line">
              <a:avLst/>
            </a:prstGeom>
            <a:ln w="6350">
              <a:solidFill>
                <a:schemeClr val="accent1">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a:off x="2732881" y="2901951"/>
              <a:ext cx="0" cy="1057275"/>
            </a:xfrm>
            <a:prstGeom prst="line">
              <a:avLst/>
            </a:prstGeom>
            <a:ln w="6350">
              <a:solidFill>
                <a:schemeClr val="accent1">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sp>
          <p:nvSpPr>
            <p:cNvPr id="174" name="文本框 173"/>
            <p:cNvSpPr txBox="1"/>
            <p:nvPr/>
          </p:nvSpPr>
          <p:spPr>
            <a:xfrm>
              <a:off x="1004481" y="3077489"/>
              <a:ext cx="538609" cy="430887"/>
            </a:xfrm>
            <a:prstGeom prst="rect">
              <a:avLst/>
            </a:prstGeom>
            <a:noFill/>
          </p:spPr>
          <p:txBody>
            <a:bodyPr wrap="none" lIns="0" tIns="0" rIns="0" bIns="0">
              <a:spAutoFit/>
            </a:bodyPr>
            <a:lstStyle/>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项目</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任务书</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5" name="文本框 174"/>
            <p:cNvSpPr txBox="1"/>
            <p:nvPr/>
          </p:nvSpPr>
          <p:spPr>
            <a:xfrm>
              <a:off x="2070579" y="3077489"/>
              <a:ext cx="359073" cy="430887"/>
            </a:xfrm>
            <a:prstGeom prst="rect">
              <a:avLst/>
            </a:prstGeom>
            <a:noFill/>
          </p:spPr>
          <p:txBody>
            <a:bodyPr wrap="none" lIns="0" tIns="0" rIns="0" bIns="0">
              <a:spAutoFit/>
            </a:bodyPr>
            <a:lstStyle/>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测试</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报告</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6" name="文本框 175"/>
            <p:cNvSpPr txBox="1"/>
            <p:nvPr/>
          </p:nvSpPr>
          <p:spPr>
            <a:xfrm>
              <a:off x="3060764" y="3077489"/>
              <a:ext cx="359073" cy="430887"/>
            </a:xfrm>
            <a:prstGeom prst="rect">
              <a:avLst/>
            </a:prstGeom>
            <a:noFill/>
          </p:spPr>
          <p:txBody>
            <a:bodyPr wrap="none" lIns="0" tIns="0" rIns="0" bIns="0">
              <a:spAutoFit/>
            </a:bodyPr>
            <a:lstStyle/>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工程</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a:p>
              <a:pPr algn="ct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日志</a:t>
              </a:r>
              <a:endParaRPr lang="en-US" altLang="zh-CN" sz="14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7" name="文本框 176"/>
            <p:cNvSpPr txBox="1"/>
            <p:nvPr/>
          </p:nvSpPr>
          <p:spPr>
            <a:xfrm>
              <a:off x="883842" y="4758334"/>
              <a:ext cx="1258678" cy="215444"/>
            </a:xfrm>
            <a:prstGeom prst="rect">
              <a:avLst/>
            </a:prstGeom>
            <a:noFill/>
          </p:spPr>
          <p:txBody>
            <a:bodyPr wrap="none" lIns="0" tIns="0" rIns="0" bIns="0">
              <a:spAutoFit/>
            </a:bodyPr>
            <a:lstStyle/>
            <a:p>
              <a:pPr marL="179705" indent="-179705" algn="ctr">
                <a:buFont typeface="Wingdings" panose="05000000000000000000" pitchFamily="2" charset="2"/>
                <a:buChar char="Ø"/>
              </a:pPr>
              <a:r>
                <a:rPr lang="zh-CN" altLang="en-US" sz="140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仪器操作规范</a:t>
              </a:r>
              <a:endParaRPr lang="en-US" altLang="zh-CN"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8" name="文本框 177"/>
            <p:cNvSpPr txBox="1"/>
            <p:nvPr/>
          </p:nvSpPr>
          <p:spPr>
            <a:xfrm>
              <a:off x="2360217" y="4758334"/>
              <a:ext cx="1258678" cy="215444"/>
            </a:xfrm>
            <a:prstGeom prst="rect">
              <a:avLst/>
            </a:prstGeom>
            <a:noFill/>
          </p:spPr>
          <p:txBody>
            <a:bodyPr wrap="none" lIns="0" tIns="0" rIns="0" bIns="0">
              <a:spAutoFit/>
            </a:bodyPr>
            <a:lstStyle/>
            <a:p>
              <a:pPr marL="179705" indent="-179705" algn="ctr">
                <a:buFont typeface="Wingdings" panose="05000000000000000000" pitchFamily="2" charset="2"/>
                <a:buChar char="Ø"/>
              </a:pPr>
              <a:r>
                <a:rPr lang="zh-CN" altLang="en-US"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使用时长监控</a:t>
              </a:r>
              <a:endParaRPr lang="en-US" altLang="zh-CN"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79" name="文本框 178"/>
            <p:cNvSpPr txBox="1"/>
            <p:nvPr/>
          </p:nvSpPr>
          <p:spPr>
            <a:xfrm>
              <a:off x="883842" y="5117109"/>
              <a:ext cx="1258678" cy="215444"/>
            </a:xfrm>
            <a:prstGeom prst="rect">
              <a:avLst/>
            </a:prstGeom>
            <a:noFill/>
          </p:spPr>
          <p:txBody>
            <a:bodyPr wrap="none" lIns="0" tIns="0" rIns="0" bIns="0">
              <a:spAutoFit/>
            </a:bodyPr>
            <a:lstStyle/>
            <a:p>
              <a:pPr marL="179705" indent="-179705" algn="ctr">
                <a:buFont typeface="Wingdings" panose="05000000000000000000" pitchFamily="2" charset="2"/>
                <a:buChar char="Ø"/>
              </a:pPr>
              <a:r>
                <a:rPr lang="zh-CN" altLang="en-US"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智能补给提醒</a:t>
              </a:r>
              <a:endParaRPr lang="en-US" altLang="zh-CN"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80" name="文本框 179"/>
            <p:cNvSpPr txBox="1"/>
            <p:nvPr/>
          </p:nvSpPr>
          <p:spPr>
            <a:xfrm>
              <a:off x="2360217" y="5117109"/>
              <a:ext cx="1258678" cy="215444"/>
            </a:xfrm>
            <a:prstGeom prst="rect">
              <a:avLst/>
            </a:prstGeom>
            <a:noFill/>
          </p:spPr>
          <p:txBody>
            <a:bodyPr wrap="none" lIns="0" tIns="0" rIns="0" bIns="0">
              <a:spAutoFit/>
            </a:bodyPr>
            <a:lstStyle/>
            <a:p>
              <a:pPr marL="179705" indent="-179705" algn="ctr">
                <a:buFont typeface="Wingdings" panose="05000000000000000000" pitchFamily="2" charset="2"/>
                <a:buChar char="Ø"/>
              </a:pPr>
              <a:r>
                <a:rPr lang="zh-CN" altLang="en-US"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探头接地报警</a:t>
              </a:r>
              <a:endParaRPr lang="en-US" altLang="zh-CN" sz="1400" dirty="0">
                <a:solidFill>
                  <a:schemeClr val="accent3">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13" name="组合 12"/>
          <p:cNvGrpSpPr/>
          <p:nvPr/>
        </p:nvGrpSpPr>
        <p:grpSpPr>
          <a:xfrm>
            <a:off x="482600" y="873125"/>
            <a:ext cx="11229975" cy="1253028"/>
            <a:chOff x="482600" y="873125"/>
            <a:chExt cx="11229975" cy="1253028"/>
          </a:xfrm>
        </p:grpSpPr>
        <p:sp>
          <p:nvSpPr>
            <p:cNvPr id="25" name="矩形 24"/>
            <p:cNvSpPr/>
            <p:nvPr/>
          </p:nvSpPr>
          <p:spPr>
            <a:xfrm>
              <a:off x="482600" y="873125"/>
              <a:ext cx="1781629" cy="5443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6" name="梯形 25"/>
            <p:cNvSpPr/>
            <p:nvPr/>
          </p:nvSpPr>
          <p:spPr>
            <a:xfrm rot="5400000">
              <a:off x="2158052" y="979982"/>
              <a:ext cx="544367" cy="330654"/>
            </a:xfrm>
            <a:prstGeom prst="trapezoid">
              <a:avLst>
                <a:gd name="adj" fmla="val 1779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7" name="矩形 26"/>
            <p:cNvSpPr/>
            <p:nvPr/>
          </p:nvSpPr>
          <p:spPr>
            <a:xfrm>
              <a:off x="2590800" y="931069"/>
              <a:ext cx="9121775" cy="42148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8" name="矩形 27"/>
            <p:cNvSpPr/>
            <p:nvPr/>
          </p:nvSpPr>
          <p:spPr>
            <a:xfrm>
              <a:off x="482600" y="1581786"/>
              <a:ext cx="1781629" cy="5443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9" name="梯形 28"/>
            <p:cNvSpPr/>
            <p:nvPr/>
          </p:nvSpPr>
          <p:spPr>
            <a:xfrm rot="5400000">
              <a:off x="2158052" y="1688642"/>
              <a:ext cx="544367" cy="330654"/>
            </a:xfrm>
            <a:prstGeom prst="trapezoid">
              <a:avLst>
                <a:gd name="adj" fmla="val 1779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30" name="矩形 29"/>
            <p:cNvSpPr/>
            <p:nvPr/>
          </p:nvSpPr>
          <p:spPr>
            <a:xfrm>
              <a:off x="2590800" y="1643229"/>
              <a:ext cx="9121775" cy="42148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81" name="文本框 180"/>
            <p:cNvSpPr txBox="1"/>
            <p:nvPr/>
          </p:nvSpPr>
          <p:spPr>
            <a:xfrm>
              <a:off x="603972" y="987921"/>
              <a:ext cx="1538884" cy="307777"/>
            </a:xfrm>
            <a:prstGeom prst="rect">
              <a:avLst/>
            </a:prstGeom>
            <a:noFill/>
          </p:spPr>
          <p:txBody>
            <a:bodyPr wrap="none" lIns="0" tIns="0" rIns="0" bIns="0">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证书标准拆解</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82" name="文本框 181"/>
            <p:cNvSpPr txBox="1"/>
            <p:nvPr/>
          </p:nvSpPr>
          <p:spPr>
            <a:xfrm>
              <a:off x="603973" y="1700081"/>
              <a:ext cx="1538883" cy="307777"/>
            </a:xfrm>
            <a:prstGeom prst="rect">
              <a:avLst/>
            </a:prstGeom>
            <a:noFill/>
          </p:spPr>
          <p:txBody>
            <a:bodyPr wrap="none" lIns="0" tIns="0" rIns="0" bIns="0">
              <a:spAutoFit/>
            </a:bodyPr>
            <a:lstStyle/>
            <a:p>
              <a:pPr algn="ctr"/>
              <a:r>
                <a:rPr lang="zh-CN" altLang="en-US"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差异目标制定</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83" name="文本框 182"/>
            <p:cNvSpPr txBox="1"/>
            <p:nvPr/>
          </p:nvSpPr>
          <p:spPr>
            <a:xfrm>
              <a:off x="2763312" y="1003310"/>
              <a:ext cx="8659422" cy="276999"/>
            </a:xfrm>
            <a:prstGeom prst="rect">
              <a:avLst/>
            </a:prstGeom>
            <a:noFill/>
          </p:spPr>
          <p:txBody>
            <a:bodyPr wrap="none" lIns="0" tIns="0" rIns="0" bIns="0">
              <a:spAutoFit/>
            </a:bodyPr>
            <a:lstStyle/>
            <a:p>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通过</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知识领域</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技能指标</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权重占比</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三维度解析</a:t>
              </a: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X</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证书考核大纲，建立可视化映射表</a:t>
              </a:r>
              <a:endPar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84" name="文本框 183"/>
            <p:cNvSpPr txBox="1"/>
            <p:nvPr/>
          </p:nvSpPr>
          <p:spPr>
            <a:xfrm>
              <a:off x="2763312" y="1715470"/>
              <a:ext cx="7131761" cy="276999"/>
            </a:xfrm>
            <a:prstGeom prst="rect">
              <a:avLst/>
            </a:prstGeom>
            <a:noFill/>
          </p:spPr>
          <p:txBody>
            <a:bodyPr wrap="none" lIns="0" tIns="0" rIns="0" bIns="0">
              <a:spAutoFit/>
            </a:bodyPr>
            <a:lstStyle/>
            <a:p>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形成</a:t>
              </a: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基础达标</a:t>
              </a: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证书冲刺</a:t>
              </a:r>
              <a:r>
                <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双轨路径，实现</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一类一方案</a:t>
              </a:r>
              <a:r>
                <a:rPr lang="en-US" altLang="zh-CN"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a:t>
              </a:r>
              <a:r>
                <a:rPr lang="zh-CN" altLang="en-US"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的个性化培养</a:t>
              </a:r>
              <a:endParaRPr lang="en-US" altLang="zh-CN"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grpSp>
        <p:nvGrpSpPr>
          <p:cNvPr id="19" name="组合 18"/>
          <p:cNvGrpSpPr/>
          <p:nvPr/>
        </p:nvGrpSpPr>
        <p:grpSpPr>
          <a:xfrm>
            <a:off x="4538491" y="2519046"/>
            <a:ext cx="3142002" cy="3417411"/>
            <a:chOff x="4538491" y="2519046"/>
            <a:chExt cx="3142002" cy="3417411"/>
          </a:xfrm>
        </p:grpSpPr>
        <p:grpSp>
          <p:nvGrpSpPr>
            <p:cNvPr id="201" name="组合 200"/>
            <p:cNvGrpSpPr/>
            <p:nvPr/>
          </p:nvGrpSpPr>
          <p:grpSpPr>
            <a:xfrm>
              <a:off x="4725988" y="2519046"/>
              <a:ext cx="2743200" cy="2743200"/>
              <a:chOff x="8582819" y="2644776"/>
              <a:chExt cx="2743200" cy="2743200"/>
            </a:xfrm>
          </p:grpSpPr>
          <p:sp>
            <p:nvSpPr>
              <p:cNvPr id="186" name="空心弧 185"/>
              <p:cNvSpPr/>
              <p:nvPr/>
            </p:nvSpPr>
            <p:spPr>
              <a:xfrm rot="19045904">
                <a:off x="8582819" y="2644776"/>
                <a:ext cx="2743200" cy="2743200"/>
              </a:xfrm>
              <a:prstGeom prst="blockArc">
                <a:avLst>
                  <a:gd name="adj1" fmla="val 10800000"/>
                  <a:gd name="adj2" fmla="val 15976402"/>
                  <a:gd name="adj3" fmla="val 1385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196" name="Block Arc 185+"/>
              <p:cNvSpPr/>
              <p:nvPr/>
            </p:nvSpPr>
            <p:spPr>
              <a:xfrm rot="13645904">
                <a:off x="8582819" y="2644776"/>
                <a:ext cx="2743200" cy="2743200"/>
              </a:xfrm>
              <a:prstGeom prst="blockArc">
                <a:avLst>
                  <a:gd name="adj1" fmla="val 10800000"/>
                  <a:gd name="adj2" fmla="val 15976402"/>
                  <a:gd name="adj3" fmla="val 1385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197" name="Block Arc 185++"/>
              <p:cNvSpPr/>
              <p:nvPr/>
            </p:nvSpPr>
            <p:spPr>
              <a:xfrm rot="8245904">
                <a:off x="8582819" y="2644776"/>
                <a:ext cx="2743200" cy="2743200"/>
              </a:xfrm>
              <a:prstGeom prst="blockArc">
                <a:avLst>
                  <a:gd name="adj1" fmla="val 10800000"/>
                  <a:gd name="adj2" fmla="val 15976402"/>
                  <a:gd name="adj3" fmla="val 1385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198" name="Block Arc 185+++"/>
              <p:cNvSpPr/>
              <p:nvPr/>
            </p:nvSpPr>
            <p:spPr>
              <a:xfrm rot="2845904">
                <a:off x="8582819" y="2644776"/>
                <a:ext cx="2743200" cy="2743200"/>
              </a:xfrm>
              <a:prstGeom prst="blockArc">
                <a:avLst>
                  <a:gd name="adj1" fmla="val 10800000"/>
                  <a:gd name="adj2" fmla="val 15976402"/>
                  <a:gd name="adj3" fmla="val 138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grpSp>
        <p:grpSp>
          <p:nvGrpSpPr>
            <p:cNvPr id="202" name="组合 201"/>
            <p:cNvGrpSpPr/>
            <p:nvPr/>
          </p:nvGrpSpPr>
          <p:grpSpPr>
            <a:xfrm>
              <a:off x="5288756" y="3081814"/>
              <a:ext cx="1617664" cy="1617664"/>
              <a:chOff x="8582819" y="2644776"/>
              <a:chExt cx="2743200" cy="2743200"/>
            </a:xfrm>
          </p:grpSpPr>
          <p:sp>
            <p:nvSpPr>
              <p:cNvPr id="203" name="空心弧 202"/>
              <p:cNvSpPr/>
              <p:nvPr/>
            </p:nvSpPr>
            <p:spPr>
              <a:xfrm rot="19045904">
                <a:off x="8582819" y="2644776"/>
                <a:ext cx="2743200" cy="2743200"/>
              </a:xfrm>
              <a:prstGeom prst="blockArc">
                <a:avLst>
                  <a:gd name="adj1" fmla="val 10800000"/>
                  <a:gd name="adj2" fmla="val 15976402"/>
                  <a:gd name="adj3" fmla="val 13851"/>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204" name="Block Arc 185+"/>
              <p:cNvSpPr/>
              <p:nvPr/>
            </p:nvSpPr>
            <p:spPr>
              <a:xfrm rot="13645904">
                <a:off x="8582819" y="2644776"/>
                <a:ext cx="2743200" cy="2743200"/>
              </a:xfrm>
              <a:prstGeom prst="blockArc">
                <a:avLst>
                  <a:gd name="adj1" fmla="val 10800000"/>
                  <a:gd name="adj2" fmla="val 15976402"/>
                  <a:gd name="adj3" fmla="val 13851"/>
                </a:avLst>
              </a:pr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205" name="Block Arc 185++"/>
              <p:cNvSpPr/>
              <p:nvPr/>
            </p:nvSpPr>
            <p:spPr>
              <a:xfrm rot="8245904">
                <a:off x="8582819" y="2644776"/>
                <a:ext cx="2743200" cy="2743200"/>
              </a:xfrm>
              <a:prstGeom prst="blockArc">
                <a:avLst>
                  <a:gd name="adj1" fmla="val 10800000"/>
                  <a:gd name="adj2" fmla="val 15976402"/>
                  <a:gd name="adj3" fmla="val 13851"/>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Bold" panose="020B0800000000000000" pitchFamily="34" charset="-122"/>
                  <a:ea typeface="思源黑体 CN Bold" panose="020B0800000000000000" pitchFamily="34" charset="-122"/>
                </a:endParaRPr>
              </a:p>
            </p:txBody>
          </p:sp>
          <p:sp>
            <p:nvSpPr>
              <p:cNvPr id="206" name="Block Arc 185+++"/>
              <p:cNvSpPr/>
              <p:nvPr/>
            </p:nvSpPr>
            <p:spPr>
              <a:xfrm rot="2845904">
                <a:off x="8582819" y="2644776"/>
                <a:ext cx="2743200" cy="2743200"/>
              </a:xfrm>
              <a:prstGeom prst="blockArc">
                <a:avLst>
                  <a:gd name="adj1" fmla="val 10800000"/>
                  <a:gd name="adj2" fmla="val 15976402"/>
                  <a:gd name="adj3" fmla="val 13851"/>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思源黑体 CN Bold" panose="020B0800000000000000" pitchFamily="34" charset="-122"/>
                  <a:ea typeface="思源黑体 CN Bold" panose="020B0800000000000000" pitchFamily="34" charset="-122"/>
                </a:endParaRPr>
              </a:p>
            </p:txBody>
          </p:sp>
        </p:grpSp>
        <p:sp>
          <p:nvSpPr>
            <p:cNvPr id="207" name="椭圆 206"/>
            <p:cNvSpPr/>
            <p:nvPr/>
          </p:nvSpPr>
          <p:spPr>
            <a:xfrm>
              <a:off x="5668393" y="3455670"/>
              <a:ext cx="883162" cy="883162"/>
            </a:xfrm>
            <a:prstGeom prst="ellipse">
              <a:avLst/>
            </a:prstGeom>
            <a:gradFill flip="none" rotWithShape="1">
              <a:gsLst>
                <a:gs pos="64000">
                  <a:schemeClr val="accent3">
                    <a:alpha val="0"/>
                  </a:schemeClr>
                </a:gs>
                <a:gs pos="100000">
                  <a:schemeClr val="accent3">
                    <a:alpha val="30000"/>
                  </a:schemeClr>
                </a:gs>
              </a:gsLst>
              <a:path path="shap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思源黑体 CN Bold" panose="020B0800000000000000" pitchFamily="34" charset="-122"/>
                <a:ea typeface="思源黑体 CN Bold" panose="020B0800000000000000" pitchFamily="34" charset="-122"/>
                <a:cs typeface="+mn-ea"/>
                <a:sym typeface="+mn-lt"/>
              </a:endParaRPr>
            </a:p>
          </p:txBody>
        </p:sp>
        <p:sp>
          <p:nvSpPr>
            <p:cNvPr id="208" name="矩形 207"/>
            <p:cNvSpPr/>
            <p:nvPr/>
          </p:nvSpPr>
          <p:spPr>
            <a:xfrm>
              <a:off x="5709865" y="3604864"/>
              <a:ext cx="800219"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cs typeface="+mn-ea"/>
                  <a:sym typeface="+mn-lt"/>
                </a:rPr>
                <a:t>混合式</a:t>
              </a:r>
              <a:endParaRPr lang="en-US" altLang="zh-CN" sz="1600" b="1" dirty="0">
                <a:solidFill>
                  <a:schemeClr val="accent3">
                    <a:lumMod val="75000"/>
                  </a:schemeClr>
                </a:solidFill>
                <a:latin typeface="思源黑体 CN Bold" panose="020B0800000000000000" pitchFamily="34" charset="-122"/>
                <a:ea typeface="思源黑体 CN Bold" panose="020B0800000000000000" pitchFamily="34" charset="-122"/>
                <a:cs typeface="+mn-ea"/>
                <a:sym typeface="+mn-lt"/>
              </a:endParaRPr>
            </a:p>
            <a:p>
              <a:pPr algn="ctr"/>
              <a:r>
                <a:rPr lang="zh-CN" altLang="en-US" sz="1600" b="1" dirty="0">
                  <a:solidFill>
                    <a:schemeClr val="accent3">
                      <a:lumMod val="75000"/>
                    </a:schemeClr>
                  </a:solidFill>
                  <a:latin typeface="思源黑体 CN Bold" panose="020B0800000000000000" pitchFamily="34" charset="-122"/>
                  <a:ea typeface="思源黑体 CN Bold" panose="020B0800000000000000" pitchFamily="34" charset="-122"/>
                  <a:cs typeface="+mn-ea"/>
                  <a:sym typeface="+mn-lt"/>
                </a:rPr>
                <a:t>学习</a:t>
              </a:r>
            </a:p>
          </p:txBody>
        </p:sp>
        <p:sp>
          <p:nvSpPr>
            <p:cNvPr id="209" name="任意多边形: 形状 208"/>
            <p:cNvSpPr/>
            <p:nvPr/>
          </p:nvSpPr>
          <p:spPr bwMode="auto">
            <a:xfrm rot="16200000" flipH="1" flipV="1">
              <a:off x="5910933" y="2714245"/>
              <a:ext cx="378904"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a:gradFill>
                <a:gsLst>
                  <a:gs pos="100000">
                    <a:schemeClr val="accent1"/>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10" name="任意多边形: 形状 209"/>
            <p:cNvSpPr/>
            <p:nvPr/>
          </p:nvSpPr>
          <p:spPr bwMode="auto">
            <a:xfrm rot="5400000" flipH="1">
              <a:off x="5910933" y="4290634"/>
              <a:ext cx="378904"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3">
                    <a:alpha val="37000"/>
                  </a:schemeClr>
                </a:gs>
                <a:gs pos="100000">
                  <a:schemeClr val="accent3">
                    <a:alpha val="0"/>
                  </a:schemeClr>
                </a:gs>
              </a:gsLst>
              <a:lin ang="10800000" scaled="1"/>
              <a:tileRect/>
            </a:gradFill>
            <a:ln>
              <a:gradFill>
                <a:gsLst>
                  <a:gs pos="100000">
                    <a:schemeClr val="accent3"/>
                  </a:gs>
                  <a:gs pos="65000">
                    <a:schemeClr val="accent3">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11" name="任意多边形: 形状 210"/>
            <p:cNvSpPr/>
            <p:nvPr/>
          </p:nvSpPr>
          <p:spPr bwMode="auto">
            <a:xfrm flipH="1">
              <a:off x="6691983" y="3485771"/>
              <a:ext cx="378904"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2">
                    <a:alpha val="37000"/>
                  </a:schemeClr>
                </a:gs>
                <a:gs pos="100000">
                  <a:schemeClr val="accent2">
                    <a:alpha val="0"/>
                  </a:schemeClr>
                </a:gs>
              </a:gsLst>
              <a:lin ang="10800000" scaled="1"/>
              <a:tileRect/>
            </a:gradFill>
            <a:ln>
              <a:gradFill>
                <a:gsLst>
                  <a:gs pos="100000">
                    <a:schemeClr val="accent2"/>
                  </a:gs>
                  <a:gs pos="66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12" name="任意多边形: 形状 211"/>
            <p:cNvSpPr/>
            <p:nvPr/>
          </p:nvSpPr>
          <p:spPr bwMode="auto">
            <a:xfrm>
              <a:off x="5110833" y="3485771"/>
              <a:ext cx="378904" cy="770573"/>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5000">
                  <a:schemeClr val="accent4">
                    <a:alpha val="37000"/>
                  </a:schemeClr>
                </a:gs>
                <a:gs pos="100000">
                  <a:schemeClr val="accent4">
                    <a:alpha val="0"/>
                  </a:schemeClr>
                </a:gs>
              </a:gsLst>
              <a:lin ang="10800000" scaled="1"/>
              <a:tileRect/>
            </a:gradFill>
            <a:ln>
              <a:gradFill>
                <a:gsLst>
                  <a:gs pos="100000">
                    <a:schemeClr val="accent4"/>
                  </a:gs>
                  <a:gs pos="67000">
                    <a:schemeClr val="accent4">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213" name="文本框 212"/>
            <p:cNvSpPr txBox="1"/>
            <p:nvPr/>
          </p:nvSpPr>
          <p:spPr>
            <a:xfrm>
              <a:off x="5475675" y="2763530"/>
              <a:ext cx="1243826" cy="391150"/>
            </a:xfrm>
            <a:prstGeom prst="rect">
              <a:avLst/>
            </a:prstGeom>
            <a:noFill/>
          </p:spPr>
          <p:txBody>
            <a:bodyPr wrap="none" lIns="0" tIns="0" rIns="0" bIns="0">
              <a:prstTxWarp prst="textArchUp">
                <a:avLst/>
              </a:prstTxWarp>
              <a:spAutoFit/>
            </a:bodyPr>
            <a:lstStyle/>
            <a:p>
              <a:pPr algn="ctr"/>
              <a:r>
                <a:rPr lang="zh-CN" altLang="en-US"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理论研讨区</a:t>
              </a:r>
              <a:endParaRPr lang="en-US" altLang="zh-CN"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14" name="文本框 213"/>
            <p:cNvSpPr txBox="1"/>
            <p:nvPr/>
          </p:nvSpPr>
          <p:spPr>
            <a:xfrm rot="16200000">
              <a:off x="4560711" y="3667773"/>
              <a:ext cx="1304312" cy="445748"/>
            </a:xfrm>
            <a:prstGeom prst="rect">
              <a:avLst/>
            </a:prstGeom>
            <a:noFill/>
          </p:spPr>
          <p:txBody>
            <a:bodyPr wrap="none" lIns="0" tIns="0" rIns="0" bIns="0">
              <a:prstTxWarp prst="textArchUp">
                <a:avLst/>
              </a:prstTxWarp>
              <a:spAutoFit/>
            </a:bodyPr>
            <a:lstStyle/>
            <a:p>
              <a:pPr algn="ctr"/>
              <a:r>
                <a:rPr lang="zh-CN" altLang="en-US"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虚拟仿真区</a:t>
              </a:r>
              <a:endParaRPr lang="en-US" altLang="zh-CN"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15" name="文本框 214"/>
            <p:cNvSpPr txBox="1"/>
            <p:nvPr/>
          </p:nvSpPr>
          <p:spPr>
            <a:xfrm rot="5400000" flipH="1">
              <a:off x="6640245" y="3752147"/>
              <a:ext cx="923330" cy="276999"/>
            </a:xfrm>
            <a:prstGeom prst="rect">
              <a:avLst/>
            </a:prstGeom>
            <a:noFill/>
          </p:spPr>
          <p:txBody>
            <a:bodyPr wrap="none" lIns="0" tIns="0" rIns="0" bIns="0">
              <a:prstTxWarp prst="textArchUp">
                <a:avLst/>
              </a:prstTxWarp>
              <a:spAutoFit/>
            </a:bodyPr>
            <a:lstStyle/>
            <a:p>
              <a:pPr algn="ctr"/>
              <a:r>
                <a:rPr lang="zh-CN" altLang="en-US">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数据中心</a:t>
              </a:r>
              <a:endParaRPr lang="en-US" altLang="zh-CN"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16" name="文本框 215"/>
            <p:cNvSpPr txBox="1"/>
            <p:nvPr/>
          </p:nvSpPr>
          <p:spPr>
            <a:xfrm>
              <a:off x="5453926" y="4770121"/>
              <a:ext cx="1287324" cy="342890"/>
            </a:xfrm>
            <a:prstGeom prst="rect">
              <a:avLst/>
            </a:prstGeom>
            <a:noFill/>
          </p:spPr>
          <p:txBody>
            <a:bodyPr wrap="none" lIns="0" tIns="0" rIns="0" bIns="0">
              <a:prstTxWarp prst="textArchDown">
                <a:avLst/>
              </a:prstTxWarp>
              <a:spAutoFit/>
            </a:bodyPr>
            <a:lstStyle/>
            <a:p>
              <a:pPr algn="ctr"/>
              <a:r>
                <a:rPr lang="zh-CN" altLang="en-US"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实操考核区</a:t>
              </a:r>
              <a:endParaRPr lang="en-US" altLang="zh-CN" dirty="0">
                <a:solidFill>
                  <a:schemeClr val="bg1"/>
                </a:solidFill>
                <a:effectLst>
                  <a:outerShdw blurRad="38100" dist="38100" dir="2700000" algn="tl">
                    <a:srgbClr val="000000">
                      <a:alpha val="10000"/>
                    </a:srgbClr>
                  </a:outerShdw>
                </a:effectLst>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17" name="等腰三角形 216"/>
            <p:cNvSpPr/>
            <p:nvPr/>
          </p:nvSpPr>
          <p:spPr>
            <a:xfrm>
              <a:off x="4597083" y="5372735"/>
              <a:ext cx="880110" cy="539115"/>
            </a:xfrm>
            <a:prstGeom prst="triangle">
              <a:avLst/>
            </a:prstGeom>
            <a:solidFill>
              <a:srgbClr val="C00000">
                <a:alpha val="1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18" name="椭圆 217"/>
            <p:cNvSpPr/>
            <p:nvPr/>
          </p:nvSpPr>
          <p:spPr>
            <a:xfrm>
              <a:off x="5009754" y="5353050"/>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nvGrpSpPr>
            <p:cNvPr id="221" name="组合 220"/>
            <p:cNvGrpSpPr/>
            <p:nvPr/>
          </p:nvGrpSpPr>
          <p:grpSpPr>
            <a:xfrm>
              <a:off x="4565651" y="5881688"/>
              <a:ext cx="942975" cy="54769"/>
              <a:chOff x="9489282" y="5881688"/>
              <a:chExt cx="942975" cy="54769"/>
            </a:xfrm>
          </p:grpSpPr>
          <p:sp>
            <p:nvSpPr>
              <p:cNvPr id="219" name="椭圆 218"/>
              <p:cNvSpPr/>
              <p:nvPr/>
            </p:nvSpPr>
            <p:spPr>
              <a:xfrm>
                <a:off x="10377488" y="5881688"/>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20" name="椭圆 219"/>
              <p:cNvSpPr/>
              <p:nvPr/>
            </p:nvSpPr>
            <p:spPr>
              <a:xfrm>
                <a:off x="9489282" y="5881688"/>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sp>
          <p:nvSpPr>
            <p:cNvPr id="222" name="文本框 221"/>
            <p:cNvSpPr txBox="1"/>
            <p:nvPr/>
          </p:nvSpPr>
          <p:spPr>
            <a:xfrm rot="2967561">
              <a:off x="5199368" y="5426749"/>
              <a:ext cx="410369" cy="246221"/>
            </a:xfrm>
            <a:prstGeom prst="rect">
              <a:avLst/>
            </a:prstGeom>
            <a:noFill/>
          </p:spPr>
          <p:txBody>
            <a:bodyPr wrap="none" lIns="0" tIns="0" rIns="0" bIns="0">
              <a:spAutoFit/>
            </a:bodyPr>
            <a:lstStyle/>
            <a:p>
              <a:pPr algn="ctr"/>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设备</a:t>
              </a:r>
              <a:endParaRPr lang="en-US" altLang="zh-CN"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23" name="文本框 222"/>
            <p:cNvSpPr txBox="1"/>
            <p:nvPr/>
          </p:nvSpPr>
          <p:spPr>
            <a:xfrm rot="18577566" flipH="1">
              <a:off x="4456417" y="5427355"/>
              <a:ext cx="410369" cy="246221"/>
            </a:xfrm>
            <a:prstGeom prst="rect">
              <a:avLst/>
            </a:prstGeom>
            <a:noFill/>
          </p:spPr>
          <p:txBody>
            <a:bodyPr wrap="none" lIns="0" tIns="0" rIns="0" bIns="0">
              <a:spAutoFit/>
            </a:bodyPr>
            <a:lstStyle/>
            <a:p>
              <a:pPr algn="ctr"/>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录像</a:t>
              </a:r>
              <a:endParaRPr lang="en-US" altLang="zh-CN"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24" name="文本框 223"/>
            <p:cNvSpPr txBox="1"/>
            <p:nvPr/>
          </p:nvSpPr>
          <p:spPr>
            <a:xfrm>
              <a:off x="4831954" y="5648999"/>
              <a:ext cx="410369" cy="246221"/>
            </a:xfrm>
            <a:prstGeom prst="rect">
              <a:avLst/>
            </a:prstGeom>
            <a:noFill/>
          </p:spPr>
          <p:txBody>
            <a:bodyPr wrap="none" lIns="0" tIns="0" rIns="0" bIns="0">
              <a:spAutoFit/>
            </a:bodyPr>
            <a:lstStyle/>
            <a:p>
              <a:pPr algn="ctr"/>
              <a:r>
                <a:rPr lang="zh-CN" altLang="en-US" sz="160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监控</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25" name="等腰三角形 224"/>
            <p:cNvSpPr/>
            <p:nvPr/>
          </p:nvSpPr>
          <p:spPr>
            <a:xfrm>
              <a:off x="6749913" y="5372735"/>
              <a:ext cx="880110" cy="539115"/>
            </a:xfrm>
            <a:prstGeom prst="triangle">
              <a:avLst/>
            </a:prstGeom>
            <a:solidFill>
              <a:srgbClr val="C00000">
                <a:alpha val="10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26" name="椭圆 225"/>
            <p:cNvSpPr/>
            <p:nvPr/>
          </p:nvSpPr>
          <p:spPr>
            <a:xfrm>
              <a:off x="7162584" y="5353050"/>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nvGrpSpPr>
            <p:cNvPr id="227" name="组合 226"/>
            <p:cNvGrpSpPr/>
            <p:nvPr/>
          </p:nvGrpSpPr>
          <p:grpSpPr>
            <a:xfrm>
              <a:off x="6718481" y="5881688"/>
              <a:ext cx="942975" cy="54769"/>
              <a:chOff x="9489282" y="5881688"/>
              <a:chExt cx="942975" cy="54769"/>
            </a:xfrm>
          </p:grpSpPr>
          <p:sp>
            <p:nvSpPr>
              <p:cNvPr id="228" name="椭圆 227"/>
              <p:cNvSpPr/>
              <p:nvPr/>
            </p:nvSpPr>
            <p:spPr>
              <a:xfrm>
                <a:off x="10377488" y="5881688"/>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29" name="椭圆 228"/>
              <p:cNvSpPr/>
              <p:nvPr/>
            </p:nvSpPr>
            <p:spPr>
              <a:xfrm>
                <a:off x="9489282" y="5881688"/>
                <a:ext cx="54769" cy="54769"/>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sp>
          <p:nvSpPr>
            <p:cNvPr id="230" name="文本框 229"/>
            <p:cNvSpPr txBox="1"/>
            <p:nvPr/>
          </p:nvSpPr>
          <p:spPr>
            <a:xfrm rot="2967561">
              <a:off x="7352198" y="5426749"/>
              <a:ext cx="410369" cy="246221"/>
            </a:xfrm>
            <a:prstGeom prst="rect">
              <a:avLst/>
            </a:prstGeom>
            <a:noFill/>
          </p:spPr>
          <p:txBody>
            <a:bodyPr wrap="none" lIns="0" tIns="0" rIns="0" bIns="0">
              <a:spAutoFit/>
            </a:bodyPr>
            <a:lstStyle/>
            <a:p>
              <a:pPr algn="ctr"/>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显示</a:t>
              </a:r>
              <a:endParaRPr lang="en-US" altLang="zh-CN"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31" name="文本框 230"/>
            <p:cNvSpPr txBox="1"/>
            <p:nvPr/>
          </p:nvSpPr>
          <p:spPr>
            <a:xfrm rot="18577566" flipH="1">
              <a:off x="6609247" y="5427355"/>
              <a:ext cx="410369" cy="246221"/>
            </a:xfrm>
            <a:prstGeom prst="rect">
              <a:avLst/>
            </a:prstGeom>
            <a:noFill/>
          </p:spPr>
          <p:txBody>
            <a:bodyPr wrap="none" lIns="0" tIns="0" rIns="0" bIns="0">
              <a:spAutoFit/>
            </a:bodyPr>
            <a:lstStyle/>
            <a:p>
              <a:pPr algn="ctr"/>
              <a:r>
                <a:rPr lang="zh-CN" altLang="en-US" sz="160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实时</a:t>
              </a:r>
              <a:endParaRPr lang="en-US" altLang="zh-CN" sz="1600" dirty="0">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32" name="文本框 231"/>
            <p:cNvSpPr txBox="1"/>
            <p:nvPr/>
          </p:nvSpPr>
          <p:spPr>
            <a:xfrm>
              <a:off x="6984784" y="5648999"/>
              <a:ext cx="410369" cy="246221"/>
            </a:xfrm>
            <a:prstGeom prst="rect">
              <a:avLst/>
            </a:prstGeom>
            <a:noFill/>
          </p:spPr>
          <p:txBody>
            <a:bodyPr wrap="none" lIns="0" tIns="0" rIns="0" bIns="0">
              <a:spAutoFit/>
            </a:bodyPr>
            <a:lstStyle/>
            <a:p>
              <a:pPr algn="ctr"/>
              <a:r>
                <a:rPr lang="zh-CN" altLang="en-US" sz="160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进度</a:t>
              </a:r>
              <a:endParaRPr lang="en-US" altLang="zh-CN" sz="1600" dirty="0">
                <a:solidFill>
                  <a:srgbClr val="C00000"/>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233" name="箭头: 右 232"/>
            <p:cNvSpPr/>
            <p:nvPr/>
          </p:nvSpPr>
          <p:spPr>
            <a:xfrm>
              <a:off x="5678487" y="5391150"/>
              <a:ext cx="916781" cy="502444"/>
            </a:xfrm>
            <a:prstGeom prst="rightArrow">
              <a:avLst/>
            </a:prstGeom>
            <a:gradFill>
              <a:gsLst>
                <a:gs pos="23000">
                  <a:schemeClr val="accent1"/>
                </a:gs>
                <a:gs pos="0">
                  <a:schemeClr val="accent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234" name="文本框 233"/>
            <p:cNvSpPr txBox="1"/>
            <p:nvPr/>
          </p:nvSpPr>
          <p:spPr>
            <a:xfrm>
              <a:off x="5777805" y="5534650"/>
              <a:ext cx="718145" cy="215444"/>
            </a:xfrm>
            <a:prstGeom prst="rect">
              <a:avLst/>
            </a:prstGeom>
            <a:noFill/>
          </p:spPr>
          <p:txBody>
            <a:bodyPr wrap="none" lIns="0" tIns="0" rIns="0" bIns="0">
              <a:spAutoFit/>
            </a:bodyPr>
            <a:lstStyle/>
            <a:p>
              <a:pPr algn="ctr"/>
              <a:r>
                <a:rPr lang="zh-CN" altLang="en-US" sz="14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证书考场</a:t>
              </a:r>
              <a:endParaRPr lang="en-US" altLang="zh-CN" sz="14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grpSp>
      <p:sp>
        <p:nvSpPr>
          <p:cNvPr id="252" name="文本框 77"/>
          <p:cNvSpPr txBox="1"/>
          <p:nvPr/>
        </p:nvSpPr>
        <p:spPr>
          <a:xfrm>
            <a:off x="442913" y="155862"/>
            <a:ext cx="2339102"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教学实施过程</a:t>
            </a:r>
          </a:p>
        </p:txBody>
      </p:sp>
      <p:sp>
        <p:nvSpPr>
          <p:cNvPr id="253"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课前准备</a:t>
            </a:r>
          </a:p>
        </p:txBody>
      </p:sp>
      <p:cxnSp>
        <p:nvCxnSpPr>
          <p:cNvPr id="254" name="直接连接符 253"/>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8" name="组合 17"/>
          <p:cNvGrpSpPr/>
          <p:nvPr/>
        </p:nvGrpSpPr>
        <p:grpSpPr>
          <a:xfrm>
            <a:off x="8345885" y="2647157"/>
            <a:ext cx="3217068" cy="3220222"/>
            <a:chOff x="8345885" y="2647157"/>
            <a:chExt cx="3217068" cy="3220222"/>
          </a:xfrm>
        </p:grpSpPr>
        <p:sp>
          <p:nvSpPr>
            <p:cNvPr id="123" name="任意多边形: 形状 122"/>
            <p:cNvSpPr/>
            <p:nvPr/>
          </p:nvSpPr>
          <p:spPr>
            <a:xfrm>
              <a:off x="8513190" y="2814462"/>
              <a:ext cx="2882458" cy="2882458"/>
            </a:xfrm>
            <a:custGeom>
              <a:avLst/>
              <a:gdLst>
                <a:gd name="connsiteX0" fmla="*/ 4055164 w 4551680"/>
                <a:gd name="connsiteY0" fmla="*/ 856878 h 4551680"/>
                <a:gd name="connsiteX1" fmla="*/ 4494620 w 4551680"/>
                <a:gd name="connsiteY1" fmla="*/ 2782262 h 4551680"/>
                <a:gd name="connsiteX2" fmla="*/ 2275840 w 4551680"/>
                <a:gd name="connsiteY2" fmla="*/ 2275840 h 4551680"/>
                <a:gd name="connsiteX3" fmla="*/ 4055164 w 4551680"/>
                <a:gd name="connsiteY3" fmla="*/ 856878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4055164" y="856878"/>
                  </a:moveTo>
                  <a:cubicBezTo>
                    <a:pt x="4486989" y="1398370"/>
                    <a:pt x="4648736" y="2107033"/>
                    <a:pt x="4494620" y="2782262"/>
                  </a:cubicBezTo>
                  <a:lnTo>
                    <a:pt x="2275840" y="2275840"/>
                  </a:lnTo>
                  <a:lnTo>
                    <a:pt x="4055164" y="856878"/>
                  </a:lnTo>
                  <a:close/>
                </a:path>
              </a:pathLst>
            </a:custGeom>
            <a:gradFill flip="none" rotWithShape="1">
              <a:gsLst>
                <a:gs pos="0">
                  <a:schemeClr val="accent2">
                    <a:lumMod val="60000"/>
                    <a:lumOff val="40000"/>
                  </a:schemeClr>
                </a:gs>
                <a:gs pos="70000">
                  <a:schemeClr val="accent2"/>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53645" tIns="1508055" rIns="142893" bIns="1923966" numCol="1" spcCol="1270" anchor="ctr" anchorCtr="0">
              <a:noAutofit/>
            </a:bodyPr>
            <a:lstStyle/>
            <a:p>
              <a:pPr marL="0" lvl="0" indent="0" algn="ctr" defTabSz="1555750">
                <a:lnSpc>
                  <a:spcPct val="90000"/>
                </a:lnSpc>
                <a:spcBef>
                  <a:spcPct val="0"/>
                </a:spcBef>
                <a:spcAft>
                  <a:spcPct val="0"/>
                </a:spcAft>
                <a:buNone/>
              </a:pPr>
              <a:endParaRPr lang="zh-CN" altLang="en-US" sz="316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4" name="任意多边形: 形状 123"/>
            <p:cNvSpPr/>
            <p:nvPr/>
          </p:nvSpPr>
          <p:spPr>
            <a:xfrm>
              <a:off x="8513190" y="2814462"/>
              <a:ext cx="2882458" cy="2882458"/>
            </a:xfrm>
            <a:custGeom>
              <a:avLst/>
              <a:gdLst>
                <a:gd name="connsiteX0" fmla="*/ 4494620 w 4551680"/>
                <a:gd name="connsiteY0" fmla="*/ 2782262 h 4551680"/>
                <a:gd name="connsiteX1" fmla="*/ 3263290 w 4551680"/>
                <a:gd name="connsiteY1" fmla="*/ 4326301 h 4551680"/>
                <a:gd name="connsiteX2" fmla="*/ 2275840 w 4551680"/>
                <a:gd name="connsiteY2" fmla="*/ 2275840 h 4551680"/>
                <a:gd name="connsiteX3" fmla="*/ 4494620 w 4551680"/>
                <a:gd name="connsiteY3" fmla="*/ 2782262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4494620" y="2782262"/>
                  </a:moveTo>
                  <a:cubicBezTo>
                    <a:pt x="4340503" y="3457492"/>
                    <a:pt x="3887296" y="4025796"/>
                    <a:pt x="3263290" y="4326301"/>
                  </a:cubicBezTo>
                  <a:lnTo>
                    <a:pt x="2275840" y="2275840"/>
                  </a:lnTo>
                  <a:lnTo>
                    <a:pt x="4494620" y="2782262"/>
                  </a:lnTo>
                  <a:close/>
                </a:path>
              </a:pathLst>
            </a:custGeom>
            <a:gradFill flip="none" rotWithShape="1">
              <a:gsLst>
                <a:gs pos="0">
                  <a:schemeClr val="accent4">
                    <a:lumMod val="60000"/>
                    <a:lumOff val="40000"/>
                  </a:schemeClr>
                </a:gs>
                <a:gs pos="70000">
                  <a:schemeClr val="accent4"/>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83535" tIns="2487812" rIns="432730" bIns="922037" numCol="1" spcCol="1270" anchor="ctr" anchorCtr="0">
              <a:noAutofit/>
            </a:bodyPr>
            <a:lstStyle/>
            <a:p>
              <a:pPr marL="0" lvl="0" indent="0" algn="ctr" defTabSz="1600200">
                <a:lnSpc>
                  <a:spcPct val="90000"/>
                </a:lnSpc>
                <a:spcBef>
                  <a:spcPct val="0"/>
                </a:spcBef>
                <a:spcAft>
                  <a:spcPct val="0"/>
                </a:spcAft>
                <a:buNone/>
              </a:pPr>
              <a:endParaRPr lang="zh-CN" altLang="en-US" sz="325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5" name="任意多边形: 形状 124"/>
            <p:cNvSpPr/>
            <p:nvPr/>
          </p:nvSpPr>
          <p:spPr>
            <a:xfrm>
              <a:off x="8513190" y="2814462"/>
              <a:ext cx="2882458" cy="2882458"/>
            </a:xfrm>
            <a:custGeom>
              <a:avLst/>
              <a:gdLst>
                <a:gd name="connsiteX0" fmla="*/ 3263240 w 4551680"/>
                <a:gd name="connsiteY0" fmla="*/ 4326325 h 4551680"/>
                <a:gd name="connsiteX1" fmla="*/ 1288389 w 4551680"/>
                <a:gd name="connsiteY1" fmla="*/ 4326301 h 4551680"/>
                <a:gd name="connsiteX2" fmla="*/ 2275840 w 4551680"/>
                <a:gd name="connsiteY2" fmla="*/ 2275840 h 4551680"/>
                <a:gd name="connsiteX3" fmla="*/ 3263240 w 4551680"/>
                <a:gd name="connsiteY3" fmla="*/ 4326325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3263240" y="4326325"/>
                  </a:moveTo>
                  <a:cubicBezTo>
                    <a:pt x="2639244" y="4626807"/>
                    <a:pt x="1912378" y="4626798"/>
                    <a:pt x="1288389" y="4326301"/>
                  </a:cubicBezTo>
                  <a:lnTo>
                    <a:pt x="2275840" y="2275840"/>
                  </a:lnTo>
                  <a:lnTo>
                    <a:pt x="3263240" y="4326325"/>
                  </a:lnTo>
                  <a:close/>
                </a:path>
              </a:pathLst>
            </a:custGeom>
            <a:gradFill flip="none" rotWithShape="1">
              <a:gsLst>
                <a:gs pos="0">
                  <a:schemeClr val="accent2">
                    <a:lumMod val="60000"/>
                    <a:lumOff val="40000"/>
                  </a:schemeClr>
                </a:gs>
                <a:gs pos="70000">
                  <a:schemeClr val="accent2"/>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5900" tIns="3270702" rIns="1545900" bIns="139147" numCol="1" spcCol="1270" anchor="ctr" anchorCtr="0">
              <a:noAutofit/>
            </a:bodyPr>
            <a:lstStyle/>
            <a:p>
              <a:pPr marL="0" lvl="0" indent="0" algn="ctr" defTabSz="1600200">
                <a:lnSpc>
                  <a:spcPct val="90000"/>
                </a:lnSpc>
                <a:spcBef>
                  <a:spcPct val="0"/>
                </a:spcBef>
                <a:spcAft>
                  <a:spcPct val="0"/>
                </a:spcAft>
                <a:buNone/>
              </a:pPr>
              <a:endParaRPr lang="zh-CN" altLang="en-US" sz="325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6" name="任意多边形: 形状 125"/>
            <p:cNvSpPr/>
            <p:nvPr/>
          </p:nvSpPr>
          <p:spPr>
            <a:xfrm>
              <a:off x="8513190" y="2814462"/>
              <a:ext cx="2882458" cy="2882458"/>
            </a:xfrm>
            <a:custGeom>
              <a:avLst/>
              <a:gdLst>
                <a:gd name="connsiteX0" fmla="*/ 1288390 w 4551680"/>
                <a:gd name="connsiteY0" fmla="*/ 4326301 h 4551680"/>
                <a:gd name="connsiteX1" fmla="*/ 57060 w 4551680"/>
                <a:gd name="connsiteY1" fmla="*/ 2782261 h 4551680"/>
                <a:gd name="connsiteX2" fmla="*/ 2275840 w 4551680"/>
                <a:gd name="connsiteY2" fmla="*/ 2275840 h 4551680"/>
                <a:gd name="connsiteX3" fmla="*/ 1288390 w 4551680"/>
                <a:gd name="connsiteY3" fmla="*/ 4326301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1288390" y="4326301"/>
                  </a:moveTo>
                  <a:cubicBezTo>
                    <a:pt x="664384" y="4025795"/>
                    <a:pt x="211176" y="3457491"/>
                    <a:pt x="57060" y="2782261"/>
                  </a:cubicBezTo>
                  <a:lnTo>
                    <a:pt x="2275840" y="2275840"/>
                  </a:lnTo>
                  <a:lnTo>
                    <a:pt x="1288390" y="4326301"/>
                  </a:lnTo>
                  <a:close/>
                </a:path>
              </a:pathLst>
            </a:custGeom>
            <a:gradFill flip="none" rotWithShape="1">
              <a:gsLst>
                <a:gs pos="0">
                  <a:schemeClr val="accent1">
                    <a:lumMod val="60000"/>
                    <a:lumOff val="40000"/>
                  </a:schemeClr>
                </a:gs>
                <a:gs pos="70000">
                  <a:schemeClr val="accent1"/>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32729" tIns="2487812" rIns="2683537" bIns="922037" numCol="1" spcCol="1270" anchor="ctr" anchorCtr="0">
              <a:noAutofit/>
            </a:bodyPr>
            <a:lstStyle/>
            <a:p>
              <a:pPr marL="0" lvl="0" indent="0" algn="ctr" defTabSz="1600200">
                <a:lnSpc>
                  <a:spcPct val="90000"/>
                </a:lnSpc>
                <a:spcBef>
                  <a:spcPct val="0"/>
                </a:spcBef>
                <a:spcAft>
                  <a:spcPct val="0"/>
                </a:spcAft>
                <a:buNone/>
              </a:pPr>
              <a:endParaRPr lang="zh-CN" altLang="en-US" sz="325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7" name="任意多边形: 形状 126"/>
            <p:cNvSpPr/>
            <p:nvPr/>
          </p:nvSpPr>
          <p:spPr>
            <a:xfrm>
              <a:off x="8513190" y="2814462"/>
              <a:ext cx="2882458" cy="2882458"/>
            </a:xfrm>
            <a:custGeom>
              <a:avLst/>
              <a:gdLst>
                <a:gd name="connsiteX0" fmla="*/ 57060 w 4551680"/>
                <a:gd name="connsiteY0" fmla="*/ 2782260 h 4551680"/>
                <a:gd name="connsiteX1" fmla="*/ 496516 w 4551680"/>
                <a:gd name="connsiteY1" fmla="*/ 856877 h 4551680"/>
                <a:gd name="connsiteX2" fmla="*/ 2275840 w 4551680"/>
                <a:gd name="connsiteY2" fmla="*/ 2275840 h 4551680"/>
                <a:gd name="connsiteX3" fmla="*/ 57060 w 4551680"/>
                <a:gd name="connsiteY3" fmla="*/ 2782260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57060" y="2782260"/>
                  </a:moveTo>
                  <a:cubicBezTo>
                    <a:pt x="-97056" y="2107031"/>
                    <a:pt x="64692" y="1398369"/>
                    <a:pt x="496516" y="856877"/>
                  </a:cubicBezTo>
                  <a:lnTo>
                    <a:pt x="2275840" y="2275840"/>
                  </a:lnTo>
                  <a:lnTo>
                    <a:pt x="57060" y="2782260"/>
                  </a:lnTo>
                  <a:close/>
                </a:path>
              </a:pathLst>
            </a:custGeom>
            <a:gradFill flip="none" rotWithShape="1">
              <a:gsLst>
                <a:gs pos="0">
                  <a:schemeClr val="accent2">
                    <a:lumMod val="60000"/>
                    <a:lumOff val="40000"/>
                  </a:schemeClr>
                </a:gs>
                <a:gs pos="70000">
                  <a:schemeClr val="accent2"/>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2892" tIns="1508055" rIns="2853646" bIns="1923966" numCol="1" spcCol="1270" anchor="ctr" anchorCtr="0">
              <a:noAutofit/>
            </a:bodyPr>
            <a:lstStyle/>
            <a:p>
              <a:pPr marL="0" lvl="0" indent="0" algn="ctr" defTabSz="1555750">
                <a:lnSpc>
                  <a:spcPct val="90000"/>
                </a:lnSpc>
                <a:spcBef>
                  <a:spcPct val="0"/>
                </a:spcBef>
                <a:spcAft>
                  <a:spcPct val="0"/>
                </a:spcAft>
                <a:buNone/>
              </a:pPr>
              <a:endParaRPr lang="zh-CN" altLang="en-US" sz="316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8" name="任意多边形: 形状 127"/>
            <p:cNvSpPr/>
            <p:nvPr/>
          </p:nvSpPr>
          <p:spPr>
            <a:xfrm>
              <a:off x="8513190" y="2814462"/>
              <a:ext cx="2882458" cy="2882458"/>
            </a:xfrm>
            <a:custGeom>
              <a:avLst/>
              <a:gdLst>
                <a:gd name="connsiteX0" fmla="*/ 496516 w 4551680"/>
                <a:gd name="connsiteY0" fmla="*/ 856878 h 4551680"/>
                <a:gd name="connsiteX1" fmla="*/ 2275840 w 4551680"/>
                <a:gd name="connsiteY1" fmla="*/ 0 h 4551680"/>
                <a:gd name="connsiteX2" fmla="*/ 2275840 w 4551680"/>
                <a:gd name="connsiteY2" fmla="*/ 2275840 h 4551680"/>
                <a:gd name="connsiteX3" fmla="*/ 496516 w 4551680"/>
                <a:gd name="connsiteY3" fmla="*/ 856878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496516" y="856878"/>
                  </a:moveTo>
                  <a:cubicBezTo>
                    <a:pt x="928341" y="315386"/>
                    <a:pt x="1583245" y="0"/>
                    <a:pt x="2275840" y="0"/>
                  </a:cubicBezTo>
                  <a:lnTo>
                    <a:pt x="2275840" y="2275840"/>
                  </a:lnTo>
                  <a:lnTo>
                    <a:pt x="496516" y="856878"/>
                  </a:lnTo>
                  <a:close/>
                </a:path>
              </a:pathLst>
            </a:custGeom>
            <a:gradFill flip="none" rotWithShape="1">
              <a:gsLst>
                <a:gs pos="0">
                  <a:schemeClr val="accent4">
                    <a:lumMod val="60000"/>
                    <a:lumOff val="40000"/>
                  </a:schemeClr>
                </a:gs>
                <a:gs pos="70000">
                  <a:schemeClr val="accent4"/>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28381" tIns="429289" rIns="2132073" bIns="3047075" numCol="1" spcCol="1270" anchor="ctr" anchorCtr="0">
              <a:noAutofit/>
            </a:bodyPr>
            <a:lstStyle/>
            <a:p>
              <a:pPr marL="0" lvl="0" indent="0" algn="ctr" defTabSz="1466850">
                <a:lnSpc>
                  <a:spcPct val="90000"/>
                </a:lnSpc>
                <a:spcBef>
                  <a:spcPct val="0"/>
                </a:spcBef>
                <a:spcAft>
                  <a:spcPct val="0"/>
                </a:spcAft>
                <a:buNone/>
              </a:pPr>
              <a:endParaRPr lang="zh-CN" altLang="en-US" sz="298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9" name="任意多边形: 形状 128"/>
            <p:cNvSpPr/>
            <p:nvPr/>
          </p:nvSpPr>
          <p:spPr>
            <a:xfrm>
              <a:off x="8513190" y="2814463"/>
              <a:ext cx="2882458" cy="2882458"/>
            </a:xfrm>
            <a:custGeom>
              <a:avLst/>
              <a:gdLst>
                <a:gd name="connsiteX0" fmla="*/ 2275840 w 4551680"/>
                <a:gd name="connsiteY0" fmla="*/ 0 h 4551680"/>
                <a:gd name="connsiteX1" fmla="*/ 4055164 w 4551680"/>
                <a:gd name="connsiteY1" fmla="*/ 856878 h 4551680"/>
                <a:gd name="connsiteX2" fmla="*/ 2275840 w 4551680"/>
                <a:gd name="connsiteY2" fmla="*/ 2275840 h 4551680"/>
                <a:gd name="connsiteX3" fmla="*/ 2275840 w 4551680"/>
                <a:gd name="connsiteY3" fmla="*/ 0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2275840" y="0"/>
                  </a:moveTo>
                  <a:cubicBezTo>
                    <a:pt x="2968435" y="0"/>
                    <a:pt x="3623339" y="315385"/>
                    <a:pt x="4055164" y="856878"/>
                  </a:cubicBezTo>
                  <a:lnTo>
                    <a:pt x="2275840" y="2275840"/>
                  </a:lnTo>
                  <a:lnTo>
                    <a:pt x="2275840" y="0"/>
                  </a:lnTo>
                  <a:close/>
                </a:path>
              </a:pathLst>
            </a:custGeom>
            <a:gradFill flip="none" rotWithShape="1">
              <a:gsLst>
                <a:gs pos="0">
                  <a:schemeClr val="accent1">
                    <a:lumMod val="60000"/>
                    <a:lumOff val="40000"/>
                  </a:schemeClr>
                </a:gs>
                <a:gs pos="70000">
                  <a:schemeClr val="accent1"/>
                </a:gs>
              </a:gsLst>
              <a:lin ang="2700000" scaled="1"/>
              <a:tileRect/>
            </a:gradFill>
            <a:ln w="22936"/>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33541" tIns="429289" rIns="926913" bIns="3047075" numCol="1" spcCol="1270" anchor="ctr" anchorCtr="0">
              <a:noAutofit/>
            </a:bodyPr>
            <a:lstStyle/>
            <a:p>
              <a:pPr marL="0" lvl="0" indent="0" algn="ctr" defTabSz="1466850">
                <a:lnSpc>
                  <a:spcPct val="90000"/>
                </a:lnSpc>
                <a:spcBef>
                  <a:spcPct val="0"/>
                </a:spcBef>
                <a:spcAft>
                  <a:spcPct val="0"/>
                </a:spcAft>
                <a:buNone/>
              </a:pPr>
              <a:endParaRPr lang="zh-CN" altLang="en-US" sz="2980" kern="1200">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0" name="Oval 10+"/>
            <p:cNvSpPr/>
            <p:nvPr/>
          </p:nvSpPr>
          <p:spPr>
            <a:xfrm>
              <a:off x="8998084" y="3299356"/>
              <a:ext cx="1912670" cy="191267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570" tIns="41285" rIns="82570" bIns="41285" rtlCol="0" anchor="ctr"/>
            <a:lstStyle/>
            <a:p>
              <a:pPr algn="ctr"/>
              <a:endParaRPr lang="zh-CN" altLang="en-US" sz="1625">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132" name="组合 131"/>
            <p:cNvGrpSpPr/>
            <p:nvPr/>
          </p:nvGrpSpPr>
          <p:grpSpPr>
            <a:xfrm>
              <a:off x="9112959" y="3426330"/>
              <a:ext cx="1658721" cy="1658723"/>
              <a:chOff x="9240524" y="5614116"/>
              <a:chExt cx="4399703" cy="4399715"/>
            </a:xfrm>
          </p:grpSpPr>
          <p:sp>
            <p:nvSpPr>
              <p:cNvPr id="133" name="弧形 132"/>
              <p:cNvSpPr/>
              <p:nvPr/>
            </p:nvSpPr>
            <p:spPr>
              <a:xfrm>
                <a:off x="9240524" y="5614116"/>
                <a:ext cx="4399703" cy="4399715"/>
              </a:xfrm>
              <a:prstGeom prst="arc">
                <a:avLst>
                  <a:gd name="adj1" fmla="val 17955985"/>
                  <a:gd name="adj2" fmla="val 2659347"/>
                </a:avLst>
              </a:prstGeom>
              <a:noFill/>
              <a:ln w="22936">
                <a:gradFill flip="none" rotWithShape="1">
                  <a:gsLst>
                    <a:gs pos="0">
                      <a:schemeClr val="accent2"/>
                    </a:gs>
                    <a:gs pos="100000">
                      <a:schemeClr val="accent2">
                        <a:alpha val="0"/>
                      </a:schemeClr>
                    </a:gs>
                  </a:gsLst>
                  <a:lin ang="16200000" scaled="1"/>
                  <a:tileRect/>
                </a:gradFill>
                <a:tailEnd type="arrow"/>
              </a:ln>
              <a:effectLst/>
            </p:spPr>
            <p:style>
              <a:lnRef idx="2">
                <a:schemeClr val="accent1">
                  <a:shade val="50000"/>
                </a:schemeClr>
              </a:lnRef>
              <a:fillRef idx="1">
                <a:schemeClr val="accent1"/>
              </a:fillRef>
              <a:effectRef idx="0">
                <a:schemeClr val="accent1"/>
              </a:effectRef>
              <a:fontRef idx="minor">
                <a:schemeClr val="lt1"/>
              </a:fontRef>
            </p:style>
            <p:txBody>
              <a:bodyPr lIns="82570" tIns="41285" rIns="82570" bIns="41285" rtlCol="0" anchor="ctr"/>
              <a:lstStyle/>
              <a:p>
                <a:pPr algn="ctr"/>
                <a:endParaRPr lang="zh-CN" altLang="en-US" sz="1625">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4" name="Arc 1091+"/>
              <p:cNvSpPr/>
              <p:nvPr/>
            </p:nvSpPr>
            <p:spPr>
              <a:xfrm flipH="1" flipV="1">
                <a:off x="9240527" y="5614124"/>
                <a:ext cx="4399695" cy="4399694"/>
              </a:xfrm>
              <a:prstGeom prst="arc">
                <a:avLst>
                  <a:gd name="adj1" fmla="val 18876284"/>
                  <a:gd name="adj2" fmla="val 3514726"/>
                </a:avLst>
              </a:prstGeom>
              <a:noFill/>
              <a:ln w="22936">
                <a:gradFill flip="none" rotWithShape="1">
                  <a:gsLst>
                    <a:gs pos="0">
                      <a:schemeClr val="accent2"/>
                    </a:gs>
                    <a:gs pos="100000">
                      <a:schemeClr val="accent2">
                        <a:alpha val="0"/>
                      </a:schemeClr>
                    </a:gs>
                  </a:gsLst>
                  <a:lin ang="16200000" scaled="1"/>
                  <a:tileRect/>
                </a:gradFill>
                <a:tailEnd type="arrow"/>
              </a:ln>
              <a:effectLst/>
            </p:spPr>
            <p:style>
              <a:lnRef idx="2">
                <a:schemeClr val="accent1">
                  <a:shade val="50000"/>
                </a:schemeClr>
              </a:lnRef>
              <a:fillRef idx="1">
                <a:schemeClr val="accent1"/>
              </a:fillRef>
              <a:effectRef idx="0">
                <a:schemeClr val="accent1"/>
              </a:effectRef>
              <a:fontRef idx="minor">
                <a:schemeClr val="lt1"/>
              </a:fontRef>
            </p:style>
            <p:txBody>
              <a:bodyPr lIns="82570" tIns="41285" rIns="82570" bIns="41285" rtlCol="0" anchor="ctr"/>
              <a:lstStyle/>
              <a:p>
                <a:pPr algn="ctr"/>
                <a:endParaRPr lang="zh-CN" altLang="en-US" sz="1625">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sp>
          <p:nvSpPr>
            <p:cNvPr id="135" name="椭圆 134"/>
            <p:cNvSpPr/>
            <p:nvPr/>
          </p:nvSpPr>
          <p:spPr>
            <a:xfrm>
              <a:off x="9469643" y="3771323"/>
              <a:ext cx="969554" cy="968738"/>
            </a:xfrm>
            <a:prstGeom prst="ellipse">
              <a:avLst/>
            </a:prstGeom>
            <a:gradFill>
              <a:gsLst>
                <a:gs pos="0">
                  <a:schemeClr val="accent3">
                    <a:lumMod val="60000"/>
                    <a:lumOff val="40000"/>
                  </a:schemeClr>
                </a:gs>
                <a:gs pos="70000">
                  <a:schemeClr val="accent3"/>
                </a:gs>
              </a:gsLst>
              <a:lin ang="27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2570" tIns="41285" rIns="82570" bIns="41285" rtlCol="0" anchor="ctr"/>
            <a:lstStyle/>
            <a:p>
              <a:pPr algn="ctr"/>
              <a:r>
                <a:rPr lang="zh-CN" altLang="en-US" sz="1625" dirty="0">
                  <a:solidFill>
                    <a:schemeClr val="bg1"/>
                  </a:solidFill>
                  <a:latin typeface="思源黑体 CN Bold" panose="020B0800000000000000" pitchFamily="34" charset="-122"/>
                  <a:ea typeface="思源黑体 CN Bold" panose="020B0800000000000000" pitchFamily="34" charset="-122"/>
                  <a:cs typeface="思源黑体 CN Normal" panose="020B0400000000000000" charset="-122"/>
                </a:rPr>
                <a:t>虚拟资源</a:t>
              </a:r>
            </a:p>
          </p:txBody>
        </p:sp>
        <p:sp>
          <p:nvSpPr>
            <p:cNvPr id="136" name="文本框 135"/>
            <p:cNvSpPr txBox="1"/>
            <p:nvPr/>
          </p:nvSpPr>
          <p:spPr>
            <a:xfrm rot="1787284">
              <a:off x="9892498" y="3249094"/>
              <a:ext cx="818591" cy="491154"/>
            </a:xfrm>
            <a:prstGeom prst="rect">
              <a:avLst/>
            </a:prstGeom>
            <a:noFill/>
            <a:effectLst/>
          </p:spPr>
          <p:txBody>
            <a:bodyPr wrap="none" lIns="0" tIns="0" rIns="0" bIns="0" rtlCol="0">
              <a:prstTxWarp prst="textArchUp">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故障</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仿真微课</a:t>
              </a:r>
            </a:p>
          </p:txBody>
        </p:sp>
        <p:sp>
          <p:nvSpPr>
            <p:cNvPr id="137" name="文本框 136"/>
            <p:cNvSpPr txBox="1"/>
            <p:nvPr/>
          </p:nvSpPr>
          <p:spPr>
            <a:xfrm rot="20124786">
              <a:off x="9164827" y="3269511"/>
              <a:ext cx="818591" cy="491154"/>
            </a:xfrm>
            <a:prstGeom prst="rect">
              <a:avLst/>
            </a:prstGeom>
            <a:noFill/>
            <a:effectLst/>
          </p:spPr>
          <p:txBody>
            <a:bodyPr wrap="none" lIns="0" tIns="0" rIns="0" bIns="0" rtlCol="0">
              <a:prstTxWarp prst="textArchUp">
                <a:avLst/>
              </a:prstTxWarp>
              <a:spAutoFit/>
            </a:bodyPr>
            <a:lstStyle/>
            <a:p>
              <a:pPr algn="ctr"/>
              <a:r>
                <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EDA</a:t>
              </a: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云实验室</a:t>
              </a:r>
            </a:p>
          </p:txBody>
        </p:sp>
        <p:sp>
          <p:nvSpPr>
            <p:cNvPr id="138" name="文本框 137"/>
            <p:cNvSpPr txBox="1"/>
            <p:nvPr/>
          </p:nvSpPr>
          <p:spPr>
            <a:xfrm rot="4387928">
              <a:off x="10379331" y="3804514"/>
              <a:ext cx="818591" cy="491154"/>
            </a:xfrm>
            <a:prstGeom prst="rect">
              <a:avLst/>
            </a:prstGeom>
            <a:noFill/>
            <a:effectLst/>
          </p:spPr>
          <p:txBody>
            <a:bodyPr wrap="none" lIns="0" tIns="0" rIns="0" bIns="0" rtlCol="0">
              <a:prstTxWarp prst="textArchUp">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数字</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示波器</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9" name="文本框 138"/>
            <p:cNvSpPr txBox="1"/>
            <p:nvPr/>
          </p:nvSpPr>
          <p:spPr>
            <a:xfrm rot="16585929">
              <a:off x="8765597" y="3768298"/>
              <a:ext cx="818591" cy="491154"/>
            </a:xfrm>
            <a:prstGeom prst="rect">
              <a:avLst/>
            </a:prstGeom>
            <a:noFill/>
            <a:effectLst/>
          </p:spPr>
          <p:txBody>
            <a:bodyPr wrap="none" lIns="0" tIns="0" rIns="0" bIns="0" rtlCol="0">
              <a:prstTxWarp prst="textArchUp">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证书</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指定软件</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0" name="文本框 139"/>
            <p:cNvSpPr txBox="1"/>
            <p:nvPr/>
          </p:nvSpPr>
          <p:spPr>
            <a:xfrm rot="2969199">
              <a:off x="8857756" y="4572291"/>
              <a:ext cx="818591" cy="491154"/>
            </a:xfrm>
            <a:prstGeom prst="rect">
              <a:avLst/>
            </a:prstGeom>
            <a:noFill/>
            <a:effectLst/>
          </p:spPr>
          <p:txBody>
            <a:bodyPr wrap="none" lIns="0" tIns="0" rIns="0" bIns="0" rtlCol="0">
              <a:prstTxWarp prst="textArchDown">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标准</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配置工作</a:t>
              </a:r>
            </a:p>
          </p:txBody>
        </p:sp>
        <p:sp>
          <p:nvSpPr>
            <p:cNvPr id="141" name="文本框 140"/>
            <p:cNvSpPr txBox="1"/>
            <p:nvPr/>
          </p:nvSpPr>
          <p:spPr>
            <a:xfrm>
              <a:off x="9544919" y="4887213"/>
              <a:ext cx="818591" cy="491154"/>
            </a:xfrm>
            <a:prstGeom prst="rect">
              <a:avLst/>
            </a:prstGeom>
            <a:noFill/>
            <a:effectLst/>
          </p:spPr>
          <p:txBody>
            <a:bodyPr wrap="none" lIns="0" tIns="0" rIns="0" bIns="0" rtlCol="0">
              <a:prstTxWarp prst="textArchDown">
                <a:avLst/>
              </a:prstTxWarp>
              <a:spAutoFit/>
            </a:bodyPr>
            <a:lstStyle/>
            <a:p>
              <a:pPr algn="ctr"/>
              <a:r>
                <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Xilinx</a:t>
              </a: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开发板</a:t>
              </a:r>
            </a:p>
          </p:txBody>
        </p:sp>
        <p:sp>
          <p:nvSpPr>
            <p:cNvPr id="142" name="文本框 141"/>
            <p:cNvSpPr txBox="1"/>
            <p:nvPr/>
          </p:nvSpPr>
          <p:spPr>
            <a:xfrm rot="18347923">
              <a:off x="10291677" y="4514718"/>
              <a:ext cx="818591" cy="491154"/>
            </a:xfrm>
            <a:prstGeom prst="rect">
              <a:avLst/>
            </a:prstGeom>
            <a:noFill/>
            <a:effectLst/>
          </p:spPr>
          <p:txBody>
            <a:bodyPr wrap="none" lIns="0" tIns="0" rIns="0" bIns="0" rtlCol="0">
              <a:prstTxWarp prst="textArchDown">
                <a:avLst/>
              </a:prstTxWarp>
              <a:spAutoFit/>
            </a:bodyPr>
            <a:lstStyle/>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函数</a:t>
              </a:r>
              <a:endParaRPr lang="en-US" altLang="zh-CN"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endParaRPr>
            </a:p>
            <a:p>
              <a:pPr algn="ctr"/>
              <a:r>
                <a:rPr lang="zh-CN" altLang="en-US" sz="1085" dirty="0">
                  <a:solidFill>
                    <a:schemeClr val="bg1"/>
                  </a:solidFill>
                  <a:effectLst>
                    <a:outerShdw blurRad="38100" dist="38100" dir="2700000" algn="tl">
                      <a:srgbClr val="000000">
                        <a:alpha val="20000"/>
                      </a:srgbClr>
                    </a:outerShdw>
                  </a:effectLst>
                  <a:latin typeface="思源黑体 CN Bold" panose="020B0800000000000000" pitchFamily="34" charset="-122"/>
                  <a:ea typeface="思源黑体 CN Bold" panose="020B0800000000000000" pitchFamily="34" charset="-122"/>
                  <a:cs typeface="思源黑体 CN Normal" panose="020B0400000000000000" charset="-122"/>
                </a:rPr>
                <a:t>发生器</a:t>
              </a:r>
            </a:p>
          </p:txBody>
        </p:sp>
        <p:sp>
          <p:nvSpPr>
            <p:cNvPr id="144" name="任意多边形: 形状 143"/>
            <p:cNvSpPr/>
            <p:nvPr/>
          </p:nvSpPr>
          <p:spPr bwMode="auto">
            <a:xfrm rot="16200000" flipH="1" flipV="1">
              <a:off x="9782972" y="3228079"/>
              <a:ext cx="342150" cy="69582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w="11468">
              <a:gradFill>
                <a:gsLst>
                  <a:gs pos="100000">
                    <a:schemeClr val="accent1"/>
                  </a:gs>
                  <a:gs pos="65000">
                    <a:schemeClr val="accent1">
                      <a:alpha val="0"/>
                    </a:schemeClr>
                  </a:gs>
                </a:gsLst>
                <a:lin ang="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570" tIns="41285" rIns="82570" bIns="4128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6" name="任意多边形: 形状 145"/>
            <p:cNvSpPr/>
            <p:nvPr/>
          </p:nvSpPr>
          <p:spPr bwMode="auto">
            <a:xfrm rot="5400000" flipH="1">
              <a:off x="9784437" y="4590629"/>
              <a:ext cx="342150" cy="69582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w="11468">
              <a:gradFill>
                <a:gsLst>
                  <a:gs pos="100000">
                    <a:schemeClr val="accent1"/>
                  </a:gs>
                  <a:gs pos="65000">
                    <a:schemeClr val="accent1">
                      <a:alpha val="0"/>
                    </a:schemeClr>
                  </a:gs>
                </a:gsLst>
                <a:lin ang="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570" tIns="41285" rIns="82570" bIns="4128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7" name="任意多边形: 形状 146"/>
            <p:cNvSpPr/>
            <p:nvPr/>
          </p:nvSpPr>
          <p:spPr bwMode="auto">
            <a:xfrm flipH="1">
              <a:off x="10385420" y="3907777"/>
              <a:ext cx="342150" cy="69582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w="11468">
              <a:gradFill>
                <a:gsLst>
                  <a:gs pos="100000">
                    <a:schemeClr val="accent1"/>
                  </a:gs>
                  <a:gs pos="65000">
                    <a:schemeClr val="accent1">
                      <a:alpha val="0"/>
                    </a:schemeClr>
                  </a:gs>
                </a:gsLst>
                <a:lin ang="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570" tIns="41285" rIns="82570" bIns="4128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48" name="任意多边形: 形状 147"/>
            <p:cNvSpPr/>
            <p:nvPr/>
          </p:nvSpPr>
          <p:spPr bwMode="auto">
            <a:xfrm>
              <a:off x="9176968" y="3907777"/>
              <a:ext cx="342150" cy="695828"/>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37000"/>
                  </a:schemeClr>
                </a:gs>
                <a:gs pos="100000">
                  <a:schemeClr val="accent1">
                    <a:alpha val="0"/>
                  </a:schemeClr>
                </a:gs>
              </a:gsLst>
              <a:lin ang="10800000" scaled="1"/>
              <a:tileRect/>
            </a:gradFill>
            <a:ln w="11468">
              <a:gradFill>
                <a:gsLst>
                  <a:gs pos="100000">
                    <a:schemeClr val="accent1"/>
                  </a:gs>
                  <a:gs pos="65000">
                    <a:schemeClr val="accent1">
                      <a:alpha val="0"/>
                    </a:schemeClr>
                  </a:gs>
                </a:gsLst>
                <a:lin ang="0" scaled="0"/>
              </a:gra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570" tIns="41285" rIns="82570" bIns="4128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5"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7" name="弧形 6"/>
            <p:cNvSpPr/>
            <p:nvPr/>
          </p:nvSpPr>
          <p:spPr>
            <a:xfrm>
              <a:off x="8345885" y="2647157"/>
              <a:ext cx="3217068" cy="3217068"/>
            </a:xfrm>
            <a:prstGeom prst="arc">
              <a:avLst>
                <a:gd name="adj1" fmla="val 10046623"/>
                <a:gd name="adj2" fmla="val 19106339"/>
              </a:avLst>
            </a:prstGeom>
            <a:ln w="50800">
              <a:gradFill>
                <a:gsLst>
                  <a:gs pos="0">
                    <a:schemeClr val="bg1">
                      <a:lumMod val="85000"/>
                    </a:schemeClr>
                  </a:gs>
                  <a:gs pos="100000">
                    <a:schemeClr val="bg1">
                      <a:lumMod val="85000"/>
                      <a:alpha val="0"/>
                    </a:schemeClr>
                  </a:gs>
                </a:gsLst>
                <a:lin ang="5400000" scaled="1"/>
              </a:gradFill>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43" name="Arc 6+"/>
            <p:cNvSpPr/>
            <p:nvPr/>
          </p:nvSpPr>
          <p:spPr>
            <a:xfrm rot="9900000">
              <a:off x="8345885" y="2647157"/>
              <a:ext cx="3217068" cy="3217068"/>
            </a:xfrm>
            <a:prstGeom prst="arc">
              <a:avLst>
                <a:gd name="adj1" fmla="val 9308660"/>
                <a:gd name="adj2" fmla="val 21599982"/>
              </a:avLst>
            </a:prstGeom>
            <a:ln w="50800">
              <a:gradFill>
                <a:gsLst>
                  <a:gs pos="0">
                    <a:schemeClr val="bg1">
                      <a:lumMod val="85000"/>
                    </a:schemeClr>
                  </a:gs>
                  <a:gs pos="100000">
                    <a:schemeClr val="bg1">
                      <a:lumMod val="85000"/>
                      <a:alpha val="0"/>
                    </a:schemeClr>
                  </a:gs>
                </a:gsLst>
                <a:lin ang="5400000" scaled="1"/>
              </a:gradFill>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45" name="文本框 144"/>
            <p:cNvSpPr txBox="1"/>
            <p:nvPr/>
          </p:nvSpPr>
          <p:spPr>
            <a:xfrm>
              <a:off x="8368680" y="2667566"/>
              <a:ext cx="948978" cy="276999"/>
            </a:xfrm>
            <a:prstGeom prst="rect">
              <a:avLst/>
            </a:prstGeom>
            <a:solidFill>
              <a:schemeClr val="bg1"/>
            </a:solidFill>
          </p:spPr>
          <p:txBody>
            <a:bodyPr wrap="none" lIns="0" tIns="0" rIns="0" bIns="0">
              <a:spAutoFit/>
            </a:bodyPr>
            <a:lstStyle/>
            <a:p>
              <a:r>
                <a:rPr lang="zh-CN" altLang="en-US" b="1" i="0" dirty="0">
                  <a:solidFill>
                    <a:srgbClr val="C00000"/>
                  </a:solidFill>
                  <a:effectLst/>
                  <a:latin typeface="思源黑体 CN Bold" panose="020B0800000000000000" pitchFamily="34" charset="-122"/>
                  <a:ea typeface="思源黑体 CN Bold" panose="020B0800000000000000" pitchFamily="34" charset="-122"/>
                </a:rPr>
                <a:t>虚拟资源</a:t>
              </a:r>
              <a:endParaRPr lang="zh-CN" altLang="en-US" dirty="0">
                <a:solidFill>
                  <a:srgbClr val="C00000"/>
                </a:solidFill>
                <a:latin typeface="思源黑体 CN Bold" panose="020B0800000000000000" pitchFamily="34" charset="-122"/>
                <a:ea typeface="思源黑体 CN Bold" panose="020B0800000000000000" pitchFamily="34" charset="-122"/>
              </a:endParaRPr>
            </a:p>
          </p:txBody>
        </p:sp>
        <p:sp>
          <p:nvSpPr>
            <p:cNvPr id="152" name="文本框 151"/>
            <p:cNvSpPr txBox="1"/>
            <p:nvPr/>
          </p:nvSpPr>
          <p:spPr>
            <a:xfrm>
              <a:off x="10591180" y="5590380"/>
              <a:ext cx="948978" cy="276999"/>
            </a:xfrm>
            <a:prstGeom prst="rect">
              <a:avLst/>
            </a:prstGeom>
            <a:solidFill>
              <a:schemeClr val="bg1"/>
            </a:solidFill>
          </p:spPr>
          <p:txBody>
            <a:bodyPr wrap="none" lIns="0" tIns="0" rIns="0" bIns="0">
              <a:spAutoFit/>
            </a:bodyPr>
            <a:lstStyle/>
            <a:p>
              <a:r>
                <a:rPr lang="zh-CN" altLang="en-US" b="1" dirty="0">
                  <a:solidFill>
                    <a:srgbClr val="C00000"/>
                  </a:solidFill>
                  <a:latin typeface="思源黑体 CN Bold" panose="020B0800000000000000" pitchFamily="34" charset="-122"/>
                  <a:ea typeface="思源黑体 CN Bold" panose="020B0800000000000000" pitchFamily="34" charset="-122"/>
                </a:rPr>
                <a:t>实体</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资源</a:t>
              </a:r>
              <a:endParaRPr lang="zh-CN" altLang="en-US" dirty="0">
                <a:solidFill>
                  <a:srgbClr val="C00000"/>
                </a:solidFill>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2297039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down)">
                                      <p:cBhvr>
                                        <p:cTn id="12" dur="75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up)">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heel(1)">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heel(1)">
                                      <p:cBhvr>
                                        <p:cTn id="27" dur="7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2730501" y="873125"/>
            <a:ext cx="6756400" cy="5580063"/>
            <a:chOff x="2730501" y="873125"/>
            <a:chExt cx="6756400" cy="5580063"/>
          </a:xfrm>
        </p:grpSpPr>
        <p:sp>
          <p:nvSpPr>
            <p:cNvPr id="119" name="矩形: 圆角 118"/>
            <p:cNvSpPr/>
            <p:nvPr/>
          </p:nvSpPr>
          <p:spPr>
            <a:xfrm>
              <a:off x="2730501" y="1074420"/>
              <a:ext cx="6756400" cy="5378768"/>
            </a:xfrm>
            <a:prstGeom prst="roundRect">
              <a:avLst>
                <a:gd name="adj" fmla="val 3539"/>
              </a:avLst>
            </a:prstGeom>
            <a:solidFill>
              <a:schemeClr val="bg1"/>
            </a:solidFill>
            <a:ln w="9525">
              <a:gradFill flip="none" rotWithShape="1">
                <a:gsLst>
                  <a:gs pos="0">
                    <a:schemeClr val="accent1"/>
                  </a:gs>
                  <a:gs pos="100000">
                    <a:schemeClr val="bg1"/>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圆角 119"/>
            <p:cNvSpPr/>
            <p:nvPr/>
          </p:nvSpPr>
          <p:spPr>
            <a:xfrm>
              <a:off x="4914742" y="873125"/>
              <a:ext cx="2387918" cy="406400"/>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219200"/>
              <a:r>
                <a:rPr lang="zh-CN" altLang="en-US" sz="2000">
                  <a:solidFill>
                    <a:srgbClr val="C00000"/>
                  </a:solidFill>
                  <a:latin typeface="+mj-ea"/>
                  <a:ea typeface="+mj-ea"/>
                  <a:cs typeface="+mn-ea"/>
                  <a:sym typeface="+mn-lt"/>
                </a:rPr>
                <a:t>实施效果保障机制</a:t>
              </a:r>
              <a:endParaRPr lang="zh-CN" altLang="en-US" sz="2000" dirty="0">
                <a:solidFill>
                  <a:srgbClr val="C00000"/>
                </a:solidFill>
                <a:latin typeface="+mj-ea"/>
                <a:ea typeface="+mj-ea"/>
                <a:cs typeface="+mn-ea"/>
                <a:sym typeface="+mn-lt"/>
              </a:endParaRPr>
            </a:p>
          </p:txBody>
        </p:sp>
        <p:sp>
          <p:nvSpPr>
            <p:cNvPr id="122" name="文本框 121"/>
            <p:cNvSpPr txBox="1"/>
            <p:nvPr/>
          </p:nvSpPr>
          <p:spPr>
            <a:xfrm>
              <a:off x="3060701" y="1387773"/>
              <a:ext cx="6096000" cy="734432"/>
            </a:xfrm>
            <a:prstGeom prst="rect">
              <a:avLst/>
            </a:prstGeom>
            <a:noFill/>
          </p:spPr>
          <p:txBody>
            <a:bodyPr wrap="square">
              <a:spAutoFit/>
            </a:bodyPr>
            <a:lstStyle/>
            <a:p>
              <a:pPr algn="ctr">
                <a:lnSpc>
                  <a:spcPct val="120000"/>
                </a:lnSpc>
              </a:pPr>
              <a:r>
                <a:rPr lang="zh-CN" altLang="en-US" b="1" i="0" dirty="0">
                  <a:effectLst/>
                  <a:latin typeface="思源黑体 CN Bold" panose="020B0800000000000000" pitchFamily="34" charset="-122"/>
                  <a:ea typeface="思源黑体 CN Bold" panose="020B0800000000000000" pitchFamily="34" charset="-122"/>
                </a:rPr>
                <a:t>通过</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“证书强化</a:t>
              </a:r>
              <a:r>
                <a:rPr lang="en-US" altLang="zh-CN" b="1" i="0" dirty="0">
                  <a:solidFill>
                    <a:srgbClr val="C00000"/>
                  </a:solidFill>
                  <a:effectLst/>
                  <a:latin typeface="思源黑体 CN Bold" panose="020B0800000000000000" pitchFamily="34" charset="-122"/>
                  <a:ea typeface="思源黑体 CN Bold" panose="020B0800000000000000" pitchFamily="34" charset="-122"/>
                </a:rPr>
                <a:t>+</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企业实战</a:t>
              </a:r>
              <a:r>
                <a:rPr lang="en-US" altLang="zh-CN" b="1" i="0" dirty="0">
                  <a:solidFill>
                    <a:srgbClr val="C00000"/>
                  </a:solidFill>
                  <a:effectLst/>
                  <a:latin typeface="思源黑体 CN Bold" panose="020B0800000000000000" pitchFamily="34" charset="-122"/>
                  <a:ea typeface="思源黑体 CN Bold" panose="020B0800000000000000" pitchFamily="34" charset="-122"/>
                </a:rPr>
                <a:t>+</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技术反哺</a:t>
              </a:r>
              <a:r>
                <a:rPr lang="en-US" altLang="zh-CN" b="1" i="0" dirty="0">
                  <a:solidFill>
                    <a:srgbClr val="C00000"/>
                  </a:solidFill>
                  <a:effectLst/>
                  <a:latin typeface="思源黑体 CN Bold" panose="020B0800000000000000" pitchFamily="34" charset="-122"/>
                  <a:ea typeface="思源黑体 CN Bold" panose="020B0800000000000000" pitchFamily="34" charset="-122"/>
                </a:rPr>
                <a:t>+</a:t>
              </a:r>
              <a:r>
                <a:rPr lang="zh-CN" altLang="en-US" b="1" i="0" dirty="0">
                  <a:solidFill>
                    <a:srgbClr val="C00000"/>
                  </a:solidFill>
                  <a:effectLst/>
                  <a:latin typeface="思源黑体 CN Bold" panose="020B0800000000000000" pitchFamily="34" charset="-122"/>
                  <a:ea typeface="思源黑体 CN Bold" panose="020B0800000000000000" pitchFamily="34" charset="-122"/>
                </a:rPr>
                <a:t>终身档案”</a:t>
              </a:r>
              <a:r>
                <a:rPr lang="zh-CN" altLang="en-US" b="1" i="0" dirty="0">
                  <a:effectLst/>
                  <a:latin typeface="思源黑体 CN Bold" panose="020B0800000000000000" pitchFamily="34" charset="-122"/>
                  <a:ea typeface="思源黑体 CN Bold" panose="020B0800000000000000" pitchFamily="34" charset="-122"/>
                </a:rPr>
                <a:t>四维联动实现技能提升从课堂到职场的无缝延伸</a:t>
              </a:r>
              <a:endParaRPr lang="zh-CN" altLang="en-US" dirty="0">
                <a:latin typeface="思源黑体 CN Bold" panose="020B0800000000000000" pitchFamily="34" charset="-122"/>
                <a:ea typeface="思源黑体 CN Bold" panose="020B0800000000000000" pitchFamily="34" charset="-122"/>
              </a:endParaRPr>
            </a:p>
          </p:txBody>
        </p:sp>
      </p:grpSp>
      <p:sp>
        <p:nvSpPr>
          <p:cNvPr id="25"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课后拓展</a:t>
            </a:r>
          </a:p>
        </p:txBody>
      </p:sp>
      <p:cxnSp>
        <p:nvCxnSpPr>
          <p:cNvPr id="26" name="直接连接符 2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39" name="组合 38"/>
          <p:cNvGrpSpPr/>
          <p:nvPr/>
        </p:nvGrpSpPr>
        <p:grpSpPr>
          <a:xfrm>
            <a:off x="482601" y="873125"/>
            <a:ext cx="2100942" cy="5580063"/>
            <a:chOff x="482601" y="873125"/>
            <a:chExt cx="2100942" cy="5580063"/>
          </a:xfrm>
        </p:grpSpPr>
        <p:sp>
          <p:nvSpPr>
            <p:cNvPr id="65" name="矩形: 圆角 64"/>
            <p:cNvSpPr/>
            <p:nvPr/>
          </p:nvSpPr>
          <p:spPr>
            <a:xfrm>
              <a:off x="482601" y="1074420"/>
              <a:ext cx="2100942" cy="5378768"/>
            </a:xfrm>
            <a:prstGeom prst="roundRect">
              <a:avLst>
                <a:gd name="adj" fmla="val 8498"/>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任意多边形: 形状 94"/>
            <p:cNvSpPr/>
            <p:nvPr/>
          </p:nvSpPr>
          <p:spPr>
            <a:xfrm>
              <a:off x="1310088" y="2825750"/>
              <a:ext cx="641744" cy="1069181"/>
            </a:xfrm>
            <a:custGeom>
              <a:avLst/>
              <a:gdLst>
                <a:gd name="connsiteX0" fmla="*/ 70244 w 641744"/>
                <a:gd name="connsiteY0" fmla="*/ 0 h 1085850"/>
                <a:gd name="connsiteX1" fmla="*/ 70244 w 641744"/>
                <a:gd name="connsiteY1" fmla="*/ 0 h 1085850"/>
                <a:gd name="connsiteX2" fmla="*/ 63894 w 641744"/>
                <a:gd name="connsiteY2" fmla="*/ 342900 h 1085850"/>
                <a:gd name="connsiteX3" fmla="*/ 44844 w 641744"/>
                <a:gd name="connsiteY3" fmla="*/ 463550 h 1085850"/>
                <a:gd name="connsiteX4" fmla="*/ 19444 w 641744"/>
                <a:gd name="connsiteY4" fmla="*/ 533400 h 1085850"/>
                <a:gd name="connsiteX5" fmla="*/ 13094 w 641744"/>
                <a:gd name="connsiteY5" fmla="*/ 596900 h 1085850"/>
                <a:gd name="connsiteX6" fmla="*/ 394 w 641744"/>
                <a:gd name="connsiteY6" fmla="*/ 628650 h 1085850"/>
                <a:gd name="connsiteX7" fmla="*/ 6744 w 641744"/>
                <a:gd name="connsiteY7" fmla="*/ 774700 h 1085850"/>
                <a:gd name="connsiteX8" fmla="*/ 13094 w 641744"/>
                <a:gd name="connsiteY8" fmla="*/ 793750 h 1085850"/>
                <a:gd name="connsiteX9" fmla="*/ 19444 w 641744"/>
                <a:gd name="connsiteY9" fmla="*/ 831850 h 1085850"/>
                <a:gd name="connsiteX10" fmla="*/ 44844 w 641744"/>
                <a:gd name="connsiteY10" fmla="*/ 933450 h 1085850"/>
                <a:gd name="connsiteX11" fmla="*/ 51194 w 641744"/>
                <a:gd name="connsiteY11" fmla="*/ 952500 h 1085850"/>
                <a:gd name="connsiteX12" fmla="*/ 63894 w 641744"/>
                <a:gd name="connsiteY12" fmla="*/ 984250 h 1085850"/>
                <a:gd name="connsiteX13" fmla="*/ 63894 w 641744"/>
                <a:gd name="connsiteY13" fmla="*/ 1003300 h 1085850"/>
                <a:gd name="connsiteX14" fmla="*/ 641744 w 641744"/>
                <a:gd name="connsiteY14" fmla="*/ 1085850 h 1085850"/>
                <a:gd name="connsiteX15" fmla="*/ 70244 w 641744"/>
                <a:gd name="connsiteY15" fmla="*/ 0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1744" h="1085850">
                  <a:moveTo>
                    <a:pt x="70244" y="0"/>
                  </a:moveTo>
                  <a:lnTo>
                    <a:pt x="70244" y="0"/>
                  </a:lnTo>
                  <a:cubicBezTo>
                    <a:pt x="68127" y="114300"/>
                    <a:pt x="67521" y="228638"/>
                    <a:pt x="63894" y="342900"/>
                  </a:cubicBezTo>
                  <a:cubicBezTo>
                    <a:pt x="62961" y="372278"/>
                    <a:pt x="52517" y="436693"/>
                    <a:pt x="44844" y="463550"/>
                  </a:cubicBezTo>
                  <a:cubicBezTo>
                    <a:pt x="38038" y="487372"/>
                    <a:pt x="27911" y="510117"/>
                    <a:pt x="19444" y="533400"/>
                  </a:cubicBezTo>
                  <a:cubicBezTo>
                    <a:pt x="17327" y="554567"/>
                    <a:pt x="17266" y="576041"/>
                    <a:pt x="13094" y="596900"/>
                  </a:cubicBezTo>
                  <a:cubicBezTo>
                    <a:pt x="10859" y="608077"/>
                    <a:pt x="801" y="617259"/>
                    <a:pt x="394" y="628650"/>
                  </a:cubicBezTo>
                  <a:cubicBezTo>
                    <a:pt x="-1345" y="677348"/>
                    <a:pt x="3007" y="726114"/>
                    <a:pt x="6744" y="774700"/>
                  </a:cubicBezTo>
                  <a:cubicBezTo>
                    <a:pt x="7257" y="781374"/>
                    <a:pt x="11642" y="787216"/>
                    <a:pt x="13094" y="793750"/>
                  </a:cubicBezTo>
                  <a:cubicBezTo>
                    <a:pt x="15887" y="806319"/>
                    <a:pt x="16919" y="819225"/>
                    <a:pt x="19444" y="831850"/>
                  </a:cubicBezTo>
                  <a:cubicBezTo>
                    <a:pt x="28387" y="876564"/>
                    <a:pt x="32389" y="891935"/>
                    <a:pt x="44844" y="933450"/>
                  </a:cubicBezTo>
                  <a:cubicBezTo>
                    <a:pt x="46767" y="939861"/>
                    <a:pt x="48844" y="946233"/>
                    <a:pt x="51194" y="952500"/>
                  </a:cubicBezTo>
                  <a:cubicBezTo>
                    <a:pt x="55196" y="963173"/>
                    <a:pt x="61129" y="973192"/>
                    <a:pt x="63894" y="984250"/>
                  </a:cubicBezTo>
                  <a:cubicBezTo>
                    <a:pt x="65434" y="990410"/>
                    <a:pt x="63894" y="996950"/>
                    <a:pt x="63894" y="1003300"/>
                  </a:cubicBezTo>
                  <a:lnTo>
                    <a:pt x="641744" y="1085850"/>
                  </a:lnTo>
                  <a:lnTo>
                    <a:pt x="70244" y="0"/>
                  </a:lnTo>
                  <a:close/>
                </a:path>
              </a:pathLst>
            </a:cu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任意多边形: 形状 95"/>
            <p:cNvSpPr/>
            <p:nvPr/>
          </p:nvSpPr>
          <p:spPr>
            <a:xfrm flipV="1">
              <a:off x="1310088" y="3966898"/>
              <a:ext cx="641744" cy="1069181"/>
            </a:xfrm>
            <a:custGeom>
              <a:avLst/>
              <a:gdLst>
                <a:gd name="connsiteX0" fmla="*/ 70244 w 641744"/>
                <a:gd name="connsiteY0" fmla="*/ 0 h 1085850"/>
                <a:gd name="connsiteX1" fmla="*/ 70244 w 641744"/>
                <a:gd name="connsiteY1" fmla="*/ 0 h 1085850"/>
                <a:gd name="connsiteX2" fmla="*/ 63894 w 641744"/>
                <a:gd name="connsiteY2" fmla="*/ 342900 h 1085850"/>
                <a:gd name="connsiteX3" fmla="*/ 44844 w 641744"/>
                <a:gd name="connsiteY3" fmla="*/ 463550 h 1085850"/>
                <a:gd name="connsiteX4" fmla="*/ 19444 w 641744"/>
                <a:gd name="connsiteY4" fmla="*/ 533400 h 1085850"/>
                <a:gd name="connsiteX5" fmla="*/ 13094 w 641744"/>
                <a:gd name="connsiteY5" fmla="*/ 596900 h 1085850"/>
                <a:gd name="connsiteX6" fmla="*/ 394 w 641744"/>
                <a:gd name="connsiteY6" fmla="*/ 628650 h 1085850"/>
                <a:gd name="connsiteX7" fmla="*/ 6744 w 641744"/>
                <a:gd name="connsiteY7" fmla="*/ 774700 h 1085850"/>
                <a:gd name="connsiteX8" fmla="*/ 13094 w 641744"/>
                <a:gd name="connsiteY8" fmla="*/ 793750 h 1085850"/>
                <a:gd name="connsiteX9" fmla="*/ 19444 w 641744"/>
                <a:gd name="connsiteY9" fmla="*/ 831850 h 1085850"/>
                <a:gd name="connsiteX10" fmla="*/ 44844 w 641744"/>
                <a:gd name="connsiteY10" fmla="*/ 933450 h 1085850"/>
                <a:gd name="connsiteX11" fmla="*/ 51194 w 641744"/>
                <a:gd name="connsiteY11" fmla="*/ 952500 h 1085850"/>
                <a:gd name="connsiteX12" fmla="*/ 63894 w 641744"/>
                <a:gd name="connsiteY12" fmla="*/ 984250 h 1085850"/>
                <a:gd name="connsiteX13" fmla="*/ 63894 w 641744"/>
                <a:gd name="connsiteY13" fmla="*/ 1003300 h 1085850"/>
                <a:gd name="connsiteX14" fmla="*/ 641744 w 641744"/>
                <a:gd name="connsiteY14" fmla="*/ 1085850 h 1085850"/>
                <a:gd name="connsiteX15" fmla="*/ 70244 w 641744"/>
                <a:gd name="connsiteY15" fmla="*/ 0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1744" h="1085850">
                  <a:moveTo>
                    <a:pt x="70244" y="0"/>
                  </a:moveTo>
                  <a:lnTo>
                    <a:pt x="70244" y="0"/>
                  </a:lnTo>
                  <a:cubicBezTo>
                    <a:pt x="68127" y="114300"/>
                    <a:pt x="67521" y="228638"/>
                    <a:pt x="63894" y="342900"/>
                  </a:cubicBezTo>
                  <a:cubicBezTo>
                    <a:pt x="62961" y="372278"/>
                    <a:pt x="52517" y="436693"/>
                    <a:pt x="44844" y="463550"/>
                  </a:cubicBezTo>
                  <a:cubicBezTo>
                    <a:pt x="38038" y="487372"/>
                    <a:pt x="27911" y="510117"/>
                    <a:pt x="19444" y="533400"/>
                  </a:cubicBezTo>
                  <a:cubicBezTo>
                    <a:pt x="17327" y="554567"/>
                    <a:pt x="17266" y="576041"/>
                    <a:pt x="13094" y="596900"/>
                  </a:cubicBezTo>
                  <a:cubicBezTo>
                    <a:pt x="10859" y="608077"/>
                    <a:pt x="801" y="617259"/>
                    <a:pt x="394" y="628650"/>
                  </a:cubicBezTo>
                  <a:cubicBezTo>
                    <a:pt x="-1345" y="677348"/>
                    <a:pt x="3007" y="726114"/>
                    <a:pt x="6744" y="774700"/>
                  </a:cubicBezTo>
                  <a:cubicBezTo>
                    <a:pt x="7257" y="781374"/>
                    <a:pt x="11642" y="787216"/>
                    <a:pt x="13094" y="793750"/>
                  </a:cubicBezTo>
                  <a:cubicBezTo>
                    <a:pt x="15887" y="806319"/>
                    <a:pt x="16919" y="819225"/>
                    <a:pt x="19444" y="831850"/>
                  </a:cubicBezTo>
                  <a:cubicBezTo>
                    <a:pt x="28387" y="876564"/>
                    <a:pt x="32389" y="891935"/>
                    <a:pt x="44844" y="933450"/>
                  </a:cubicBezTo>
                  <a:cubicBezTo>
                    <a:pt x="46767" y="939861"/>
                    <a:pt x="48844" y="946233"/>
                    <a:pt x="51194" y="952500"/>
                  </a:cubicBezTo>
                  <a:cubicBezTo>
                    <a:pt x="55196" y="963173"/>
                    <a:pt x="61129" y="973192"/>
                    <a:pt x="63894" y="984250"/>
                  </a:cubicBezTo>
                  <a:cubicBezTo>
                    <a:pt x="65434" y="990410"/>
                    <a:pt x="63894" y="996950"/>
                    <a:pt x="63894" y="1003300"/>
                  </a:cubicBezTo>
                  <a:lnTo>
                    <a:pt x="641744" y="1085850"/>
                  </a:lnTo>
                  <a:lnTo>
                    <a:pt x="70244" y="0"/>
                  </a:lnTo>
                  <a:close/>
                </a:path>
              </a:pathLst>
            </a:cu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任意多边形: 形状 91"/>
            <p:cNvSpPr/>
            <p:nvPr/>
          </p:nvSpPr>
          <p:spPr>
            <a:xfrm>
              <a:off x="1362075" y="1600200"/>
              <a:ext cx="571500" cy="2311400"/>
            </a:xfrm>
            <a:custGeom>
              <a:avLst/>
              <a:gdLst>
                <a:gd name="connsiteX0" fmla="*/ 12700 w 571500"/>
                <a:gd name="connsiteY0" fmla="*/ 0 h 2311400"/>
                <a:gd name="connsiteX1" fmla="*/ 12700 w 571500"/>
                <a:gd name="connsiteY1" fmla="*/ 0 h 2311400"/>
                <a:gd name="connsiteX2" fmla="*/ 6350 w 571500"/>
                <a:gd name="connsiteY2" fmla="*/ 209550 h 2311400"/>
                <a:gd name="connsiteX3" fmla="*/ 0 w 571500"/>
                <a:gd name="connsiteY3" fmla="*/ 234950 h 2311400"/>
                <a:gd name="connsiteX4" fmla="*/ 6350 w 571500"/>
                <a:gd name="connsiteY4" fmla="*/ 393700 h 2311400"/>
                <a:gd name="connsiteX5" fmla="*/ 19050 w 571500"/>
                <a:gd name="connsiteY5" fmla="*/ 641350 h 2311400"/>
                <a:gd name="connsiteX6" fmla="*/ 12700 w 571500"/>
                <a:gd name="connsiteY6" fmla="*/ 749300 h 2311400"/>
                <a:gd name="connsiteX7" fmla="*/ 6350 w 571500"/>
                <a:gd name="connsiteY7" fmla="*/ 774700 h 2311400"/>
                <a:gd name="connsiteX8" fmla="*/ 0 w 571500"/>
                <a:gd name="connsiteY8" fmla="*/ 812800 h 2311400"/>
                <a:gd name="connsiteX9" fmla="*/ 12700 w 571500"/>
                <a:gd name="connsiteY9" fmla="*/ 971550 h 2311400"/>
                <a:gd name="connsiteX10" fmla="*/ 31750 w 571500"/>
                <a:gd name="connsiteY10" fmla="*/ 990600 h 2311400"/>
                <a:gd name="connsiteX11" fmla="*/ 571500 w 571500"/>
                <a:gd name="connsiteY11" fmla="*/ 2311400 h 2311400"/>
                <a:gd name="connsiteX12" fmla="*/ 12700 w 571500"/>
                <a:gd name="connsiteY12"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0" h="2311400">
                  <a:moveTo>
                    <a:pt x="12700" y="0"/>
                  </a:moveTo>
                  <a:lnTo>
                    <a:pt x="12700" y="0"/>
                  </a:lnTo>
                  <a:cubicBezTo>
                    <a:pt x="10583" y="69850"/>
                    <a:pt x="10122" y="139770"/>
                    <a:pt x="6350" y="209550"/>
                  </a:cubicBezTo>
                  <a:cubicBezTo>
                    <a:pt x="5879" y="218265"/>
                    <a:pt x="0" y="226223"/>
                    <a:pt x="0" y="234950"/>
                  </a:cubicBezTo>
                  <a:cubicBezTo>
                    <a:pt x="0" y="287909"/>
                    <a:pt x="3870" y="340799"/>
                    <a:pt x="6350" y="393700"/>
                  </a:cubicBezTo>
                  <a:cubicBezTo>
                    <a:pt x="10220" y="476268"/>
                    <a:pt x="19050" y="641350"/>
                    <a:pt x="19050" y="641350"/>
                  </a:cubicBezTo>
                  <a:cubicBezTo>
                    <a:pt x="16933" y="677333"/>
                    <a:pt x="16117" y="713417"/>
                    <a:pt x="12700" y="749300"/>
                  </a:cubicBezTo>
                  <a:cubicBezTo>
                    <a:pt x="11873" y="757988"/>
                    <a:pt x="8062" y="766142"/>
                    <a:pt x="6350" y="774700"/>
                  </a:cubicBezTo>
                  <a:cubicBezTo>
                    <a:pt x="3825" y="787325"/>
                    <a:pt x="2117" y="800100"/>
                    <a:pt x="0" y="812800"/>
                  </a:cubicBezTo>
                  <a:cubicBezTo>
                    <a:pt x="4233" y="865717"/>
                    <a:pt x="7045" y="918766"/>
                    <a:pt x="12700" y="971550"/>
                  </a:cubicBezTo>
                  <a:cubicBezTo>
                    <a:pt x="15171" y="994616"/>
                    <a:pt x="15656" y="990600"/>
                    <a:pt x="31750" y="990600"/>
                  </a:cubicBezTo>
                  <a:lnTo>
                    <a:pt x="571500" y="2311400"/>
                  </a:lnTo>
                  <a:lnTo>
                    <a:pt x="1270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形状 92"/>
            <p:cNvSpPr/>
            <p:nvPr/>
          </p:nvSpPr>
          <p:spPr>
            <a:xfrm flipV="1">
              <a:off x="1362075" y="3943350"/>
              <a:ext cx="571500" cy="2311400"/>
            </a:xfrm>
            <a:custGeom>
              <a:avLst/>
              <a:gdLst>
                <a:gd name="connsiteX0" fmla="*/ 12700 w 571500"/>
                <a:gd name="connsiteY0" fmla="*/ 0 h 2311400"/>
                <a:gd name="connsiteX1" fmla="*/ 12700 w 571500"/>
                <a:gd name="connsiteY1" fmla="*/ 0 h 2311400"/>
                <a:gd name="connsiteX2" fmla="*/ 6350 w 571500"/>
                <a:gd name="connsiteY2" fmla="*/ 209550 h 2311400"/>
                <a:gd name="connsiteX3" fmla="*/ 0 w 571500"/>
                <a:gd name="connsiteY3" fmla="*/ 234950 h 2311400"/>
                <a:gd name="connsiteX4" fmla="*/ 6350 w 571500"/>
                <a:gd name="connsiteY4" fmla="*/ 393700 h 2311400"/>
                <a:gd name="connsiteX5" fmla="*/ 19050 w 571500"/>
                <a:gd name="connsiteY5" fmla="*/ 641350 h 2311400"/>
                <a:gd name="connsiteX6" fmla="*/ 12700 w 571500"/>
                <a:gd name="connsiteY6" fmla="*/ 749300 h 2311400"/>
                <a:gd name="connsiteX7" fmla="*/ 6350 w 571500"/>
                <a:gd name="connsiteY7" fmla="*/ 774700 h 2311400"/>
                <a:gd name="connsiteX8" fmla="*/ 0 w 571500"/>
                <a:gd name="connsiteY8" fmla="*/ 812800 h 2311400"/>
                <a:gd name="connsiteX9" fmla="*/ 12700 w 571500"/>
                <a:gd name="connsiteY9" fmla="*/ 971550 h 2311400"/>
                <a:gd name="connsiteX10" fmla="*/ 31750 w 571500"/>
                <a:gd name="connsiteY10" fmla="*/ 990600 h 2311400"/>
                <a:gd name="connsiteX11" fmla="*/ 571500 w 571500"/>
                <a:gd name="connsiteY11" fmla="*/ 2311400 h 2311400"/>
                <a:gd name="connsiteX12" fmla="*/ 12700 w 571500"/>
                <a:gd name="connsiteY12"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0" h="2311400">
                  <a:moveTo>
                    <a:pt x="12700" y="0"/>
                  </a:moveTo>
                  <a:lnTo>
                    <a:pt x="12700" y="0"/>
                  </a:lnTo>
                  <a:cubicBezTo>
                    <a:pt x="10583" y="69850"/>
                    <a:pt x="10122" y="139770"/>
                    <a:pt x="6350" y="209550"/>
                  </a:cubicBezTo>
                  <a:cubicBezTo>
                    <a:pt x="5879" y="218265"/>
                    <a:pt x="0" y="226223"/>
                    <a:pt x="0" y="234950"/>
                  </a:cubicBezTo>
                  <a:cubicBezTo>
                    <a:pt x="0" y="287909"/>
                    <a:pt x="3870" y="340799"/>
                    <a:pt x="6350" y="393700"/>
                  </a:cubicBezTo>
                  <a:cubicBezTo>
                    <a:pt x="10220" y="476268"/>
                    <a:pt x="19050" y="641350"/>
                    <a:pt x="19050" y="641350"/>
                  </a:cubicBezTo>
                  <a:cubicBezTo>
                    <a:pt x="16933" y="677333"/>
                    <a:pt x="16117" y="713417"/>
                    <a:pt x="12700" y="749300"/>
                  </a:cubicBezTo>
                  <a:cubicBezTo>
                    <a:pt x="11873" y="757988"/>
                    <a:pt x="8062" y="766142"/>
                    <a:pt x="6350" y="774700"/>
                  </a:cubicBezTo>
                  <a:cubicBezTo>
                    <a:pt x="3825" y="787325"/>
                    <a:pt x="2117" y="800100"/>
                    <a:pt x="0" y="812800"/>
                  </a:cubicBezTo>
                  <a:cubicBezTo>
                    <a:pt x="4233" y="865717"/>
                    <a:pt x="7045" y="918766"/>
                    <a:pt x="12700" y="971550"/>
                  </a:cubicBezTo>
                  <a:cubicBezTo>
                    <a:pt x="15171" y="994616"/>
                    <a:pt x="15656" y="990600"/>
                    <a:pt x="31750" y="990600"/>
                  </a:cubicBezTo>
                  <a:lnTo>
                    <a:pt x="571500" y="2311400"/>
                  </a:lnTo>
                  <a:lnTo>
                    <a:pt x="12700" y="0"/>
                  </a:lnTo>
                  <a:close/>
                </a:path>
              </a:pathLst>
            </a:cu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667658" y="1589315"/>
              <a:ext cx="711200" cy="10078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p:cNvSpPr txBox="1"/>
            <p:nvPr/>
          </p:nvSpPr>
          <p:spPr>
            <a:xfrm>
              <a:off x="779594" y="18148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诊断报告</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68" name="矩形 67"/>
            <p:cNvSpPr/>
            <p:nvPr/>
          </p:nvSpPr>
          <p:spPr>
            <a:xfrm>
              <a:off x="667658" y="2812748"/>
              <a:ext cx="711200" cy="1007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779594" y="29959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虚拟认证</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0" name="矩形 69"/>
            <p:cNvSpPr/>
            <p:nvPr/>
          </p:nvSpPr>
          <p:spPr>
            <a:xfrm>
              <a:off x="667658" y="4036181"/>
              <a:ext cx="711200" cy="100783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779594" y="42532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实操数据</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2" name="矩形 71"/>
            <p:cNvSpPr/>
            <p:nvPr/>
          </p:nvSpPr>
          <p:spPr>
            <a:xfrm>
              <a:off x="667658" y="5259615"/>
              <a:ext cx="711200" cy="10078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文本框 72"/>
            <p:cNvSpPr txBox="1"/>
            <p:nvPr/>
          </p:nvSpPr>
          <p:spPr>
            <a:xfrm>
              <a:off x="779594" y="54851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短板分析</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4" name="矩形 73"/>
            <p:cNvSpPr/>
            <p:nvPr/>
          </p:nvSpPr>
          <p:spPr>
            <a:xfrm>
              <a:off x="1916429" y="1574800"/>
              <a:ext cx="455749" cy="464457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2016295" y="1958093"/>
              <a:ext cx="256016" cy="3877985"/>
            </a:xfrm>
            <a:prstGeom prst="rect">
              <a:avLst/>
            </a:prstGeom>
            <a:noFill/>
          </p:spPr>
          <p:txBody>
            <a:bodyPr wrap="square" lIns="0" tIns="0" rIns="0" bIns="0">
              <a:spAutoFit/>
            </a:bodyPr>
            <a:lstStyle/>
            <a:p>
              <a:r>
                <a:rPr lang="zh-CN" altLang="en-US" dirty="0">
                  <a:solidFill>
                    <a:schemeClr val="accent1">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对未通过模拟考的学生分配导师</a:t>
              </a:r>
              <a:endParaRPr lang="en-US" altLang="zh-CN" dirty="0">
                <a:solidFill>
                  <a:schemeClr val="accent1">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76" name="矩形: 圆角 75"/>
            <p:cNvSpPr/>
            <p:nvPr/>
          </p:nvSpPr>
          <p:spPr>
            <a:xfrm>
              <a:off x="817507" y="873125"/>
              <a:ext cx="1431130" cy="406400"/>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2000" dirty="0">
                  <a:solidFill>
                    <a:srgbClr val="C00000"/>
                  </a:solidFill>
                  <a:latin typeface="+mj-ea"/>
                  <a:ea typeface="+mj-ea"/>
                  <a:cs typeface="+mn-ea"/>
                  <a:sym typeface="+mn-lt"/>
                </a:rPr>
                <a:t>精准补差</a:t>
              </a:r>
            </a:p>
          </p:txBody>
        </p:sp>
      </p:grpSp>
      <p:grpSp>
        <p:nvGrpSpPr>
          <p:cNvPr id="40" name="组合 39"/>
          <p:cNvGrpSpPr/>
          <p:nvPr/>
        </p:nvGrpSpPr>
        <p:grpSpPr>
          <a:xfrm>
            <a:off x="9611633" y="873125"/>
            <a:ext cx="2100942" cy="5580063"/>
            <a:chOff x="9611633" y="873125"/>
            <a:chExt cx="2100942" cy="5580063"/>
          </a:xfrm>
        </p:grpSpPr>
        <p:sp>
          <p:nvSpPr>
            <p:cNvPr id="99" name="矩形: 圆角 98"/>
            <p:cNvSpPr/>
            <p:nvPr/>
          </p:nvSpPr>
          <p:spPr>
            <a:xfrm flipH="1">
              <a:off x="9611633" y="1074420"/>
              <a:ext cx="2100942" cy="5378768"/>
            </a:xfrm>
            <a:prstGeom prst="roundRect">
              <a:avLst>
                <a:gd name="adj" fmla="val 8498"/>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任意多边形: 形状 99"/>
            <p:cNvSpPr/>
            <p:nvPr/>
          </p:nvSpPr>
          <p:spPr>
            <a:xfrm flipH="1">
              <a:off x="10243344" y="2825750"/>
              <a:ext cx="641744" cy="1069181"/>
            </a:xfrm>
            <a:custGeom>
              <a:avLst/>
              <a:gdLst>
                <a:gd name="connsiteX0" fmla="*/ 70244 w 641744"/>
                <a:gd name="connsiteY0" fmla="*/ 0 h 1085850"/>
                <a:gd name="connsiteX1" fmla="*/ 70244 w 641744"/>
                <a:gd name="connsiteY1" fmla="*/ 0 h 1085850"/>
                <a:gd name="connsiteX2" fmla="*/ 63894 w 641744"/>
                <a:gd name="connsiteY2" fmla="*/ 342900 h 1085850"/>
                <a:gd name="connsiteX3" fmla="*/ 44844 w 641744"/>
                <a:gd name="connsiteY3" fmla="*/ 463550 h 1085850"/>
                <a:gd name="connsiteX4" fmla="*/ 19444 w 641744"/>
                <a:gd name="connsiteY4" fmla="*/ 533400 h 1085850"/>
                <a:gd name="connsiteX5" fmla="*/ 13094 w 641744"/>
                <a:gd name="connsiteY5" fmla="*/ 596900 h 1085850"/>
                <a:gd name="connsiteX6" fmla="*/ 394 w 641744"/>
                <a:gd name="connsiteY6" fmla="*/ 628650 h 1085850"/>
                <a:gd name="connsiteX7" fmla="*/ 6744 w 641744"/>
                <a:gd name="connsiteY7" fmla="*/ 774700 h 1085850"/>
                <a:gd name="connsiteX8" fmla="*/ 13094 w 641744"/>
                <a:gd name="connsiteY8" fmla="*/ 793750 h 1085850"/>
                <a:gd name="connsiteX9" fmla="*/ 19444 w 641744"/>
                <a:gd name="connsiteY9" fmla="*/ 831850 h 1085850"/>
                <a:gd name="connsiteX10" fmla="*/ 44844 w 641744"/>
                <a:gd name="connsiteY10" fmla="*/ 933450 h 1085850"/>
                <a:gd name="connsiteX11" fmla="*/ 51194 w 641744"/>
                <a:gd name="connsiteY11" fmla="*/ 952500 h 1085850"/>
                <a:gd name="connsiteX12" fmla="*/ 63894 w 641744"/>
                <a:gd name="connsiteY12" fmla="*/ 984250 h 1085850"/>
                <a:gd name="connsiteX13" fmla="*/ 63894 w 641744"/>
                <a:gd name="connsiteY13" fmla="*/ 1003300 h 1085850"/>
                <a:gd name="connsiteX14" fmla="*/ 641744 w 641744"/>
                <a:gd name="connsiteY14" fmla="*/ 1085850 h 1085850"/>
                <a:gd name="connsiteX15" fmla="*/ 70244 w 641744"/>
                <a:gd name="connsiteY15" fmla="*/ 0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1744" h="1085850">
                  <a:moveTo>
                    <a:pt x="70244" y="0"/>
                  </a:moveTo>
                  <a:lnTo>
                    <a:pt x="70244" y="0"/>
                  </a:lnTo>
                  <a:cubicBezTo>
                    <a:pt x="68127" y="114300"/>
                    <a:pt x="67521" y="228638"/>
                    <a:pt x="63894" y="342900"/>
                  </a:cubicBezTo>
                  <a:cubicBezTo>
                    <a:pt x="62961" y="372278"/>
                    <a:pt x="52517" y="436693"/>
                    <a:pt x="44844" y="463550"/>
                  </a:cubicBezTo>
                  <a:cubicBezTo>
                    <a:pt x="38038" y="487372"/>
                    <a:pt x="27911" y="510117"/>
                    <a:pt x="19444" y="533400"/>
                  </a:cubicBezTo>
                  <a:cubicBezTo>
                    <a:pt x="17327" y="554567"/>
                    <a:pt x="17266" y="576041"/>
                    <a:pt x="13094" y="596900"/>
                  </a:cubicBezTo>
                  <a:cubicBezTo>
                    <a:pt x="10859" y="608077"/>
                    <a:pt x="801" y="617259"/>
                    <a:pt x="394" y="628650"/>
                  </a:cubicBezTo>
                  <a:cubicBezTo>
                    <a:pt x="-1345" y="677348"/>
                    <a:pt x="3007" y="726114"/>
                    <a:pt x="6744" y="774700"/>
                  </a:cubicBezTo>
                  <a:cubicBezTo>
                    <a:pt x="7257" y="781374"/>
                    <a:pt x="11642" y="787216"/>
                    <a:pt x="13094" y="793750"/>
                  </a:cubicBezTo>
                  <a:cubicBezTo>
                    <a:pt x="15887" y="806319"/>
                    <a:pt x="16919" y="819225"/>
                    <a:pt x="19444" y="831850"/>
                  </a:cubicBezTo>
                  <a:cubicBezTo>
                    <a:pt x="28387" y="876564"/>
                    <a:pt x="32389" y="891935"/>
                    <a:pt x="44844" y="933450"/>
                  </a:cubicBezTo>
                  <a:cubicBezTo>
                    <a:pt x="46767" y="939861"/>
                    <a:pt x="48844" y="946233"/>
                    <a:pt x="51194" y="952500"/>
                  </a:cubicBezTo>
                  <a:cubicBezTo>
                    <a:pt x="55196" y="963173"/>
                    <a:pt x="61129" y="973192"/>
                    <a:pt x="63894" y="984250"/>
                  </a:cubicBezTo>
                  <a:cubicBezTo>
                    <a:pt x="65434" y="990410"/>
                    <a:pt x="63894" y="996950"/>
                    <a:pt x="63894" y="1003300"/>
                  </a:cubicBezTo>
                  <a:lnTo>
                    <a:pt x="641744" y="1085850"/>
                  </a:lnTo>
                  <a:lnTo>
                    <a:pt x="70244" y="0"/>
                  </a:lnTo>
                  <a:close/>
                </a:path>
              </a:pathLst>
            </a:cu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任意多边形: 形状 100"/>
            <p:cNvSpPr/>
            <p:nvPr/>
          </p:nvSpPr>
          <p:spPr>
            <a:xfrm flipH="1" flipV="1">
              <a:off x="10243344" y="3966898"/>
              <a:ext cx="641744" cy="1069181"/>
            </a:xfrm>
            <a:custGeom>
              <a:avLst/>
              <a:gdLst>
                <a:gd name="connsiteX0" fmla="*/ 70244 w 641744"/>
                <a:gd name="connsiteY0" fmla="*/ 0 h 1085850"/>
                <a:gd name="connsiteX1" fmla="*/ 70244 w 641744"/>
                <a:gd name="connsiteY1" fmla="*/ 0 h 1085850"/>
                <a:gd name="connsiteX2" fmla="*/ 63894 w 641744"/>
                <a:gd name="connsiteY2" fmla="*/ 342900 h 1085850"/>
                <a:gd name="connsiteX3" fmla="*/ 44844 w 641744"/>
                <a:gd name="connsiteY3" fmla="*/ 463550 h 1085850"/>
                <a:gd name="connsiteX4" fmla="*/ 19444 w 641744"/>
                <a:gd name="connsiteY4" fmla="*/ 533400 h 1085850"/>
                <a:gd name="connsiteX5" fmla="*/ 13094 w 641744"/>
                <a:gd name="connsiteY5" fmla="*/ 596900 h 1085850"/>
                <a:gd name="connsiteX6" fmla="*/ 394 w 641744"/>
                <a:gd name="connsiteY6" fmla="*/ 628650 h 1085850"/>
                <a:gd name="connsiteX7" fmla="*/ 6744 w 641744"/>
                <a:gd name="connsiteY7" fmla="*/ 774700 h 1085850"/>
                <a:gd name="connsiteX8" fmla="*/ 13094 w 641744"/>
                <a:gd name="connsiteY8" fmla="*/ 793750 h 1085850"/>
                <a:gd name="connsiteX9" fmla="*/ 19444 w 641744"/>
                <a:gd name="connsiteY9" fmla="*/ 831850 h 1085850"/>
                <a:gd name="connsiteX10" fmla="*/ 44844 w 641744"/>
                <a:gd name="connsiteY10" fmla="*/ 933450 h 1085850"/>
                <a:gd name="connsiteX11" fmla="*/ 51194 w 641744"/>
                <a:gd name="connsiteY11" fmla="*/ 952500 h 1085850"/>
                <a:gd name="connsiteX12" fmla="*/ 63894 w 641744"/>
                <a:gd name="connsiteY12" fmla="*/ 984250 h 1085850"/>
                <a:gd name="connsiteX13" fmla="*/ 63894 w 641744"/>
                <a:gd name="connsiteY13" fmla="*/ 1003300 h 1085850"/>
                <a:gd name="connsiteX14" fmla="*/ 641744 w 641744"/>
                <a:gd name="connsiteY14" fmla="*/ 1085850 h 1085850"/>
                <a:gd name="connsiteX15" fmla="*/ 70244 w 641744"/>
                <a:gd name="connsiteY15" fmla="*/ 0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1744" h="1085850">
                  <a:moveTo>
                    <a:pt x="70244" y="0"/>
                  </a:moveTo>
                  <a:lnTo>
                    <a:pt x="70244" y="0"/>
                  </a:lnTo>
                  <a:cubicBezTo>
                    <a:pt x="68127" y="114300"/>
                    <a:pt x="67521" y="228638"/>
                    <a:pt x="63894" y="342900"/>
                  </a:cubicBezTo>
                  <a:cubicBezTo>
                    <a:pt x="62961" y="372278"/>
                    <a:pt x="52517" y="436693"/>
                    <a:pt x="44844" y="463550"/>
                  </a:cubicBezTo>
                  <a:cubicBezTo>
                    <a:pt x="38038" y="487372"/>
                    <a:pt x="27911" y="510117"/>
                    <a:pt x="19444" y="533400"/>
                  </a:cubicBezTo>
                  <a:cubicBezTo>
                    <a:pt x="17327" y="554567"/>
                    <a:pt x="17266" y="576041"/>
                    <a:pt x="13094" y="596900"/>
                  </a:cubicBezTo>
                  <a:cubicBezTo>
                    <a:pt x="10859" y="608077"/>
                    <a:pt x="801" y="617259"/>
                    <a:pt x="394" y="628650"/>
                  </a:cubicBezTo>
                  <a:cubicBezTo>
                    <a:pt x="-1345" y="677348"/>
                    <a:pt x="3007" y="726114"/>
                    <a:pt x="6744" y="774700"/>
                  </a:cubicBezTo>
                  <a:cubicBezTo>
                    <a:pt x="7257" y="781374"/>
                    <a:pt x="11642" y="787216"/>
                    <a:pt x="13094" y="793750"/>
                  </a:cubicBezTo>
                  <a:cubicBezTo>
                    <a:pt x="15887" y="806319"/>
                    <a:pt x="16919" y="819225"/>
                    <a:pt x="19444" y="831850"/>
                  </a:cubicBezTo>
                  <a:cubicBezTo>
                    <a:pt x="28387" y="876564"/>
                    <a:pt x="32389" y="891935"/>
                    <a:pt x="44844" y="933450"/>
                  </a:cubicBezTo>
                  <a:cubicBezTo>
                    <a:pt x="46767" y="939861"/>
                    <a:pt x="48844" y="946233"/>
                    <a:pt x="51194" y="952500"/>
                  </a:cubicBezTo>
                  <a:cubicBezTo>
                    <a:pt x="55196" y="963173"/>
                    <a:pt x="61129" y="973192"/>
                    <a:pt x="63894" y="984250"/>
                  </a:cubicBezTo>
                  <a:cubicBezTo>
                    <a:pt x="65434" y="990410"/>
                    <a:pt x="63894" y="996950"/>
                    <a:pt x="63894" y="1003300"/>
                  </a:cubicBezTo>
                  <a:lnTo>
                    <a:pt x="641744" y="1085850"/>
                  </a:lnTo>
                  <a:lnTo>
                    <a:pt x="70244" y="0"/>
                  </a:lnTo>
                  <a:close/>
                </a:path>
              </a:pathLst>
            </a:cu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任意多边形: 形状 101"/>
            <p:cNvSpPr/>
            <p:nvPr/>
          </p:nvSpPr>
          <p:spPr>
            <a:xfrm flipH="1">
              <a:off x="10261601" y="1600200"/>
              <a:ext cx="571500" cy="2311400"/>
            </a:xfrm>
            <a:custGeom>
              <a:avLst/>
              <a:gdLst>
                <a:gd name="connsiteX0" fmla="*/ 12700 w 571500"/>
                <a:gd name="connsiteY0" fmla="*/ 0 h 2311400"/>
                <a:gd name="connsiteX1" fmla="*/ 12700 w 571500"/>
                <a:gd name="connsiteY1" fmla="*/ 0 h 2311400"/>
                <a:gd name="connsiteX2" fmla="*/ 6350 w 571500"/>
                <a:gd name="connsiteY2" fmla="*/ 209550 h 2311400"/>
                <a:gd name="connsiteX3" fmla="*/ 0 w 571500"/>
                <a:gd name="connsiteY3" fmla="*/ 234950 h 2311400"/>
                <a:gd name="connsiteX4" fmla="*/ 6350 w 571500"/>
                <a:gd name="connsiteY4" fmla="*/ 393700 h 2311400"/>
                <a:gd name="connsiteX5" fmla="*/ 19050 w 571500"/>
                <a:gd name="connsiteY5" fmla="*/ 641350 h 2311400"/>
                <a:gd name="connsiteX6" fmla="*/ 12700 w 571500"/>
                <a:gd name="connsiteY6" fmla="*/ 749300 h 2311400"/>
                <a:gd name="connsiteX7" fmla="*/ 6350 w 571500"/>
                <a:gd name="connsiteY7" fmla="*/ 774700 h 2311400"/>
                <a:gd name="connsiteX8" fmla="*/ 0 w 571500"/>
                <a:gd name="connsiteY8" fmla="*/ 812800 h 2311400"/>
                <a:gd name="connsiteX9" fmla="*/ 12700 w 571500"/>
                <a:gd name="connsiteY9" fmla="*/ 971550 h 2311400"/>
                <a:gd name="connsiteX10" fmla="*/ 31750 w 571500"/>
                <a:gd name="connsiteY10" fmla="*/ 990600 h 2311400"/>
                <a:gd name="connsiteX11" fmla="*/ 571500 w 571500"/>
                <a:gd name="connsiteY11" fmla="*/ 2311400 h 2311400"/>
                <a:gd name="connsiteX12" fmla="*/ 12700 w 571500"/>
                <a:gd name="connsiteY12"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0" h="2311400">
                  <a:moveTo>
                    <a:pt x="12700" y="0"/>
                  </a:moveTo>
                  <a:lnTo>
                    <a:pt x="12700" y="0"/>
                  </a:lnTo>
                  <a:cubicBezTo>
                    <a:pt x="10583" y="69850"/>
                    <a:pt x="10122" y="139770"/>
                    <a:pt x="6350" y="209550"/>
                  </a:cubicBezTo>
                  <a:cubicBezTo>
                    <a:pt x="5879" y="218265"/>
                    <a:pt x="0" y="226223"/>
                    <a:pt x="0" y="234950"/>
                  </a:cubicBezTo>
                  <a:cubicBezTo>
                    <a:pt x="0" y="287909"/>
                    <a:pt x="3870" y="340799"/>
                    <a:pt x="6350" y="393700"/>
                  </a:cubicBezTo>
                  <a:cubicBezTo>
                    <a:pt x="10220" y="476268"/>
                    <a:pt x="19050" y="641350"/>
                    <a:pt x="19050" y="641350"/>
                  </a:cubicBezTo>
                  <a:cubicBezTo>
                    <a:pt x="16933" y="677333"/>
                    <a:pt x="16117" y="713417"/>
                    <a:pt x="12700" y="749300"/>
                  </a:cubicBezTo>
                  <a:cubicBezTo>
                    <a:pt x="11873" y="757988"/>
                    <a:pt x="8062" y="766142"/>
                    <a:pt x="6350" y="774700"/>
                  </a:cubicBezTo>
                  <a:cubicBezTo>
                    <a:pt x="3825" y="787325"/>
                    <a:pt x="2117" y="800100"/>
                    <a:pt x="0" y="812800"/>
                  </a:cubicBezTo>
                  <a:cubicBezTo>
                    <a:pt x="4233" y="865717"/>
                    <a:pt x="7045" y="918766"/>
                    <a:pt x="12700" y="971550"/>
                  </a:cubicBezTo>
                  <a:cubicBezTo>
                    <a:pt x="15171" y="994616"/>
                    <a:pt x="15656" y="990600"/>
                    <a:pt x="31750" y="990600"/>
                  </a:cubicBezTo>
                  <a:lnTo>
                    <a:pt x="571500" y="2311400"/>
                  </a:lnTo>
                  <a:lnTo>
                    <a:pt x="12700" y="0"/>
                  </a:ln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任意多边形: 形状 102"/>
            <p:cNvSpPr/>
            <p:nvPr/>
          </p:nvSpPr>
          <p:spPr>
            <a:xfrm flipH="1" flipV="1">
              <a:off x="10261601" y="3943350"/>
              <a:ext cx="571500" cy="2311400"/>
            </a:xfrm>
            <a:custGeom>
              <a:avLst/>
              <a:gdLst>
                <a:gd name="connsiteX0" fmla="*/ 12700 w 571500"/>
                <a:gd name="connsiteY0" fmla="*/ 0 h 2311400"/>
                <a:gd name="connsiteX1" fmla="*/ 12700 w 571500"/>
                <a:gd name="connsiteY1" fmla="*/ 0 h 2311400"/>
                <a:gd name="connsiteX2" fmla="*/ 6350 w 571500"/>
                <a:gd name="connsiteY2" fmla="*/ 209550 h 2311400"/>
                <a:gd name="connsiteX3" fmla="*/ 0 w 571500"/>
                <a:gd name="connsiteY3" fmla="*/ 234950 h 2311400"/>
                <a:gd name="connsiteX4" fmla="*/ 6350 w 571500"/>
                <a:gd name="connsiteY4" fmla="*/ 393700 h 2311400"/>
                <a:gd name="connsiteX5" fmla="*/ 19050 w 571500"/>
                <a:gd name="connsiteY5" fmla="*/ 641350 h 2311400"/>
                <a:gd name="connsiteX6" fmla="*/ 12700 w 571500"/>
                <a:gd name="connsiteY6" fmla="*/ 749300 h 2311400"/>
                <a:gd name="connsiteX7" fmla="*/ 6350 w 571500"/>
                <a:gd name="connsiteY7" fmla="*/ 774700 h 2311400"/>
                <a:gd name="connsiteX8" fmla="*/ 0 w 571500"/>
                <a:gd name="connsiteY8" fmla="*/ 812800 h 2311400"/>
                <a:gd name="connsiteX9" fmla="*/ 12700 w 571500"/>
                <a:gd name="connsiteY9" fmla="*/ 971550 h 2311400"/>
                <a:gd name="connsiteX10" fmla="*/ 31750 w 571500"/>
                <a:gd name="connsiteY10" fmla="*/ 990600 h 2311400"/>
                <a:gd name="connsiteX11" fmla="*/ 571500 w 571500"/>
                <a:gd name="connsiteY11" fmla="*/ 2311400 h 2311400"/>
                <a:gd name="connsiteX12" fmla="*/ 12700 w 571500"/>
                <a:gd name="connsiteY12" fmla="*/ 0 h 23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1500" h="2311400">
                  <a:moveTo>
                    <a:pt x="12700" y="0"/>
                  </a:moveTo>
                  <a:lnTo>
                    <a:pt x="12700" y="0"/>
                  </a:lnTo>
                  <a:cubicBezTo>
                    <a:pt x="10583" y="69850"/>
                    <a:pt x="10122" y="139770"/>
                    <a:pt x="6350" y="209550"/>
                  </a:cubicBezTo>
                  <a:cubicBezTo>
                    <a:pt x="5879" y="218265"/>
                    <a:pt x="0" y="226223"/>
                    <a:pt x="0" y="234950"/>
                  </a:cubicBezTo>
                  <a:cubicBezTo>
                    <a:pt x="0" y="287909"/>
                    <a:pt x="3870" y="340799"/>
                    <a:pt x="6350" y="393700"/>
                  </a:cubicBezTo>
                  <a:cubicBezTo>
                    <a:pt x="10220" y="476268"/>
                    <a:pt x="19050" y="641350"/>
                    <a:pt x="19050" y="641350"/>
                  </a:cubicBezTo>
                  <a:cubicBezTo>
                    <a:pt x="16933" y="677333"/>
                    <a:pt x="16117" y="713417"/>
                    <a:pt x="12700" y="749300"/>
                  </a:cubicBezTo>
                  <a:cubicBezTo>
                    <a:pt x="11873" y="757988"/>
                    <a:pt x="8062" y="766142"/>
                    <a:pt x="6350" y="774700"/>
                  </a:cubicBezTo>
                  <a:cubicBezTo>
                    <a:pt x="3825" y="787325"/>
                    <a:pt x="2117" y="800100"/>
                    <a:pt x="0" y="812800"/>
                  </a:cubicBezTo>
                  <a:cubicBezTo>
                    <a:pt x="4233" y="865717"/>
                    <a:pt x="7045" y="918766"/>
                    <a:pt x="12700" y="971550"/>
                  </a:cubicBezTo>
                  <a:cubicBezTo>
                    <a:pt x="15171" y="994616"/>
                    <a:pt x="15656" y="990600"/>
                    <a:pt x="31750" y="990600"/>
                  </a:cubicBezTo>
                  <a:lnTo>
                    <a:pt x="571500" y="2311400"/>
                  </a:lnTo>
                  <a:lnTo>
                    <a:pt x="12700" y="0"/>
                  </a:lnTo>
                  <a:close/>
                </a:path>
              </a:pathLst>
            </a:cu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nvSpPr>
          <p:spPr>
            <a:xfrm flipH="1">
              <a:off x="10816318" y="1589315"/>
              <a:ext cx="711200" cy="100783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文本框 104"/>
            <p:cNvSpPr txBox="1"/>
            <p:nvPr/>
          </p:nvSpPr>
          <p:spPr>
            <a:xfrm flipH="1">
              <a:off x="10928254" y="18148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认证项目</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06" name="矩形 105"/>
            <p:cNvSpPr/>
            <p:nvPr/>
          </p:nvSpPr>
          <p:spPr>
            <a:xfrm flipH="1">
              <a:off x="10816318" y="2812748"/>
              <a:ext cx="711200" cy="1007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p:cNvSpPr txBox="1"/>
            <p:nvPr/>
          </p:nvSpPr>
          <p:spPr>
            <a:xfrm flipH="1">
              <a:off x="10928254" y="29959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跨界挑战</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08" name="矩形 107"/>
            <p:cNvSpPr/>
            <p:nvPr/>
          </p:nvSpPr>
          <p:spPr>
            <a:xfrm flipH="1">
              <a:off x="10816318" y="4036181"/>
              <a:ext cx="711200" cy="100783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p:cNvSpPr txBox="1"/>
            <p:nvPr/>
          </p:nvSpPr>
          <p:spPr>
            <a:xfrm flipH="1">
              <a:off x="10928254" y="42532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合作企业</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10" name="矩形 109"/>
            <p:cNvSpPr/>
            <p:nvPr/>
          </p:nvSpPr>
          <p:spPr>
            <a:xfrm flipH="1">
              <a:off x="10816318" y="5259615"/>
              <a:ext cx="711200" cy="10078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文本框 110"/>
            <p:cNvSpPr txBox="1"/>
            <p:nvPr/>
          </p:nvSpPr>
          <p:spPr>
            <a:xfrm flipH="1">
              <a:off x="10928254" y="5485173"/>
              <a:ext cx="487328" cy="553998"/>
            </a:xfrm>
            <a:prstGeom prst="rect">
              <a:avLst/>
            </a:prstGeom>
            <a:noFill/>
          </p:spPr>
          <p:txBody>
            <a:bodyPr wrap="square" lIns="0" tIns="0" rIns="0" bIns="0">
              <a:spAutoFit/>
            </a:bodyPr>
            <a:lstStyle/>
            <a:p>
              <a:pPr algn="dist"/>
              <a:r>
                <a:rPr lang="zh-CN" altLang="en-US" sz="18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证书学分</a:t>
              </a:r>
              <a:endParaRPr lang="en-US" altLang="zh-CN" sz="18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12" name="矩形 111"/>
            <p:cNvSpPr/>
            <p:nvPr/>
          </p:nvSpPr>
          <p:spPr>
            <a:xfrm flipH="1">
              <a:off x="9822998" y="1574800"/>
              <a:ext cx="455749" cy="464457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文本框 112"/>
            <p:cNvSpPr txBox="1"/>
            <p:nvPr/>
          </p:nvSpPr>
          <p:spPr>
            <a:xfrm flipH="1">
              <a:off x="9922864" y="1958093"/>
              <a:ext cx="256016" cy="3877985"/>
            </a:xfrm>
            <a:prstGeom prst="rect">
              <a:avLst/>
            </a:prstGeom>
            <a:noFill/>
          </p:spPr>
          <p:txBody>
            <a:bodyPr wrap="square" lIns="0" tIns="0" rIns="0" bIns="0">
              <a:spAutoFit/>
            </a:bodyPr>
            <a:lstStyle/>
            <a:p>
              <a:pPr algn="ctr"/>
              <a:r>
                <a:rPr lang="zh-CN" altLang="en-US">
                  <a:solidFill>
                    <a:schemeClr val="accent1">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优秀方案直接用于企业原型开发</a:t>
              </a:r>
              <a:endParaRPr lang="en-US" altLang="zh-CN" dirty="0">
                <a:solidFill>
                  <a:schemeClr val="accent1">
                    <a:lumMod val="75000"/>
                  </a:schemeClr>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114" name="矩形: 圆角 113"/>
            <p:cNvSpPr/>
            <p:nvPr/>
          </p:nvSpPr>
          <p:spPr>
            <a:xfrm flipH="1">
              <a:off x="9946539" y="873125"/>
              <a:ext cx="1431130" cy="406400"/>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200"/>
              <a:r>
                <a:rPr lang="zh-CN" altLang="en-US" sz="2000">
                  <a:solidFill>
                    <a:srgbClr val="C00000"/>
                  </a:solidFill>
                  <a:latin typeface="+mj-ea"/>
                  <a:ea typeface="+mj-ea"/>
                  <a:cs typeface="+mn-ea"/>
                  <a:sym typeface="+mn-lt"/>
                </a:rPr>
                <a:t>能力跃迁</a:t>
              </a:r>
              <a:endParaRPr lang="zh-CN" altLang="en-US" sz="2000" dirty="0">
                <a:solidFill>
                  <a:srgbClr val="C00000"/>
                </a:solidFill>
                <a:latin typeface="+mj-ea"/>
                <a:ea typeface="+mj-ea"/>
                <a:cs typeface="+mn-ea"/>
                <a:sym typeface="+mn-lt"/>
              </a:endParaRPr>
            </a:p>
          </p:txBody>
        </p:sp>
      </p:grpSp>
      <p:grpSp>
        <p:nvGrpSpPr>
          <p:cNvPr id="41" name="组合 40"/>
          <p:cNvGrpSpPr/>
          <p:nvPr/>
        </p:nvGrpSpPr>
        <p:grpSpPr>
          <a:xfrm>
            <a:off x="2709667" y="5462122"/>
            <a:ext cx="6772666" cy="991066"/>
            <a:chOff x="2709667" y="5462122"/>
            <a:chExt cx="6772666" cy="991066"/>
          </a:xfrm>
        </p:grpSpPr>
        <p:sp>
          <p:nvSpPr>
            <p:cNvPr id="160" name="矩形: 圆角 159"/>
            <p:cNvSpPr/>
            <p:nvPr/>
          </p:nvSpPr>
          <p:spPr>
            <a:xfrm flipH="1">
              <a:off x="2709667" y="5462122"/>
              <a:ext cx="6772666" cy="991066"/>
            </a:xfrm>
            <a:prstGeom prst="roundRect">
              <a:avLst>
                <a:gd name="adj" fmla="val 0"/>
              </a:avLst>
            </a:prstGeom>
            <a:noFill/>
            <a:ln w="19050" cap="flat" cmpd="sng" algn="ctr">
              <a:gradFill flip="none" rotWithShape="1">
                <a:gsLst>
                  <a:gs pos="1439">
                    <a:schemeClr val="accent2"/>
                  </a:gs>
                  <a:gs pos="60000">
                    <a:srgbClr val="398F78">
                      <a:alpha val="0"/>
                    </a:srgbClr>
                  </a:gs>
                  <a:gs pos="40000">
                    <a:schemeClr val="accent2">
                      <a:alpha val="0"/>
                    </a:schemeClr>
                  </a:gs>
                  <a:gs pos="100000">
                    <a:schemeClr val="accent2"/>
                  </a:gs>
                </a:gsLst>
                <a:lin ang="10800000" scaled="1"/>
                <a:tileRect/>
              </a:gra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j-ea"/>
                <a:ea typeface="+mj-ea"/>
                <a:cs typeface="OPPOSans B" panose="00020600040101010101" pitchFamily="18" charset="-122"/>
                <a:sym typeface="Arial" panose="020B0604020202020204" pitchFamily="34" charset="0"/>
              </a:endParaRPr>
            </a:p>
          </p:txBody>
        </p:sp>
        <p:sp>
          <p:nvSpPr>
            <p:cNvPr id="161" name="矩形 160"/>
            <p:cNvSpPr/>
            <p:nvPr/>
          </p:nvSpPr>
          <p:spPr>
            <a:xfrm>
              <a:off x="2994739" y="6077971"/>
              <a:ext cx="1659109" cy="240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b="1" u="none" strike="noStrike" kern="1200" cap="none" spc="0" normalizeH="0" baseline="0" noProof="0">
                  <a:ln>
                    <a:noFill/>
                  </a:ln>
                  <a:solidFill>
                    <a:schemeClr val="tx1"/>
                  </a:solidFill>
                  <a:effectLst/>
                  <a:uLnTx/>
                  <a:uFillTx/>
                  <a:latin typeface="+mn-ea"/>
                  <a:cs typeface="OPPOSans M" pitchFamily="18" charset="-122"/>
                  <a:sym typeface="+mn-lt"/>
                </a:rPr>
                <a:t>动态调整任务包内容</a:t>
              </a:r>
              <a:endParaRPr kumimoji="0" lang="zh-CN" altLang="en-US" sz="1400" b="1" u="none" strike="noStrike" kern="1200" cap="none" spc="0" normalizeH="0" baseline="0" noProof="0" dirty="0">
                <a:ln>
                  <a:noFill/>
                </a:ln>
                <a:solidFill>
                  <a:schemeClr val="tx1"/>
                </a:solidFill>
                <a:effectLst/>
                <a:uLnTx/>
                <a:uFillTx/>
                <a:latin typeface="+mn-ea"/>
                <a:cs typeface="OPPOSans M" pitchFamily="18" charset="-122"/>
                <a:sym typeface="+mn-lt"/>
              </a:endParaRPr>
            </a:p>
          </p:txBody>
        </p:sp>
        <p:sp>
          <p:nvSpPr>
            <p:cNvPr id="162" name="矩形: 圆角 86"/>
            <p:cNvSpPr/>
            <p:nvPr/>
          </p:nvSpPr>
          <p:spPr>
            <a:xfrm>
              <a:off x="2812476" y="5606813"/>
              <a:ext cx="2023634" cy="378301"/>
            </a:xfrm>
            <a:prstGeom prst="plaque">
              <a:avLst/>
            </a:prstGeom>
            <a:solidFill>
              <a:schemeClr val="bg1"/>
            </a:solidFill>
            <a:ln w="8092">
              <a:gradFill>
                <a:gsLst>
                  <a:gs pos="0">
                    <a:schemeClr val="accent2">
                      <a:lumMod val="75000"/>
                    </a:schemeClr>
                  </a:gs>
                  <a:gs pos="100000">
                    <a:schemeClr val="accent2">
                      <a:lumMod val="5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none" lIns="77670" tIns="38835" rIns="77670" bIns="38835"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361950" algn="ctr" defTabSz="914400"/>
              <a:endParaRPr lang="zh-CN" altLang="en-US" sz="1600" b="1" dirty="0">
                <a:solidFill>
                  <a:srgbClr val="7B250D"/>
                </a:solidFill>
                <a:latin typeface="+mn-ea"/>
              </a:endParaRPr>
            </a:p>
          </p:txBody>
        </p:sp>
        <p:sp>
          <p:nvSpPr>
            <p:cNvPr id="163" name="文本框 100"/>
            <p:cNvSpPr txBox="1"/>
            <p:nvPr/>
          </p:nvSpPr>
          <p:spPr>
            <a:xfrm>
              <a:off x="3154879" y="5611298"/>
              <a:ext cx="133882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solidFill>
                    <a:schemeClr val="accent2">
                      <a:lumMod val="75000"/>
                    </a:schemeClr>
                  </a:solidFill>
                  <a:latin typeface="思源黑体 CN Bold" panose="020B0800000000000000" pitchFamily="34" charset="-122"/>
                  <a:ea typeface="思源黑体 CN Bold" panose="020B0800000000000000" pitchFamily="34" charset="-122"/>
                </a:rPr>
                <a:t>双闭环反馈</a:t>
              </a:r>
              <a:endParaRPr lang="zh-CN" altLang="en-US" b="1" dirty="0">
                <a:solidFill>
                  <a:schemeClr val="accent2">
                    <a:lumMod val="75000"/>
                  </a:schemeClr>
                </a:solidFill>
                <a:latin typeface="思源黑体 CN Bold" panose="020B0800000000000000" pitchFamily="34" charset="-122"/>
                <a:ea typeface="思源黑体 CN Bold" panose="020B0800000000000000" pitchFamily="34" charset="-122"/>
              </a:endParaRPr>
            </a:p>
          </p:txBody>
        </p:sp>
        <p:sp>
          <p:nvSpPr>
            <p:cNvPr id="164" name="矩形 163"/>
            <p:cNvSpPr/>
            <p:nvPr/>
          </p:nvSpPr>
          <p:spPr>
            <a:xfrm>
              <a:off x="7655834" y="6077971"/>
              <a:ext cx="1290418" cy="240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b="1" u="none" strike="noStrike" kern="1200" cap="none" spc="0" normalizeH="0" baseline="0" noProof="0">
                  <a:ln>
                    <a:noFill/>
                  </a:ln>
                  <a:solidFill>
                    <a:schemeClr val="tx1"/>
                  </a:solidFill>
                  <a:effectLst/>
                  <a:uLnTx/>
                  <a:uFillTx/>
                  <a:latin typeface="+mn-ea"/>
                  <a:cs typeface="OPPOSans M" pitchFamily="18" charset="-122"/>
                  <a:sym typeface="+mn-lt"/>
                </a:rPr>
                <a:t>在线仪表盘显示</a:t>
              </a:r>
              <a:endParaRPr kumimoji="0" lang="zh-CN" altLang="en-US" sz="1400" b="1" u="none" strike="noStrike" kern="1200" cap="none" spc="0" normalizeH="0" baseline="0" noProof="0" dirty="0">
                <a:ln>
                  <a:noFill/>
                </a:ln>
                <a:solidFill>
                  <a:schemeClr val="tx1"/>
                </a:solidFill>
                <a:effectLst/>
                <a:uLnTx/>
                <a:uFillTx/>
                <a:latin typeface="+mn-ea"/>
                <a:cs typeface="OPPOSans M" pitchFamily="18" charset="-122"/>
                <a:sym typeface="+mn-lt"/>
              </a:endParaRPr>
            </a:p>
          </p:txBody>
        </p:sp>
        <p:sp>
          <p:nvSpPr>
            <p:cNvPr id="165" name="矩形: 圆角 86"/>
            <p:cNvSpPr/>
            <p:nvPr/>
          </p:nvSpPr>
          <p:spPr>
            <a:xfrm>
              <a:off x="7289226" y="5606813"/>
              <a:ext cx="2023634" cy="378301"/>
            </a:xfrm>
            <a:prstGeom prst="plaque">
              <a:avLst/>
            </a:prstGeom>
            <a:solidFill>
              <a:schemeClr val="bg1"/>
            </a:solidFill>
            <a:ln w="8092">
              <a:gradFill>
                <a:gsLst>
                  <a:gs pos="0">
                    <a:schemeClr val="accent2">
                      <a:lumMod val="75000"/>
                    </a:schemeClr>
                  </a:gs>
                  <a:gs pos="100000">
                    <a:schemeClr val="accent2">
                      <a:lumMod val="5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none" lIns="77670" tIns="38835" rIns="77670" bIns="38835"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361950" algn="ctr" defTabSz="914400"/>
              <a:endParaRPr lang="zh-CN" altLang="en-US" sz="1600" b="1" dirty="0">
                <a:solidFill>
                  <a:srgbClr val="7B250D"/>
                </a:solidFill>
                <a:latin typeface="+mn-ea"/>
              </a:endParaRPr>
            </a:p>
          </p:txBody>
        </p:sp>
        <p:sp>
          <p:nvSpPr>
            <p:cNvPr id="166" name="文本框 100"/>
            <p:cNvSpPr txBox="1"/>
            <p:nvPr/>
          </p:nvSpPr>
          <p:spPr>
            <a:xfrm>
              <a:off x="7631629" y="5611298"/>
              <a:ext cx="1338828" cy="36933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solidFill>
                    <a:schemeClr val="accent2">
                      <a:lumMod val="75000"/>
                    </a:schemeClr>
                  </a:solidFill>
                  <a:latin typeface="思源黑体 CN Bold" panose="020B0800000000000000" pitchFamily="34" charset="-122"/>
                  <a:ea typeface="思源黑体 CN Bold" panose="020B0800000000000000" pitchFamily="34" charset="-122"/>
                </a:rPr>
                <a:t>学分可视化</a:t>
              </a:r>
              <a:endParaRPr lang="zh-CN" altLang="en-US" b="1" dirty="0">
                <a:solidFill>
                  <a:schemeClr val="accent2">
                    <a:lumMod val="75000"/>
                  </a:schemeClr>
                </a:solidFill>
                <a:latin typeface="思源黑体 CN Bold" panose="020B0800000000000000" pitchFamily="34" charset="-122"/>
                <a:ea typeface="思源黑体 CN Bold" panose="020B0800000000000000" pitchFamily="34" charset="-122"/>
              </a:endParaRPr>
            </a:p>
          </p:txBody>
        </p:sp>
      </p:grpSp>
      <p:grpSp>
        <p:nvGrpSpPr>
          <p:cNvPr id="42" name="组合 41"/>
          <p:cNvGrpSpPr/>
          <p:nvPr/>
        </p:nvGrpSpPr>
        <p:grpSpPr>
          <a:xfrm>
            <a:off x="3003551" y="2136778"/>
            <a:ext cx="6356460" cy="4330698"/>
            <a:chOff x="3003551" y="2136778"/>
            <a:chExt cx="6356460" cy="4330698"/>
          </a:xfrm>
        </p:grpSpPr>
        <p:sp>
          <p:nvSpPr>
            <p:cNvPr id="44" name="Freeform 5"/>
            <p:cNvSpPr/>
            <p:nvPr/>
          </p:nvSpPr>
          <p:spPr bwMode="auto">
            <a:xfrm>
              <a:off x="5631713" y="2136778"/>
              <a:ext cx="590080" cy="1182683"/>
            </a:xfrm>
            <a:custGeom>
              <a:avLst/>
              <a:gdLst>
                <a:gd name="T0" fmla="*/ 79 w 160"/>
                <a:gd name="T1" fmla="*/ 0 h 285"/>
                <a:gd name="T2" fmla="*/ 160 w 160"/>
                <a:gd name="T3" fmla="*/ 137 h 285"/>
                <a:gd name="T4" fmla="*/ 82 w 160"/>
                <a:gd name="T5" fmla="*/ 285 h 285"/>
                <a:gd name="T6" fmla="*/ 0 w 160"/>
                <a:gd name="T7" fmla="*/ 142 h 285"/>
                <a:gd name="T8" fmla="*/ 79 w 160"/>
                <a:gd name="T9" fmla="*/ 0 h 285"/>
              </a:gdLst>
              <a:ahLst/>
              <a:cxnLst>
                <a:cxn ang="0">
                  <a:pos x="T0" y="T1"/>
                </a:cxn>
                <a:cxn ang="0">
                  <a:pos x="T2" y="T3"/>
                </a:cxn>
                <a:cxn ang="0">
                  <a:pos x="T4" y="T5"/>
                </a:cxn>
                <a:cxn ang="0">
                  <a:pos x="T6" y="T7"/>
                </a:cxn>
                <a:cxn ang="0">
                  <a:pos x="T8" y="T9"/>
                </a:cxn>
              </a:cxnLst>
              <a:rect l="0" t="0" r="r" b="b"/>
              <a:pathLst>
                <a:path w="160" h="285">
                  <a:moveTo>
                    <a:pt x="79" y="0"/>
                  </a:moveTo>
                  <a:cubicBezTo>
                    <a:pt x="79" y="0"/>
                    <a:pt x="160" y="48"/>
                    <a:pt x="160" y="137"/>
                  </a:cubicBezTo>
                  <a:cubicBezTo>
                    <a:pt x="160" y="194"/>
                    <a:pt x="128" y="258"/>
                    <a:pt x="82" y="285"/>
                  </a:cubicBezTo>
                  <a:cubicBezTo>
                    <a:pt x="64" y="264"/>
                    <a:pt x="0" y="230"/>
                    <a:pt x="0" y="142"/>
                  </a:cubicBezTo>
                  <a:cubicBezTo>
                    <a:pt x="0" y="89"/>
                    <a:pt x="25" y="31"/>
                    <a:pt x="79" y="0"/>
                  </a:cubicBezTo>
                  <a:close/>
                </a:path>
              </a:pathLst>
            </a:custGeom>
            <a:solidFill>
              <a:schemeClr val="accent1">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Freeform 6"/>
            <p:cNvSpPr/>
            <p:nvPr/>
          </p:nvSpPr>
          <p:spPr bwMode="auto">
            <a:xfrm>
              <a:off x="6603744" y="2884671"/>
              <a:ext cx="885120" cy="878258"/>
            </a:xfrm>
            <a:custGeom>
              <a:avLst/>
              <a:gdLst>
                <a:gd name="T0" fmla="*/ 210 w 240"/>
                <a:gd name="T1" fmla="*/ 11 h 239"/>
                <a:gd name="T2" fmla="*/ 183 w 240"/>
                <a:gd name="T3" fmla="*/ 168 h 239"/>
                <a:gd name="T4" fmla="*/ 27 w 240"/>
                <a:gd name="T5" fmla="*/ 230 h 239"/>
                <a:gd name="T6" fmla="*/ 57 w 240"/>
                <a:gd name="T7" fmla="*/ 68 h 239"/>
                <a:gd name="T8" fmla="*/ 210 w 240"/>
                <a:gd name="T9" fmla="*/ 11 h 239"/>
              </a:gdLst>
              <a:ahLst/>
              <a:cxnLst>
                <a:cxn ang="0">
                  <a:pos x="T0" y="T1"/>
                </a:cxn>
                <a:cxn ang="0">
                  <a:pos x="T2" y="T3"/>
                </a:cxn>
                <a:cxn ang="0">
                  <a:pos x="T4" y="T5"/>
                </a:cxn>
                <a:cxn ang="0">
                  <a:pos x="T6" y="T7"/>
                </a:cxn>
                <a:cxn ang="0">
                  <a:pos x="T8" y="T9"/>
                </a:cxn>
              </a:cxnLst>
              <a:rect l="0" t="0" r="r" b="b"/>
              <a:pathLst>
                <a:path w="240" h="239">
                  <a:moveTo>
                    <a:pt x="210" y="11"/>
                  </a:moveTo>
                  <a:cubicBezTo>
                    <a:pt x="210" y="11"/>
                    <a:pt x="240" y="101"/>
                    <a:pt x="183" y="168"/>
                  </a:cubicBezTo>
                  <a:cubicBezTo>
                    <a:pt x="145" y="212"/>
                    <a:pt x="79" y="239"/>
                    <a:pt x="27" y="230"/>
                  </a:cubicBezTo>
                  <a:cubicBezTo>
                    <a:pt x="27" y="202"/>
                    <a:pt x="0" y="135"/>
                    <a:pt x="57" y="68"/>
                  </a:cubicBezTo>
                  <a:cubicBezTo>
                    <a:pt x="92" y="28"/>
                    <a:pt x="148" y="0"/>
                    <a:pt x="210" y="11"/>
                  </a:cubicBezTo>
                  <a:close/>
                </a:path>
              </a:pathLst>
            </a:cu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b="1"/>
            </a:p>
          </p:txBody>
        </p:sp>
        <p:sp>
          <p:nvSpPr>
            <p:cNvPr id="46" name="Freeform 7"/>
            <p:cNvSpPr/>
            <p:nvPr/>
          </p:nvSpPr>
          <p:spPr bwMode="auto">
            <a:xfrm>
              <a:off x="4888396" y="2594205"/>
              <a:ext cx="651833" cy="914852"/>
            </a:xfrm>
            <a:custGeom>
              <a:avLst/>
              <a:gdLst>
                <a:gd name="T0" fmla="*/ 45 w 177"/>
                <a:gd name="T1" fmla="*/ 0 h 249"/>
                <a:gd name="T2" fmla="*/ 160 w 177"/>
                <a:gd name="T3" fmla="*/ 95 h 249"/>
                <a:gd name="T4" fmla="*/ 133 w 177"/>
                <a:gd name="T5" fmla="*/ 249 h 249"/>
                <a:gd name="T6" fmla="*/ 16 w 177"/>
                <a:gd name="T7" fmla="*/ 149 h 249"/>
                <a:gd name="T8" fmla="*/ 45 w 177"/>
                <a:gd name="T9" fmla="*/ 0 h 249"/>
              </a:gdLst>
              <a:ahLst/>
              <a:cxnLst>
                <a:cxn ang="0">
                  <a:pos x="T0" y="T1"/>
                </a:cxn>
                <a:cxn ang="0">
                  <a:pos x="T2" y="T3"/>
                </a:cxn>
                <a:cxn ang="0">
                  <a:pos x="T4" y="T5"/>
                </a:cxn>
                <a:cxn ang="0">
                  <a:pos x="T6" y="T7"/>
                </a:cxn>
                <a:cxn ang="0">
                  <a:pos x="T8" y="T9"/>
                </a:cxn>
              </a:cxnLst>
              <a:rect l="0" t="0" r="r" b="b"/>
              <a:pathLst>
                <a:path w="177" h="249">
                  <a:moveTo>
                    <a:pt x="45" y="0"/>
                  </a:moveTo>
                  <a:cubicBezTo>
                    <a:pt x="45" y="0"/>
                    <a:pt x="134" y="16"/>
                    <a:pt x="160" y="95"/>
                  </a:cubicBezTo>
                  <a:cubicBezTo>
                    <a:pt x="177" y="145"/>
                    <a:pt x="167" y="211"/>
                    <a:pt x="133" y="249"/>
                  </a:cubicBezTo>
                  <a:cubicBezTo>
                    <a:pt x="110" y="236"/>
                    <a:pt x="42" y="226"/>
                    <a:pt x="16" y="149"/>
                  </a:cubicBezTo>
                  <a:cubicBezTo>
                    <a:pt x="0" y="102"/>
                    <a:pt x="5" y="44"/>
                    <a:pt x="45" y="0"/>
                  </a:cubicBezTo>
                  <a:close/>
                </a:path>
              </a:pathLst>
            </a:cu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b="1"/>
            </a:p>
          </p:txBody>
        </p:sp>
        <p:sp>
          <p:nvSpPr>
            <p:cNvPr id="47" name="Freeform 8"/>
            <p:cNvSpPr/>
            <p:nvPr/>
          </p:nvSpPr>
          <p:spPr bwMode="auto">
            <a:xfrm>
              <a:off x="4126781" y="3774365"/>
              <a:ext cx="935437" cy="725021"/>
            </a:xfrm>
            <a:custGeom>
              <a:avLst/>
              <a:gdLst>
                <a:gd name="T0" fmla="*/ 0 w 254"/>
                <a:gd name="T1" fmla="*/ 62 h 197"/>
                <a:gd name="T2" fmla="*/ 144 w 254"/>
                <a:gd name="T3" fmla="*/ 24 h 197"/>
                <a:gd name="T4" fmla="*/ 254 w 254"/>
                <a:gd name="T5" fmla="*/ 136 h 197"/>
                <a:gd name="T6" fmla="*/ 104 w 254"/>
                <a:gd name="T7" fmla="*/ 173 h 197"/>
                <a:gd name="T8" fmla="*/ 0 w 254"/>
                <a:gd name="T9" fmla="*/ 62 h 197"/>
              </a:gdLst>
              <a:ahLst/>
              <a:cxnLst>
                <a:cxn ang="0">
                  <a:pos x="T0" y="T1"/>
                </a:cxn>
                <a:cxn ang="0">
                  <a:pos x="T2" y="T3"/>
                </a:cxn>
                <a:cxn ang="0">
                  <a:pos x="T4" y="T5"/>
                </a:cxn>
                <a:cxn ang="0">
                  <a:pos x="T6" y="T7"/>
                </a:cxn>
                <a:cxn ang="0">
                  <a:pos x="T8" y="T9"/>
                </a:cxn>
              </a:cxnLst>
              <a:rect l="0" t="0" r="r" b="b"/>
              <a:pathLst>
                <a:path w="254" h="197">
                  <a:moveTo>
                    <a:pt x="0" y="62"/>
                  </a:moveTo>
                  <a:cubicBezTo>
                    <a:pt x="0" y="62"/>
                    <a:pt x="65" y="0"/>
                    <a:pt x="144" y="24"/>
                  </a:cubicBezTo>
                  <a:cubicBezTo>
                    <a:pt x="195" y="40"/>
                    <a:pt x="243" y="87"/>
                    <a:pt x="254" y="136"/>
                  </a:cubicBezTo>
                  <a:cubicBezTo>
                    <a:pt x="230" y="147"/>
                    <a:pt x="182" y="197"/>
                    <a:pt x="104" y="173"/>
                  </a:cubicBezTo>
                  <a:cubicBezTo>
                    <a:pt x="57" y="159"/>
                    <a:pt x="12" y="120"/>
                    <a:pt x="0" y="62"/>
                  </a:cubicBezTo>
                  <a:close/>
                </a:path>
              </a:pathLst>
            </a:cu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b="1"/>
            </a:p>
          </p:txBody>
        </p:sp>
        <p:sp>
          <p:nvSpPr>
            <p:cNvPr id="48" name="Freeform 9"/>
            <p:cNvSpPr/>
            <p:nvPr/>
          </p:nvSpPr>
          <p:spPr bwMode="auto">
            <a:xfrm>
              <a:off x="5112535" y="3774365"/>
              <a:ext cx="523754" cy="580931"/>
            </a:xfrm>
            <a:custGeom>
              <a:avLst/>
              <a:gdLst>
                <a:gd name="T0" fmla="*/ 16 w 142"/>
                <a:gd name="T1" fmla="*/ 9 h 158"/>
                <a:gd name="T2" fmla="*/ 113 w 142"/>
                <a:gd name="T3" fmla="*/ 46 h 158"/>
                <a:gd name="T4" fmla="*/ 128 w 142"/>
                <a:gd name="T5" fmla="*/ 153 h 158"/>
                <a:gd name="T6" fmla="*/ 30 w 142"/>
                <a:gd name="T7" fmla="*/ 113 h 158"/>
                <a:gd name="T8" fmla="*/ 16 w 142"/>
                <a:gd name="T9" fmla="*/ 9 h 158"/>
              </a:gdLst>
              <a:ahLst/>
              <a:cxnLst>
                <a:cxn ang="0">
                  <a:pos x="T0" y="T1"/>
                </a:cxn>
                <a:cxn ang="0">
                  <a:pos x="T2" y="T3"/>
                </a:cxn>
                <a:cxn ang="0">
                  <a:pos x="T4" y="T5"/>
                </a:cxn>
                <a:cxn ang="0">
                  <a:pos x="T6" y="T7"/>
                </a:cxn>
                <a:cxn ang="0">
                  <a:pos x="T8" y="T9"/>
                </a:cxn>
              </a:cxnLst>
              <a:rect l="0" t="0" r="r" b="b"/>
              <a:pathLst>
                <a:path w="142" h="158">
                  <a:moveTo>
                    <a:pt x="16" y="9"/>
                  </a:moveTo>
                  <a:cubicBezTo>
                    <a:pt x="16" y="9"/>
                    <a:pt x="78" y="0"/>
                    <a:pt x="113" y="46"/>
                  </a:cubicBezTo>
                  <a:cubicBezTo>
                    <a:pt x="135" y="75"/>
                    <a:pt x="142" y="121"/>
                    <a:pt x="128" y="153"/>
                  </a:cubicBezTo>
                  <a:cubicBezTo>
                    <a:pt x="111" y="150"/>
                    <a:pt x="64" y="158"/>
                    <a:pt x="30" y="113"/>
                  </a:cubicBezTo>
                  <a:cubicBezTo>
                    <a:pt x="9" y="86"/>
                    <a:pt x="0" y="46"/>
                    <a:pt x="16" y="9"/>
                  </a:cubicBezTo>
                  <a:close/>
                </a:path>
              </a:pathLst>
            </a:cu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9" name="Freeform 10"/>
            <p:cNvSpPr/>
            <p:nvPr/>
          </p:nvSpPr>
          <p:spPr bwMode="auto">
            <a:xfrm>
              <a:off x="6102862" y="3188859"/>
              <a:ext cx="452852" cy="601516"/>
            </a:xfrm>
            <a:custGeom>
              <a:avLst/>
              <a:gdLst>
                <a:gd name="T0" fmla="*/ 83 w 123"/>
                <a:gd name="T1" fmla="*/ 0 h 163"/>
                <a:gd name="T2" fmla="*/ 109 w 123"/>
                <a:gd name="T3" fmla="*/ 91 h 163"/>
                <a:gd name="T4" fmla="*/ 39 w 123"/>
                <a:gd name="T5" fmla="*/ 163 h 163"/>
                <a:gd name="T6" fmla="*/ 13 w 123"/>
                <a:gd name="T7" fmla="*/ 68 h 163"/>
                <a:gd name="T8" fmla="*/ 83 w 123"/>
                <a:gd name="T9" fmla="*/ 0 h 163"/>
              </a:gdLst>
              <a:ahLst/>
              <a:cxnLst>
                <a:cxn ang="0">
                  <a:pos x="T0" y="T1"/>
                </a:cxn>
                <a:cxn ang="0">
                  <a:pos x="T2" y="T3"/>
                </a:cxn>
                <a:cxn ang="0">
                  <a:pos x="T4" y="T5"/>
                </a:cxn>
                <a:cxn ang="0">
                  <a:pos x="T6" y="T7"/>
                </a:cxn>
                <a:cxn ang="0">
                  <a:pos x="T8" y="T9"/>
                </a:cxn>
              </a:cxnLst>
              <a:rect l="0" t="0" r="r" b="b"/>
              <a:pathLst>
                <a:path w="123" h="163">
                  <a:moveTo>
                    <a:pt x="83" y="0"/>
                  </a:moveTo>
                  <a:cubicBezTo>
                    <a:pt x="83" y="0"/>
                    <a:pt x="123" y="40"/>
                    <a:pt x="109" y="91"/>
                  </a:cubicBezTo>
                  <a:cubicBezTo>
                    <a:pt x="100" y="124"/>
                    <a:pt x="71" y="155"/>
                    <a:pt x="39" y="163"/>
                  </a:cubicBezTo>
                  <a:cubicBezTo>
                    <a:pt x="32" y="148"/>
                    <a:pt x="0" y="119"/>
                    <a:pt x="13" y="68"/>
                  </a:cubicBezTo>
                  <a:cubicBezTo>
                    <a:pt x="22" y="38"/>
                    <a:pt x="46" y="9"/>
                    <a:pt x="83" y="0"/>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0" name="Freeform 11"/>
            <p:cNvSpPr/>
            <p:nvPr/>
          </p:nvSpPr>
          <p:spPr bwMode="auto">
            <a:xfrm>
              <a:off x="6903358" y="4789851"/>
              <a:ext cx="635822" cy="503169"/>
            </a:xfrm>
            <a:custGeom>
              <a:avLst/>
              <a:gdLst>
                <a:gd name="T0" fmla="*/ 173 w 173"/>
                <a:gd name="T1" fmla="*/ 95 h 137"/>
                <a:gd name="T2" fmla="*/ 74 w 173"/>
                <a:gd name="T3" fmla="*/ 119 h 137"/>
                <a:gd name="T4" fmla="*/ 0 w 173"/>
                <a:gd name="T5" fmla="*/ 41 h 137"/>
                <a:gd name="T6" fmla="*/ 103 w 173"/>
                <a:gd name="T7" fmla="*/ 17 h 137"/>
                <a:gd name="T8" fmla="*/ 173 w 173"/>
                <a:gd name="T9" fmla="*/ 95 h 137"/>
              </a:gdLst>
              <a:ahLst/>
              <a:cxnLst>
                <a:cxn ang="0">
                  <a:pos x="T0" y="T1"/>
                </a:cxn>
                <a:cxn ang="0">
                  <a:pos x="T2" y="T3"/>
                </a:cxn>
                <a:cxn ang="0">
                  <a:pos x="T4" y="T5"/>
                </a:cxn>
                <a:cxn ang="0">
                  <a:pos x="T6" y="T7"/>
                </a:cxn>
                <a:cxn ang="0">
                  <a:pos x="T8" y="T9"/>
                </a:cxn>
              </a:cxnLst>
              <a:rect l="0" t="0" r="r" b="b"/>
              <a:pathLst>
                <a:path w="173" h="137">
                  <a:moveTo>
                    <a:pt x="173" y="95"/>
                  </a:moveTo>
                  <a:cubicBezTo>
                    <a:pt x="173" y="95"/>
                    <a:pt x="128" y="137"/>
                    <a:pt x="74" y="119"/>
                  </a:cubicBezTo>
                  <a:cubicBezTo>
                    <a:pt x="39" y="108"/>
                    <a:pt x="7" y="75"/>
                    <a:pt x="0" y="41"/>
                  </a:cubicBezTo>
                  <a:cubicBezTo>
                    <a:pt x="16" y="34"/>
                    <a:pt x="49" y="0"/>
                    <a:pt x="103" y="17"/>
                  </a:cubicBezTo>
                  <a:cubicBezTo>
                    <a:pt x="135" y="28"/>
                    <a:pt x="165" y="55"/>
                    <a:pt x="173" y="95"/>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1" name="Freeform 12"/>
            <p:cNvSpPr/>
            <p:nvPr/>
          </p:nvSpPr>
          <p:spPr bwMode="auto">
            <a:xfrm>
              <a:off x="4460702" y="4638900"/>
              <a:ext cx="612951" cy="372803"/>
            </a:xfrm>
            <a:custGeom>
              <a:avLst/>
              <a:gdLst>
                <a:gd name="T0" fmla="*/ 0 w 166"/>
                <a:gd name="T1" fmla="*/ 56 h 101"/>
                <a:gd name="T2" fmla="*/ 77 w 166"/>
                <a:gd name="T3" fmla="*/ 2 h 101"/>
                <a:gd name="T4" fmla="*/ 166 w 166"/>
                <a:gd name="T5" fmla="*/ 44 h 101"/>
                <a:gd name="T6" fmla="*/ 86 w 166"/>
                <a:gd name="T7" fmla="*/ 99 h 101"/>
                <a:gd name="T8" fmla="*/ 0 w 166"/>
                <a:gd name="T9" fmla="*/ 56 h 101"/>
              </a:gdLst>
              <a:ahLst/>
              <a:cxnLst>
                <a:cxn ang="0">
                  <a:pos x="T0" y="T1"/>
                </a:cxn>
                <a:cxn ang="0">
                  <a:pos x="T2" y="T3"/>
                </a:cxn>
                <a:cxn ang="0">
                  <a:pos x="T4" y="T5"/>
                </a:cxn>
                <a:cxn ang="0">
                  <a:pos x="T6" y="T7"/>
                </a:cxn>
                <a:cxn ang="0">
                  <a:pos x="T8" y="T9"/>
                </a:cxn>
              </a:cxnLst>
              <a:rect l="0" t="0" r="r" b="b"/>
              <a:pathLst>
                <a:path w="166" h="100">
                  <a:moveTo>
                    <a:pt x="0" y="56"/>
                  </a:moveTo>
                  <a:cubicBezTo>
                    <a:pt x="0" y="56"/>
                    <a:pt x="25" y="5"/>
                    <a:pt x="77" y="2"/>
                  </a:cubicBezTo>
                  <a:cubicBezTo>
                    <a:pt x="111" y="0"/>
                    <a:pt x="149" y="17"/>
                    <a:pt x="166" y="44"/>
                  </a:cubicBezTo>
                  <a:cubicBezTo>
                    <a:pt x="155" y="56"/>
                    <a:pt x="137" y="96"/>
                    <a:pt x="86" y="99"/>
                  </a:cubicBezTo>
                  <a:cubicBezTo>
                    <a:pt x="55" y="101"/>
                    <a:pt x="21" y="88"/>
                    <a:pt x="0" y="56"/>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2" name="Freeform 13"/>
            <p:cNvSpPr/>
            <p:nvPr/>
          </p:nvSpPr>
          <p:spPr bwMode="auto">
            <a:xfrm>
              <a:off x="4524742" y="3332949"/>
              <a:ext cx="397961" cy="397961"/>
            </a:xfrm>
            <a:custGeom>
              <a:avLst/>
              <a:gdLst>
                <a:gd name="T0" fmla="*/ 5 w 108"/>
                <a:gd name="T1" fmla="*/ 15 h 108"/>
                <a:gd name="T2" fmla="*/ 76 w 108"/>
                <a:gd name="T3" fmla="*/ 25 h 108"/>
                <a:gd name="T4" fmla="*/ 103 w 108"/>
                <a:gd name="T5" fmla="*/ 95 h 108"/>
                <a:gd name="T6" fmla="*/ 31 w 108"/>
                <a:gd name="T7" fmla="*/ 83 h 108"/>
                <a:gd name="T8" fmla="*/ 5 w 108"/>
                <a:gd name="T9" fmla="*/ 15 h 108"/>
              </a:gdLst>
              <a:ahLst/>
              <a:cxnLst>
                <a:cxn ang="0">
                  <a:pos x="T0" y="T1"/>
                </a:cxn>
                <a:cxn ang="0">
                  <a:pos x="T2" y="T3"/>
                </a:cxn>
                <a:cxn ang="0">
                  <a:pos x="T4" y="T5"/>
                </a:cxn>
                <a:cxn ang="0">
                  <a:pos x="T6" y="T7"/>
                </a:cxn>
                <a:cxn ang="0">
                  <a:pos x="T8" y="T9"/>
                </a:cxn>
              </a:cxnLst>
              <a:rect l="0" t="0" r="r" b="b"/>
              <a:pathLst>
                <a:path w="108" h="108">
                  <a:moveTo>
                    <a:pt x="5" y="15"/>
                  </a:moveTo>
                  <a:cubicBezTo>
                    <a:pt x="5" y="15"/>
                    <a:pt x="45" y="0"/>
                    <a:pt x="76" y="25"/>
                  </a:cubicBezTo>
                  <a:cubicBezTo>
                    <a:pt x="95" y="41"/>
                    <a:pt x="108" y="71"/>
                    <a:pt x="103" y="95"/>
                  </a:cubicBezTo>
                  <a:cubicBezTo>
                    <a:pt x="91" y="95"/>
                    <a:pt x="61" y="108"/>
                    <a:pt x="31" y="83"/>
                  </a:cubicBezTo>
                  <a:cubicBezTo>
                    <a:pt x="13" y="68"/>
                    <a:pt x="0" y="43"/>
                    <a:pt x="5" y="15"/>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3" name="Freeform 14"/>
            <p:cNvSpPr/>
            <p:nvPr/>
          </p:nvSpPr>
          <p:spPr bwMode="auto">
            <a:xfrm>
              <a:off x="6704378" y="3961909"/>
              <a:ext cx="400249" cy="338495"/>
            </a:xfrm>
            <a:custGeom>
              <a:avLst/>
              <a:gdLst>
                <a:gd name="T0" fmla="*/ 108 w 109"/>
                <a:gd name="T1" fmla="*/ 14 h 92"/>
                <a:gd name="T2" fmla="*/ 75 w 109"/>
                <a:gd name="T3" fmla="*/ 77 h 92"/>
                <a:gd name="T4" fmla="*/ 0 w 109"/>
                <a:gd name="T5" fmla="*/ 80 h 92"/>
                <a:gd name="T6" fmla="*/ 35 w 109"/>
                <a:gd name="T7" fmla="*/ 16 h 92"/>
                <a:gd name="T8" fmla="*/ 108 w 109"/>
                <a:gd name="T9" fmla="*/ 14 h 92"/>
              </a:gdLst>
              <a:ahLst/>
              <a:cxnLst>
                <a:cxn ang="0">
                  <a:pos x="T0" y="T1"/>
                </a:cxn>
                <a:cxn ang="0">
                  <a:pos x="T2" y="T3"/>
                </a:cxn>
                <a:cxn ang="0">
                  <a:pos x="T4" y="T5"/>
                </a:cxn>
                <a:cxn ang="0">
                  <a:pos x="T6" y="T7"/>
                </a:cxn>
                <a:cxn ang="0">
                  <a:pos x="T8" y="T9"/>
                </a:cxn>
              </a:cxnLst>
              <a:rect l="0" t="0" r="r" b="b"/>
              <a:pathLst>
                <a:path w="109" h="92">
                  <a:moveTo>
                    <a:pt x="108" y="14"/>
                  </a:moveTo>
                  <a:cubicBezTo>
                    <a:pt x="108" y="14"/>
                    <a:pt x="109" y="57"/>
                    <a:pt x="75" y="77"/>
                  </a:cubicBezTo>
                  <a:cubicBezTo>
                    <a:pt x="53" y="90"/>
                    <a:pt x="21" y="92"/>
                    <a:pt x="0" y="80"/>
                  </a:cubicBezTo>
                  <a:cubicBezTo>
                    <a:pt x="4" y="68"/>
                    <a:pt x="2" y="36"/>
                    <a:pt x="35" y="16"/>
                  </a:cubicBezTo>
                  <a:cubicBezTo>
                    <a:pt x="55" y="3"/>
                    <a:pt x="83" y="0"/>
                    <a:pt x="108" y="14"/>
                  </a:cubicBezTo>
                  <a:close/>
                </a:path>
              </a:pathLst>
            </a:cu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4" name="Freeform 15"/>
            <p:cNvSpPr/>
            <p:nvPr/>
          </p:nvSpPr>
          <p:spPr bwMode="auto">
            <a:xfrm>
              <a:off x="7369932" y="3495335"/>
              <a:ext cx="402535" cy="340783"/>
            </a:xfrm>
            <a:custGeom>
              <a:avLst/>
              <a:gdLst>
                <a:gd name="T0" fmla="*/ 108 w 109"/>
                <a:gd name="T1" fmla="*/ 14 h 93"/>
                <a:gd name="T2" fmla="*/ 75 w 109"/>
                <a:gd name="T3" fmla="*/ 78 h 93"/>
                <a:gd name="T4" fmla="*/ 0 w 109"/>
                <a:gd name="T5" fmla="*/ 81 h 93"/>
                <a:gd name="T6" fmla="*/ 35 w 109"/>
                <a:gd name="T7" fmla="*/ 16 h 93"/>
                <a:gd name="T8" fmla="*/ 108 w 109"/>
                <a:gd name="T9" fmla="*/ 14 h 93"/>
              </a:gdLst>
              <a:ahLst/>
              <a:cxnLst>
                <a:cxn ang="0">
                  <a:pos x="T0" y="T1"/>
                </a:cxn>
                <a:cxn ang="0">
                  <a:pos x="T2" y="T3"/>
                </a:cxn>
                <a:cxn ang="0">
                  <a:pos x="T4" y="T5"/>
                </a:cxn>
                <a:cxn ang="0">
                  <a:pos x="T6" y="T7"/>
                </a:cxn>
                <a:cxn ang="0">
                  <a:pos x="T8" y="T9"/>
                </a:cxn>
              </a:cxnLst>
              <a:rect l="0" t="0" r="r" b="b"/>
              <a:pathLst>
                <a:path w="109" h="93">
                  <a:moveTo>
                    <a:pt x="108" y="14"/>
                  </a:moveTo>
                  <a:cubicBezTo>
                    <a:pt x="108" y="14"/>
                    <a:pt x="109" y="57"/>
                    <a:pt x="75" y="78"/>
                  </a:cubicBezTo>
                  <a:cubicBezTo>
                    <a:pt x="54" y="91"/>
                    <a:pt x="22" y="93"/>
                    <a:pt x="0" y="81"/>
                  </a:cubicBezTo>
                  <a:cubicBezTo>
                    <a:pt x="4" y="69"/>
                    <a:pt x="2" y="36"/>
                    <a:pt x="35" y="16"/>
                  </a:cubicBezTo>
                  <a:cubicBezTo>
                    <a:pt x="55" y="4"/>
                    <a:pt x="83" y="0"/>
                    <a:pt x="108" y="14"/>
                  </a:cubicBezTo>
                  <a:close/>
                </a:path>
              </a:pathLst>
            </a:custGeom>
            <a:solidFill>
              <a:srgbClr val="D9E2F3"/>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5" name="Freeform 16"/>
            <p:cNvSpPr/>
            <p:nvPr/>
          </p:nvSpPr>
          <p:spPr bwMode="auto">
            <a:xfrm>
              <a:off x="6487100" y="2578196"/>
              <a:ext cx="393386" cy="402535"/>
            </a:xfrm>
            <a:custGeom>
              <a:avLst/>
              <a:gdLst>
                <a:gd name="T0" fmla="*/ 90 w 107"/>
                <a:gd name="T1" fmla="*/ 4 h 109"/>
                <a:gd name="T2" fmla="*/ 84 w 107"/>
                <a:gd name="T3" fmla="*/ 75 h 109"/>
                <a:gd name="T4" fmla="*/ 16 w 107"/>
                <a:gd name="T5" fmla="*/ 106 h 109"/>
                <a:gd name="T6" fmla="*/ 23 w 107"/>
                <a:gd name="T7" fmla="*/ 33 h 109"/>
                <a:gd name="T8" fmla="*/ 90 w 107"/>
                <a:gd name="T9" fmla="*/ 4 h 109"/>
              </a:gdLst>
              <a:ahLst/>
              <a:cxnLst>
                <a:cxn ang="0">
                  <a:pos x="T0" y="T1"/>
                </a:cxn>
                <a:cxn ang="0">
                  <a:pos x="T2" y="T3"/>
                </a:cxn>
                <a:cxn ang="0">
                  <a:pos x="T4" y="T5"/>
                </a:cxn>
                <a:cxn ang="0">
                  <a:pos x="T6" y="T7"/>
                </a:cxn>
                <a:cxn ang="0">
                  <a:pos x="T8" y="T9"/>
                </a:cxn>
              </a:cxnLst>
              <a:rect l="0" t="0" r="r" b="b"/>
              <a:pathLst>
                <a:path w="107" h="109">
                  <a:moveTo>
                    <a:pt x="90" y="4"/>
                  </a:moveTo>
                  <a:cubicBezTo>
                    <a:pt x="90" y="4"/>
                    <a:pt x="107" y="43"/>
                    <a:pt x="84" y="75"/>
                  </a:cubicBezTo>
                  <a:cubicBezTo>
                    <a:pt x="68" y="95"/>
                    <a:pt x="40" y="109"/>
                    <a:pt x="16" y="106"/>
                  </a:cubicBezTo>
                  <a:cubicBezTo>
                    <a:pt x="15" y="93"/>
                    <a:pt x="0" y="64"/>
                    <a:pt x="23" y="33"/>
                  </a:cubicBezTo>
                  <a:cubicBezTo>
                    <a:pt x="37" y="14"/>
                    <a:pt x="62" y="0"/>
                    <a:pt x="90" y="4"/>
                  </a:cubicBezTo>
                  <a:close/>
                </a:path>
              </a:pathLst>
            </a:cu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6" name="Freeform 17"/>
            <p:cNvSpPr/>
            <p:nvPr/>
          </p:nvSpPr>
          <p:spPr bwMode="auto">
            <a:xfrm>
              <a:off x="5091950" y="5062020"/>
              <a:ext cx="352218" cy="343070"/>
            </a:xfrm>
            <a:custGeom>
              <a:avLst/>
              <a:gdLst>
                <a:gd name="T0" fmla="*/ 11 w 96"/>
                <a:gd name="T1" fmla="*/ 87 h 93"/>
                <a:gd name="T2" fmla="*/ 24 w 96"/>
                <a:gd name="T3" fmla="*/ 25 h 93"/>
                <a:gd name="T4" fmla="*/ 87 w 96"/>
                <a:gd name="T5" fmla="*/ 6 h 93"/>
                <a:gd name="T6" fmla="*/ 73 w 96"/>
                <a:gd name="T7" fmla="*/ 69 h 93"/>
                <a:gd name="T8" fmla="*/ 11 w 96"/>
                <a:gd name="T9" fmla="*/ 87 h 93"/>
              </a:gdLst>
              <a:ahLst/>
              <a:cxnLst>
                <a:cxn ang="0">
                  <a:pos x="T0" y="T1"/>
                </a:cxn>
                <a:cxn ang="0">
                  <a:pos x="T2" y="T3"/>
                </a:cxn>
                <a:cxn ang="0">
                  <a:pos x="T4" y="T5"/>
                </a:cxn>
                <a:cxn ang="0">
                  <a:pos x="T6" y="T7"/>
                </a:cxn>
                <a:cxn ang="0">
                  <a:pos x="T8" y="T9"/>
                </a:cxn>
              </a:cxnLst>
              <a:rect l="0" t="0" r="r" b="b"/>
              <a:pathLst>
                <a:path w="96" h="93">
                  <a:moveTo>
                    <a:pt x="11" y="87"/>
                  </a:moveTo>
                  <a:cubicBezTo>
                    <a:pt x="11" y="87"/>
                    <a:pt x="0" y="50"/>
                    <a:pt x="24" y="25"/>
                  </a:cubicBezTo>
                  <a:cubicBezTo>
                    <a:pt x="40" y="9"/>
                    <a:pt x="67" y="0"/>
                    <a:pt x="87" y="6"/>
                  </a:cubicBezTo>
                  <a:cubicBezTo>
                    <a:pt x="87" y="17"/>
                    <a:pt x="96" y="44"/>
                    <a:pt x="73" y="69"/>
                  </a:cubicBezTo>
                  <a:cubicBezTo>
                    <a:pt x="58" y="84"/>
                    <a:pt x="35" y="93"/>
                    <a:pt x="11" y="87"/>
                  </a:cubicBezTo>
                  <a:close/>
                </a:path>
              </a:pathLst>
            </a:custGeom>
            <a:solidFill>
              <a:schemeClr val="accent2">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7" name="Freeform 18"/>
            <p:cNvSpPr/>
            <p:nvPr/>
          </p:nvSpPr>
          <p:spPr bwMode="auto">
            <a:xfrm>
              <a:off x="7122922" y="3977920"/>
              <a:ext cx="942298" cy="635822"/>
            </a:xfrm>
            <a:custGeom>
              <a:avLst/>
              <a:gdLst>
                <a:gd name="T0" fmla="*/ 256 w 256"/>
                <a:gd name="T1" fmla="*/ 55 h 173"/>
                <a:gd name="T2" fmla="*/ 151 w 256"/>
                <a:gd name="T3" fmla="*/ 160 h 173"/>
                <a:gd name="T4" fmla="*/ 0 w 256"/>
                <a:gd name="T5" fmla="*/ 119 h 173"/>
                <a:gd name="T6" fmla="*/ 110 w 256"/>
                <a:gd name="T7" fmla="*/ 12 h 173"/>
                <a:gd name="T8" fmla="*/ 256 w 256"/>
                <a:gd name="T9" fmla="*/ 55 h 173"/>
              </a:gdLst>
              <a:ahLst/>
              <a:cxnLst>
                <a:cxn ang="0">
                  <a:pos x="T0" y="T1"/>
                </a:cxn>
                <a:cxn ang="0">
                  <a:pos x="T2" y="T3"/>
                </a:cxn>
                <a:cxn ang="0">
                  <a:pos x="T4" y="T5"/>
                </a:cxn>
                <a:cxn ang="0">
                  <a:pos x="T6" y="T7"/>
                </a:cxn>
                <a:cxn ang="0">
                  <a:pos x="T8" y="T9"/>
                </a:cxn>
              </a:cxnLst>
              <a:rect l="0" t="0" r="r" b="b"/>
              <a:pathLst>
                <a:path w="256" h="173">
                  <a:moveTo>
                    <a:pt x="256" y="55"/>
                  </a:moveTo>
                  <a:cubicBezTo>
                    <a:pt x="256" y="55"/>
                    <a:pt x="231" y="141"/>
                    <a:pt x="151" y="160"/>
                  </a:cubicBezTo>
                  <a:cubicBezTo>
                    <a:pt x="99" y="173"/>
                    <a:pt x="34" y="156"/>
                    <a:pt x="0" y="119"/>
                  </a:cubicBezTo>
                  <a:cubicBezTo>
                    <a:pt x="15" y="98"/>
                    <a:pt x="31" y="30"/>
                    <a:pt x="110" y="12"/>
                  </a:cubicBezTo>
                  <a:cubicBezTo>
                    <a:pt x="158" y="0"/>
                    <a:pt x="216" y="11"/>
                    <a:pt x="256" y="55"/>
                  </a:cubicBezTo>
                  <a:close/>
                </a:path>
              </a:pathLst>
            </a:custGeom>
            <a:solidFill>
              <a:schemeClr val="accent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600" b="1"/>
            </a:p>
          </p:txBody>
        </p:sp>
        <p:sp>
          <p:nvSpPr>
            <p:cNvPr id="63" name="任意多边形: 形状 62" descr="D:\51PPT模板网\51pptmoban.com\图片.jpg"/>
            <p:cNvSpPr/>
            <p:nvPr/>
          </p:nvSpPr>
          <p:spPr bwMode="auto">
            <a:xfrm>
              <a:off x="5105449" y="3664583"/>
              <a:ext cx="1965713" cy="2802893"/>
            </a:xfrm>
            <a:custGeom>
              <a:avLst/>
              <a:gdLst>
                <a:gd name="connsiteX0" fmla="*/ 822241 w 1965713"/>
                <a:gd name="connsiteY0" fmla="*/ 0 h 2802893"/>
                <a:gd name="connsiteX1" fmla="*/ 954702 w 1965713"/>
                <a:gd name="connsiteY1" fmla="*/ 478040 h 2802893"/>
                <a:gd name="connsiteX2" fmla="*/ 1061407 w 1965713"/>
                <a:gd name="connsiteY2" fmla="*/ 728092 h 2802893"/>
                <a:gd name="connsiteX3" fmla="*/ 1146035 w 1965713"/>
                <a:gd name="connsiteY3" fmla="*/ 750155 h 2802893"/>
                <a:gd name="connsiteX4" fmla="*/ 1429355 w 1965713"/>
                <a:gd name="connsiteY4" fmla="*/ 378755 h 2802893"/>
                <a:gd name="connsiteX5" fmla="*/ 1215945 w 1965713"/>
                <a:gd name="connsiteY5" fmla="*/ 1003884 h 2802893"/>
                <a:gd name="connsiteX6" fmla="*/ 1289535 w 1965713"/>
                <a:gd name="connsiteY6" fmla="*/ 1316449 h 2802893"/>
                <a:gd name="connsiteX7" fmla="*/ 1845136 w 1965713"/>
                <a:gd name="connsiteY7" fmla="*/ 889890 h 2802893"/>
                <a:gd name="connsiteX8" fmla="*/ 1396240 w 1965713"/>
                <a:gd name="connsiteY8" fmla="*/ 1500311 h 2802893"/>
                <a:gd name="connsiteX9" fmla="*/ 1370483 w 1965713"/>
                <a:gd name="connsiteY9" fmla="*/ 1757717 h 2802893"/>
                <a:gd name="connsiteX10" fmla="*/ 1385201 w 1965713"/>
                <a:gd name="connsiteY10" fmla="*/ 2169567 h 2802893"/>
                <a:gd name="connsiteX11" fmla="*/ 1322650 w 1965713"/>
                <a:gd name="connsiteY11" fmla="*/ 2533612 h 2802893"/>
                <a:gd name="connsiteX12" fmla="*/ 1941507 w 1965713"/>
                <a:gd name="connsiteY12" fmla="*/ 2776892 h 2802893"/>
                <a:gd name="connsiteX13" fmla="*/ 1965713 w 1965713"/>
                <a:gd name="connsiteY13" fmla="*/ 2802893 h 2802893"/>
                <a:gd name="connsiteX14" fmla="*/ 0 w 1965713"/>
                <a:gd name="connsiteY14" fmla="*/ 2802893 h 2802893"/>
                <a:gd name="connsiteX15" fmla="*/ 34143 w 1965713"/>
                <a:gd name="connsiteY15" fmla="*/ 2780964 h 2802893"/>
                <a:gd name="connsiteX16" fmla="*/ 686101 w 1965713"/>
                <a:gd name="connsiteY16" fmla="*/ 2577739 h 2802893"/>
                <a:gd name="connsiteX17" fmla="*/ 881113 w 1965713"/>
                <a:gd name="connsiteY17" fmla="*/ 1937901 h 2802893"/>
                <a:gd name="connsiteX18" fmla="*/ 108422 w 1965713"/>
                <a:gd name="connsiteY18" fmla="*/ 893567 h 2802893"/>
                <a:gd name="connsiteX19" fmla="*/ 925267 w 1965713"/>
                <a:gd name="connsiteY19" fmla="*/ 1419411 h 2802893"/>
                <a:gd name="connsiteX20" fmla="*/ 859036 w 1965713"/>
                <a:gd name="connsiteY20" fmla="*/ 661902 h 2802893"/>
                <a:gd name="connsiteX21" fmla="*/ 822241 w 1965713"/>
                <a:gd name="connsiteY21" fmla="*/ 0 h 280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65713" h="2802893">
                  <a:moveTo>
                    <a:pt x="822241" y="0"/>
                  </a:moveTo>
                  <a:cubicBezTo>
                    <a:pt x="840638" y="250052"/>
                    <a:pt x="873754" y="312565"/>
                    <a:pt x="954702" y="478040"/>
                  </a:cubicBezTo>
                  <a:cubicBezTo>
                    <a:pt x="1035651" y="643516"/>
                    <a:pt x="1054048" y="687642"/>
                    <a:pt x="1061407" y="728092"/>
                  </a:cubicBezTo>
                  <a:cubicBezTo>
                    <a:pt x="1068766" y="772219"/>
                    <a:pt x="1116599" y="797959"/>
                    <a:pt x="1146035" y="750155"/>
                  </a:cubicBezTo>
                  <a:cubicBezTo>
                    <a:pt x="1171791" y="706029"/>
                    <a:pt x="1318971" y="459654"/>
                    <a:pt x="1429355" y="378755"/>
                  </a:cubicBezTo>
                  <a:cubicBezTo>
                    <a:pt x="1326329" y="595712"/>
                    <a:pt x="1212266" y="875181"/>
                    <a:pt x="1215945" y="1003884"/>
                  </a:cubicBezTo>
                  <a:cubicBezTo>
                    <a:pt x="1223304" y="1136265"/>
                    <a:pt x="1226984" y="1287031"/>
                    <a:pt x="1289535" y="1316449"/>
                  </a:cubicBezTo>
                  <a:cubicBezTo>
                    <a:pt x="1341047" y="1272322"/>
                    <a:pt x="1664842" y="937694"/>
                    <a:pt x="1845136" y="889890"/>
                  </a:cubicBezTo>
                  <a:cubicBezTo>
                    <a:pt x="1683239" y="1088461"/>
                    <a:pt x="1429355" y="1434120"/>
                    <a:pt x="1396240" y="1500311"/>
                  </a:cubicBezTo>
                  <a:cubicBezTo>
                    <a:pt x="1352086" y="1584887"/>
                    <a:pt x="1366804" y="1640045"/>
                    <a:pt x="1370483" y="1757717"/>
                  </a:cubicBezTo>
                  <a:cubicBezTo>
                    <a:pt x="1370483" y="1875388"/>
                    <a:pt x="1392560" y="2077636"/>
                    <a:pt x="1385201" y="2169567"/>
                  </a:cubicBezTo>
                  <a:cubicBezTo>
                    <a:pt x="1377842" y="2257820"/>
                    <a:pt x="1341047" y="2515226"/>
                    <a:pt x="1322650" y="2533612"/>
                  </a:cubicBezTo>
                  <a:cubicBezTo>
                    <a:pt x="1483627" y="2543265"/>
                    <a:pt x="1796728" y="2651456"/>
                    <a:pt x="1941507" y="2776892"/>
                  </a:cubicBezTo>
                  <a:lnTo>
                    <a:pt x="1965713" y="2802893"/>
                  </a:lnTo>
                  <a:lnTo>
                    <a:pt x="0" y="2802893"/>
                  </a:lnTo>
                  <a:lnTo>
                    <a:pt x="34143" y="2780964"/>
                  </a:lnTo>
                  <a:cubicBezTo>
                    <a:pt x="139698" y="2716325"/>
                    <a:pt x="388063" y="2586013"/>
                    <a:pt x="686101" y="2577739"/>
                  </a:cubicBezTo>
                  <a:cubicBezTo>
                    <a:pt x="789126" y="2312979"/>
                    <a:pt x="888472" y="2158535"/>
                    <a:pt x="881113" y="1937901"/>
                  </a:cubicBezTo>
                  <a:cubicBezTo>
                    <a:pt x="873754" y="1754039"/>
                    <a:pt x="608831" y="1283354"/>
                    <a:pt x="108422" y="893567"/>
                  </a:cubicBezTo>
                  <a:cubicBezTo>
                    <a:pt x="240883" y="915631"/>
                    <a:pt x="744972" y="1242904"/>
                    <a:pt x="925267" y="1419411"/>
                  </a:cubicBezTo>
                  <a:cubicBezTo>
                    <a:pt x="943664" y="1128910"/>
                    <a:pt x="921587" y="974466"/>
                    <a:pt x="859036" y="661902"/>
                  </a:cubicBezTo>
                  <a:cubicBezTo>
                    <a:pt x="796485" y="345660"/>
                    <a:pt x="774408" y="113994"/>
                    <a:pt x="822241" y="0"/>
                  </a:cubicBezTo>
                  <a:close/>
                </a:path>
              </a:pathLst>
            </a:custGeom>
            <a:solidFill>
              <a:schemeClr val="tx1">
                <a:lumMod val="75000"/>
                <a:lumOff val="2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lt1"/>
                </a:solidFill>
              </a:endParaRPr>
            </a:p>
          </p:txBody>
        </p:sp>
        <p:sp>
          <p:nvSpPr>
            <p:cNvPr id="59" name="文本框 58"/>
            <p:cNvSpPr txBox="1"/>
            <p:nvPr/>
          </p:nvSpPr>
          <p:spPr>
            <a:xfrm>
              <a:off x="6082066" y="5144190"/>
              <a:ext cx="260279" cy="1231106"/>
            </a:xfrm>
            <a:prstGeom prst="rect">
              <a:avLst/>
            </a:prstGeom>
            <a:noFill/>
          </p:spPr>
          <p:txBody>
            <a:bodyPr wrap="square" lIns="0" tIns="0" rIns="0" bIns="0">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技术反哺</a:t>
              </a:r>
              <a:endParaRPr lang="en-US" altLang="zh-CN" sz="2000"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7" name="文本框 86"/>
            <p:cNvSpPr txBox="1"/>
            <p:nvPr/>
          </p:nvSpPr>
          <p:spPr>
            <a:xfrm rot="2457289">
              <a:off x="6921052" y="3016856"/>
              <a:ext cx="260279" cy="553998"/>
            </a:xfrm>
            <a:prstGeom prst="rect">
              <a:avLst/>
            </a:prstGeom>
            <a:noFill/>
          </p:spPr>
          <p:txBody>
            <a:bodyPr wrap="square" lIns="0" tIns="0" rIns="0" bIns="0">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路径</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8" name="文本框 87"/>
            <p:cNvSpPr txBox="1"/>
            <p:nvPr/>
          </p:nvSpPr>
          <p:spPr>
            <a:xfrm rot="4594052">
              <a:off x="7458378" y="4015599"/>
              <a:ext cx="260279" cy="553998"/>
            </a:xfrm>
            <a:prstGeom prst="rect">
              <a:avLst/>
            </a:prstGeom>
            <a:noFill/>
          </p:spPr>
          <p:txBody>
            <a:bodyPr wrap="square" lIns="0" tIns="0" rIns="0" bIns="0">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载体</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9" name="文本框 88"/>
            <p:cNvSpPr txBox="1"/>
            <p:nvPr/>
          </p:nvSpPr>
          <p:spPr>
            <a:xfrm rot="20517069">
              <a:off x="5101681" y="2771759"/>
              <a:ext cx="260279" cy="553998"/>
            </a:xfrm>
            <a:prstGeom prst="rect">
              <a:avLst/>
            </a:prstGeom>
            <a:noFill/>
          </p:spPr>
          <p:txBody>
            <a:bodyPr wrap="square" lIns="0" tIns="0" rIns="0" bIns="0">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实施</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90" name="文本框 89"/>
            <p:cNvSpPr txBox="1"/>
            <p:nvPr/>
          </p:nvSpPr>
          <p:spPr>
            <a:xfrm rot="16986819">
              <a:off x="4441806" y="3846414"/>
              <a:ext cx="260279" cy="553998"/>
            </a:xfrm>
            <a:prstGeom prst="rect">
              <a:avLst/>
            </a:prstGeom>
            <a:noFill/>
          </p:spPr>
          <p:txBody>
            <a:bodyPr wrap="square" lIns="0" tIns="0" rIns="0" bIns="0">
              <a:spAutoFit/>
            </a:bodyPr>
            <a:lstStyle/>
            <a:p>
              <a:pPr algn="ctr"/>
              <a:r>
                <a:rPr lang="zh-CN" altLang="en-US">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rPr>
                <a:t>教育</a:t>
              </a:r>
              <a:endParaRPr lang="en-US" altLang="zh-CN" dirty="0">
                <a:solidFill>
                  <a:schemeClr val="bg1"/>
                </a:solidFill>
                <a:latin typeface="思源黑体 CN Bold" panose="020B0800000000000000" pitchFamily="34" charset="-122"/>
                <a:ea typeface="思源黑体 CN Bold" panose="020B0800000000000000" pitchFamily="34" charset="-122"/>
                <a:cs typeface="MiSans Medium" panose="00000600000000000000" pitchFamily="2" charset="-122"/>
                <a:sym typeface="MiSans Medium" panose="00000600000000000000" pitchFamily="2" charset="-122"/>
              </a:endParaRPr>
            </a:p>
          </p:txBody>
        </p:sp>
        <p:sp>
          <p:nvSpPr>
            <p:cNvPr id="86" name="矩形 85"/>
            <p:cNvSpPr/>
            <p:nvPr/>
          </p:nvSpPr>
          <p:spPr>
            <a:xfrm>
              <a:off x="8201771" y="2480546"/>
              <a:ext cx="1158240" cy="499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u="none" strike="noStrike" kern="1200" cap="none" spc="0" normalizeH="0" baseline="0" noProof="0" dirty="0">
                  <a:ln>
                    <a:noFill/>
                  </a:ln>
                  <a:solidFill>
                    <a:schemeClr val="tx1"/>
                  </a:solidFill>
                  <a:effectLst/>
                  <a:uLnTx/>
                  <a:uFillTx/>
                  <a:latin typeface="+mn-ea"/>
                  <a:cs typeface="OPPOSans M" pitchFamily="18" charset="-122"/>
                  <a:sym typeface="+mn-lt"/>
                </a:rPr>
                <a:t>组织学生维修学校电子设备</a:t>
              </a:r>
            </a:p>
          </p:txBody>
        </p:sp>
        <p:cxnSp>
          <p:nvCxnSpPr>
            <p:cNvPr id="3" name="连接符: 肘形 2"/>
            <p:cNvCxnSpPr>
              <a:stCxn id="45" idx="0"/>
              <a:endCxn id="86" idx="1"/>
            </p:cNvCxnSpPr>
            <p:nvPr/>
          </p:nvCxnSpPr>
          <p:spPr>
            <a:xfrm flipV="1">
              <a:off x="7378224" y="2730262"/>
              <a:ext cx="823547" cy="194831"/>
            </a:xfrm>
            <a:prstGeom prst="bentConnector3">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sp>
          <p:nvSpPr>
            <p:cNvPr id="94" name="矩形 93"/>
            <p:cNvSpPr/>
            <p:nvPr/>
          </p:nvSpPr>
          <p:spPr>
            <a:xfrm>
              <a:off x="8331201" y="4292600"/>
              <a:ext cx="899381" cy="499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u="none" strike="noStrike" kern="1200" cap="none" spc="0" normalizeH="0" baseline="0" noProof="0">
                  <a:ln>
                    <a:noFill/>
                  </a:ln>
                  <a:solidFill>
                    <a:schemeClr val="tx1"/>
                  </a:solidFill>
                  <a:effectLst/>
                  <a:uLnTx/>
                  <a:uFillTx/>
                  <a:latin typeface="+mn-ea"/>
                  <a:cs typeface="OPPOSans M" pitchFamily="18" charset="-122"/>
                  <a:sym typeface="+mn-lt"/>
                </a:rPr>
                <a:t>将</a:t>
              </a:r>
              <a:r>
                <a:rPr kumimoji="0" lang="en-US" altLang="zh-CN" sz="1400" u="none" strike="noStrike" kern="1200" cap="none" spc="0" normalizeH="0" baseline="0" noProof="0">
                  <a:ln>
                    <a:noFill/>
                  </a:ln>
                  <a:solidFill>
                    <a:schemeClr val="tx1"/>
                  </a:solidFill>
                  <a:effectLst/>
                  <a:uLnTx/>
                  <a:uFillTx/>
                  <a:latin typeface="+mn-ea"/>
                  <a:cs typeface="OPPOSans M" pitchFamily="18" charset="-122"/>
                  <a:sym typeface="+mn-lt"/>
                </a:rPr>
                <a:t>X</a:t>
              </a:r>
              <a:r>
                <a:rPr kumimoji="0" lang="zh-CN" altLang="en-US" sz="1400" u="none" strike="noStrike" kern="1200" cap="none" spc="0" normalizeH="0" baseline="0" noProof="0">
                  <a:ln>
                    <a:noFill/>
                  </a:ln>
                  <a:solidFill>
                    <a:schemeClr val="tx1"/>
                  </a:solidFill>
                  <a:effectLst/>
                  <a:uLnTx/>
                  <a:uFillTx/>
                  <a:latin typeface="+mn-ea"/>
                  <a:cs typeface="OPPOSans M" pitchFamily="18" charset="-122"/>
                  <a:sym typeface="+mn-lt"/>
                </a:rPr>
                <a:t>证书培训内容简化</a:t>
              </a:r>
              <a:endParaRPr kumimoji="0" lang="zh-CN" altLang="en-US" sz="1400" u="none" strike="noStrike" kern="1200" cap="none" spc="0" normalizeH="0" baseline="0" noProof="0" dirty="0">
                <a:ln>
                  <a:noFill/>
                </a:ln>
                <a:solidFill>
                  <a:schemeClr val="tx1"/>
                </a:solidFill>
                <a:effectLst/>
                <a:uLnTx/>
                <a:uFillTx/>
                <a:latin typeface="+mn-ea"/>
                <a:cs typeface="OPPOSans M" pitchFamily="18" charset="-122"/>
                <a:sym typeface="+mn-lt"/>
              </a:endParaRPr>
            </a:p>
          </p:txBody>
        </p:sp>
        <p:cxnSp>
          <p:nvCxnSpPr>
            <p:cNvPr id="97" name="连接符: 肘形 96"/>
            <p:cNvCxnSpPr>
              <a:stCxn id="57" idx="0"/>
              <a:endCxn id="94" idx="1"/>
            </p:cNvCxnSpPr>
            <p:nvPr/>
          </p:nvCxnSpPr>
          <p:spPr>
            <a:xfrm>
              <a:off x="8065220" y="4180060"/>
              <a:ext cx="265981" cy="362256"/>
            </a:xfrm>
            <a:prstGeom prst="bentConnector3">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sp>
          <p:nvSpPr>
            <p:cNvPr id="98" name="矩形 97"/>
            <p:cNvSpPr/>
            <p:nvPr/>
          </p:nvSpPr>
          <p:spPr>
            <a:xfrm>
              <a:off x="3003551" y="2480546"/>
              <a:ext cx="901699" cy="499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u="none" strike="noStrike" kern="1200" cap="none" spc="0" normalizeH="0" baseline="0" noProof="0" dirty="0">
                  <a:ln>
                    <a:noFill/>
                  </a:ln>
                  <a:solidFill>
                    <a:schemeClr val="tx1"/>
                  </a:solidFill>
                  <a:effectLst/>
                  <a:uLnTx/>
                  <a:uFillTx/>
                  <a:latin typeface="+mn-ea"/>
                  <a:cs typeface="OPPOSans M" pitchFamily="18" charset="-122"/>
                  <a:sym typeface="+mn-lt"/>
                </a:rPr>
                <a:t>维修记录经工程师认证</a:t>
              </a:r>
            </a:p>
          </p:txBody>
        </p:sp>
        <p:cxnSp>
          <p:nvCxnSpPr>
            <p:cNvPr id="115" name="连接符: 肘形 114"/>
            <p:cNvCxnSpPr>
              <a:endCxn id="98" idx="3"/>
            </p:cNvCxnSpPr>
            <p:nvPr/>
          </p:nvCxnSpPr>
          <p:spPr>
            <a:xfrm rot="10800000">
              <a:off x="3905250" y="2730262"/>
              <a:ext cx="1212856" cy="216138"/>
            </a:xfrm>
            <a:prstGeom prst="bentConnector3">
              <a:avLst>
                <a:gd name="adj1" fmla="val 50000"/>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矩形 115"/>
            <p:cNvSpPr/>
            <p:nvPr/>
          </p:nvSpPr>
          <p:spPr>
            <a:xfrm>
              <a:off x="3080910" y="4292600"/>
              <a:ext cx="746981" cy="499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rtl="0" eaLnBrk="1" fontAlgn="auto" latinLnBrk="0" hangingPunct="1">
                <a:lnSpc>
                  <a:spcPct val="120000"/>
                </a:lnSpc>
                <a:spcBef>
                  <a:spcPts val="0"/>
                </a:spcBef>
                <a:spcAft>
                  <a:spcPts val="0"/>
                </a:spcAft>
                <a:buClrTx/>
                <a:buSzTx/>
                <a:buFontTx/>
                <a:buNone/>
                <a:defRPr/>
              </a:pPr>
              <a:r>
                <a:rPr kumimoji="0" lang="zh-CN" altLang="en-US" sz="1400" u="none" strike="noStrike" kern="1200" cap="none" spc="0" normalizeH="0" baseline="0" noProof="0">
                  <a:ln>
                    <a:noFill/>
                  </a:ln>
                  <a:solidFill>
                    <a:schemeClr val="tx1"/>
                  </a:solidFill>
                  <a:effectLst/>
                  <a:uLnTx/>
                  <a:uFillTx/>
                  <a:latin typeface="+mn-ea"/>
                  <a:cs typeface="OPPOSans M" pitchFamily="18" charset="-122"/>
                  <a:sym typeface="+mn-lt"/>
                </a:rPr>
                <a:t>典型数字电路故障</a:t>
              </a:r>
              <a:endParaRPr kumimoji="0" lang="zh-CN" altLang="en-US" sz="1400" u="none" strike="noStrike" kern="1200" cap="none" spc="0" normalizeH="0" baseline="0" noProof="0" dirty="0">
                <a:ln>
                  <a:noFill/>
                </a:ln>
                <a:solidFill>
                  <a:schemeClr val="tx1"/>
                </a:solidFill>
                <a:effectLst/>
                <a:uLnTx/>
                <a:uFillTx/>
                <a:latin typeface="+mn-ea"/>
                <a:cs typeface="OPPOSans M" pitchFamily="18" charset="-122"/>
                <a:sym typeface="+mn-lt"/>
              </a:endParaRPr>
            </a:p>
          </p:txBody>
        </p:sp>
        <p:cxnSp>
          <p:nvCxnSpPr>
            <p:cNvPr id="117" name="连接符: 肘形 116"/>
            <p:cNvCxnSpPr>
              <a:endCxn id="116" idx="3"/>
            </p:cNvCxnSpPr>
            <p:nvPr/>
          </p:nvCxnSpPr>
          <p:spPr>
            <a:xfrm rot="10800000" flipV="1">
              <a:off x="3827892" y="4292600"/>
              <a:ext cx="737759" cy="249716"/>
            </a:xfrm>
            <a:prstGeom prst="bentConnector3">
              <a:avLst>
                <a:gd name="adj1" fmla="val 50000"/>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18" name="文本框 77"/>
          <p:cNvSpPr txBox="1"/>
          <p:nvPr/>
        </p:nvSpPr>
        <p:spPr>
          <a:xfrm>
            <a:off x="442913" y="155862"/>
            <a:ext cx="2339102"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mj-ea"/>
                <a:ea typeface="+mj-ea"/>
              </a:rPr>
              <a:t>教学实施过程</a:t>
            </a:r>
          </a:p>
        </p:txBody>
      </p:sp>
    </p:spTree>
    <p:extLst>
      <p:ext uri="{BB962C8B-B14F-4D97-AF65-F5344CB8AC3E}">
        <p14:creationId xmlns:p14="http://schemas.microsoft.com/office/powerpoint/2010/main" val="3334188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up)">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randombar(horizontal)">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arn(inVertical)">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left)">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right)">
                                      <p:cBhvr>
                                        <p:cTn id="2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数据分析</a:t>
            </a:r>
          </a:p>
        </p:txBody>
      </p:sp>
      <p:cxnSp>
        <p:nvCxnSpPr>
          <p:cNvPr id="76" name="直接连接符 75"/>
          <p:cNvCxnSpPr/>
          <p:nvPr/>
        </p:nvCxnSpPr>
        <p:spPr>
          <a:xfrm>
            <a:off x="283029" y="728663"/>
            <a:ext cx="11625943"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27" name="组合 26"/>
          <p:cNvGrpSpPr/>
          <p:nvPr/>
        </p:nvGrpSpPr>
        <p:grpSpPr>
          <a:xfrm>
            <a:off x="482600" y="6069672"/>
            <a:ext cx="11229975" cy="383516"/>
            <a:chOff x="482600" y="6069672"/>
            <a:chExt cx="11229975" cy="383516"/>
          </a:xfrm>
        </p:grpSpPr>
        <p:sp>
          <p:nvSpPr>
            <p:cNvPr id="129" name="矩形 128"/>
            <p:cNvSpPr/>
            <p:nvPr/>
          </p:nvSpPr>
          <p:spPr>
            <a:xfrm>
              <a:off x="6366781" y="6069672"/>
              <a:ext cx="5345794" cy="383516"/>
            </a:xfrm>
            <a:prstGeom prst="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en-US" altLang="zh-CN" sz="1400" dirty="0">
                  <a:latin typeface="+mj-ea"/>
                  <a:ea typeface="+mj-ea"/>
                  <a:cs typeface="思源黑体 CN Normal" panose="020B0400000000000000" charset="-122"/>
                </a:rPr>
                <a:t>Verilog</a:t>
              </a:r>
              <a:r>
                <a:rPr lang="zh-CN" altLang="en-US" sz="1400" dirty="0">
                  <a:latin typeface="+mj-ea"/>
                  <a:ea typeface="+mj-ea"/>
                  <a:cs typeface="思源黑体 CN Normal" panose="020B0400000000000000" charset="-122"/>
                </a:rPr>
                <a:t>代码优化（</a:t>
              </a:r>
              <a:r>
                <a:rPr lang="en-US" altLang="zh-CN" sz="1400" dirty="0">
                  <a:latin typeface="+mj-ea"/>
                  <a:ea typeface="+mj-ea"/>
                  <a:cs typeface="思源黑体 CN Normal" panose="020B0400000000000000" charset="-122"/>
                </a:rPr>
                <a:t>55%</a:t>
              </a:r>
              <a:r>
                <a:rPr lang="zh-CN" altLang="en-US" sz="1400" dirty="0">
                  <a:latin typeface="+mj-ea"/>
                  <a:ea typeface="+mj-ea"/>
                  <a:cs typeface="思源黑体 CN Normal" panose="020B0400000000000000" charset="-122"/>
                </a:rPr>
                <a:t>）、技术文档版本控制（</a:t>
              </a:r>
              <a:r>
                <a:rPr lang="en-US" altLang="zh-CN" sz="1400" dirty="0">
                  <a:latin typeface="+mj-ea"/>
                  <a:ea typeface="+mj-ea"/>
                  <a:cs typeface="思源黑体 CN Normal" panose="020B0400000000000000" charset="-122"/>
                </a:rPr>
                <a:t>38%</a:t>
              </a:r>
              <a:r>
                <a:rPr lang="zh-CN" altLang="en-US" sz="1400" dirty="0">
                  <a:latin typeface="+mj-ea"/>
                  <a:ea typeface="+mj-ea"/>
                  <a:cs typeface="思源黑体 CN Normal" panose="020B0400000000000000" charset="-122"/>
                </a:rPr>
                <a:t>）</a:t>
              </a:r>
            </a:p>
          </p:txBody>
        </p:sp>
        <p:sp>
          <p:nvSpPr>
            <p:cNvPr id="164" name="矩形 163"/>
            <p:cNvSpPr/>
            <p:nvPr/>
          </p:nvSpPr>
          <p:spPr>
            <a:xfrm>
              <a:off x="482600" y="6069672"/>
              <a:ext cx="5345794" cy="383516"/>
            </a:xfrm>
            <a:prstGeom prst="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en-US" altLang="zh-CN" sz="1400">
                  <a:latin typeface="+mj-ea"/>
                  <a:ea typeface="+mj-ea"/>
                  <a:cs typeface="思源黑体 CN Normal" panose="020B0400000000000000" charset="-122"/>
                </a:rPr>
                <a:t>Top3</a:t>
              </a:r>
              <a:r>
                <a:rPr lang="zh-CN" altLang="en-US" sz="1400">
                  <a:latin typeface="+mj-ea"/>
                  <a:ea typeface="+mj-ea"/>
                  <a:cs typeface="思源黑体 CN Normal" panose="020B0400000000000000" charset="-122"/>
                </a:rPr>
                <a:t>薄弱技能：信号完整性分析（</a:t>
              </a:r>
              <a:r>
                <a:rPr lang="en-US" altLang="zh-CN" sz="1400">
                  <a:latin typeface="+mj-ea"/>
                  <a:ea typeface="+mj-ea"/>
                  <a:cs typeface="思源黑体 CN Normal" panose="020B0400000000000000" charset="-122"/>
                </a:rPr>
                <a:t>42%</a:t>
              </a:r>
              <a:r>
                <a:rPr lang="zh-CN" altLang="en-US" sz="1400">
                  <a:latin typeface="+mj-ea"/>
                  <a:ea typeface="+mj-ea"/>
                  <a:cs typeface="思源黑体 CN Normal" panose="020B0400000000000000" charset="-122"/>
                </a:rPr>
                <a:t>达标）</a:t>
              </a:r>
              <a:endParaRPr lang="zh-CN" altLang="en-US" sz="1400" dirty="0">
                <a:latin typeface="+mj-ea"/>
                <a:ea typeface="+mj-ea"/>
                <a:cs typeface="思源黑体 CN Normal" panose="020B0400000000000000" charset="-122"/>
              </a:endParaRPr>
            </a:p>
          </p:txBody>
        </p:sp>
      </p:grpSp>
      <p:grpSp>
        <p:nvGrpSpPr>
          <p:cNvPr id="28" name="组合 27"/>
          <p:cNvGrpSpPr/>
          <p:nvPr/>
        </p:nvGrpSpPr>
        <p:grpSpPr>
          <a:xfrm>
            <a:off x="1124663" y="5583946"/>
            <a:ext cx="9945849" cy="383516"/>
            <a:chOff x="1124663" y="5583946"/>
            <a:chExt cx="9945849" cy="383516"/>
          </a:xfrm>
        </p:grpSpPr>
        <p:sp>
          <p:nvSpPr>
            <p:cNvPr id="147" name="矩形 146"/>
            <p:cNvSpPr/>
            <p:nvPr/>
          </p:nvSpPr>
          <p:spPr>
            <a:xfrm>
              <a:off x="7008844" y="5583946"/>
              <a:ext cx="4061668" cy="383516"/>
            </a:xfrm>
            <a:prstGeom prst="rect">
              <a:avLst/>
            </a:prstGeom>
            <a:solidFill>
              <a:schemeClr val="accent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zh-CN" altLang="en-US" sz="1400" dirty="0">
                  <a:latin typeface="+mj-ea"/>
                  <a:ea typeface="+mj-ea"/>
                  <a:cs typeface="思源黑体 CN Normal" panose="020B0400000000000000" charset="-122"/>
                </a:rPr>
                <a:t>证书模拟通过率</a:t>
              </a:r>
              <a:r>
                <a:rPr lang="en-US" altLang="zh-CN" sz="1400" dirty="0">
                  <a:latin typeface="+mj-ea"/>
                  <a:ea typeface="+mj-ea"/>
                  <a:cs typeface="思源黑体 CN Normal" panose="020B0400000000000000" charset="-122"/>
                </a:rPr>
                <a:t>90%</a:t>
              </a:r>
              <a:endParaRPr lang="zh-CN" altLang="en-US" sz="1400" dirty="0">
                <a:latin typeface="+mj-ea"/>
                <a:ea typeface="+mj-ea"/>
                <a:cs typeface="思源黑体 CN Normal" panose="020B0400000000000000" charset="-122"/>
              </a:endParaRPr>
            </a:p>
          </p:txBody>
        </p:sp>
        <p:sp>
          <p:nvSpPr>
            <p:cNvPr id="178" name="矩形 177"/>
            <p:cNvSpPr/>
            <p:nvPr/>
          </p:nvSpPr>
          <p:spPr>
            <a:xfrm>
              <a:off x="1124663" y="5583946"/>
              <a:ext cx="4061668" cy="383516"/>
            </a:xfrm>
            <a:prstGeom prst="rect">
              <a:avLst/>
            </a:prstGeom>
            <a:solidFill>
              <a:schemeClr val="accent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zh-CN" altLang="en-US" sz="1400">
                  <a:latin typeface="+mj-ea"/>
                  <a:ea typeface="+mj-ea"/>
                  <a:cs typeface="思源黑体 CN Normal" panose="020B0400000000000000" charset="-122"/>
                </a:rPr>
                <a:t>课程及格率</a:t>
              </a:r>
              <a:r>
                <a:rPr lang="en-US" altLang="zh-CN" sz="1400">
                  <a:latin typeface="+mj-ea"/>
                  <a:ea typeface="+mj-ea"/>
                  <a:cs typeface="思源黑体 CN Normal" panose="020B0400000000000000" charset="-122"/>
                </a:rPr>
                <a:t>92%</a:t>
              </a:r>
              <a:endParaRPr lang="zh-CN" altLang="en-US" sz="1400" dirty="0">
                <a:latin typeface="+mj-ea"/>
                <a:ea typeface="+mj-ea"/>
                <a:cs typeface="思源黑体 CN Normal" panose="020B0400000000000000" charset="-122"/>
              </a:endParaRPr>
            </a:p>
          </p:txBody>
        </p:sp>
      </p:grpSp>
      <p:grpSp>
        <p:nvGrpSpPr>
          <p:cNvPr id="29" name="组合 28"/>
          <p:cNvGrpSpPr/>
          <p:nvPr/>
        </p:nvGrpSpPr>
        <p:grpSpPr>
          <a:xfrm>
            <a:off x="1670180" y="5098220"/>
            <a:ext cx="8854816" cy="383516"/>
            <a:chOff x="1670180" y="5098220"/>
            <a:chExt cx="8854816" cy="383516"/>
          </a:xfrm>
        </p:grpSpPr>
        <p:sp>
          <p:nvSpPr>
            <p:cNvPr id="148" name="矩形 147"/>
            <p:cNvSpPr/>
            <p:nvPr/>
          </p:nvSpPr>
          <p:spPr>
            <a:xfrm>
              <a:off x="7554361" y="5098220"/>
              <a:ext cx="2970635" cy="383516"/>
            </a:xfrm>
            <a:prstGeom prst="rect">
              <a:avLst/>
            </a:prstGeom>
            <a:solidFill>
              <a:schemeClr val="accent3"/>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zh-CN" altLang="en-US" sz="1400">
                  <a:latin typeface="+mj-ea"/>
                  <a:ea typeface="+mj-ea"/>
                  <a:cs typeface="思源黑体 CN Normal" panose="020B0400000000000000" charset="-122"/>
                </a:rPr>
                <a:t>根据分析结果修订专业标准</a:t>
              </a:r>
              <a:endParaRPr lang="zh-CN" altLang="en-US" sz="1400" dirty="0">
                <a:latin typeface="+mj-ea"/>
                <a:ea typeface="+mj-ea"/>
                <a:cs typeface="思源黑体 CN Normal" panose="020B0400000000000000" charset="-122"/>
              </a:endParaRPr>
            </a:p>
          </p:txBody>
        </p:sp>
        <p:sp>
          <p:nvSpPr>
            <p:cNvPr id="179" name="矩形 178"/>
            <p:cNvSpPr/>
            <p:nvPr/>
          </p:nvSpPr>
          <p:spPr>
            <a:xfrm>
              <a:off x="1670180" y="5098220"/>
              <a:ext cx="2970635" cy="383516"/>
            </a:xfrm>
            <a:prstGeom prst="rect">
              <a:avLst/>
            </a:prstGeom>
            <a:solidFill>
              <a:schemeClr val="accent3"/>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95098" tIns="47549" rIns="95098" bIns="47549" rtlCol="0" anchor="ctr"/>
            <a:lstStyle/>
            <a:p>
              <a:pPr algn="ctr"/>
              <a:r>
                <a:rPr lang="zh-CN" altLang="en-US" sz="1400">
                  <a:latin typeface="+mj-ea"/>
                  <a:ea typeface="+mj-ea"/>
                  <a:cs typeface="思源黑体 CN Normal" panose="020B0400000000000000" charset="-122"/>
                </a:rPr>
                <a:t>定位到具体学生</a:t>
              </a:r>
              <a:r>
                <a:rPr lang="en-US" altLang="zh-CN" sz="1400">
                  <a:latin typeface="+mj-ea"/>
                  <a:ea typeface="+mj-ea"/>
                  <a:cs typeface="思源黑体 CN Normal" panose="020B0400000000000000" charset="-122"/>
                </a:rPr>
                <a:t>/</a:t>
              </a:r>
              <a:r>
                <a:rPr lang="zh-CN" altLang="en-US" sz="1400">
                  <a:latin typeface="+mj-ea"/>
                  <a:ea typeface="+mj-ea"/>
                  <a:cs typeface="思源黑体 CN Normal" panose="020B0400000000000000" charset="-122"/>
                </a:rPr>
                <a:t>技能点</a:t>
              </a:r>
              <a:endParaRPr lang="zh-CN" altLang="en-US" sz="1400" dirty="0">
                <a:latin typeface="+mj-ea"/>
                <a:ea typeface="+mj-ea"/>
                <a:cs typeface="思源黑体 CN Normal" panose="020B0400000000000000" charset="-122"/>
              </a:endParaRPr>
            </a:p>
          </p:txBody>
        </p:sp>
      </p:grpSp>
      <p:grpSp>
        <p:nvGrpSpPr>
          <p:cNvPr id="31" name="组合 30"/>
          <p:cNvGrpSpPr/>
          <p:nvPr/>
        </p:nvGrpSpPr>
        <p:grpSpPr>
          <a:xfrm>
            <a:off x="3941922" y="1184367"/>
            <a:ext cx="4308157" cy="3976053"/>
            <a:chOff x="3941922" y="1184367"/>
            <a:chExt cx="4308157" cy="3976053"/>
          </a:xfrm>
        </p:grpSpPr>
        <p:sp>
          <p:nvSpPr>
            <p:cNvPr id="149" name="圆角矩形 11"/>
            <p:cNvSpPr/>
            <p:nvPr/>
          </p:nvSpPr>
          <p:spPr>
            <a:xfrm>
              <a:off x="5233194" y="1973672"/>
              <a:ext cx="1694180" cy="2344420"/>
            </a:xfrm>
            <a:prstGeom prst="roundRect">
              <a:avLst>
                <a:gd name="adj" fmla="val 4860"/>
              </a:avLst>
            </a:prstGeom>
            <a:noFill/>
            <a:ln>
              <a:solidFill>
                <a:schemeClr val="accent2"/>
              </a:solidFill>
              <a:prstDash val="dash"/>
            </a:ln>
            <a:effectLst/>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圆角矩形 12"/>
            <p:cNvSpPr/>
            <p:nvPr/>
          </p:nvSpPr>
          <p:spPr>
            <a:xfrm>
              <a:off x="5430679" y="1781267"/>
              <a:ext cx="1340485" cy="384175"/>
            </a:xfrm>
            <a:prstGeom prst="roundRect">
              <a:avLst/>
            </a:prstGeom>
            <a:solidFill>
              <a:schemeClr val="accent2"/>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随机森林</a:t>
              </a:r>
              <a:endParaRPr lang="zh-CN" altLang="en-US" dirty="0"/>
            </a:p>
          </p:txBody>
        </p:sp>
        <p:grpSp>
          <p:nvGrpSpPr>
            <p:cNvPr id="26" name="组合 25"/>
            <p:cNvGrpSpPr/>
            <p:nvPr/>
          </p:nvGrpSpPr>
          <p:grpSpPr>
            <a:xfrm>
              <a:off x="5552599" y="2362292"/>
              <a:ext cx="1122680" cy="1567180"/>
              <a:chOff x="5552599" y="2462622"/>
              <a:chExt cx="1122680" cy="1567180"/>
            </a:xfrm>
          </p:grpSpPr>
          <p:sp>
            <p:nvSpPr>
              <p:cNvPr id="151" name="矩形 150"/>
              <p:cNvSpPr/>
              <p:nvPr/>
            </p:nvSpPr>
            <p:spPr>
              <a:xfrm>
                <a:off x="5552599" y="2462622"/>
                <a:ext cx="1122680" cy="344170"/>
              </a:xfrm>
              <a:prstGeom prst="rect">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2"/>
                    </a:solidFill>
                    <a:sym typeface="+mn-ea"/>
                  </a:rPr>
                  <a:t>岗位适配</a:t>
                </a:r>
              </a:p>
            </p:txBody>
          </p:sp>
          <p:sp>
            <p:nvSpPr>
              <p:cNvPr id="152" name="矩形 151"/>
              <p:cNvSpPr/>
              <p:nvPr/>
            </p:nvSpPr>
            <p:spPr>
              <a:xfrm>
                <a:off x="5552599" y="3074127"/>
                <a:ext cx="1122680" cy="344170"/>
              </a:xfrm>
              <a:prstGeom prst="rect">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2"/>
                    </a:solidFill>
                    <a:sym typeface="+mn-ea"/>
                  </a:rPr>
                  <a:t>通过概率</a:t>
                </a:r>
                <a:endParaRPr lang="zh-CN" altLang="en-US" dirty="0">
                  <a:solidFill>
                    <a:schemeClr val="accent2"/>
                  </a:solidFill>
                  <a:sym typeface="+mn-ea"/>
                </a:endParaRPr>
              </a:p>
            </p:txBody>
          </p:sp>
          <p:sp>
            <p:nvSpPr>
              <p:cNvPr id="153" name="矩形 152"/>
              <p:cNvSpPr/>
              <p:nvPr/>
            </p:nvSpPr>
            <p:spPr>
              <a:xfrm>
                <a:off x="5552599" y="3685632"/>
                <a:ext cx="1122680" cy="344170"/>
              </a:xfrm>
              <a:prstGeom prst="rect">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2"/>
                    </a:solidFill>
                    <a:sym typeface="+mn-ea"/>
                  </a:rPr>
                  <a:t>案例演示</a:t>
                </a:r>
                <a:endParaRPr lang="zh-CN" altLang="en-US" dirty="0">
                  <a:solidFill>
                    <a:schemeClr val="accent2"/>
                  </a:solidFill>
                  <a:sym typeface="+mn-ea"/>
                </a:endParaRPr>
              </a:p>
            </p:txBody>
          </p:sp>
        </p:grpSp>
        <p:cxnSp>
          <p:nvCxnSpPr>
            <p:cNvPr id="184" name="连接符: 肘形 183"/>
            <p:cNvCxnSpPr>
              <a:stCxn id="150" idx="0"/>
              <a:endCxn id="180" idx="2"/>
            </p:cNvCxnSpPr>
            <p:nvPr/>
          </p:nvCxnSpPr>
          <p:spPr>
            <a:xfrm rot="16200000" flipH="1">
              <a:off x="4737259" y="3144929"/>
              <a:ext cx="2727325" cy="12700"/>
            </a:xfrm>
            <a:prstGeom prst="bentConnector5">
              <a:avLst>
                <a:gd name="adj1" fmla="val -12573"/>
                <a:gd name="adj2" fmla="val 13077504"/>
                <a:gd name="adj3" fmla="val 113970"/>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4" name="圆角矩形 20"/>
            <p:cNvSpPr/>
            <p:nvPr/>
          </p:nvSpPr>
          <p:spPr>
            <a:xfrm>
              <a:off x="7083584" y="2882040"/>
              <a:ext cx="1166495" cy="527685"/>
            </a:xfrm>
            <a:prstGeom prst="roundRect">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思源黑体 CN Bold" panose="020B0800000000000000" pitchFamily="34" charset="-122"/>
                  <a:ea typeface="思源黑体 CN Bold" panose="020B0800000000000000" pitchFamily="34" charset="-122"/>
                </a:rPr>
                <a:t>群体水平</a:t>
              </a:r>
              <a:endParaRPr lang="zh-CN" altLang="en-US" dirty="0">
                <a:latin typeface="思源黑体 CN Bold" panose="020B0800000000000000" pitchFamily="34" charset="-122"/>
                <a:ea typeface="思源黑体 CN Bold" panose="020B0800000000000000" pitchFamily="34" charset="-122"/>
              </a:endParaRPr>
            </a:p>
          </p:txBody>
        </p:sp>
        <p:sp>
          <p:nvSpPr>
            <p:cNvPr id="157" name="圆角矩形 23"/>
            <p:cNvSpPr/>
            <p:nvPr/>
          </p:nvSpPr>
          <p:spPr>
            <a:xfrm>
              <a:off x="6295867" y="4659087"/>
              <a:ext cx="1166495" cy="501333"/>
            </a:xfrm>
            <a:prstGeom prst="roundRect">
              <a:avLst/>
            </a:prstGeom>
            <a:solidFill>
              <a:schemeClr val="accent1">
                <a:lumMod val="20000"/>
                <a:lumOff val="80000"/>
              </a:schemeClr>
            </a:solidFill>
            <a:ln>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1">
                      <a:lumMod val="50000"/>
                    </a:schemeClr>
                  </a:solidFill>
                </a:rPr>
                <a:t>职业素养</a:t>
              </a:r>
            </a:p>
          </p:txBody>
        </p:sp>
        <p:sp>
          <p:nvSpPr>
            <p:cNvPr id="158" name="圆角矩形 24"/>
            <p:cNvSpPr/>
            <p:nvPr/>
          </p:nvSpPr>
          <p:spPr>
            <a:xfrm>
              <a:off x="6295867" y="1184367"/>
              <a:ext cx="1166495" cy="527685"/>
            </a:xfrm>
            <a:prstGeom prst="roundRect">
              <a:avLst/>
            </a:prstGeom>
            <a:solidFill>
              <a:schemeClr val="accent1">
                <a:lumMod val="20000"/>
                <a:lumOff val="80000"/>
              </a:schemeClr>
            </a:solidFill>
            <a:ln>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1">
                      <a:lumMod val="50000"/>
                    </a:schemeClr>
                  </a:solidFill>
                </a:rPr>
                <a:t>技能熟练</a:t>
              </a:r>
            </a:p>
          </p:txBody>
        </p:sp>
        <p:sp>
          <p:nvSpPr>
            <p:cNvPr id="180" name="圆角矩形 12"/>
            <p:cNvSpPr/>
            <p:nvPr/>
          </p:nvSpPr>
          <p:spPr>
            <a:xfrm>
              <a:off x="5430679" y="4124417"/>
              <a:ext cx="1340485" cy="384175"/>
            </a:xfrm>
            <a:prstGeom prst="roundRect">
              <a:avLst/>
            </a:prstGeom>
            <a:solidFill>
              <a:schemeClr val="accent2"/>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数据预测</a:t>
              </a:r>
            </a:p>
          </p:txBody>
        </p:sp>
        <p:cxnSp>
          <p:nvCxnSpPr>
            <p:cNvPr id="190" name="连接符: 肘形 189"/>
            <p:cNvCxnSpPr>
              <a:stCxn id="150" idx="0"/>
              <a:endCxn id="180" idx="2"/>
            </p:cNvCxnSpPr>
            <p:nvPr/>
          </p:nvCxnSpPr>
          <p:spPr>
            <a:xfrm rot="16200000" flipH="1">
              <a:off x="4737259" y="3144929"/>
              <a:ext cx="2727325" cy="12700"/>
            </a:xfrm>
            <a:prstGeom prst="bentConnector5">
              <a:avLst>
                <a:gd name="adj1" fmla="val -12573"/>
                <a:gd name="adj2" fmla="val -12522512"/>
                <a:gd name="adj3" fmla="val 113970"/>
              </a:avLst>
            </a:prstGeom>
            <a:ln w="190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1" name="圆角矩形 20"/>
            <p:cNvSpPr/>
            <p:nvPr/>
          </p:nvSpPr>
          <p:spPr>
            <a:xfrm flipH="1">
              <a:off x="3941922" y="2882040"/>
              <a:ext cx="1166495" cy="527685"/>
            </a:xfrm>
            <a:prstGeom prst="roundRect">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思源黑体 CN Bold" panose="020B0800000000000000" pitchFamily="34" charset="-122"/>
                  <a:ea typeface="思源黑体 CN Bold" panose="020B0800000000000000" pitchFamily="34" charset="-122"/>
                </a:rPr>
                <a:t>可视分析</a:t>
              </a:r>
            </a:p>
          </p:txBody>
        </p:sp>
        <p:sp>
          <p:nvSpPr>
            <p:cNvPr id="192" name="圆角矩形 23"/>
            <p:cNvSpPr/>
            <p:nvPr/>
          </p:nvSpPr>
          <p:spPr>
            <a:xfrm flipH="1">
              <a:off x="4729639" y="4659087"/>
              <a:ext cx="1166495" cy="501333"/>
            </a:xfrm>
            <a:prstGeom prst="roundRect">
              <a:avLst/>
            </a:prstGeom>
            <a:solidFill>
              <a:schemeClr val="accent1">
                <a:lumMod val="20000"/>
                <a:lumOff val="80000"/>
              </a:schemeClr>
            </a:solidFill>
            <a:ln>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1">
                      <a:lumMod val="50000"/>
                    </a:schemeClr>
                  </a:solidFill>
                </a:rPr>
                <a:t>证书衔接</a:t>
              </a:r>
              <a:endParaRPr lang="zh-CN" altLang="en-US" dirty="0">
                <a:solidFill>
                  <a:schemeClr val="accent1">
                    <a:lumMod val="50000"/>
                  </a:schemeClr>
                </a:solidFill>
              </a:endParaRPr>
            </a:p>
          </p:txBody>
        </p:sp>
        <p:sp>
          <p:nvSpPr>
            <p:cNvPr id="193" name="圆角矩形 24"/>
            <p:cNvSpPr/>
            <p:nvPr/>
          </p:nvSpPr>
          <p:spPr>
            <a:xfrm flipH="1">
              <a:off x="4729639" y="1184367"/>
              <a:ext cx="1166495" cy="527685"/>
            </a:xfrm>
            <a:prstGeom prst="roundRect">
              <a:avLst/>
            </a:prstGeom>
            <a:solidFill>
              <a:schemeClr val="accent1">
                <a:lumMod val="20000"/>
                <a:lumOff val="80000"/>
              </a:schemeClr>
            </a:solidFill>
            <a:ln>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1">
                      <a:lumMod val="50000"/>
                    </a:schemeClr>
                  </a:solidFill>
                </a:rPr>
                <a:t>知识掌握</a:t>
              </a:r>
              <a:endParaRPr lang="zh-CN" altLang="en-US" dirty="0">
                <a:solidFill>
                  <a:schemeClr val="accent1">
                    <a:lumMod val="50000"/>
                  </a:schemeClr>
                </a:solidFill>
              </a:endParaRPr>
            </a:p>
          </p:txBody>
        </p:sp>
      </p:grpSp>
      <p:sp>
        <p:nvSpPr>
          <p:cNvPr id="77" name="文本框 77"/>
          <p:cNvSpPr txBox="1"/>
          <p:nvPr/>
        </p:nvSpPr>
        <p:spPr>
          <a:xfrm>
            <a:off x="442913" y="155862"/>
            <a:ext cx="2339102"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学习效果评价</a:t>
            </a:r>
          </a:p>
        </p:txBody>
      </p:sp>
      <p:grpSp>
        <p:nvGrpSpPr>
          <p:cNvPr id="5" name="组合 4"/>
          <p:cNvGrpSpPr/>
          <p:nvPr/>
        </p:nvGrpSpPr>
        <p:grpSpPr>
          <a:xfrm>
            <a:off x="482600" y="873126"/>
            <a:ext cx="3400425" cy="4070350"/>
            <a:chOff x="482600" y="873126"/>
            <a:chExt cx="3400425" cy="4070350"/>
          </a:xfrm>
        </p:grpSpPr>
        <p:sp>
          <p:nvSpPr>
            <p:cNvPr id="159" name="矩形 158"/>
            <p:cNvSpPr/>
            <p:nvPr/>
          </p:nvSpPr>
          <p:spPr>
            <a:xfrm>
              <a:off x="482600" y="873126"/>
              <a:ext cx="3400425" cy="4070350"/>
            </a:xfrm>
            <a:prstGeom prst="rect">
              <a:avLst/>
            </a:prstGeom>
            <a:gradFill flip="none" rotWithShape="1">
              <a:gsLst>
                <a:gs pos="0">
                  <a:schemeClr val="accent1">
                    <a:lumMod val="20000"/>
                    <a:lumOff val="80000"/>
                    <a:alpha val="50000"/>
                  </a:schemeClr>
                </a:gs>
                <a:gs pos="100000">
                  <a:schemeClr val="accent1">
                    <a:lumMod val="20000"/>
                    <a:lumOff val="80000"/>
                    <a:alpha val="0"/>
                  </a:schemeClr>
                </a:gs>
              </a:gsLst>
              <a:lin ang="16200000" scaled="1"/>
              <a:tileRect/>
            </a:gradFill>
            <a:ln cap="rnd">
              <a:gradFill flip="none" rotWithShape="1">
                <a:gsLst>
                  <a:gs pos="0">
                    <a:schemeClr val="accent1">
                      <a:alpha val="0"/>
                    </a:schemeClr>
                  </a:gs>
                  <a:gs pos="100000">
                    <a:schemeClr val="accent1"/>
                  </a:gs>
                </a:gsLst>
                <a:lin ang="5400000" scaled="1"/>
                <a:tileRect/>
              </a:gradFill>
              <a:round/>
            </a:ln>
            <a:effectLst/>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lstStyle/>
            <a:p>
              <a:pPr algn="ctr"/>
              <a:endParaRPr lang="zh-CN" altLang="en-US" sz="1870" dirty="0">
                <a:cs typeface="思源黑体 CN Normal" panose="020B0400000000000000" charset="-122"/>
              </a:endParaRPr>
            </a:p>
          </p:txBody>
        </p:sp>
        <p:sp>
          <p:nvSpPr>
            <p:cNvPr id="160" name="梯形 159"/>
            <p:cNvSpPr/>
            <p:nvPr/>
          </p:nvSpPr>
          <p:spPr>
            <a:xfrm>
              <a:off x="777451" y="1431418"/>
              <a:ext cx="2810723" cy="74205"/>
            </a:xfrm>
            <a:prstGeom prst="trapezoid">
              <a:avLst>
                <a:gd name="adj" fmla="val 150870"/>
              </a:avLst>
            </a:prstGeom>
            <a:gradFill>
              <a:gsLst>
                <a:gs pos="0">
                  <a:schemeClr val="accent1">
                    <a:lumMod val="60000"/>
                    <a:lumOff val="40000"/>
                    <a:alpha val="0"/>
                  </a:schemeClr>
                </a:gs>
                <a:gs pos="100000">
                  <a:schemeClr val="accent1">
                    <a:lumMod val="60000"/>
                    <a:lumOff val="40000"/>
                    <a:alpha val="64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lstStyle/>
            <a:p>
              <a:pPr algn="ctr"/>
              <a:endParaRPr lang="zh-CN" altLang="en-US" sz="1870">
                <a:cs typeface="思源黑体 CN Normal" panose="020B0400000000000000" charset="-122"/>
              </a:endParaRPr>
            </a:p>
          </p:txBody>
        </p:sp>
        <p:sp>
          <p:nvSpPr>
            <p:cNvPr id="161" name="梯形 160"/>
            <p:cNvSpPr/>
            <p:nvPr>
              <p:custDataLst>
                <p:tags r:id="rId6"/>
              </p:custDataLst>
            </p:nvPr>
          </p:nvSpPr>
          <p:spPr>
            <a:xfrm>
              <a:off x="777451" y="1263454"/>
              <a:ext cx="2810723" cy="161392"/>
            </a:xfrm>
            <a:prstGeom prst="trapezoid">
              <a:avLst>
                <a:gd name="adj" fmla="val 150870"/>
              </a:avLst>
            </a:prstGeom>
            <a:gradFill>
              <a:gsLst>
                <a:gs pos="0">
                  <a:schemeClr val="accent1">
                    <a:alpha val="0"/>
                  </a:schemeClr>
                </a:gs>
                <a:gs pos="100000">
                  <a:schemeClr val="accent1">
                    <a:alpha val="59000"/>
                  </a:schemeClr>
                </a:gs>
              </a:gsLst>
              <a:lin ang="5400000" scaled="1"/>
            </a:gradFill>
            <a:ln>
              <a:noFill/>
            </a:ln>
            <a:effectLst/>
            <a:scene3d>
              <a:camera prst="perspectiveRelaxedModerately"/>
              <a:lightRig rig="glow" dir="t"/>
            </a:scene3d>
            <a:sp3d extrusionH="39624">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sp3d>
                <a:bevelT w="0" h="0"/>
                <a:bevelB w="0" h="0"/>
              </a:sp3d>
            </a:bodyPr>
            <a:lstStyle/>
            <a:p>
              <a:pPr algn="ctr"/>
              <a:endParaRPr lang="zh-CN" altLang="en-US" sz="1870">
                <a:cs typeface="思源黑体 CN Normal" panose="020B0400000000000000" charset="-122"/>
              </a:endParaRPr>
            </a:p>
          </p:txBody>
        </p:sp>
        <p:sp>
          <p:nvSpPr>
            <p:cNvPr id="162" name="文本框 161"/>
            <p:cNvSpPr txBox="1"/>
            <p:nvPr/>
          </p:nvSpPr>
          <p:spPr>
            <a:xfrm>
              <a:off x="1251468" y="1018971"/>
              <a:ext cx="1862689" cy="320088"/>
            </a:xfrm>
            <a:prstGeom prst="rect">
              <a:avLst/>
            </a:prstGeom>
            <a:noFill/>
            <a:effectLst/>
          </p:spPr>
          <p:txBody>
            <a:bodyPr wrap="none" lIns="0" tIns="0" rIns="0" bIns="0" rtlCol="0">
              <a:spAutoFit/>
            </a:bodyPr>
            <a:lstStyle/>
            <a:p>
              <a:pPr algn="ctr"/>
              <a:r>
                <a:rPr lang="zh-CN" altLang="en-US" sz="2080">
                  <a:latin typeface="+mj-ea"/>
                  <a:ea typeface="+mj-ea"/>
                  <a:cs typeface="思源黑体 CN Normal" panose="020B0400000000000000" charset="-122"/>
                </a:rPr>
                <a:t>数据采集与清洗</a:t>
              </a:r>
              <a:endParaRPr lang="zh-CN" altLang="en-US" sz="2080" dirty="0">
                <a:latin typeface="+mj-ea"/>
                <a:ea typeface="+mj-ea"/>
                <a:cs typeface="思源黑体 CN Normal" panose="020B0400000000000000" charset="-122"/>
              </a:endParaRPr>
            </a:p>
          </p:txBody>
        </p:sp>
        <p:sp>
          <p:nvSpPr>
            <p:cNvPr id="163" name="文本框 162"/>
            <p:cNvSpPr txBox="1"/>
            <p:nvPr/>
          </p:nvSpPr>
          <p:spPr>
            <a:xfrm>
              <a:off x="659959" y="1624637"/>
              <a:ext cx="3045706" cy="192360"/>
            </a:xfrm>
            <a:prstGeom prst="rect">
              <a:avLst/>
            </a:prstGeom>
            <a:noFill/>
            <a:effectLst/>
          </p:spPr>
          <p:txBody>
            <a:bodyPr wrap="none" lIns="0" tIns="0" rIns="0" bIns="0" rtlCol="0">
              <a:spAutoFit/>
            </a:bodyPr>
            <a:lstStyle/>
            <a:p>
              <a:pPr algn="ctr"/>
              <a:r>
                <a:rPr lang="zh-CN" altLang="en-US" sz="1250" dirty="0">
                  <a:solidFill>
                    <a:schemeClr val="accent1"/>
                  </a:solidFill>
                  <a:latin typeface="+mn-ea"/>
                  <a:cs typeface="思源黑体 CN Normal" panose="020B0400000000000000" charset="-122"/>
                </a:rPr>
                <a:t>标准化转换将不同教师评分按百分制归一化</a:t>
              </a:r>
            </a:p>
          </p:txBody>
        </p:sp>
        <p:sp>
          <p:nvSpPr>
            <p:cNvPr id="165" name="椭圆 164"/>
            <p:cNvSpPr/>
            <p:nvPr>
              <p:custDataLst>
                <p:tags r:id="rId7"/>
              </p:custDataLst>
            </p:nvPr>
          </p:nvSpPr>
          <p:spPr>
            <a:xfrm>
              <a:off x="1539891" y="2259283"/>
              <a:ext cx="1285846" cy="1279990"/>
            </a:xfrm>
            <a:prstGeom prst="ellipse">
              <a:avLst/>
            </a:prstGeom>
            <a:solidFill>
              <a:schemeClr val="accent2">
                <a:lumMod val="20000"/>
                <a:lumOff val="80000"/>
                <a:alpha val="66000"/>
              </a:schemeClr>
            </a:solidFill>
            <a:ln w="10160">
              <a:solidFill>
                <a:schemeClr val="accent2">
                  <a:lumMod val="20000"/>
                  <a:lumOff val="80000"/>
                </a:schemeClr>
              </a:solidFill>
            </a:ln>
            <a:effectLst>
              <a:innerShdw blurRad="91440">
                <a:schemeClr val="accent2"/>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66" name="文本框 165"/>
            <p:cNvSpPr txBox="1"/>
            <p:nvPr/>
          </p:nvSpPr>
          <p:spPr>
            <a:xfrm>
              <a:off x="1913510" y="2556781"/>
              <a:ext cx="538609" cy="430887"/>
            </a:xfrm>
            <a:prstGeom prst="rect">
              <a:avLst/>
            </a:prstGeom>
            <a:noFill/>
            <a:effectLst>
              <a:glow rad="63500">
                <a:schemeClr val="bg1"/>
              </a:glow>
            </a:effectLst>
          </p:spPr>
          <p:txBody>
            <a:bodyPr wrap="none" lIns="0" tIns="0" rIns="0" bIns="0" rtlCol="0">
              <a:spAutoFit/>
            </a:bodyPr>
            <a:lstStyle/>
            <a:p>
              <a:pPr algn="ctr"/>
              <a:r>
                <a:rPr lang="zh-CN" altLang="en-US" sz="1400" dirty="0">
                  <a:solidFill>
                    <a:schemeClr val="accent2">
                      <a:lumMod val="75000"/>
                    </a:schemeClr>
                  </a:solidFill>
                  <a:effectLst>
                    <a:glow rad="63500">
                      <a:schemeClr val="bg1"/>
                    </a:glow>
                  </a:effectLst>
                  <a:latin typeface="+mj-ea"/>
                  <a:ea typeface="+mj-ea"/>
                  <a:cs typeface="思源黑体 CN Normal" panose="020B0400000000000000" charset="-122"/>
                </a:rPr>
                <a:t>结构化</a:t>
              </a:r>
              <a:endParaRPr lang="en-US" altLang="zh-CN" sz="1400" dirty="0">
                <a:solidFill>
                  <a:schemeClr val="accent2">
                    <a:lumMod val="75000"/>
                  </a:schemeClr>
                </a:solidFill>
                <a:effectLst>
                  <a:glow rad="63500">
                    <a:schemeClr val="bg1"/>
                  </a:glow>
                </a:effectLst>
                <a:latin typeface="+mj-ea"/>
                <a:ea typeface="+mj-ea"/>
                <a:cs typeface="思源黑体 CN Normal" panose="020B0400000000000000" charset="-122"/>
              </a:endParaRPr>
            </a:p>
            <a:p>
              <a:pPr algn="ctr"/>
              <a:r>
                <a:rPr lang="zh-CN" altLang="en-US" sz="1400" dirty="0">
                  <a:solidFill>
                    <a:schemeClr val="accent2">
                      <a:lumMod val="75000"/>
                    </a:schemeClr>
                  </a:solidFill>
                  <a:effectLst>
                    <a:glow rad="63500">
                      <a:schemeClr val="bg1"/>
                    </a:glow>
                  </a:effectLst>
                  <a:latin typeface="+mj-ea"/>
                  <a:ea typeface="+mj-ea"/>
                  <a:cs typeface="思源黑体 CN Normal" panose="020B0400000000000000" charset="-122"/>
                </a:rPr>
                <a:t>数据</a:t>
              </a:r>
            </a:p>
          </p:txBody>
        </p:sp>
        <p:sp>
          <p:nvSpPr>
            <p:cNvPr id="167" name="椭圆 166"/>
            <p:cNvSpPr/>
            <p:nvPr>
              <p:custDataLst>
                <p:tags r:id="rId8"/>
              </p:custDataLst>
            </p:nvPr>
          </p:nvSpPr>
          <p:spPr>
            <a:xfrm>
              <a:off x="1066532" y="2994223"/>
              <a:ext cx="1285846" cy="1279990"/>
            </a:xfrm>
            <a:prstGeom prst="ellipse">
              <a:avLst/>
            </a:prstGeom>
            <a:solidFill>
              <a:schemeClr val="accent1">
                <a:alpha val="73000"/>
              </a:schemeClr>
            </a:solidFill>
            <a:ln w="10160">
              <a:solidFill>
                <a:schemeClr val="accent1"/>
              </a:solidFill>
            </a:ln>
            <a:effectLst>
              <a:innerShdw blurRad="91440">
                <a:schemeClr val="accent1"/>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68" name="椭圆 167"/>
            <p:cNvSpPr/>
            <p:nvPr>
              <p:custDataLst>
                <p:tags r:id="rId9"/>
              </p:custDataLst>
            </p:nvPr>
          </p:nvSpPr>
          <p:spPr>
            <a:xfrm>
              <a:off x="2013252" y="2994223"/>
              <a:ext cx="1285846" cy="1279990"/>
            </a:xfrm>
            <a:prstGeom prst="ellipse">
              <a:avLst/>
            </a:prstGeom>
            <a:solidFill>
              <a:schemeClr val="accent3">
                <a:lumMod val="60000"/>
                <a:lumOff val="40000"/>
                <a:alpha val="51000"/>
              </a:schemeClr>
            </a:solidFill>
            <a:ln w="10160">
              <a:solidFill>
                <a:schemeClr val="accent3">
                  <a:lumMod val="60000"/>
                  <a:lumOff val="40000"/>
                </a:schemeClr>
              </a:solidFill>
            </a:ln>
            <a:effectLst>
              <a:innerShdw blurRad="91440">
                <a:schemeClr val="accent3"/>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69" name="文本框 168"/>
            <p:cNvSpPr txBox="1"/>
            <p:nvPr/>
          </p:nvSpPr>
          <p:spPr>
            <a:xfrm>
              <a:off x="1168670" y="3499968"/>
              <a:ext cx="718145" cy="430887"/>
            </a:xfrm>
            <a:prstGeom prst="rect">
              <a:avLst/>
            </a:prstGeom>
            <a:noFill/>
            <a:effectLst/>
          </p:spPr>
          <p:txBody>
            <a:bodyPr wrap="none" lIns="0" tIns="0" rIns="0" bIns="0" rtlCol="0">
              <a:spAutoFit/>
            </a:bodyPr>
            <a:lstStyle/>
            <a:p>
              <a:pPr algn="ctr"/>
              <a:r>
                <a:rPr lang="zh-CN" altLang="en-US" sz="1400" dirty="0">
                  <a:solidFill>
                    <a:schemeClr val="bg1"/>
                  </a:solidFill>
                  <a:effectLst/>
                  <a:latin typeface="+mj-ea"/>
                  <a:ea typeface="+mj-ea"/>
                  <a:cs typeface="思源黑体 CN Normal" panose="020B0400000000000000" charset="-122"/>
                </a:rPr>
                <a:t>非结构化</a:t>
              </a:r>
              <a:endParaRPr lang="en-US" altLang="zh-CN" sz="1400" dirty="0">
                <a:solidFill>
                  <a:schemeClr val="bg1"/>
                </a:solidFill>
                <a:effectLst/>
                <a:latin typeface="+mj-ea"/>
                <a:ea typeface="+mj-ea"/>
                <a:cs typeface="思源黑体 CN Normal" panose="020B0400000000000000" charset="-122"/>
              </a:endParaRPr>
            </a:p>
            <a:p>
              <a:pPr algn="ctr"/>
              <a:r>
                <a:rPr lang="zh-CN" altLang="en-US" sz="1400" dirty="0">
                  <a:solidFill>
                    <a:schemeClr val="bg1"/>
                  </a:solidFill>
                  <a:effectLst/>
                  <a:latin typeface="+mj-ea"/>
                  <a:ea typeface="+mj-ea"/>
                  <a:cs typeface="思源黑体 CN Normal" panose="020B0400000000000000" charset="-122"/>
                </a:rPr>
                <a:t>数据</a:t>
              </a:r>
            </a:p>
          </p:txBody>
        </p:sp>
        <p:sp>
          <p:nvSpPr>
            <p:cNvPr id="170" name="文本框 169"/>
            <p:cNvSpPr txBox="1"/>
            <p:nvPr/>
          </p:nvSpPr>
          <p:spPr>
            <a:xfrm>
              <a:off x="2451640" y="3499968"/>
              <a:ext cx="718145" cy="430887"/>
            </a:xfrm>
            <a:prstGeom prst="rect">
              <a:avLst/>
            </a:prstGeom>
            <a:noFill/>
            <a:effectLst/>
          </p:spPr>
          <p:txBody>
            <a:bodyPr wrap="none" lIns="0" tIns="0" rIns="0" bIns="0" rtlCol="0">
              <a:spAutoFit/>
            </a:bodyPr>
            <a:lstStyle/>
            <a:p>
              <a:pPr algn="ctr"/>
              <a:r>
                <a:rPr lang="zh-CN" altLang="en-US" sz="1400" dirty="0">
                  <a:solidFill>
                    <a:schemeClr val="bg1"/>
                  </a:solidFill>
                  <a:effectLst/>
                  <a:latin typeface="+mj-ea"/>
                  <a:ea typeface="+mj-ea"/>
                  <a:cs typeface="思源黑体 CN Normal" panose="020B0400000000000000" charset="-122"/>
                </a:rPr>
                <a:t>非结构化</a:t>
              </a:r>
              <a:endParaRPr lang="en-US" altLang="zh-CN" sz="1400" dirty="0">
                <a:solidFill>
                  <a:schemeClr val="bg1"/>
                </a:solidFill>
                <a:effectLst/>
                <a:latin typeface="+mj-ea"/>
                <a:ea typeface="+mj-ea"/>
                <a:cs typeface="思源黑体 CN Normal" panose="020B0400000000000000" charset="-122"/>
              </a:endParaRPr>
            </a:p>
            <a:p>
              <a:pPr algn="ctr"/>
              <a:r>
                <a:rPr lang="zh-CN" altLang="en-US" sz="1400" dirty="0">
                  <a:solidFill>
                    <a:schemeClr val="bg1"/>
                  </a:solidFill>
                  <a:effectLst/>
                  <a:latin typeface="+mj-ea"/>
                  <a:ea typeface="+mj-ea"/>
                  <a:cs typeface="思源黑体 CN Normal" panose="020B0400000000000000" charset="-122"/>
                </a:rPr>
                <a:t>数据</a:t>
              </a:r>
            </a:p>
          </p:txBody>
        </p:sp>
        <p:sp>
          <p:nvSpPr>
            <p:cNvPr id="172" name="文本框 171"/>
            <p:cNvSpPr txBox="1"/>
            <p:nvPr/>
          </p:nvSpPr>
          <p:spPr>
            <a:xfrm>
              <a:off x="2825784" y="2005331"/>
              <a:ext cx="846386" cy="169277"/>
            </a:xfrm>
            <a:prstGeom prst="rect">
              <a:avLst/>
            </a:prstGeom>
            <a:noFill/>
            <a:effectLst/>
          </p:spPr>
          <p:txBody>
            <a:bodyPr wrap="none" lIns="0" tIns="0" rIns="0" bIns="0" rtlCol="0">
              <a:spAutoFit/>
            </a:bodyPr>
            <a:lstStyle/>
            <a:p>
              <a:pPr algn="ctr"/>
              <a:r>
                <a:rPr lang="zh-CN" altLang="en-US" sz="1100" dirty="0">
                  <a:effectLst/>
                  <a:latin typeface="+mn-ea"/>
                  <a:cs typeface="思源黑体 CN Normal" panose="020B0400000000000000" charset="-122"/>
                </a:rPr>
                <a:t>实验报告评分</a:t>
              </a:r>
            </a:p>
          </p:txBody>
        </p:sp>
        <p:sp>
          <p:nvSpPr>
            <p:cNvPr id="173" name="文本框 172"/>
            <p:cNvSpPr txBox="1"/>
            <p:nvPr/>
          </p:nvSpPr>
          <p:spPr>
            <a:xfrm>
              <a:off x="3043946" y="4263242"/>
              <a:ext cx="564257" cy="338554"/>
            </a:xfrm>
            <a:prstGeom prst="rect">
              <a:avLst/>
            </a:prstGeom>
            <a:noFill/>
            <a:effectLst/>
          </p:spPr>
          <p:txBody>
            <a:bodyPr wrap="none" lIns="0" tIns="0" rIns="0" bIns="0" rtlCol="0">
              <a:spAutoFit/>
            </a:bodyPr>
            <a:lstStyle/>
            <a:p>
              <a:pPr algn="ctr"/>
              <a:r>
                <a:rPr lang="zh-CN" altLang="en-US" sz="1100" dirty="0">
                  <a:effectLst/>
                  <a:latin typeface="+mn-ea"/>
                  <a:cs typeface="思源黑体 CN Normal" panose="020B0400000000000000" charset="-122"/>
                </a:rPr>
                <a:t>学生故障</a:t>
              </a:r>
              <a:endParaRPr lang="en-US" altLang="zh-CN" sz="1100" dirty="0">
                <a:effectLst/>
                <a:latin typeface="+mn-ea"/>
                <a:cs typeface="思源黑体 CN Normal" panose="020B0400000000000000" charset="-122"/>
              </a:endParaRPr>
            </a:p>
            <a:p>
              <a:pPr algn="ctr"/>
              <a:r>
                <a:rPr lang="zh-CN" altLang="en-US" sz="1100" dirty="0">
                  <a:effectLst/>
                  <a:latin typeface="+mn-ea"/>
                  <a:cs typeface="思源黑体 CN Normal" panose="020B0400000000000000" charset="-122"/>
                </a:rPr>
                <a:t>排查录音</a:t>
              </a:r>
            </a:p>
          </p:txBody>
        </p:sp>
        <p:sp>
          <p:nvSpPr>
            <p:cNvPr id="174" name="文本框 173"/>
            <p:cNvSpPr txBox="1"/>
            <p:nvPr/>
          </p:nvSpPr>
          <p:spPr>
            <a:xfrm>
              <a:off x="757424" y="4263242"/>
              <a:ext cx="564257" cy="338554"/>
            </a:xfrm>
            <a:prstGeom prst="rect">
              <a:avLst/>
            </a:prstGeom>
            <a:noFill/>
            <a:effectLst/>
          </p:spPr>
          <p:txBody>
            <a:bodyPr wrap="none" lIns="0" tIns="0" rIns="0" bIns="0" rtlCol="0">
              <a:spAutoFit/>
            </a:bodyPr>
            <a:lstStyle/>
            <a:p>
              <a:pPr algn="ctr"/>
              <a:r>
                <a:rPr lang="en-US" altLang="zh-CN" sz="1100" dirty="0">
                  <a:effectLst/>
                  <a:latin typeface="+mn-ea"/>
                  <a:cs typeface="思源黑体 CN Normal" panose="020B0400000000000000" charset="-122"/>
                </a:rPr>
                <a:t>AI</a:t>
              </a:r>
              <a:r>
                <a:rPr lang="zh-CN" altLang="en-US" sz="1100" dirty="0">
                  <a:effectLst/>
                  <a:latin typeface="+mn-ea"/>
                  <a:cs typeface="思源黑体 CN Normal" panose="020B0400000000000000" charset="-122"/>
                </a:rPr>
                <a:t>视频</a:t>
              </a:r>
              <a:endParaRPr lang="en-US" altLang="zh-CN" sz="1100" dirty="0">
                <a:effectLst/>
                <a:latin typeface="+mn-ea"/>
                <a:cs typeface="思源黑体 CN Normal" panose="020B0400000000000000" charset="-122"/>
              </a:endParaRPr>
            </a:p>
            <a:p>
              <a:pPr algn="ctr"/>
              <a:r>
                <a:rPr lang="zh-CN" altLang="en-US" sz="1100" dirty="0">
                  <a:effectLst/>
                  <a:latin typeface="+mn-ea"/>
                  <a:cs typeface="思源黑体 CN Normal" panose="020B0400000000000000" charset="-122"/>
                </a:rPr>
                <a:t>分析记录</a:t>
              </a:r>
            </a:p>
          </p:txBody>
        </p:sp>
        <p:cxnSp>
          <p:nvCxnSpPr>
            <p:cNvPr id="175" name="连接符: 肘形 174"/>
            <p:cNvCxnSpPr/>
            <p:nvPr/>
          </p:nvCxnSpPr>
          <p:spPr>
            <a:xfrm rot="5400000">
              <a:off x="1431960" y="4172600"/>
              <a:ext cx="151906" cy="372141"/>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cxnSp>
          <p:nvCxnSpPr>
            <p:cNvPr id="176" name="连接符: 肘形 175"/>
            <p:cNvCxnSpPr/>
            <p:nvPr/>
          </p:nvCxnSpPr>
          <p:spPr>
            <a:xfrm rot="16200000" flipH="1">
              <a:off x="2761380" y="4152221"/>
              <a:ext cx="156882" cy="407924"/>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cxnSp>
          <p:nvCxnSpPr>
            <p:cNvPr id="177" name="连接符: 肘形 176"/>
            <p:cNvCxnSpPr>
              <a:endCxn id="172" idx="1"/>
            </p:cNvCxnSpPr>
            <p:nvPr/>
          </p:nvCxnSpPr>
          <p:spPr>
            <a:xfrm flipV="1">
              <a:off x="2186879" y="2089970"/>
              <a:ext cx="638905" cy="171165"/>
            </a:xfrm>
            <a:prstGeom prst="bentConnector3">
              <a:avLst>
                <a:gd name="adj1" fmla="val -315"/>
              </a:avLst>
            </a:prstGeom>
            <a:ln w="5080">
              <a:tailEnd type="triangle"/>
            </a:ln>
            <a:effectLst/>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720760" y="2005331"/>
              <a:ext cx="846386" cy="169277"/>
            </a:xfrm>
            <a:prstGeom prst="rect">
              <a:avLst/>
            </a:prstGeom>
            <a:noFill/>
            <a:effectLst/>
          </p:spPr>
          <p:txBody>
            <a:bodyPr wrap="none" lIns="0" tIns="0" rIns="0" bIns="0" rtlCol="0">
              <a:spAutoFit/>
            </a:bodyPr>
            <a:lstStyle/>
            <a:p>
              <a:pPr algn="ctr"/>
              <a:r>
                <a:rPr lang="zh-CN" altLang="en-US" sz="1100" dirty="0">
                  <a:effectLst/>
                  <a:latin typeface="+mn-ea"/>
                  <a:cs typeface="思源黑体 CN Normal" panose="020B0400000000000000" charset="-122"/>
                </a:rPr>
                <a:t>设备使用日志</a:t>
              </a:r>
            </a:p>
          </p:txBody>
        </p:sp>
        <p:cxnSp>
          <p:nvCxnSpPr>
            <p:cNvPr id="81" name="连接符: 肘形 80"/>
            <p:cNvCxnSpPr>
              <a:stCxn id="165" idx="0"/>
              <a:endCxn id="80" idx="3"/>
            </p:cNvCxnSpPr>
            <p:nvPr/>
          </p:nvCxnSpPr>
          <p:spPr>
            <a:xfrm rot="16200000" flipV="1">
              <a:off x="1790324" y="1866793"/>
              <a:ext cx="169313" cy="615668"/>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sp>
          <p:nvSpPr>
            <p:cNvPr id="96" name="任意多边形: 形状 95"/>
            <p:cNvSpPr/>
            <p:nvPr>
              <p:custDataLst>
                <p:tags r:id="rId10"/>
              </p:custDataLst>
            </p:nvPr>
          </p:nvSpPr>
          <p:spPr>
            <a:xfrm>
              <a:off x="2023481" y="3200954"/>
              <a:ext cx="315499" cy="334984"/>
            </a:xfrm>
            <a:custGeom>
              <a:avLst/>
              <a:gdLst>
                <a:gd name="connsiteX0" fmla="*/ 157749 w 315499"/>
                <a:gd name="connsiteY0" fmla="*/ 0 h 334984"/>
                <a:gd name="connsiteX1" fmla="*/ 217511 w 315499"/>
                <a:gd name="connsiteY1" fmla="*/ 72102 h 334984"/>
                <a:gd name="connsiteX2" fmla="*/ 314250 w 315499"/>
                <a:gd name="connsiteY2" fmla="*/ 300948 h 334984"/>
                <a:gd name="connsiteX3" fmla="*/ 315499 w 315499"/>
                <a:gd name="connsiteY3" fmla="*/ 313275 h 334984"/>
                <a:gd name="connsiteX4" fmla="*/ 287320 w 315499"/>
                <a:gd name="connsiteY4" fmla="*/ 321982 h 334984"/>
                <a:gd name="connsiteX5" fmla="*/ 157748 w 315499"/>
                <a:gd name="connsiteY5" fmla="*/ 334984 h 334984"/>
                <a:gd name="connsiteX6" fmla="*/ 28176 w 315499"/>
                <a:gd name="connsiteY6" fmla="*/ 321982 h 334984"/>
                <a:gd name="connsiteX7" fmla="*/ 0 w 315499"/>
                <a:gd name="connsiteY7" fmla="*/ 313275 h 334984"/>
                <a:gd name="connsiteX8" fmla="*/ 1248 w 315499"/>
                <a:gd name="connsiteY8" fmla="*/ 300948 h 334984"/>
                <a:gd name="connsiteX9" fmla="*/ 97987 w 315499"/>
                <a:gd name="connsiteY9" fmla="*/ 72102 h 334984"/>
                <a:gd name="connsiteX10" fmla="*/ 157749 w 315499"/>
                <a:gd name="connsiteY10" fmla="*/ 0 h 334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5499" h="334984">
                  <a:moveTo>
                    <a:pt x="157749" y="0"/>
                  </a:moveTo>
                  <a:lnTo>
                    <a:pt x="217511" y="72102"/>
                  </a:lnTo>
                  <a:cubicBezTo>
                    <a:pt x="263726" y="140198"/>
                    <a:pt x="297122" y="217624"/>
                    <a:pt x="314250" y="300948"/>
                  </a:cubicBezTo>
                  <a:lnTo>
                    <a:pt x="315499" y="313275"/>
                  </a:lnTo>
                  <a:lnTo>
                    <a:pt x="287320" y="321982"/>
                  </a:lnTo>
                  <a:cubicBezTo>
                    <a:pt x="245467" y="330507"/>
                    <a:pt x="202133" y="334984"/>
                    <a:pt x="157748" y="334984"/>
                  </a:cubicBezTo>
                  <a:cubicBezTo>
                    <a:pt x="113364" y="334984"/>
                    <a:pt x="70029" y="330507"/>
                    <a:pt x="28176" y="321982"/>
                  </a:cubicBezTo>
                  <a:lnTo>
                    <a:pt x="0" y="313275"/>
                  </a:lnTo>
                  <a:lnTo>
                    <a:pt x="1248" y="300948"/>
                  </a:lnTo>
                  <a:cubicBezTo>
                    <a:pt x="18377" y="217624"/>
                    <a:pt x="51772" y="140198"/>
                    <a:pt x="97987" y="72102"/>
                  </a:cubicBezTo>
                  <a:lnTo>
                    <a:pt x="157749" y="0"/>
                  </a:lnTo>
                  <a:close/>
                </a:path>
              </a:pathLst>
            </a:custGeom>
            <a:solidFill>
              <a:schemeClr val="bg1"/>
            </a:solidFill>
            <a:ln w="10160">
              <a:solidFill>
                <a:schemeClr val="accent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p>
          </p:txBody>
        </p:sp>
        <p:sp>
          <p:nvSpPr>
            <p:cNvPr id="171" name="文本框 170"/>
            <p:cNvSpPr txBox="1"/>
            <p:nvPr/>
          </p:nvSpPr>
          <p:spPr>
            <a:xfrm>
              <a:off x="2104286" y="3314689"/>
              <a:ext cx="153888" cy="184666"/>
            </a:xfrm>
            <a:prstGeom prst="rect">
              <a:avLst/>
            </a:prstGeom>
            <a:noFill/>
            <a:effectLst/>
          </p:spPr>
          <p:txBody>
            <a:bodyPr wrap="none" lIns="0" tIns="0" rIns="0" bIns="0" rtlCol="0">
              <a:spAutoFit/>
            </a:bodyPr>
            <a:lstStyle/>
            <a:p>
              <a:pPr algn="ctr"/>
              <a:r>
                <a:rPr lang="zh-CN" altLang="en-US" sz="600" dirty="0">
                  <a:solidFill>
                    <a:srgbClr val="C00000"/>
                  </a:solidFill>
                  <a:effectLst>
                    <a:glow rad="63500">
                      <a:schemeClr val="bg1"/>
                    </a:glow>
                  </a:effectLst>
                  <a:latin typeface="+mj-ea"/>
                  <a:ea typeface="+mj-ea"/>
                  <a:cs typeface="思源黑体 CN Normal" panose="020B0400000000000000" charset="-122"/>
                </a:rPr>
                <a:t>数据</a:t>
              </a:r>
              <a:endParaRPr lang="en-US" altLang="zh-CN" sz="600" dirty="0">
                <a:solidFill>
                  <a:srgbClr val="C00000"/>
                </a:solidFill>
                <a:effectLst>
                  <a:glow rad="63500">
                    <a:schemeClr val="bg1"/>
                  </a:glow>
                </a:effectLst>
                <a:latin typeface="+mj-ea"/>
                <a:ea typeface="+mj-ea"/>
                <a:cs typeface="思源黑体 CN Normal" panose="020B0400000000000000" charset="-122"/>
              </a:endParaRPr>
            </a:p>
            <a:p>
              <a:pPr algn="ctr"/>
              <a:r>
                <a:rPr lang="zh-CN" altLang="en-US" sz="600" dirty="0">
                  <a:solidFill>
                    <a:srgbClr val="C00000"/>
                  </a:solidFill>
                  <a:effectLst>
                    <a:glow rad="63500">
                      <a:schemeClr val="bg1"/>
                    </a:glow>
                  </a:effectLst>
                  <a:latin typeface="+mj-ea"/>
                  <a:ea typeface="+mj-ea"/>
                  <a:cs typeface="思源黑体 CN Normal" panose="020B0400000000000000" charset="-122"/>
                </a:rPr>
                <a:t>分析</a:t>
              </a:r>
            </a:p>
          </p:txBody>
        </p:sp>
      </p:grpSp>
      <p:grpSp>
        <p:nvGrpSpPr>
          <p:cNvPr id="4" name="组合 3"/>
          <p:cNvGrpSpPr/>
          <p:nvPr/>
        </p:nvGrpSpPr>
        <p:grpSpPr>
          <a:xfrm>
            <a:off x="8312149" y="873126"/>
            <a:ext cx="3400425" cy="4070350"/>
            <a:chOff x="8312149" y="873126"/>
            <a:chExt cx="3400425" cy="4070350"/>
          </a:xfrm>
        </p:grpSpPr>
        <p:sp>
          <p:nvSpPr>
            <p:cNvPr id="124" name="矩形 123"/>
            <p:cNvSpPr/>
            <p:nvPr/>
          </p:nvSpPr>
          <p:spPr>
            <a:xfrm>
              <a:off x="8312149" y="873126"/>
              <a:ext cx="3400425" cy="4070350"/>
            </a:xfrm>
            <a:prstGeom prst="rect">
              <a:avLst/>
            </a:prstGeom>
            <a:gradFill flip="none" rotWithShape="1">
              <a:gsLst>
                <a:gs pos="0">
                  <a:schemeClr val="accent1">
                    <a:lumMod val="20000"/>
                    <a:lumOff val="80000"/>
                    <a:alpha val="50000"/>
                  </a:schemeClr>
                </a:gs>
                <a:gs pos="100000">
                  <a:schemeClr val="accent1">
                    <a:lumMod val="20000"/>
                    <a:lumOff val="80000"/>
                    <a:alpha val="0"/>
                  </a:schemeClr>
                </a:gs>
              </a:gsLst>
              <a:lin ang="16200000" scaled="1"/>
              <a:tileRect/>
            </a:gradFill>
            <a:ln cap="rnd">
              <a:gradFill flip="none" rotWithShape="1">
                <a:gsLst>
                  <a:gs pos="0">
                    <a:schemeClr val="accent1">
                      <a:alpha val="0"/>
                    </a:schemeClr>
                  </a:gs>
                  <a:gs pos="100000">
                    <a:schemeClr val="accent1"/>
                  </a:gs>
                </a:gsLst>
                <a:lin ang="5400000" scaled="1"/>
                <a:tileRect/>
              </a:gradFill>
              <a:round/>
            </a:ln>
            <a:effectLst/>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lstStyle/>
            <a:p>
              <a:pPr algn="ctr"/>
              <a:endParaRPr lang="zh-CN" altLang="en-US" sz="1870">
                <a:cs typeface="思源黑体 CN Normal" panose="020B0400000000000000" charset="-122"/>
              </a:endParaRPr>
            </a:p>
          </p:txBody>
        </p:sp>
        <p:sp>
          <p:nvSpPr>
            <p:cNvPr id="125" name="梯形 124"/>
            <p:cNvSpPr/>
            <p:nvPr/>
          </p:nvSpPr>
          <p:spPr>
            <a:xfrm>
              <a:off x="8607000" y="1431418"/>
              <a:ext cx="2810723" cy="74205"/>
            </a:xfrm>
            <a:prstGeom prst="trapezoid">
              <a:avLst>
                <a:gd name="adj" fmla="val 150870"/>
              </a:avLst>
            </a:prstGeom>
            <a:gradFill>
              <a:gsLst>
                <a:gs pos="0">
                  <a:schemeClr val="accent1">
                    <a:lumMod val="60000"/>
                    <a:lumOff val="40000"/>
                    <a:alpha val="0"/>
                  </a:schemeClr>
                </a:gs>
                <a:gs pos="100000">
                  <a:schemeClr val="accent1">
                    <a:lumMod val="60000"/>
                    <a:lumOff val="40000"/>
                    <a:alpha val="64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lstStyle/>
            <a:p>
              <a:pPr algn="ctr"/>
              <a:endParaRPr lang="zh-CN" altLang="en-US" sz="1870">
                <a:cs typeface="思源黑体 CN Normal" panose="020B0400000000000000" charset="-122"/>
              </a:endParaRPr>
            </a:p>
          </p:txBody>
        </p:sp>
        <p:sp>
          <p:nvSpPr>
            <p:cNvPr id="126" name="梯形 125"/>
            <p:cNvSpPr/>
            <p:nvPr>
              <p:custDataLst>
                <p:tags r:id="rId1"/>
              </p:custDataLst>
            </p:nvPr>
          </p:nvSpPr>
          <p:spPr>
            <a:xfrm>
              <a:off x="8607000" y="1263454"/>
              <a:ext cx="2810723" cy="161392"/>
            </a:xfrm>
            <a:prstGeom prst="trapezoid">
              <a:avLst>
                <a:gd name="adj" fmla="val 150870"/>
              </a:avLst>
            </a:prstGeom>
            <a:gradFill>
              <a:gsLst>
                <a:gs pos="0">
                  <a:schemeClr val="accent1">
                    <a:alpha val="0"/>
                  </a:schemeClr>
                </a:gs>
                <a:gs pos="100000">
                  <a:schemeClr val="accent1">
                    <a:alpha val="59000"/>
                  </a:schemeClr>
                </a:gs>
              </a:gsLst>
              <a:lin ang="5400000" scaled="1"/>
            </a:gradFill>
            <a:ln>
              <a:noFill/>
            </a:ln>
            <a:effectLst/>
            <a:scene3d>
              <a:camera prst="perspectiveRelaxedModerately"/>
              <a:lightRig rig="glow" dir="t"/>
            </a:scene3d>
            <a:sp3d extrusionH="39624">
              <a:bevelT w="0" h="0"/>
              <a:bevelB w="0" h="0"/>
            </a:sp3d>
          </p:spPr>
          <p:style>
            <a:lnRef idx="2">
              <a:schemeClr val="accent1">
                <a:shade val="50000"/>
              </a:schemeClr>
            </a:lnRef>
            <a:fillRef idx="1">
              <a:schemeClr val="accent1"/>
            </a:fillRef>
            <a:effectRef idx="0">
              <a:schemeClr val="accent1"/>
            </a:effectRef>
            <a:fontRef idx="minor">
              <a:schemeClr val="lt1"/>
            </a:fontRef>
          </p:style>
          <p:txBody>
            <a:bodyPr lIns="95098" tIns="47549" rIns="95098" bIns="47549" rtlCol="0" anchor="ctr">
              <a:sp3d>
                <a:bevelT w="0" h="0"/>
                <a:bevelB w="0" h="0"/>
              </a:sp3d>
            </a:bodyPr>
            <a:lstStyle/>
            <a:p>
              <a:pPr algn="ctr"/>
              <a:endParaRPr lang="zh-CN" altLang="en-US" sz="1870">
                <a:cs typeface="思源黑体 CN Normal" panose="020B0400000000000000" charset="-122"/>
              </a:endParaRPr>
            </a:p>
          </p:txBody>
        </p:sp>
        <p:sp>
          <p:nvSpPr>
            <p:cNvPr id="127" name="文本框 126"/>
            <p:cNvSpPr txBox="1"/>
            <p:nvPr/>
          </p:nvSpPr>
          <p:spPr>
            <a:xfrm>
              <a:off x="9214066" y="1018971"/>
              <a:ext cx="1596591" cy="320088"/>
            </a:xfrm>
            <a:prstGeom prst="rect">
              <a:avLst/>
            </a:prstGeom>
            <a:noFill/>
            <a:effectLst/>
          </p:spPr>
          <p:txBody>
            <a:bodyPr wrap="none" lIns="0" tIns="0" rIns="0" bIns="0" rtlCol="0">
              <a:spAutoFit/>
            </a:bodyPr>
            <a:lstStyle/>
            <a:p>
              <a:pPr algn="ctr"/>
              <a:r>
                <a:rPr lang="zh-CN" altLang="en-US" sz="2080" dirty="0">
                  <a:latin typeface="+mj-ea"/>
                  <a:ea typeface="+mj-ea"/>
                  <a:cs typeface="思源黑体 CN Normal" panose="020B0400000000000000" charset="-122"/>
                </a:rPr>
                <a:t>课证融合成效</a:t>
              </a:r>
            </a:p>
          </p:txBody>
        </p:sp>
        <p:sp>
          <p:nvSpPr>
            <p:cNvPr id="128" name="文本框 127"/>
            <p:cNvSpPr txBox="1"/>
            <p:nvPr/>
          </p:nvSpPr>
          <p:spPr>
            <a:xfrm>
              <a:off x="8890259" y="1624637"/>
              <a:ext cx="2244204" cy="192360"/>
            </a:xfrm>
            <a:prstGeom prst="rect">
              <a:avLst/>
            </a:prstGeom>
            <a:noFill/>
            <a:effectLst/>
          </p:spPr>
          <p:txBody>
            <a:bodyPr wrap="none" lIns="0" tIns="0" rIns="0" bIns="0" rtlCol="0">
              <a:spAutoFit/>
            </a:bodyPr>
            <a:lstStyle/>
            <a:p>
              <a:pPr algn="ctr"/>
              <a:r>
                <a:rPr lang="zh-CN" altLang="en-US" sz="1250">
                  <a:solidFill>
                    <a:schemeClr val="accent1"/>
                  </a:solidFill>
                  <a:latin typeface="+mn-ea"/>
                  <a:cs typeface="思源黑体 CN Normal" panose="020B0400000000000000" charset="-122"/>
                </a:rPr>
                <a:t>新增“企业文档管理系统”实训</a:t>
              </a:r>
              <a:endParaRPr lang="zh-CN" altLang="en-US" sz="1250" dirty="0">
                <a:solidFill>
                  <a:schemeClr val="accent1"/>
                </a:solidFill>
                <a:latin typeface="+mn-ea"/>
                <a:cs typeface="思源黑体 CN Normal" panose="020B0400000000000000" charset="-122"/>
              </a:endParaRPr>
            </a:p>
          </p:txBody>
        </p:sp>
        <p:sp>
          <p:nvSpPr>
            <p:cNvPr id="130" name="椭圆 129"/>
            <p:cNvSpPr/>
            <p:nvPr>
              <p:custDataLst>
                <p:tags r:id="rId2"/>
              </p:custDataLst>
            </p:nvPr>
          </p:nvSpPr>
          <p:spPr>
            <a:xfrm>
              <a:off x="9369440" y="2259283"/>
              <a:ext cx="1285846" cy="1279990"/>
            </a:xfrm>
            <a:prstGeom prst="ellipse">
              <a:avLst/>
            </a:prstGeom>
            <a:solidFill>
              <a:schemeClr val="accent2">
                <a:lumMod val="20000"/>
                <a:lumOff val="80000"/>
                <a:alpha val="66000"/>
              </a:schemeClr>
            </a:solidFill>
            <a:ln w="10160">
              <a:solidFill>
                <a:schemeClr val="accent2">
                  <a:lumMod val="20000"/>
                  <a:lumOff val="80000"/>
                </a:schemeClr>
              </a:solidFill>
            </a:ln>
            <a:effectLst>
              <a:innerShdw blurRad="91440">
                <a:schemeClr val="accent2"/>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31" name="文本框 130"/>
            <p:cNvSpPr txBox="1"/>
            <p:nvPr/>
          </p:nvSpPr>
          <p:spPr>
            <a:xfrm>
              <a:off x="9653291" y="2556781"/>
              <a:ext cx="718145" cy="430887"/>
            </a:xfrm>
            <a:prstGeom prst="rect">
              <a:avLst/>
            </a:prstGeom>
            <a:noFill/>
            <a:effectLst/>
          </p:spPr>
          <p:txBody>
            <a:bodyPr wrap="none" lIns="0" tIns="0" rIns="0" bIns="0" rtlCol="0">
              <a:spAutoFit/>
            </a:bodyPr>
            <a:lstStyle/>
            <a:p>
              <a:pPr algn="ctr"/>
              <a:r>
                <a:rPr lang="zh-CN" altLang="en-US" sz="1400" dirty="0">
                  <a:solidFill>
                    <a:schemeClr val="accent2">
                      <a:lumMod val="75000"/>
                    </a:schemeClr>
                  </a:solidFill>
                  <a:effectLst>
                    <a:glow rad="63500">
                      <a:schemeClr val="bg1"/>
                    </a:glow>
                  </a:effectLst>
                  <a:latin typeface="+mj-ea"/>
                  <a:ea typeface="+mj-ea"/>
                  <a:cs typeface="思源黑体 CN Normal" panose="020B0400000000000000" charset="-122"/>
                </a:rPr>
                <a:t>理论考试</a:t>
              </a:r>
              <a:endParaRPr lang="en-US" altLang="zh-CN" sz="1400" dirty="0">
                <a:solidFill>
                  <a:schemeClr val="accent2">
                    <a:lumMod val="75000"/>
                  </a:schemeClr>
                </a:solidFill>
                <a:effectLst>
                  <a:glow rad="63500">
                    <a:schemeClr val="bg1"/>
                  </a:glow>
                </a:effectLst>
                <a:latin typeface="+mj-ea"/>
                <a:ea typeface="+mj-ea"/>
                <a:cs typeface="思源黑体 CN Normal" panose="020B0400000000000000" charset="-122"/>
              </a:endParaRPr>
            </a:p>
            <a:p>
              <a:pPr algn="ctr"/>
              <a:r>
                <a:rPr lang="zh-CN" altLang="en-US" sz="1400" dirty="0">
                  <a:solidFill>
                    <a:schemeClr val="accent2">
                      <a:lumMod val="75000"/>
                    </a:schemeClr>
                  </a:solidFill>
                  <a:effectLst>
                    <a:glow rad="63500">
                      <a:schemeClr val="bg1"/>
                    </a:glow>
                  </a:effectLst>
                  <a:latin typeface="+mj-ea"/>
                  <a:ea typeface="+mj-ea"/>
                  <a:cs typeface="思源黑体 CN Normal" panose="020B0400000000000000" charset="-122"/>
                </a:rPr>
                <a:t>正确率</a:t>
              </a:r>
            </a:p>
          </p:txBody>
        </p:sp>
        <p:sp>
          <p:nvSpPr>
            <p:cNvPr id="132" name="椭圆 131"/>
            <p:cNvSpPr/>
            <p:nvPr>
              <p:custDataLst>
                <p:tags r:id="rId3"/>
              </p:custDataLst>
            </p:nvPr>
          </p:nvSpPr>
          <p:spPr>
            <a:xfrm>
              <a:off x="8896081" y="2994223"/>
              <a:ext cx="1285846" cy="1279990"/>
            </a:xfrm>
            <a:prstGeom prst="ellipse">
              <a:avLst/>
            </a:prstGeom>
            <a:solidFill>
              <a:schemeClr val="accent1">
                <a:alpha val="73000"/>
              </a:schemeClr>
            </a:solidFill>
            <a:ln w="10160">
              <a:solidFill>
                <a:schemeClr val="accent1"/>
              </a:solidFill>
            </a:ln>
            <a:effectLst>
              <a:innerShdw blurRad="91440">
                <a:schemeClr val="accent1"/>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33" name="椭圆 132"/>
            <p:cNvSpPr/>
            <p:nvPr>
              <p:custDataLst>
                <p:tags r:id="rId4"/>
              </p:custDataLst>
            </p:nvPr>
          </p:nvSpPr>
          <p:spPr>
            <a:xfrm>
              <a:off x="9842801" y="2994223"/>
              <a:ext cx="1285846" cy="1279990"/>
            </a:xfrm>
            <a:prstGeom prst="ellipse">
              <a:avLst/>
            </a:prstGeom>
            <a:solidFill>
              <a:schemeClr val="accent3">
                <a:lumMod val="60000"/>
                <a:lumOff val="40000"/>
                <a:alpha val="51000"/>
              </a:schemeClr>
            </a:solidFill>
            <a:ln w="10160">
              <a:solidFill>
                <a:schemeClr val="accent3">
                  <a:lumMod val="60000"/>
                  <a:lumOff val="40000"/>
                </a:schemeClr>
              </a:solidFill>
            </a:ln>
            <a:effectLst>
              <a:innerShdw blurRad="91440">
                <a:schemeClr val="accent3"/>
              </a:innerShdw>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cs typeface="思源黑体 CN Normal" panose="020B0400000000000000" charset="-122"/>
              </a:endParaRPr>
            </a:p>
          </p:txBody>
        </p:sp>
        <p:sp>
          <p:nvSpPr>
            <p:cNvPr id="134" name="文本框 133"/>
            <p:cNvSpPr txBox="1"/>
            <p:nvPr/>
          </p:nvSpPr>
          <p:spPr>
            <a:xfrm>
              <a:off x="9042772" y="3418775"/>
              <a:ext cx="718145" cy="430887"/>
            </a:xfrm>
            <a:prstGeom prst="rect">
              <a:avLst/>
            </a:prstGeom>
            <a:noFill/>
            <a:effectLst/>
          </p:spPr>
          <p:txBody>
            <a:bodyPr wrap="none" lIns="0" tIns="0" rIns="0" bIns="0" rtlCol="0">
              <a:spAutoFit/>
            </a:bodyPr>
            <a:lstStyle/>
            <a:p>
              <a:pPr algn="ctr"/>
              <a:r>
                <a:rPr lang="zh-CN" altLang="en-US" sz="1400" dirty="0">
                  <a:solidFill>
                    <a:schemeClr val="bg1"/>
                  </a:solidFill>
                  <a:effectLst/>
                  <a:latin typeface="+mj-ea"/>
                  <a:ea typeface="+mj-ea"/>
                  <a:cs typeface="思源黑体 CN Normal" panose="020B0400000000000000" charset="-122"/>
                </a:rPr>
                <a:t>典型</a:t>
              </a:r>
              <a:endParaRPr lang="en-US" altLang="zh-CN" sz="1400" dirty="0">
                <a:solidFill>
                  <a:schemeClr val="bg1"/>
                </a:solidFill>
                <a:effectLst/>
                <a:latin typeface="+mj-ea"/>
                <a:ea typeface="+mj-ea"/>
                <a:cs typeface="思源黑体 CN Normal" panose="020B0400000000000000" charset="-122"/>
              </a:endParaRPr>
            </a:p>
            <a:p>
              <a:pPr algn="ctr"/>
              <a:r>
                <a:rPr lang="zh-CN" altLang="en-US" sz="1400" dirty="0">
                  <a:solidFill>
                    <a:schemeClr val="bg1"/>
                  </a:solidFill>
                  <a:effectLst/>
                  <a:latin typeface="+mj-ea"/>
                  <a:ea typeface="+mj-ea"/>
                  <a:cs typeface="思源黑体 CN Normal" panose="020B0400000000000000" charset="-122"/>
                </a:rPr>
                <a:t>项目完成</a:t>
              </a:r>
            </a:p>
          </p:txBody>
        </p:sp>
        <p:sp>
          <p:nvSpPr>
            <p:cNvPr id="135" name="文本框 134"/>
            <p:cNvSpPr txBox="1"/>
            <p:nvPr/>
          </p:nvSpPr>
          <p:spPr>
            <a:xfrm>
              <a:off x="10330720" y="3418775"/>
              <a:ext cx="538609" cy="430887"/>
            </a:xfrm>
            <a:prstGeom prst="rect">
              <a:avLst/>
            </a:prstGeom>
            <a:noFill/>
            <a:effectLst/>
          </p:spPr>
          <p:txBody>
            <a:bodyPr wrap="none" lIns="0" tIns="0" rIns="0" bIns="0" rtlCol="0">
              <a:spAutoFit/>
            </a:bodyPr>
            <a:lstStyle/>
            <a:p>
              <a:pPr algn="ctr"/>
              <a:r>
                <a:rPr lang="en-US" altLang="zh-CN" sz="1400" dirty="0">
                  <a:solidFill>
                    <a:schemeClr val="bg1"/>
                  </a:solidFill>
                  <a:effectLst/>
                  <a:latin typeface="+mj-ea"/>
                  <a:ea typeface="+mj-ea"/>
                  <a:cs typeface="思源黑体 CN Normal" panose="020B0400000000000000" charset="-122"/>
                </a:rPr>
                <a:t>X</a:t>
              </a:r>
              <a:r>
                <a:rPr lang="zh-CN" altLang="en-US" sz="1400" dirty="0">
                  <a:solidFill>
                    <a:schemeClr val="bg1"/>
                  </a:solidFill>
                  <a:effectLst/>
                  <a:latin typeface="+mj-ea"/>
                  <a:ea typeface="+mj-ea"/>
                  <a:cs typeface="思源黑体 CN Normal" panose="020B0400000000000000" charset="-122"/>
                </a:rPr>
                <a:t>证书</a:t>
              </a:r>
              <a:endParaRPr lang="en-US" altLang="zh-CN" sz="1400" dirty="0">
                <a:solidFill>
                  <a:schemeClr val="bg1"/>
                </a:solidFill>
                <a:effectLst/>
                <a:latin typeface="+mj-ea"/>
                <a:ea typeface="+mj-ea"/>
                <a:cs typeface="思源黑体 CN Normal" panose="020B0400000000000000" charset="-122"/>
              </a:endParaRPr>
            </a:p>
            <a:p>
              <a:pPr algn="ctr"/>
              <a:r>
                <a:rPr lang="zh-CN" altLang="en-US" sz="1400" dirty="0">
                  <a:solidFill>
                    <a:schemeClr val="bg1"/>
                  </a:solidFill>
                  <a:effectLst/>
                  <a:latin typeface="+mj-ea"/>
                  <a:ea typeface="+mj-ea"/>
                  <a:cs typeface="思源黑体 CN Normal" panose="020B0400000000000000" charset="-122"/>
                </a:rPr>
                <a:t>通过率</a:t>
              </a:r>
            </a:p>
          </p:txBody>
        </p:sp>
        <p:sp>
          <p:nvSpPr>
            <p:cNvPr id="137" name="文本框 136"/>
            <p:cNvSpPr txBox="1"/>
            <p:nvPr/>
          </p:nvSpPr>
          <p:spPr>
            <a:xfrm>
              <a:off x="10524759" y="2019618"/>
              <a:ext cx="774251" cy="338554"/>
            </a:xfrm>
            <a:prstGeom prst="rect">
              <a:avLst/>
            </a:prstGeom>
            <a:noFill/>
            <a:effectLst/>
          </p:spPr>
          <p:txBody>
            <a:bodyPr wrap="none" lIns="0" tIns="0" rIns="0" bIns="0" rtlCol="0">
              <a:spAutoFit/>
            </a:bodyPr>
            <a:lstStyle/>
            <a:p>
              <a:pPr algn="ctr"/>
              <a:r>
                <a:rPr lang="zh-CN" altLang="en-US" sz="1100" dirty="0">
                  <a:effectLst/>
                  <a:latin typeface="+mn-ea"/>
                  <a:cs typeface="思源黑体 CN Normal" panose="020B0400000000000000" charset="-122"/>
                </a:rPr>
                <a:t>去重修</a:t>
              </a:r>
              <a:r>
                <a:rPr lang="en-US" altLang="zh-CN" sz="1100" dirty="0">
                  <a:effectLst/>
                  <a:latin typeface="+mn-ea"/>
                  <a:cs typeface="思源黑体 CN Normal" panose="020B0400000000000000" charset="-122"/>
                </a:rPr>
                <a:t>SPSS</a:t>
              </a:r>
            </a:p>
            <a:p>
              <a:pPr algn="ctr"/>
              <a:r>
                <a:rPr lang="zh-CN" altLang="en-US" sz="1100" dirty="0">
                  <a:effectLst/>
                  <a:latin typeface="+mn-ea"/>
                  <a:cs typeface="思源黑体 CN Normal" panose="020B0400000000000000" charset="-122"/>
                </a:rPr>
                <a:t>聚类分析正</a:t>
              </a:r>
            </a:p>
          </p:txBody>
        </p:sp>
        <p:sp>
          <p:nvSpPr>
            <p:cNvPr id="138" name="文本框 137"/>
            <p:cNvSpPr txBox="1"/>
            <p:nvPr/>
          </p:nvSpPr>
          <p:spPr>
            <a:xfrm>
              <a:off x="10957315" y="4340786"/>
              <a:ext cx="564257" cy="338554"/>
            </a:xfrm>
            <a:prstGeom prst="rect">
              <a:avLst/>
            </a:prstGeom>
            <a:noFill/>
            <a:effectLst/>
          </p:spPr>
          <p:txBody>
            <a:bodyPr wrap="none" lIns="0" tIns="0" rIns="0" bIns="0" rtlCol="0">
              <a:spAutoFit/>
            </a:bodyPr>
            <a:lstStyle/>
            <a:p>
              <a:pPr algn="ctr"/>
              <a:r>
                <a:rPr lang="en-US" altLang="zh-CN" sz="1100" dirty="0">
                  <a:effectLst/>
                  <a:latin typeface="+mn-ea"/>
                  <a:cs typeface="思源黑体 CN Normal" panose="020B0400000000000000" charset="-122"/>
                </a:rPr>
                <a:t>Pearson</a:t>
              </a:r>
            </a:p>
            <a:p>
              <a:pPr algn="ctr"/>
              <a:r>
                <a:rPr lang="zh-CN" altLang="en-US" sz="1100" dirty="0">
                  <a:effectLst/>
                  <a:latin typeface="+mn-ea"/>
                  <a:cs typeface="思源黑体 CN Normal" panose="020B0400000000000000" charset="-122"/>
                </a:rPr>
                <a:t>相关系数</a:t>
              </a:r>
            </a:p>
          </p:txBody>
        </p:sp>
        <p:sp>
          <p:nvSpPr>
            <p:cNvPr id="139" name="文本框 138"/>
            <p:cNvSpPr txBox="1"/>
            <p:nvPr/>
          </p:nvSpPr>
          <p:spPr>
            <a:xfrm>
              <a:off x="8445909" y="4340786"/>
              <a:ext cx="846386" cy="338554"/>
            </a:xfrm>
            <a:prstGeom prst="rect">
              <a:avLst/>
            </a:prstGeom>
            <a:noFill/>
            <a:effectLst/>
          </p:spPr>
          <p:txBody>
            <a:bodyPr wrap="none" lIns="0" tIns="0" rIns="0" bIns="0" rtlCol="0">
              <a:spAutoFit/>
            </a:bodyPr>
            <a:lstStyle/>
            <a:p>
              <a:pPr algn="ctr"/>
              <a:r>
                <a:rPr lang="en-US" altLang="zh-CN" sz="1100" dirty="0">
                  <a:effectLst/>
                  <a:latin typeface="+mn-ea"/>
                  <a:cs typeface="思源黑体 CN Normal" panose="020B0400000000000000" charset="-122"/>
                </a:rPr>
                <a:t>Python</a:t>
              </a:r>
            </a:p>
            <a:p>
              <a:pPr algn="ctr"/>
              <a:r>
                <a:rPr lang="zh-CN" altLang="en-US" sz="1100" dirty="0">
                  <a:effectLst/>
                  <a:latin typeface="+mn-ea"/>
                  <a:cs typeface="思源黑体 CN Normal" panose="020B0400000000000000" charset="-122"/>
                </a:rPr>
                <a:t>时间序列分析</a:t>
              </a:r>
            </a:p>
          </p:txBody>
        </p:sp>
        <p:cxnSp>
          <p:nvCxnSpPr>
            <p:cNvPr id="140" name="连接符: 肘形 139"/>
            <p:cNvCxnSpPr/>
            <p:nvPr/>
          </p:nvCxnSpPr>
          <p:spPr>
            <a:xfrm rot="5400000">
              <a:off x="9280256" y="4165473"/>
              <a:ext cx="151906" cy="372141"/>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cxnSp>
          <p:nvCxnSpPr>
            <p:cNvPr id="141" name="连接符: 肘形 140"/>
            <p:cNvCxnSpPr/>
            <p:nvPr/>
          </p:nvCxnSpPr>
          <p:spPr>
            <a:xfrm rot="16200000" flipH="1">
              <a:off x="10609676" y="4152221"/>
              <a:ext cx="156882" cy="407924"/>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cxnSp>
          <p:nvCxnSpPr>
            <p:cNvPr id="142" name="连接符: 肘形 141"/>
            <p:cNvCxnSpPr/>
            <p:nvPr/>
          </p:nvCxnSpPr>
          <p:spPr>
            <a:xfrm rot="5400000" flipH="1" flipV="1">
              <a:off x="10164534" y="1936015"/>
              <a:ext cx="177013" cy="473226"/>
            </a:xfrm>
            <a:prstGeom prst="bentConnector2">
              <a:avLst/>
            </a:prstGeom>
            <a:ln w="5080">
              <a:tailEnd type="triangle"/>
            </a:ln>
            <a:effectLst/>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8594399" y="2508547"/>
              <a:ext cx="921079" cy="250825"/>
              <a:chOff x="8594399" y="2508547"/>
              <a:chExt cx="921079" cy="250825"/>
            </a:xfrm>
          </p:grpSpPr>
          <p:sp>
            <p:nvSpPr>
              <p:cNvPr id="101" name="文本框 100"/>
              <p:cNvSpPr txBox="1"/>
              <p:nvPr/>
            </p:nvSpPr>
            <p:spPr>
              <a:xfrm>
                <a:off x="8594399" y="2510850"/>
                <a:ext cx="437620" cy="246221"/>
              </a:xfrm>
              <a:prstGeom prst="rect">
                <a:avLst/>
              </a:prstGeom>
              <a:noFill/>
              <a:effectLst/>
            </p:spPr>
            <p:txBody>
              <a:bodyPr wrap="none" lIns="0" tIns="0" rIns="0" bIns="0" rtlCol="0">
                <a:spAutoFit/>
              </a:bodyPr>
              <a:lstStyle/>
              <a:p>
                <a:pPr algn="ctr"/>
                <a:r>
                  <a:rPr lang="en-US" altLang="zh-CN" sz="1600" dirty="0">
                    <a:solidFill>
                      <a:srgbClr val="C00000"/>
                    </a:solidFill>
                    <a:latin typeface="思源黑体 CN Bold" panose="020B0800000000000000" pitchFamily="34" charset="-122"/>
                    <a:ea typeface="思源黑体 CN Bold" panose="020B0800000000000000" pitchFamily="34" charset="-122"/>
                    <a:cs typeface="思源黑体 CN Normal" panose="020B0400000000000000" charset="-122"/>
                  </a:rPr>
                  <a:t>92%</a:t>
                </a:r>
                <a:endParaRPr lang="en-US" altLang="zh-CN" sz="1600" dirty="0">
                  <a:solidFill>
                    <a:srgbClr val="C00000"/>
                  </a:solidFill>
                  <a:effectLst/>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02" name="箭头: 下 101"/>
              <p:cNvSpPr/>
              <p:nvPr/>
            </p:nvSpPr>
            <p:spPr>
              <a:xfrm rot="16200000">
                <a:off x="9169402" y="2413297"/>
                <a:ext cx="250825" cy="441326"/>
              </a:xfrm>
              <a:prstGeom prst="downArrow">
                <a:avLst/>
              </a:prstGeom>
              <a:gradFill>
                <a:gsLst>
                  <a:gs pos="0">
                    <a:srgbClr val="C00000">
                      <a:alpha val="0"/>
                    </a:srgbClr>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grpSp>
          <p:nvGrpSpPr>
            <p:cNvPr id="106" name="组合 105"/>
            <p:cNvGrpSpPr/>
            <p:nvPr/>
          </p:nvGrpSpPr>
          <p:grpSpPr>
            <a:xfrm flipH="1">
              <a:off x="10734068" y="3156247"/>
              <a:ext cx="921077" cy="250825"/>
              <a:chOff x="8594401" y="2508547"/>
              <a:chExt cx="921077" cy="250825"/>
            </a:xfrm>
          </p:grpSpPr>
          <p:sp>
            <p:nvSpPr>
              <p:cNvPr id="107" name="文本框 106"/>
              <p:cNvSpPr txBox="1"/>
              <p:nvPr/>
            </p:nvSpPr>
            <p:spPr>
              <a:xfrm>
                <a:off x="8594401" y="2510850"/>
                <a:ext cx="437619" cy="246221"/>
              </a:xfrm>
              <a:prstGeom prst="rect">
                <a:avLst/>
              </a:prstGeom>
              <a:noFill/>
              <a:effectLst/>
            </p:spPr>
            <p:txBody>
              <a:bodyPr wrap="none" lIns="0" tIns="0" rIns="0" bIns="0" rtlCol="0">
                <a:spAutoFit/>
              </a:bodyPr>
              <a:lstStyle/>
              <a:p>
                <a:pPr algn="ctr"/>
                <a:r>
                  <a:rPr lang="en-US" altLang="zh-CN" sz="1600" dirty="0">
                    <a:solidFill>
                      <a:srgbClr val="C00000"/>
                    </a:solidFill>
                    <a:latin typeface="思源黑体 CN Bold" panose="020B0800000000000000" pitchFamily="34" charset="-122"/>
                    <a:ea typeface="思源黑体 CN Bold" panose="020B0800000000000000" pitchFamily="34" charset="-122"/>
                    <a:cs typeface="思源黑体 CN Normal" panose="020B0400000000000000" charset="-122"/>
                  </a:rPr>
                  <a:t>90%</a:t>
                </a:r>
                <a:endParaRPr lang="en-US" altLang="zh-CN" sz="1600" dirty="0">
                  <a:solidFill>
                    <a:srgbClr val="C00000"/>
                  </a:solidFill>
                  <a:effectLst/>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08" name="箭头: 下 107"/>
              <p:cNvSpPr/>
              <p:nvPr/>
            </p:nvSpPr>
            <p:spPr>
              <a:xfrm rot="16200000">
                <a:off x="9169402" y="2413297"/>
                <a:ext cx="250825" cy="441326"/>
              </a:xfrm>
              <a:prstGeom prst="downArrow">
                <a:avLst/>
              </a:prstGeom>
              <a:gradFill>
                <a:gsLst>
                  <a:gs pos="0">
                    <a:srgbClr val="C00000">
                      <a:alpha val="0"/>
                    </a:srgbClr>
                  </a:gs>
                  <a:gs pos="100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grpSp>
        <p:sp>
          <p:nvSpPr>
            <p:cNvPr id="105" name="任意多边形: 形状 104"/>
            <p:cNvSpPr/>
            <p:nvPr>
              <p:custDataLst>
                <p:tags r:id="rId5"/>
              </p:custDataLst>
            </p:nvPr>
          </p:nvSpPr>
          <p:spPr>
            <a:xfrm>
              <a:off x="9856365" y="3196191"/>
              <a:ext cx="315499" cy="334984"/>
            </a:xfrm>
            <a:custGeom>
              <a:avLst/>
              <a:gdLst>
                <a:gd name="connsiteX0" fmla="*/ 157749 w 315499"/>
                <a:gd name="connsiteY0" fmla="*/ 0 h 334984"/>
                <a:gd name="connsiteX1" fmla="*/ 217511 w 315499"/>
                <a:gd name="connsiteY1" fmla="*/ 72102 h 334984"/>
                <a:gd name="connsiteX2" fmla="*/ 314250 w 315499"/>
                <a:gd name="connsiteY2" fmla="*/ 300948 h 334984"/>
                <a:gd name="connsiteX3" fmla="*/ 315499 w 315499"/>
                <a:gd name="connsiteY3" fmla="*/ 313275 h 334984"/>
                <a:gd name="connsiteX4" fmla="*/ 287320 w 315499"/>
                <a:gd name="connsiteY4" fmla="*/ 321982 h 334984"/>
                <a:gd name="connsiteX5" fmla="*/ 157748 w 315499"/>
                <a:gd name="connsiteY5" fmla="*/ 334984 h 334984"/>
                <a:gd name="connsiteX6" fmla="*/ 28176 w 315499"/>
                <a:gd name="connsiteY6" fmla="*/ 321982 h 334984"/>
                <a:gd name="connsiteX7" fmla="*/ 0 w 315499"/>
                <a:gd name="connsiteY7" fmla="*/ 313275 h 334984"/>
                <a:gd name="connsiteX8" fmla="*/ 1248 w 315499"/>
                <a:gd name="connsiteY8" fmla="*/ 300948 h 334984"/>
                <a:gd name="connsiteX9" fmla="*/ 97987 w 315499"/>
                <a:gd name="connsiteY9" fmla="*/ 72102 h 334984"/>
                <a:gd name="connsiteX10" fmla="*/ 157749 w 315499"/>
                <a:gd name="connsiteY10" fmla="*/ 0 h 334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5499" h="334984">
                  <a:moveTo>
                    <a:pt x="157749" y="0"/>
                  </a:moveTo>
                  <a:lnTo>
                    <a:pt x="217511" y="72102"/>
                  </a:lnTo>
                  <a:cubicBezTo>
                    <a:pt x="263726" y="140198"/>
                    <a:pt x="297122" y="217624"/>
                    <a:pt x="314250" y="300948"/>
                  </a:cubicBezTo>
                  <a:lnTo>
                    <a:pt x="315499" y="313275"/>
                  </a:lnTo>
                  <a:lnTo>
                    <a:pt x="287320" y="321982"/>
                  </a:lnTo>
                  <a:cubicBezTo>
                    <a:pt x="245467" y="330507"/>
                    <a:pt x="202133" y="334984"/>
                    <a:pt x="157748" y="334984"/>
                  </a:cubicBezTo>
                  <a:cubicBezTo>
                    <a:pt x="113364" y="334984"/>
                    <a:pt x="70029" y="330507"/>
                    <a:pt x="28176" y="321982"/>
                  </a:cubicBezTo>
                  <a:lnTo>
                    <a:pt x="0" y="313275"/>
                  </a:lnTo>
                  <a:lnTo>
                    <a:pt x="1248" y="300948"/>
                  </a:lnTo>
                  <a:cubicBezTo>
                    <a:pt x="18377" y="217624"/>
                    <a:pt x="51772" y="140198"/>
                    <a:pt x="97987" y="72102"/>
                  </a:cubicBezTo>
                  <a:lnTo>
                    <a:pt x="157749" y="0"/>
                  </a:lnTo>
                  <a:close/>
                </a:path>
              </a:pathLst>
            </a:custGeom>
            <a:solidFill>
              <a:schemeClr val="bg1"/>
            </a:solidFill>
            <a:ln w="10160">
              <a:solidFill>
                <a:schemeClr val="accent2">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76078" tIns="38039" rIns="76078" bIns="38039" rtlCol="0" anchor="ctr"/>
            <a:lstStyle/>
            <a:p>
              <a:pPr algn="ctr"/>
              <a:endParaRPr lang="zh-CN" altLang="en-US" sz="1495"/>
            </a:p>
          </p:txBody>
        </p:sp>
        <p:sp>
          <p:nvSpPr>
            <p:cNvPr id="136" name="文本框 135"/>
            <p:cNvSpPr txBox="1"/>
            <p:nvPr/>
          </p:nvSpPr>
          <p:spPr>
            <a:xfrm>
              <a:off x="9937170" y="3314689"/>
              <a:ext cx="153888" cy="184666"/>
            </a:xfrm>
            <a:prstGeom prst="rect">
              <a:avLst/>
            </a:prstGeom>
            <a:noFill/>
            <a:effectLst/>
          </p:spPr>
          <p:txBody>
            <a:bodyPr wrap="none" lIns="0" tIns="0" rIns="0" bIns="0" rtlCol="0">
              <a:spAutoFit/>
            </a:bodyPr>
            <a:lstStyle/>
            <a:p>
              <a:pPr algn="ctr"/>
              <a:r>
                <a:rPr lang="zh-CN" altLang="en-US" sz="600" dirty="0">
                  <a:solidFill>
                    <a:srgbClr val="C00000"/>
                  </a:solidFill>
                  <a:effectLst>
                    <a:glow rad="63500">
                      <a:schemeClr val="bg1"/>
                    </a:glow>
                  </a:effectLst>
                  <a:latin typeface="+mj-ea"/>
                  <a:ea typeface="+mj-ea"/>
                </a:rPr>
                <a:t>核心</a:t>
              </a:r>
              <a:endParaRPr lang="en-US" altLang="zh-CN" sz="600" dirty="0">
                <a:solidFill>
                  <a:srgbClr val="C00000"/>
                </a:solidFill>
                <a:effectLst>
                  <a:glow rad="63500">
                    <a:schemeClr val="bg1"/>
                  </a:glow>
                </a:effectLst>
                <a:latin typeface="+mj-ea"/>
                <a:ea typeface="+mj-ea"/>
              </a:endParaRPr>
            </a:p>
            <a:p>
              <a:pPr algn="ctr"/>
              <a:r>
                <a:rPr lang="zh-CN" altLang="en-US" sz="600" dirty="0">
                  <a:solidFill>
                    <a:srgbClr val="C00000"/>
                  </a:solidFill>
                  <a:effectLst>
                    <a:glow rad="63500">
                      <a:schemeClr val="bg1"/>
                    </a:glow>
                  </a:effectLst>
                  <a:latin typeface="+mj-ea"/>
                  <a:ea typeface="+mj-ea"/>
                </a:rPr>
                <a:t>分析</a:t>
              </a:r>
            </a:p>
          </p:txBody>
        </p:sp>
      </p:grpSp>
    </p:spTree>
    <p:extLst>
      <p:ext uri="{BB962C8B-B14F-4D97-AF65-F5344CB8AC3E}">
        <p14:creationId xmlns:p14="http://schemas.microsoft.com/office/powerpoint/2010/main" val="4045142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arn(outVertical)">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additive="base">
                                        <p:cTn id="22" dur="500" fill="hold"/>
                                        <p:tgtEl>
                                          <p:spTgt spid="27"/>
                                        </p:tgtEl>
                                        <p:attrNameLst>
                                          <p:attrName>ppt_x</p:attrName>
                                        </p:attrNameLst>
                                      </p:cBhvr>
                                      <p:tavLst>
                                        <p:tav tm="0">
                                          <p:val>
                                            <p:strVal val="#ppt_x"/>
                                          </p:val>
                                        </p:tav>
                                        <p:tav tm="100000">
                                          <p:val>
                                            <p:strVal val="#ppt_x"/>
                                          </p:val>
                                        </p:tav>
                                      </p:tavLst>
                                    </p:anim>
                                    <p:anim calcmode="lin" valueType="num">
                                      <p:cBhvr additive="base">
                                        <p:cTn id="23"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8"/>
                                        </p:tgtEl>
                                        <p:attrNameLst>
                                          <p:attrName>style.visibility</p:attrName>
                                        </p:attrNameLst>
                                      </p:cBhvr>
                                      <p:to>
                                        <p:strVal val="visible"/>
                                      </p:to>
                                    </p:set>
                                    <p:anim calcmode="lin" valueType="num">
                                      <p:cBhvr additive="base">
                                        <p:cTn id="28" dur="500" fill="hold"/>
                                        <p:tgtEl>
                                          <p:spTgt spid="28"/>
                                        </p:tgtEl>
                                        <p:attrNameLst>
                                          <p:attrName>ppt_x</p:attrName>
                                        </p:attrNameLst>
                                      </p:cBhvr>
                                      <p:tavLst>
                                        <p:tav tm="0">
                                          <p:val>
                                            <p:strVal val="#ppt_x"/>
                                          </p:val>
                                        </p:tav>
                                        <p:tav tm="100000">
                                          <p:val>
                                            <p:strVal val="#ppt_x"/>
                                          </p:val>
                                        </p:tav>
                                      </p:tavLst>
                                    </p:anim>
                                    <p:anim calcmode="lin" valueType="num">
                                      <p:cBhvr additive="base">
                                        <p:cTn id="29"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 calcmode="lin" valueType="num">
                                      <p:cBhvr additive="base">
                                        <p:cTn id="34" dur="500" fill="hold"/>
                                        <p:tgtEl>
                                          <p:spTgt spid="29"/>
                                        </p:tgtEl>
                                        <p:attrNameLst>
                                          <p:attrName>ppt_x</p:attrName>
                                        </p:attrNameLst>
                                      </p:cBhvr>
                                      <p:tavLst>
                                        <p:tav tm="0">
                                          <p:val>
                                            <p:strVal val="#ppt_x"/>
                                          </p:val>
                                        </p:tav>
                                        <p:tav tm="100000">
                                          <p:val>
                                            <p:strVal val="#ppt_x"/>
                                          </p:val>
                                        </p:tav>
                                      </p:tavLst>
                                    </p:anim>
                                    <p:anim calcmode="lin" valueType="num">
                                      <p:cBhvr additive="base">
                                        <p:cTn id="3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98"/>
          <p:cNvPicPr>
            <a:picLocks noChangeAspect="1"/>
          </p:cNvPicPr>
          <p:nvPr/>
        </p:nvPicPr>
        <p:blipFill>
          <a:blip r:embed="rId2"/>
          <a:stretch>
            <a:fillRect/>
          </a:stretch>
        </p:blipFill>
        <p:spPr>
          <a:xfrm rot="5400000">
            <a:off x="361375" y="3048286"/>
            <a:ext cx="1176803" cy="934351"/>
          </a:xfrm>
          <a:prstGeom prst="rect">
            <a:avLst/>
          </a:prstGeom>
        </p:spPr>
      </p:pic>
      <p:grpSp>
        <p:nvGrpSpPr>
          <p:cNvPr id="12" name="组合 11"/>
          <p:cNvGrpSpPr/>
          <p:nvPr/>
        </p:nvGrpSpPr>
        <p:grpSpPr>
          <a:xfrm>
            <a:off x="1278762" y="1790348"/>
            <a:ext cx="8387525" cy="3443640"/>
            <a:chOff x="1278762" y="1790348"/>
            <a:chExt cx="8387525" cy="3443640"/>
          </a:xfrm>
        </p:grpSpPr>
        <p:sp>
          <p:nvSpPr>
            <p:cNvPr id="54" name="Freeform 5"/>
            <p:cNvSpPr/>
            <p:nvPr/>
          </p:nvSpPr>
          <p:spPr bwMode="auto">
            <a:xfrm rot="5400000">
              <a:off x="4953220" y="-427049"/>
              <a:ext cx="539182" cy="7888098"/>
            </a:xfrm>
            <a:custGeom>
              <a:avLst/>
              <a:gdLst>
                <a:gd name="T0" fmla="*/ 159 w 222"/>
                <a:gd name="T1" fmla="*/ 1834 h 1882"/>
                <a:gd name="T2" fmla="*/ 110 w 222"/>
                <a:gd name="T3" fmla="*/ 1882 h 1882"/>
                <a:gd name="T4" fmla="*/ 62 w 222"/>
                <a:gd name="T5" fmla="*/ 1834 h 1882"/>
                <a:gd name="T6" fmla="*/ 62 w 222"/>
                <a:gd name="T7" fmla="*/ 1213 h 1882"/>
                <a:gd name="T8" fmla="*/ 62 w 222"/>
                <a:gd name="T9" fmla="*/ 111 h 1882"/>
                <a:gd name="T10" fmla="*/ 0 w 222"/>
                <a:gd name="T11" fmla="*/ 111 h 1882"/>
                <a:gd name="T12" fmla="*/ 111 w 222"/>
                <a:gd name="T13" fmla="*/ 0 h 1882"/>
                <a:gd name="T14" fmla="*/ 222 w 222"/>
                <a:gd name="T15" fmla="*/ 111 h 1882"/>
                <a:gd name="T16" fmla="*/ 158 w 222"/>
                <a:gd name="T17" fmla="*/ 111 h 1882"/>
                <a:gd name="T18" fmla="*/ 158 w 222"/>
                <a:gd name="T19" fmla="*/ 1221 h 1882"/>
                <a:gd name="T20" fmla="*/ 158 w 222"/>
                <a:gd name="T21" fmla="*/ 1244 h 1882"/>
                <a:gd name="T22" fmla="*/ 159 w 222"/>
                <a:gd name="T23" fmla="*/ 1834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2" h="1882">
                  <a:moveTo>
                    <a:pt x="159" y="1834"/>
                  </a:moveTo>
                  <a:cubicBezTo>
                    <a:pt x="158" y="1861"/>
                    <a:pt x="137" y="1882"/>
                    <a:pt x="110" y="1882"/>
                  </a:cubicBezTo>
                  <a:cubicBezTo>
                    <a:pt x="84" y="1882"/>
                    <a:pt x="62" y="1861"/>
                    <a:pt x="62" y="1834"/>
                  </a:cubicBezTo>
                  <a:cubicBezTo>
                    <a:pt x="62" y="1834"/>
                    <a:pt x="62" y="1490"/>
                    <a:pt x="62" y="1213"/>
                  </a:cubicBezTo>
                  <a:cubicBezTo>
                    <a:pt x="62" y="1212"/>
                    <a:pt x="62" y="112"/>
                    <a:pt x="62" y="111"/>
                  </a:cubicBezTo>
                  <a:cubicBezTo>
                    <a:pt x="0" y="111"/>
                    <a:pt x="0" y="111"/>
                    <a:pt x="0" y="111"/>
                  </a:cubicBezTo>
                  <a:cubicBezTo>
                    <a:pt x="111" y="0"/>
                    <a:pt x="111" y="0"/>
                    <a:pt x="111" y="0"/>
                  </a:cubicBezTo>
                  <a:cubicBezTo>
                    <a:pt x="222" y="111"/>
                    <a:pt x="222" y="111"/>
                    <a:pt x="222" y="111"/>
                  </a:cubicBezTo>
                  <a:cubicBezTo>
                    <a:pt x="158" y="111"/>
                    <a:pt x="158" y="111"/>
                    <a:pt x="158" y="111"/>
                  </a:cubicBezTo>
                  <a:cubicBezTo>
                    <a:pt x="158" y="114"/>
                    <a:pt x="158" y="1218"/>
                    <a:pt x="158" y="1221"/>
                  </a:cubicBezTo>
                  <a:cubicBezTo>
                    <a:pt x="158" y="1229"/>
                    <a:pt x="158" y="1236"/>
                    <a:pt x="158" y="1244"/>
                  </a:cubicBezTo>
                  <a:cubicBezTo>
                    <a:pt x="158" y="1496"/>
                    <a:pt x="159" y="1834"/>
                    <a:pt x="159" y="1834"/>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dirty="0"/>
            </a:p>
          </p:txBody>
        </p:sp>
        <p:sp>
          <p:nvSpPr>
            <p:cNvPr id="82" name="文本框 81"/>
            <p:cNvSpPr txBox="1"/>
            <p:nvPr/>
          </p:nvSpPr>
          <p:spPr>
            <a:xfrm>
              <a:off x="4976282" y="3762052"/>
              <a:ext cx="3462486"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阴阳概念与现代医学指标对应困难</a:t>
              </a:r>
              <a:endPar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endParaRPr>
            </a:p>
          </p:txBody>
        </p:sp>
        <p:sp>
          <p:nvSpPr>
            <p:cNvPr id="121" name="文本框 120"/>
            <p:cNvSpPr txBox="1"/>
            <p:nvPr/>
          </p:nvSpPr>
          <p:spPr>
            <a:xfrm>
              <a:off x="5363786" y="4293203"/>
              <a:ext cx="3693319"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表述与分子药理学语言体系融合不足</a:t>
              </a:r>
              <a:endPar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endParaRPr>
            </a:p>
          </p:txBody>
        </p:sp>
        <p:sp>
          <p:nvSpPr>
            <p:cNvPr id="122" name="文本框 121"/>
            <p:cNvSpPr txBox="1"/>
            <p:nvPr/>
          </p:nvSpPr>
          <p:spPr>
            <a:xfrm>
              <a:off x="5845867" y="4824354"/>
              <a:ext cx="3734997"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智能系统诊断到干预</a:t>
              </a:r>
              <a:r>
                <a:rPr lang="zh-CN" altLang="en-US" sz="1800" dirty="0">
                  <a:solidFill>
                    <a:srgbClr val="C00000"/>
                  </a:solidFill>
                  <a:latin typeface="思源黑体 CN Bold" panose="020B0800000000000000" pitchFamily="34" charset="-122"/>
                  <a:ea typeface="思源黑体 CN Bold" panose="020B0800000000000000" pitchFamily="34" charset="-122"/>
                </a:rPr>
                <a:t>平均耗时</a:t>
              </a:r>
              <a:r>
                <a:rPr lang="en-US" altLang="zh-CN" sz="1800" dirty="0">
                  <a:solidFill>
                    <a:srgbClr val="C00000"/>
                  </a:solidFill>
                  <a:latin typeface="思源黑体 CN Bold" panose="020B0800000000000000" pitchFamily="34" charset="-122"/>
                  <a:ea typeface="思源黑体 CN Bold" panose="020B0800000000000000" pitchFamily="34" charset="-122"/>
                </a:rPr>
                <a:t>72</a:t>
              </a:r>
              <a:r>
                <a:rPr lang="zh-CN" altLang="en-US" sz="1800" dirty="0">
                  <a:solidFill>
                    <a:srgbClr val="C00000"/>
                  </a:solidFill>
                  <a:latin typeface="思源黑体 CN Bold" panose="020B0800000000000000" pitchFamily="34" charset="-122"/>
                  <a:ea typeface="思源黑体 CN Bold" panose="020B0800000000000000" pitchFamily="34" charset="-122"/>
                </a:rPr>
                <a:t>小时</a:t>
              </a:r>
            </a:p>
          </p:txBody>
        </p:sp>
        <p:sp>
          <p:nvSpPr>
            <p:cNvPr id="124" name="文本框 123"/>
            <p:cNvSpPr txBox="1"/>
            <p:nvPr/>
          </p:nvSpPr>
          <p:spPr>
            <a:xfrm>
              <a:off x="5074065" y="3006506"/>
              <a:ext cx="3266920"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病例讨论中出现</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概念混用</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现象</a:t>
              </a:r>
            </a:p>
          </p:txBody>
        </p:sp>
        <p:sp>
          <p:nvSpPr>
            <p:cNvPr id="125" name="文本框 124"/>
            <p:cNvSpPr txBox="1"/>
            <p:nvPr/>
          </p:nvSpPr>
          <p:spPr>
            <a:xfrm>
              <a:off x="5419089" y="2473106"/>
              <a:ext cx="3582711"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无法自主构建</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四性</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靶点</a:t>
              </a:r>
              <a:r>
                <a:rPr lang="en-US" altLang="zh-CN"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rPr>
                <a:t>知识网络</a:t>
              </a:r>
            </a:p>
          </p:txBody>
        </p:sp>
        <p:sp>
          <p:nvSpPr>
            <p:cNvPr id="126" name="文本框 125"/>
            <p:cNvSpPr txBox="1"/>
            <p:nvPr/>
          </p:nvSpPr>
          <p:spPr>
            <a:xfrm>
              <a:off x="5866706" y="1939706"/>
              <a:ext cx="3693319" cy="276999"/>
            </a:xfrm>
            <a:prstGeom prst="rect">
              <a:avLst/>
            </a:prstGeom>
            <a:noFill/>
            <a:ln w="6350" cap="flat" cmpd="sng" algn="ctr">
              <a:noFill/>
              <a:prstDash val="solid"/>
              <a:miter lim="800000"/>
            </a:ln>
            <a:effectLst/>
          </p:spPr>
          <p:txBody>
            <a:bodyPr wrap="none" lIns="0" tIns="0" rIns="0" bIns="0" rtlCol="0" anchor="ctr">
              <a:spAutoFit/>
            </a:bodyPr>
            <a:lstStyle>
              <a:defPPr>
                <a:defRPr lang="en-US"/>
              </a:defPPr>
              <a:lvl1pPr algn="ctr">
                <a:defRPr sz="1400" kern="0">
                  <a:solidFill>
                    <a:prstClr val="white"/>
                  </a:solidFill>
                  <a:latin typeface="+mj-ea"/>
                  <a:ea typeface="+mj-ea"/>
                </a:defRPr>
              </a:lvl1pPr>
            </a:lstStyle>
            <a:p>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在</a:t>
              </a:r>
              <a:r>
                <a:rPr lang="en-US" altLang="zh-CN" sz="180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四性</a:t>
              </a:r>
              <a:r>
                <a:rPr lang="en-US" altLang="zh-CN" sz="180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药理</a:t>
              </a:r>
              <a:r>
                <a:rPr lang="en-US" altLang="zh-CN" sz="1800">
                  <a:solidFill>
                    <a:schemeClr val="tx1">
                      <a:lumMod val="85000"/>
                      <a:lumOff val="15000"/>
                    </a:schemeClr>
                  </a:solidFill>
                  <a:latin typeface="思源黑体 CN Bold" panose="020B0800000000000000" pitchFamily="34" charset="-122"/>
                  <a:ea typeface="思源黑体 CN Bold" panose="020B0800000000000000" pitchFamily="34" charset="-122"/>
                </a:rPr>
                <a:t>"</a:t>
              </a:r>
              <a:r>
                <a:rPr lang="zh-CN" altLang="en-US" sz="1800">
                  <a:solidFill>
                    <a:schemeClr val="tx1">
                      <a:lumMod val="85000"/>
                      <a:lumOff val="15000"/>
                    </a:schemeClr>
                  </a:solidFill>
                  <a:latin typeface="思源黑体 CN Bold" panose="020B0800000000000000" pitchFamily="34" charset="-122"/>
                  <a:ea typeface="思源黑体 CN Bold" panose="020B0800000000000000" pitchFamily="34" charset="-122"/>
                </a:rPr>
                <a:t>转换时出现认知冲突</a:t>
              </a:r>
              <a:endParaRPr lang="zh-CN" altLang="en-US" sz="1800" dirty="0">
                <a:solidFill>
                  <a:schemeClr val="tx1">
                    <a:lumMod val="85000"/>
                    <a:lumOff val="15000"/>
                  </a:schemeClr>
                </a:solidFill>
                <a:latin typeface="思源黑体 CN Bold" panose="020B0800000000000000" pitchFamily="34" charset="-122"/>
                <a:ea typeface="思源黑体 CN Bold" panose="020B0800000000000000" pitchFamily="34" charset="-122"/>
              </a:endParaRPr>
            </a:p>
          </p:txBody>
        </p:sp>
        <p:grpSp>
          <p:nvGrpSpPr>
            <p:cNvPr id="133" name="组合 132"/>
            <p:cNvGrpSpPr/>
            <p:nvPr/>
          </p:nvGrpSpPr>
          <p:grpSpPr>
            <a:xfrm>
              <a:off x="4384675" y="3629025"/>
              <a:ext cx="5281612" cy="1604963"/>
              <a:chOff x="4384675" y="3629025"/>
              <a:chExt cx="5281612" cy="1604963"/>
            </a:xfrm>
          </p:grpSpPr>
          <p:cxnSp>
            <p:nvCxnSpPr>
              <p:cNvPr id="9" name="直接连接符 8"/>
              <p:cNvCxnSpPr/>
              <p:nvPr/>
            </p:nvCxnSpPr>
            <p:spPr>
              <a:xfrm>
                <a:off x="4384675" y="3629025"/>
                <a:ext cx="1416050" cy="1604963"/>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4855366" y="4166127"/>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5331619" y="4697278"/>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5795962" y="5231606"/>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40" name="组合 139"/>
            <p:cNvGrpSpPr/>
            <p:nvPr/>
          </p:nvGrpSpPr>
          <p:grpSpPr>
            <a:xfrm flipV="1">
              <a:off x="4384675" y="1790348"/>
              <a:ext cx="5281612" cy="1604963"/>
              <a:chOff x="4384675" y="3629025"/>
              <a:chExt cx="5281612" cy="1604963"/>
            </a:xfrm>
          </p:grpSpPr>
          <p:cxnSp>
            <p:nvCxnSpPr>
              <p:cNvPr id="141" name="直接连接符 140"/>
              <p:cNvCxnSpPr/>
              <p:nvPr/>
            </p:nvCxnSpPr>
            <p:spPr>
              <a:xfrm>
                <a:off x="4384675" y="3629025"/>
                <a:ext cx="1416050" cy="1604963"/>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a:off x="4855366" y="4166127"/>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a:off x="5331619" y="4697278"/>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a:off x="5795962" y="5231606"/>
                <a:ext cx="3870325"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6" name="组合 5"/>
          <p:cNvGrpSpPr/>
          <p:nvPr/>
        </p:nvGrpSpPr>
        <p:grpSpPr>
          <a:xfrm>
            <a:off x="9162796" y="845259"/>
            <a:ext cx="2533904" cy="5201610"/>
            <a:chOff x="9162796" y="845259"/>
            <a:chExt cx="2533904" cy="5201610"/>
          </a:xfrm>
        </p:grpSpPr>
        <p:sp>
          <p:nvSpPr>
            <p:cNvPr id="4" name="六边形 3"/>
            <p:cNvSpPr/>
            <p:nvPr/>
          </p:nvSpPr>
          <p:spPr>
            <a:xfrm>
              <a:off x="9162796" y="2649502"/>
              <a:ext cx="2533904" cy="1750060"/>
            </a:xfrm>
            <a:prstGeom prst="hexagon">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9681052" y="3702651"/>
              <a:ext cx="1491296" cy="14912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endParaRPr>
            </a:p>
          </p:txBody>
        </p:sp>
        <p:sp>
          <p:nvSpPr>
            <p:cNvPr id="90" name="箭头: 下 89"/>
            <p:cNvSpPr/>
            <p:nvPr/>
          </p:nvSpPr>
          <p:spPr>
            <a:xfrm>
              <a:off x="10144125" y="5079012"/>
              <a:ext cx="565150" cy="450850"/>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1" name="组合 90"/>
            <p:cNvGrpSpPr/>
            <p:nvPr/>
          </p:nvGrpSpPr>
          <p:grpSpPr>
            <a:xfrm>
              <a:off x="9790000" y="3811769"/>
              <a:ext cx="1273400" cy="1273060"/>
              <a:chOff x="5502050" y="2403885"/>
              <a:chExt cx="1187901" cy="1187584"/>
            </a:xfrm>
          </p:grpSpPr>
          <p:sp>
            <p:nvSpPr>
              <p:cNvPr id="95" name="任意多边形: 形状 94"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502050" y="2625148"/>
                <a:ext cx="286769" cy="790573"/>
              </a:xfrm>
              <a:custGeom>
                <a:avLst/>
                <a:gdLst>
                  <a:gd name="connsiteX0" fmla="*/ 330218 w 718719"/>
                  <a:gd name="connsiteY0" fmla="*/ 0 h 1981387"/>
                  <a:gd name="connsiteX1" fmla="*/ 627894 w 718719"/>
                  <a:gd name="connsiteY1" fmla="*/ 8651 h 1981387"/>
                  <a:gd name="connsiteX2" fmla="*/ 636420 w 718719"/>
                  <a:gd name="connsiteY2" fmla="*/ 302043 h 1981387"/>
                  <a:gd name="connsiteX3" fmla="*/ 607955 w 718719"/>
                  <a:gd name="connsiteY3" fmla="*/ 340094 h 1981387"/>
                  <a:gd name="connsiteX4" fmla="*/ 426578 w 718719"/>
                  <a:gd name="connsiteY4" fmla="*/ 933657 h 1981387"/>
                  <a:gd name="connsiteX5" fmla="*/ 669092 w 718719"/>
                  <a:gd name="connsiteY5" fmla="*/ 1608947 h 1981387"/>
                  <a:gd name="connsiteX6" fmla="*/ 718719 w 718719"/>
                  <a:gd name="connsiteY6" fmla="*/ 1663530 h 1981387"/>
                  <a:gd name="connsiteX7" fmla="*/ 440834 w 718719"/>
                  <a:gd name="connsiteY7" fmla="*/ 1671605 h 1981387"/>
                  <a:gd name="connsiteX8" fmla="*/ 431831 w 718719"/>
                  <a:gd name="connsiteY8" fmla="*/ 1981387 h 1981387"/>
                  <a:gd name="connsiteX9" fmla="*/ 339924 w 718719"/>
                  <a:gd name="connsiteY9" fmla="*/ 1880290 h 1981387"/>
                  <a:gd name="connsiteX10" fmla="*/ 0 w 718719"/>
                  <a:gd name="connsiteY10" fmla="*/ 933657 h 1981387"/>
                  <a:gd name="connsiteX11" fmla="*/ 254230 w 718719"/>
                  <a:gd name="connsiteY11" fmla="*/ 101590 h 1981387"/>
                  <a:gd name="connsiteX12" fmla="*/ 330218 w 718719"/>
                  <a:gd name="connsiteY12" fmla="*/ 0 h 198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8719" h="1981387">
                    <a:moveTo>
                      <a:pt x="330218" y="0"/>
                    </a:moveTo>
                    <a:lnTo>
                      <a:pt x="627894" y="8651"/>
                    </a:lnTo>
                    <a:lnTo>
                      <a:pt x="636420" y="302043"/>
                    </a:lnTo>
                    <a:lnTo>
                      <a:pt x="607955" y="340094"/>
                    </a:lnTo>
                    <a:cubicBezTo>
                      <a:pt x="493443" y="509530"/>
                      <a:pt x="426578" y="713788"/>
                      <a:pt x="426578" y="933657"/>
                    </a:cubicBezTo>
                    <a:cubicBezTo>
                      <a:pt x="426578" y="1190171"/>
                      <a:pt x="517589" y="1425437"/>
                      <a:pt x="669092" y="1608947"/>
                    </a:cubicBezTo>
                    <a:lnTo>
                      <a:pt x="718719" y="1663530"/>
                    </a:lnTo>
                    <a:lnTo>
                      <a:pt x="440834" y="1671605"/>
                    </a:lnTo>
                    <a:lnTo>
                      <a:pt x="431831" y="1981387"/>
                    </a:lnTo>
                    <a:lnTo>
                      <a:pt x="339924" y="1880290"/>
                    </a:lnTo>
                    <a:cubicBezTo>
                      <a:pt x="127567" y="1623042"/>
                      <a:pt x="0" y="1293243"/>
                      <a:pt x="0" y="933657"/>
                    </a:cubicBezTo>
                    <a:cubicBezTo>
                      <a:pt x="0" y="625441"/>
                      <a:pt x="93722" y="339109"/>
                      <a:pt x="254230" y="101590"/>
                    </a:cubicBezTo>
                    <a:lnTo>
                      <a:pt x="330218" y="0"/>
                    </a:lnTo>
                    <a:close/>
                  </a:path>
                </a:pathLst>
              </a:custGeom>
              <a:gradFill flip="none" rotWithShape="1">
                <a:gsLst>
                  <a:gs pos="0">
                    <a:schemeClr val="accent1">
                      <a:lumMod val="20000"/>
                      <a:lumOff val="80000"/>
                      <a:alpha val="0"/>
                    </a:schemeClr>
                  </a:gs>
                  <a:gs pos="100000">
                    <a:schemeClr val="bg1">
                      <a:alpha val="60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96" name="任意多边形: 形状 95"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677969" y="2403885"/>
                <a:ext cx="790560" cy="286625"/>
              </a:xfrm>
              <a:custGeom>
                <a:avLst/>
                <a:gdLst>
                  <a:gd name="connsiteX0" fmla="*/ 1047700 w 1981355"/>
                  <a:gd name="connsiteY0" fmla="*/ 0 h 718357"/>
                  <a:gd name="connsiteX1" fmla="*/ 1879990 w 1981355"/>
                  <a:gd name="connsiteY1" fmla="*/ 254161 h 718357"/>
                  <a:gd name="connsiteX2" fmla="*/ 1981355 w 1981355"/>
                  <a:gd name="connsiteY2" fmla="*/ 329940 h 718357"/>
                  <a:gd name="connsiteX3" fmla="*/ 1972707 w 1981355"/>
                  <a:gd name="connsiteY3" fmla="*/ 627494 h 718357"/>
                  <a:gd name="connsiteX4" fmla="*/ 1679131 w 1981355"/>
                  <a:gd name="connsiteY4" fmla="*/ 636025 h 718357"/>
                  <a:gd name="connsiteX5" fmla="*/ 1641487 w 1981355"/>
                  <a:gd name="connsiteY5" fmla="*/ 607886 h 718357"/>
                  <a:gd name="connsiteX6" fmla="*/ 1047700 w 1981355"/>
                  <a:gd name="connsiteY6" fmla="*/ 426578 h 718357"/>
                  <a:gd name="connsiteX7" fmla="*/ 372155 w 1981355"/>
                  <a:gd name="connsiteY7" fmla="*/ 669001 h 718357"/>
                  <a:gd name="connsiteX8" fmla="*/ 317829 w 1981355"/>
                  <a:gd name="connsiteY8" fmla="*/ 718357 h 718357"/>
                  <a:gd name="connsiteX9" fmla="*/ 309753 w 1981355"/>
                  <a:gd name="connsiteY9" fmla="*/ 440435 h 718357"/>
                  <a:gd name="connsiteX10" fmla="*/ 0 w 1981355"/>
                  <a:gd name="connsiteY10" fmla="*/ 431433 h 718357"/>
                  <a:gd name="connsiteX11" fmla="*/ 100812 w 1981355"/>
                  <a:gd name="connsiteY11" fmla="*/ 339833 h 718357"/>
                  <a:gd name="connsiteX12" fmla="*/ 1047700 w 1981355"/>
                  <a:gd name="connsiteY12" fmla="*/ 0 h 71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355" h="718357">
                    <a:moveTo>
                      <a:pt x="1047700" y="0"/>
                    </a:moveTo>
                    <a:cubicBezTo>
                      <a:pt x="1355999" y="0"/>
                      <a:pt x="1642409" y="93697"/>
                      <a:pt x="1879990" y="254161"/>
                    </a:cubicBezTo>
                    <a:lnTo>
                      <a:pt x="1981355" y="329940"/>
                    </a:lnTo>
                    <a:lnTo>
                      <a:pt x="1972707" y="627494"/>
                    </a:lnTo>
                    <a:lnTo>
                      <a:pt x="1679131" y="636025"/>
                    </a:lnTo>
                    <a:lnTo>
                      <a:pt x="1641487" y="607886"/>
                    </a:lnTo>
                    <a:cubicBezTo>
                      <a:pt x="1471987" y="493418"/>
                      <a:pt x="1267652" y="426578"/>
                      <a:pt x="1047700" y="426578"/>
                    </a:cubicBezTo>
                    <a:cubicBezTo>
                      <a:pt x="791089" y="426578"/>
                      <a:pt x="555735" y="517554"/>
                      <a:pt x="372155" y="669001"/>
                    </a:cubicBezTo>
                    <a:lnTo>
                      <a:pt x="317829" y="718357"/>
                    </a:lnTo>
                    <a:lnTo>
                      <a:pt x="309753" y="440435"/>
                    </a:lnTo>
                    <a:lnTo>
                      <a:pt x="0" y="431433"/>
                    </a:lnTo>
                    <a:lnTo>
                      <a:pt x="100812" y="339833"/>
                    </a:lnTo>
                    <a:cubicBezTo>
                      <a:pt x="358130" y="127532"/>
                      <a:pt x="688018" y="0"/>
                      <a:pt x="1047700" y="0"/>
                    </a:cubicBezTo>
                    <a:close/>
                  </a:path>
                </a:pathLst>
              </a:custGeom>
              <a:gradFill flip="none" rotWithShape="1">
                <a:gsLst>
                  <a:gs pos="0">
                    <a:schemeClr val="accent1">
                      <a:lumMod val="20000"/>
                      <a:lumOff val="80000"/>
                      <a:alpha val="0"/>
                    </a:schemeClr>
                  </a:gs>
                  <a:gs pos="100000">
                    <a:schemeClr val="bg1">
                      <a:alpha val="60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97" name="任意多边形: 形状 96"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6403183" y="2579634"/>
                <a:ext cx="286768" cy="790573"/>
              </a:xfrm>
              <a:custGeom>
                <a:avLst/>
                <a:gdLst>
                  <a:gd name="connsiteX0" fmla="*/ 286887 w 718718"/>
                  <a:gd name="connsiteY0" fmla="*/ 0 h 1981387"/>
                  <a:gd name="connsiteX1" fmla="*/ 378794 w 718718"/>
                  <a:gd name="connsiteY1" fmla="*/ 101096 h 1981387"/>
                  <a:gd name="connsiteX2" fmla="*/ 718718 w 718718"/>
                  <a:gd name="connsiteY2" fmla="*/ 1047729 h 1981387"/>
                  <a:gd name="connsiteX3" fmla="*/ 464488 w 718718"/>
                  <a:gd name="connsiteY3" fmla="*/ 1879796 h 1981387"/>
                  <a:gd name="connsiteX4" fmla="*/ 388499 w 718718"/>
                  <a:gd name="connsiteY4" fmla="*/ 1981387 h 1981387"/>
                  <a:gd name="connsiteX5" fmla="*/ 90825 w 718718"/>
                  <a:gd name="connsiteY5" fmla="*/ 1972736 h 1981387"/>
                  <a:gd name="connsiteX6" fmla="*/ 82299 w 718718"/>
                  <a:gd name="connsiteY6" fmla="*/ 1679342 h 1981387"/>
                  <a:gd name="connsiteX7" fmla="*/ 110763 w 718718"/>
                  <a:gd name="connsiteY7" fmla="*/ 1641292 h 1981387"/>
                  <a:gd name="connsiteX8" fmla="*/ 292140 w 718718"/>
                  <a:gd name="connsiteY8" fmla="*/ 1047729 h 1981387"/>
                  <a:gd name="connsiteX9" fmla="*/ 49626 w 718718"/>
                  <a:gd name="connsiteY9" fmla="*/ 372439 h 1981387"/>
                  <a:gd name="connsiteX10" fmla="*/ 0 w 718718"/>
                  <a:gd name="connsiteY10" fmla="*/ 317857 h 1981387"/>
                  <a:gd name="connsiteX11" fmla="*/ 277884 w 718718"/>
                  <a:gd name="connsiteY11" fmla="*/ 309782 h 1981387"/>
                  <a:gd name="connsiteX12" fmla="*/ 286887 w 718718"/>
                  <a:gd name="connsiteY12" fmla="*/ 0 h 198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8718" h="1981387">
                    <a:moveTo>
                      <a:pt x="286887" y="0"/>
                    </a:moveTo>
                    <a:lnTo>
                      <a:pt x="378794" y="101096"/>
                    </a:lnTo>
                    <a:cubicBezTo>
                      <a:pt x="591152" y="358345"/>
                      <a:pt x="718718" y="688144"/>
                      <a:pt x="718718" y="1047729"/>
                    </a:cubicBezTo>
                    <a:cubicBezTo>
                      <a:pt x="718718" y="1355945"/>
                      <a:pt x="624996" y="1642278"/>
                      <a:pt x="464488" y="1879796"/>
                    </a:cubicBezTo>
                    <a:lnTo>
                      <a:pt x="388499" y="1981387"/>
                    </a:lnTo>
                    <a:lnTo>
                      <a:pt x="90825" y="1972736"/>
                    </a:lnTo>
                    <a:lnTo>
                      <a:pt x="82299" y="1679342"/>
                    </a:lnTo>
                    <a:lnTo>
                      <a:pt x="110763" y="1641292"/>
                    </a:lnTo>
                    <a:cubicBezTo>
                      <a:pt x="225275" y="1471856"/>
                      <a:pt x="292140" y="1267598"/>
                      <a:pt x="292140" y="1047729"/>
                    </a:cubicBezTo>
                    <a:cubicBezTo>
                      <a:pt x="292140" y="791215"/>
                      <a:pt x="201130" y="555950"/>
                      <a:pt x="49626" y="372439"/>
                    </a:cubicBezTo>
                    <a:lnTo>
                      <a:pt x="0" y="317857"/>
                    </a:lnTo>
                    <a:lnTo>
                      <a:pt x="277884" y="309782"/>
                    </a:lnTo>
                    <a:lnTo>
                      <a:pt x="286887" y="0"/>
                    </a:lnTo>
                    <a:close/>
                  </a:path>
                </a:pathLst>
              </a:custGeom>
              <a:gradFill flip="none" rotWithShape="1">
                <a:gsLst>
                  <a:gs pos="0">
                    <a:schemeClr val="accent1">
                      <a:lumMod val="20000"/>
                      <a:lumOff val="80000"/>
                      <a:alpha val="0"/>
                    </a:schemeClr>
                  </a:gs>
                  <a:gs pos="100000">
                    <a:schemeClr val="bg1">
                      <a:alpha val="60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98" name="任意多边形: 形状 97"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723474" y="3304844"/>
                <a:ext cx="790559" cy="286625"/>
              </a:xfrm>
              <a:custGeom>
                <a:avLst/>
                <a:gdLst>
                  <a:gd name="connsiteX0" fmla="*/ 1663524 w 1981351"/>
                  <a:gd name="connsiteY0" fmla="*/ 0 h 718357"/>
                  <a:gd name="connsiteX1" fmla="*/ 1671600 w 1981351"/>
                  <a:gd name="connsiteY1" fmla="*/ 277924 h 718357"/>
                  <a:gd name="connsiteX2" fmla="*/ 1981351 w 1981351"/>
                  <a:gd name="connsiteY2" fmla="*/ 286926 h 718357"/>
                  <a:gd name="connsiteX3" fmla="*/ 1880541 w 1981351"/>
                  <a:gd name="connsiteY3" fmla="*/ 378524 h 718357"/>
                  <a:gd name="connsiteX4" fmla="*/ 933653 w 1981351"/>
                  <a:gd name="connsiteY4" fmla="*/ 718357 h 718357"/>
                  <a:gd name="connsiteX5" fmla="*/ 101363 w 1981351"/>
                  <a:gd name="connsiteY5" fmla="*/ 464196 h 718357"/>
                  <a:gd name="connsiteX6" fmla="*/ 0 w 1981351"/>
                  <a:gd name="connsiteY6" fmla="*/ 388418 h 718357"/>
                  <a:gd name="connsiteX7" fmla="*/ 8647 w 1981351"/>
                  <a:gd name="connsiteY7" fmla="*/ 90864 h 718357"/>
                  <a:gd name="connsiteX8" fmla="*/ 302224 w 1981351"/>
                  <a:gd name="connsiteY8" fmla="*/ 82333 h 718357"/>
                  <a:gd name="connsiteX9" fmla="*/ 339866 w 1981351"/>
                  <a:gd name="connsiteY9" fmla="*/ 110471 h 718357"/>
                  <a:gd name="connsiteX10" fmla="*/ 933653 w 1981351"/>
                  <a:gd name="connsiteY10" fmla="*/ 291779 h 718357"/>
                  <a:gd name="connsiteX11" fmla="*/ 1609198 w 1981351"/>
                  <a:gd name="connsiteY11" fmla="*/ 49356 h 718357"/>
                  <a:gd name="connsiteX12" fmla="*/ 1663524 w 1981351"/>
                  <a:gd name="connsiteY12" fmla="*/ 0 h 71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351" h="718357">
                    <a:moveTo>
                      <a:pt x="1663524" y="0"/>
                    </a:moveTo>
                    <a:lnTo>
                      <a:pt x="1671600" y="277924"/>
                    </a:lnTo>
                    <a:lnTo>
                      <a:pt x="1981351" y="286926"/>
                    </a:lnTo>
                    <a:lnTo>
                      <a:pt x="1880541" y="378524"/>
                    </a:lnTo>
                    <a:cubicBezTo>
                      <a:pt x="1623223" y="590825"/>
                      <a:pt x="1293336" y="718357"/>
                      <a:pt x="933653" y="718357"/>
                    </a:cubicBezTo>
                    <a:cubicBezTo>
                      <a:pt x="625354" y="718357"/>
                      <a:pt x="338945" y="624660"/>
                      <a:pt x="101363" y="464196"/>
                    </a:cubicBezTo>
                    <a:lnTo>
                      <a:pt x="0" y="388418"/>
                    </a:lnTo>
                    <a:lnTo>
                      <a:pt x="8647" y="90864"/>
                    </a:lnTo>
                    <a:lnTo>
                      <a:pt x="302224" y="82333"/>
                    </a:lnTo>
                    <a:lnTo>
                      <a:pt x="339866" y="110471"/>
                    </a:lnTo>
                    <a:cubicBezTo>
                      <a:pt x="509366" y="224940"/>
                      <a:pt x="713701" y="291779"/>
                      <a:pt x="933653" y="291779"/>
                    </a:cubicBezTo>
                    <a:cubicBezTo>
                      <a:pt x="1190264" y="291779"/>
                      <a:pt x="1425618" y="200803"/>
                      <a:pt x="1609198" y="49356"/>
                    </a:cubicBezTo>
                    <a:lnTo>
                      <a:pt x="1663524" y="0"/>
                    </a:lnTo>
                    <a:close/>
                  </a:path>
                </a:pathLst>
              </a:custGeom>
              <a:gradFill flip="none" rotWithShape="1">
                <a:gsLst>
                  <a:gs pos="0">
                    <a:schemeClr val="accent1">
                      <a:lumMod val="20000"/>
                      <a:lumOff val="80000"/>
                      <a:alpha val="0"/>
                    </a:schemeClr>
                  </a:gs>
                  <a:gs pos="100000">
                    <a:schemeClr val="bg1">
                      <a:alpha val="6000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grpSp>
        <p:sp>
          <p:nvSpPr>
            <p:cNvPr id="92" name="文本框 91"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txBox="1"/>
            <p:nvPr/>
          </p:nvSpPr>
          <p:spPr>
            <a:xfrm>
              <a:off x="10170220" y="4140523"/>
              <a:ext cx="512961" cy="615553"/>
            </a:xfrm>
            <a:prstGeom prst="rect">
              <a:avLst/>
            </a:prstGeom>
            <a:noFill/>
          </p:spPr>
          <p:txBody>
            <a:bodyPr wrap="none" lIns="0" tIns="0" rIns="0" bIns="0"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rPr>
                <a:t>关键</a:t>
              </a:r>
              <a:endParaRPr lang="en-US" altLang="zh-CN" sz="2000" b="1" dirty="0">
                <a:solidFill>
                  <a:schemeClr val="bg1"/>
                </a:solidFill>
                <a:effectLst>
                  <a:outerShdw blurRad="38100" dist="38100" dir="2700000" algn="tl">
                    <a:srgbClr val="000000">
                      <a:alpha val="43137"/>
                    </a:srgbClr>
                  </a:outerShdw>
                </a:effectLst>
                <a:latin typeface="+mj-ea"/>
                <a:ea typeface="+mj-ea"/>
                <a:cs typeface="+mn-ea"/>
                <a:sym typeface="+mn-lt"/>
              </a:endParaRPr>
            </a:p>
            <a:p>
              <a:pPr algn="ctr"/>
              <a:r>
                <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rPr>
                <a:t>能力</a:t>
              </a:r>
            </a:p>
          </p:txBody>
        </p:sp>
        <p:sp>
          <p:nvSpPr>
            <p:cNvPr id="103" name="椭圆 102"/>
            <p:cNvSpPr/>
            <p:nvPr/>
          </p:nvSpPr>
          <p:spPr>
            <a:xfrm flipV="1">
              <a:off x="9681052" y="1656362"/>
              <a:ext cx="1491296" cy="14912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endParaRPr>
            </a:p>
          </p:txBody>
        </p:sp>
        <p:sp>
          <p:nvSpPr>
            <p:cNvPr id="104" name="箭头: 下 103"/>
            <p:cNvSpPr/>
            <p:nvPr/>
          </p:nvSpPr>
          <p:spPr>
            <a:xfrm flipV="1">
              <a:off x="10144125" y="1320447"/>
              <a:ext cx="565150" cy="450850"/>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5" name="组合 104"/>
            <p:cNvGrpSpPr/>
            <p:nvPr/>
          </p:nvGrpSpPr>
          <p:grpSpPr>
            <a:xfrm flipV="1">
              <a:off x="9790000" y="1765480"/>
              <a:ext cx="1273400" cy="1273060"/>
              <a:chOff x="5502050" y="2403885"/>
              <a:chExt cx="1187901" cy="1187584"/>
            </a:xfrm>
          </p:grpSpPr>
          <p:sp>
            <p:nvSpPr>
              <p:cNvPr id="109" name="任意多边形: 形状 108"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502050" y="2625148"/>
                <a:ext cx="286769" cy="790573"/>
              </a:xfrm>
              <a:custGeom>
                <a:avLst/>
                <a:gdLst>
                  <a:gd name="connsiteX0" fmla="*/ 330218 w 718719"/>
                  <a:gd name="connsiteY0" fmla="*/ 0 h 1981387"/>
                  <a:gd name="connsiteX1" fmla="*/ 627894 w 718719"/>
                  <a:gd name="connsiteY1" fmla="*/ 8651 h 1981387"/>
                  <a:gd name="connsiteX2" fmla="*/ 636420 w 718719"/>
                  <a:gd name="connsiteY2" fmla="*/ 302043 h 1981387"/>
                  <a:gd name="connsiteX3" fmla="*/ 607955 w 718719"/>
                  <a:gd name="connsiteY3" fmla="*/ 340094 h 1981387"/>
                  <a:gd name="connsiteX4" fmla="*/ 426578 w 718719"/>
                  <a:gd name="connsiteY4" fmla="*/ 933657 h 1981387"/>
                  <a:gd name="connsiteX5" fmla="*/ 669092 w 718719"/>
                  <a:gd name="connsiteY5" fmla="*/ 1608947 h 1981387"/>
                  <a:gd name="connsiteX6" fmla="*/ 718719 w 718719"/>
                  <a:gd name="connsiteY6" fmla="*/ 1663530 h 1981387"/>
                  <a:gd name="connsiteX7" fmla="*/ 440834 w 718719"/>
                  <a:gd name="connsiteY7" fmla="*/ 1671605 h 1981387"/>
                  <a:gd name="connsiteX8" fmla="*/ 431831 w 718719"/>
                  <a:gd name="connsiteY8" fmla="*/ 1981387 h 1981387"/>
                  <a:gd name="connsiteX9" fmla="*/ 339924 w 718719"/>
                  <a:gd name="connsiteY9" fmla="*/ 1880290 h 1981387"/>
                  <a:gd name="connsiteX10" fmla="*/ 0 w 718719"/>
                  <a:gd name="connsiteY10" fmla="*/ 933657 h 1981387"/>
                  <a:gd name="connsiteX11" fmla="*/ 254230 w 718719"/>
                  <a:gd name="connsiteY11" fmla="*/ 101590 h 1981387"/>
                  <a:gd name="connsiteX12" fmla="*/ 330218 w 718719"/>
                  <a:gd name="connsiteY12" fmla="*/ 0 h 198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8719" h="1981387">
                    <a:moveTo>
                      <a:pt x="330218" y="0"/>
                    </a:moveTo>
                    <a:lnTo>
                      <a:pt x="627894" y="8651"/>
                    </a:lnTo>
                    <a:lnTo>
                      <a:pt x="636420" y="302043"/>
                    </a:lnTo>
                    <a:lnTo>
                      <a:pt x="607955" y="340094"/>
                    </a:lnTo>
                    <a:cubicBezTo>
                      <a:pt x="493443" y="509530"/>
                      <a:pt x="426578" y="713788"/>
                      <a:pt x="426578" y="933657"/>
                    </a:cubicBezTo>
                    <a:cubicBezTo>
                      <a:pt x="426578" y="1190171"/>
                      <a:pt x="517589" y="1425437"/>
                      <a:pt x="669092" y="1608947"/>
                    </a:cubicBezTo>
                    <a:lnTo>
                      <a:pt x="718719" y="1663530"/>
                    </a:lnTo>
                    <a:lnTo>
                      <a:pt x="440834" y="1671605"/>
                    </a:lnTo>
                    <a:lnTo>
                      <a:pt x="431831" y="1981387"/>
                    </a:lnTo>
                    <a:lnTo>
                      <a:pt x="339924" y="1880290"/>
                    </a:lnTo>
                    <a:cubicBezTo>
                      <a:pt x="127567" y="1623042"/>
                      <a:pt x="0" y="1293243"/>
                      <a:pt x="0" y="933657"/>
                    </a:cubicBezTo>
                    <a:cubicBezTo>
                      <a:pt x="0" y="625441"/>
                      <a:pt x="93722" y="339109"/>
                      <a:pt x="254230" y="101590"/>
                    </a:cubicBezTo>
                    <a:lnTo>
                      <a:pt x="330218" y="0"/>
                    </a:lnTo>
                    <a:close/>
                  </a:path>
                </a:pathLst>
              </a:custGeom>
              <a:gradFill flip="none" rotWithShape="1">
                <a:gsLst>
                  <a:gs pos="0">
                    <a:schemeClr val="accent1">
                      <a:lumMod val="20000"/>
                      <a:lumOff val="80000"/>
                      <a:alpha val="0"/>
                    </a:schemeClr>
                  </a:gs>
                  <a:gs pos="100000">
                    <a:schemeClr val="bg1">
                      <a:alpha val="60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110" name="任意多边形: 形状 109"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677969" y="2403885"/>
                <a:ext cx="790560" cy="286625"/>
              </a:xfrm>
              <a:custGeom>
                <a:avLst/>
                <a:gdLst>
                  <a:gd name="connsiteX0" fmla="*/ 1047700 w 1981355"/>
                  <a:gd name="connsiteY0" fmla="*/ 0 h 718357"/>
                  <a:gd name="connsiteX1" fmla="*/ 1879990 w 1981355"/>
                  <a:gd name="connsiteY1" fmla="*/ 254161 h 718357"/>
                  <a:gd name="connsiteX2" fmla="*/ 1981355 w 1981355"/>
                  <a:gd name="connsiteY2" fmla="*/ 329940 h 718357"/>
                  <a:gd name="connsiteX3" fmla="*/ 1972707 w 1981355"/>
                  <a:gd name="connsiteY3" fmla="*/ 627494 h 718357"/>
                  <a:gd name="connsiteX4" fmla="*/ 1679131 w 1981355"/>
                  <a:gd name="connsiteY4" fmla="*/ 636025 h 718357"/>
                  <a:gd name="connsiteX5" fmla="*/ 1641487 w 1981355"/>
                  <a:gd name="connsiteY5" fmla="*/ 607886 h 718357"/>
                  <a:gd name="connsiteX6" fmla="*/ 1047700 w 1981355"/>
                  <a:gd name="connsiteY6" fmla="*/ 426578 h 718357"/>
                  <a:gd name="connsiteX7" fmla="*/ 372155 w 1981355"/>
                  <a:gd name="connsiteY7" fmla="*/ 669001 h 718357"/>
                  <a:gd name="connsiteX8" fmla="*/ 317829 w 1981355"/>
                  <a:gd name="connsiteY8" fmla="*/ 718357 h 718357"/>
                  <a:gd name="connsiteX9" fmla="*/ 309753 w 1981355"/>
                  <a:gd name="connsiteY9" fmla="*/ 440435 h 718357"/>
                  <a:gd name="connsiteX10" fmla="*/ 0 w 1981355"/>
                  <a:gd name="connsiteY10" fmla="*/ 431433 h 718357"/>
                  <a:gd name="connsiteX11" fmla="*/ 100812 w 1981355"/>
                  <a:gd name="connsiteY11" fmla="*/ 339833 h 718357"/>
                  <a:gd name="connsiteX12" fmla="*/ 1047700 w 1981355"/>
                  <a:gd name="connsiteY12" fmla="*/ 0 h 71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355" h="718357">
                    <a:moveTo>
                      <a:pt x="1047700" y="0"/>
                    </a:moveTo>
                    <a:cubicBezTo>
                      <a:pt x="1355999" y="0"/>
                      <a:pt x="1642409" y="93697"/>
                      <a:pt x="1879990" y="254161"/>
                    </a:cubicBezTo>
                    <a:lnTo>
                      <a:pt x="1981355" y="329940"/>
                    </a:lnTo>
                    <a:lnTo>
                      <a:pt x="1972707" y="627494"/>
                    </a:lnTo>
                    <a:lnTo>
                      <a:pt x="1679131" y="636025"/>
                    </a:lnTo>
                    <a:lnTo>
                      <a:pt x="1641487" y="607886"/>
                    </a:lnTo>
                    <a:cubicBezTo>
                      <a:pt x="1471987" y="493418"/>
                      <a:pt x="1267652" y="426578"/>
                      <a:pt x="1047700" y="426578"/>
                    </a:cubicBezTo>
                    <a:cubicBezTo>
                      <a:pt x="791089" y="426578"/>
                      <a:pt x="555735" y="517554"/>
                      <a:pt x="372155" y="669001"/>
                    </a:cubicBezTo>
                    <a:lnTo>
                      <a:pt x="317829" y="718357"/>
                    </a:lnTo>
                    <a:lnTo>
                      <a:pt x="309753" y="440435"/>
                    </a:lnTo>
                    <a:lnTo>
                      <a:pt x="0" y="431433"/>
                    </a:lnTo>
                    <a:lnTo>
                      <a:pt x="100812" y="339833"/>
                    </a:lnTo>
                    <a:cubicBezTo>
                      <a:pt x="358130" y="127532"/>
                      <a:pt x="688018" y="0"/>
                      <a:pt x="1047700" y="0"/>
                    </a:cubicBezTo>
                    <a:close/>
                  </a:path>
                </a:pathLst>
              </a:custGeom>
              <a:gradFill flip="none" rotWithShape="1">
                <a:gsLst>
                  <a:gs pos="0">
                    <a:schemeClr val="accent1">
                      <a:lumMod val="20000"/>
                      <a:lumOff val="80000"/>
                      <a:alpha val="0"/>
                    </a:schemeClr>
                  </a:gs>
                  <a:gs pos="100000">
                    <a:schemeClr val="bg1">
                      <a:alpha val="60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111" name="任意多边形: 形状 110"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6403183" y="2579634"/>
                <a:ext cx="286768" cy="790573"/>
              </a:xfrm>
              <a:custGeom>
                <a:avLst/>
                <a:gdLst>
                  <a:gd name="connsiteX0" fmla="*/ 286887 w 718718"/>
                  <a:gd name="connsiteY0" fmla="*/ 0 h 1981387"/>
                  <a:gd name="connsiteX1" fmla="*/ 378794 w 718718"/>
                  <a:gd name="connsiteY1" fmla="*/ 101096 h 1981387"/>
                  <a:gd name="connsiteX2" fmla="*/ 718718 w 718718"/>
                  <a:gd name="connsiteY2" fmla="*/ 1047729 h 1981387"/>
                  <a:gd name="connsiteX3" fmla="*/ 464488 w 718718"/>
                  <a:gd name="connsiteY3" fmla="*/ 1879796 h 1981387"/>
                  <a:gd name="connsiteX4" fmla="*/ 388499 w 718718"/>
                  <a:gd name="connsiteY4" fmla="*/ 1981387 h 1981387"/>
                  <a:gd name="connsiteX5" fmla="*/ 90825 w 718718"/>
                  <a:gd name="connsiteY5" fmla="*/ 1972736 h 1981387"/>
                  <a:gd name="connsiteX6" fmla="*/ 82299 w 718718"/>
                  <a:gd name="connsiteY6" fmla="*/ 1679342 h 1981387"/>
                  <a:gd name="connsiteX7" fmla="*/ 110763 w 718718"/>
                  <a:gd name="connsiteY7" fmla="*/ 1641292 h 1981387"/>
                  <a:gd name="connsiteX8" fmla="*/ 292140 w 718718"/>
                  <a:gd name="connsiteY8" fmla="*/ 1047729 h 1981387"/>
                  <a:gd name="connsiteX9" fmla="*/ 49626 w 718718"/>
                  <a:gd name="connsiteY9" fmla="*/ 372439 h 1981387"/>
                  <a:gd name="connsiteX10" fmla="*/ 0 w 718718"/>
                  <a:gd name="connsiteY10" fmla="*/ 317857 h 1981387"/>
                  <a:gd name="connsiteX11" fmla="*/ 277884 w 718718"/>
                  <a:gd name="connsiteY11" fmla="*/ 309782 h 1981387"/>
                  <a:gd name="connsiteX12" fmla="*/ 286887 w 718718"/>
                  <a:gd name="connsiteY12" fmla="*/ 0 h 1981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8718" h="1981387">
                    <a:moveTo>
                      <a:pt x="286887" y="0"/>
                    </a:moveTo>
                    <a:lnTo>
                      <a:pt x="378794" y="101096"/>
                    </a:lnTo>
                    <a:cubicBezTo>
                      <a:pt x="591152" y="358345"/>
                      <a:pt x="718718" y="688144"/>
                      <a:pt x="718718" y="1047729"/>
                    </a:cubicBezTo>
                    <a:cubicBezTo>
                      <a:pt x="718718" y="1355945"/>
                      <a:pt x="624996" y="1642278"/>
                      <a:pt x="464488" y="1879796"/>
                    </a:cubicBezTo>
                    <a:lnTo>
                      <a:pt x="388499" y="1981387"/>
                    </a:lnTo>
                    <a:lnTo>
                      <a:pt x="90825" y="1972736"/>
                    </a:lnTo>
                    <a:lnTo>
                      <a:pt x="82299" y="1679342"/>
                    </a:lnTo>
                    <a:lnTo>
                      <a:pt x="110763" y="1641292"/>
                    </a:lnTo>
                    <a:cubicBezTo>
                      <a:pt x="225275" y="1471856"/>
                      <a:pt x="292140" y="1267598"/>
                      <a:pt x="292140" y="1047729"/>
                    </a:cubicBezTo>
                    <a:cubicBezTo>
                      <a:pt x="292140" y="791215"/>
                      <a:pt x="201130" y="555950"/>
                      <a:pt x="49626" y="372439"/>
                    </a:cubicBezTo>
                    <a:lnTo>
                      <a:pt x="0" y="317857"/>
                    </a:lnTo>
                    <a:lnTo>
                      <a:pt x="277884" y="309782"/>
                    </a:lnTo>
                    <a:lnTo>
                      <a:pt x="286887" y="0"/>
                    </a:lnTo>
                    <a:close/>
                  </a:path>
                </a:pathLst>
              </a:custGeom>
              <a:gradFill flip="none" rotWithShape="1">
                <a:gsLst>
                  <a:gs pos="0">
                    <a:schemeClr val="accent1">
                      <a:lumMod val="20000"/>
                      <a:lumOff val="80000"/>
                      <a:alpha val="0"/>
                    </a:schemeClr>
                  </a:gs>
                  <a:gs pos="100000">
                    <a:schemeClr val="bg1">
                      <a:alpha val="60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sp>
            <p:nvSpPr>
              <p:cNvPr id="112" name="任意多边形: 形状 111"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5723474" y="3304844"/>
                <a:ext cx="790559" cy="286625"/>
              </a:xfrm>
              <a:custGeom>
                <a:avLst/>
                <a:gdLst>
                  <a:gd name="connsiteX0" fmla="*/ 1663524 w 1981351"/>
                  <a:gd name="connsiteY0" fmla="*/ 0 h 718357"/>
                  <a:gd name="connsiteX1" fmla="*/ 1671600 w 1981351"/>
                  <a:gd name="connsiteY1" fmla="*/ 277924 h 718357"/>
                  <a:gd name="connsiteX2" fmla="*/ 1981351 w 1981351"/>
                  <a:gd name="connsiteY2" fmla="*/ 286926 h 718357"/>
                  <a:gd name="connsiteX3" fmla="*/ 1880541 w 1981351"/>
                  <a:gd name="connsiteY3" fmla="*/ 378524 h 718357"/>
                  <a:gd name="connsiteX4" fmla="*/ 933653 w 1981351"/>
                  <a:gd name="connsiteY4" fmla="*/ 718357 h 718357"/>
                  <a:gd name="connsiteX5" fmla="*/ 101363 w 1981351"/>
                  <a:gd name="connsiteY5" fmla="*/ 464196 h 718357"/>
                  <a:gd name="connsiteX6" fmla="*/ 0 w 1981351"/>
                  <a:gd name="connsiteY6" fmla="*/ 388418 h 718357"/>
                  <a:gd name="connsiteX7" fmla="*/ 8647 w 1981351"/>
                  <a:gd name="connsiteY7" fmla="*/ 90864 h 718357"/>
                  <a:gd name="connsiteX8" fmla="*/ 302224 w 1981351"/>
                  <a:gd name="connsiteY8" fmla="*/ 82333 h 718357"/>
                  <a:gd name="connsiteX9" fmla="*/ 339866 w 1981351"/>
                  <a:gd name="connsiteY9" fmla="*/ 110471 h 718357"/>
                  <a:gd name="connsiteX10" fmla="*/ 933653 w 1981351"/>
                  <a:gd name="connsiteY10" fmla="*/ 291779 h 718357"/>
                  <a:gd name="connsiteX11" fmla="*/ 1609198 w 1981351"/>
                  <a:gd name="connsiteY11" fmla="*/ 49356 h 718357"/>
                  <a:gd name="connsiteX12" fmla="*/ 1663524 w 1981351"/>
                  <a:gd name="connsiteY12" fmla="*/ 0 h 71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351" h="718357">
                    <a:moveTo>
                      <a:pt x="1663524" y="0"/>
                    </a:moveTo>
                    <a:lnTo>
                      <a:pt x="1671600" y="277924"/>
                    </a:lnTo>
                    <a:lnTo>
                      <a:pt x="1981351" y="286926"/>
                    </a:lnTo>
                    <a:lnTo>
                      <a:pt x="1880541" y="378524"/>
                    </a:lnTo>
                    <a:cubicBezTo>
                      <a:pt x="1623223" y="590825"/>
                      <a:pt x="1293336" y="718357"/>
                      <a:pt x="933653" y="718357"/>
                    </a:cubicBezTo>
                    <a:cubicBezTo>
                      <a:pt x="625354" y="718357"/>
                      <a:pt x="338945" y="624660"/>
                      <a:pt x="101363" y="464196"/>
                    </a:cubicBezTo>
                    <a:lnTo>
                      <a:pt x="0" y="388418"/>
                    </a:lnTo>
                    <a:lnTo>
                      <a:pt x="8647" y="90864"/>
                    </a:lnTo>
                    <a:lnTo>
                      <a:pt x="302224" y="82333"/>
                    </a:lnTo>
                    <a:lnTo>
                      <a:pt x="339866" y="110471"/>
                    </a:lnTo>
                    <a:cubicBezTo>
                      <a:pt x="509366" y="224940"/>
                      <a:pt x="713701" y="291779"/>
                      <a:pt x="933653" y="291779"/>
                    </a:cubicBezTo>
                    <a:cubicBezTo>
                      <a:pt x="1190264" y="291779"/>
                      <a:pt x="1425618" y="200803"/>
                      <a:pt x="1609198" y="49356"/>
                    </a:cubicBezTo>
                    <a:lnTo>
                      <a:pt x="1663524" y="0"/>
                    </a:lnTo>
                    <a:close/>
                  </a:path>
                </a:pathLst>
              </a:custGeom>
              <a:gradFill flip="none" rotWithShape="1">
                <a:gsLst>
                  <a:gs pos="0">
                    <a:schemeClr val="accent1">
                      <a:lumMod val="20000"/>
                      <a:lumOff val="80000"/>
                      <a:alpha val="0"/>
                    </a:schemeClr>
                  </a:gs>
                  <a:gs pos="100000">
                    <a:schemeClr val="bg1">
                      <a:alpha val="60000"/>
                    </a:schemeClr>
                  </a:gs>
                </a:gsLst>
                <a:lin ang="108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36485" tIns="18242" rIns="36485" bIns="18242" rtlCol="0" anchor="ctr">
                <a:noAutofit/>
              </a:bodyPr>
              <a:lstStyle/>
              <a:p>
                <a:pPr algn="ctr"/>
                <a:endParaRPr lang="zh-CN" altLang="en-US" sz="720">
                  <a:cs typeface="+mn-ea"/>
                  <a:sym typeface="+mn-lt"/>
                </a:endParaRPr>
              </a:p>
            </p:txBody>
          </p:sp>
        </p:grpSp>
        <p:sp>
          <p:nvSpPr>
            <p:cNvPr id="106" name="文本框 105"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txBox="1"/>
            <p:nvPr/>
          </p:nvSpPr>
          <p:spPr>
            <a:xfrm>
              <a:off x="10170220" y="2094233"/>
              <a:ext cx="512961" cy="615553"/>
            </a:xfrm>
            <a:prstGeom prst="rect">
              <a:avLst/>
            </a:prstGeom>
            <a:noFill/>
          </p:spPr>
          <p:txBody>
            <a:bodyPr wrap="none" lIns="0" tIns="0" rIns="0" bIns="0"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rPr>
                <a:t>成因</a:t>
              </a:r>
              <a:endParaRPr lang="en-US" altLang="zh-CN" sz="2000" b="1" dirty="0">
                <a:solidFill>
                  <a:schemeClr val="bg1"/>
                </a:solidFill>
                <a:effectLst>
                  <a:outerShdw blurRad="38100" dist="38100" dir="2700000" algn="tl">
                    <a:srgbClr val="000000">
                      <a:alpha val="43137"/>
                    </a:srgbClr>
                  </a:outerShdw>
                </a:effectLst>
                <a:latin typeface="+mj-ea"/>
                <a:ea typeface="+mj-ea"/>
                <a:cs typeface="+mn-ea"/>
                <a:sym typeface="+mn-lt"/>
              </a:endParaRPr>
            </a:p>
            <a:p>
              <a:pPr algn="ctr"/>
              <a:r>
                <a:rPr lang="zh-CN" altLang="en-US" sz="2000" b="1" dirty="0">
                  <a:solidFill>
                    <a:schemeClr val="bg1"/>
                  </a:solidFill>
                  <a:effectLst>
                    <a:outerShdw blurRad="38100" dist="38100" dir="2700000" algn="tl">
                      <a:srgbClr val="000000">
                        <a:alpha val="43137"/>
                      </a:srgbClr>
                    </a:outerShdw>
                  </a:effectLst>
                  <a:latin typeface="+mj-ea"/>
                  <a:ea typeface="+mj-ea"/>
                  <a:cs typeface="+mn-ea"/>
                  <a:sym typeface="+mn-lt"/>
                </a:rPr>
                <a:t>分析</a:t>
              </a:r>
            </a:p>
          </p:txBody>
        </p:sp>
        <p:sp>
          <p:nvSpPr>
            <p:cNvPr id="113" name="矩形 112"/>
            <p:cNvSpPr/>
            <p:nvPr/>
          </p:nvSpPr>
          <p:spPr>
            <a:xfrm flipH="1">
              <a:off x="9583363" y="3269145"/>
              <a:ext cx="1692771" cy="33932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zh-CN" altLang="en-US" sz="2205" b="1">
                  <a:solidFill>
                    <a:schemeClr val="accent1"/>
                  </a:solidFill>
                  <a:latin typeface="思源黑体 CN Bold" panose="020B0800000000000000" pitchFamily="34" charset="-122"/>
                  <a:ea typeface="思源黑体 CN Bold" panose="020B0800000000000000" pitchFamily="34" charset="-122"/>
                  <a:cs typeface="+mn-ea"/>
                  <a:sym typeface="+mn-lt"/>
                </a:rPr>
                <a:t>文化传播视角</a:t>
              </a:r>
              <a:endParaRPr lang="zh-CN" altLang="en-US" sz="2205" b="1" dirty="0">
                <a:solidFill>
                  <a:schemeClr val="accent1"/>
                </a:solidFill>
                <a:latin typeface="思源黑体 CN Bold" panose="020B0800000000000000" pitchFamily="34" charset="-122"/>
                <a:ea typeface="思源黑体 CN Bold" panose="020B0800000000000000" pitchFamily="34" charset="-122"/>
                <a:cs typeface="+mn-ea"/>
                <a:sym typeface="+mn-lt"/>
              </a:endParaRPr>
            </a:p>
          </p:txBody>
        </p:sp>
        <p:sp>
          <p:nvSpPr>
            <p:cNvPr id="145" name="矩形 144"/>
            <p:cNvSpPr/>
            <p:nvPr/>
          </p:nvSpPr>
          <p:spPr>
            <a:xfrm flipH="1">
              <a:off x="9583363" y="5707545"/>
              <a:ext cx="1692771" cy="33932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zh-CN" altLang="en-US" sz="2205" b="1" dirty="0">
                  <a:solidFill>
                    <a:schemeClr val="accent1"/>
                  </a:solidFill>
                  <a:latin typeface="思源黑体 CN Bold" panose="020B0800000000000000" pitchFamily="34" charset="-122"/>
                  <a:ea typeface="思源黑体 CN Bold" panose="020B0800000000000000" pitchFamily="34" charset="-122"/>
                  <a:cs typeface="+mn-ea"/>
                  <a:sym typeface="+mn-lt"/>
                </a:rPr>
                <a:t>教育技术视角</a:t>
              </a:r>
            </a:p>
          </p:txBody>
        </p:sp>
        <p:sp>
          <p:nvSpPr>
            <p:cNvPr id="146" name="矩形 145"/>
            <p:cNvSpPr/>
            <p:nvPr/>
          </p:nvSpPr>
          <p:spPr>
            <a:xfrm flipH="1">
              <a:off x="9583363" y="845259"/>
              <a:ext cx="1692771" cy="33932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zh-CN" altLang="en-US" sz="2205" b="1">
                  <a:solidFill>
                    <a:schemeClr val="accent1"/>
                  </a:solidFill>
                  <a:latin typeface="思源黑体 CN Bold" panose="020B0800000000000000" pitchFamily="34" charset="-122"/>
                  <a:ea typeface="思源黑体 CN Bold" panose="020B0800000000000000" pitchFamily="34" charset="-122"/>
                  <a:cs typeface="+mn-ea"/>
                  <a:sym typeface="+mn-lt"/>
                </a:rPr>
                <a:t>认知科学视角</a:t>
              </a:r>
              <a:endParaRPr lang="zh-CN" altLang="en-US" sz="2205" b="1" dirty="0">
                <a:solidFill>
                  <a:schemeClr val="accent1"/>
                </a:solidFill>
                <a:latin typeface="思源黑体 CN Bold" panose="020B0800000000000000" pitchFamily="34" charset="-122"/>
                <a:ea typeface="思源黑体 CN Bold" panose="020B0800000000000000" pitchFamily="34" charset="-122"/>
                <a:cs typeface="+mn-ea"/>
                <a:sym typeface="+mn-lt"/>
              </a:endParaRPr>
            </a:p>
          </p:txBody>
        </p:sp>
      </p:grpSp>
      <p:grpSp>
        <p:nvGrpSpPr>
          <p:cNvPr id="7" name="组合 6"/>
          <p:cNvGrpSpPr/>
          <p:nvPr/>
        </p:nvGrpSpPr>
        <p:grpSpPr>
          <a:xfrm>
            <a:off x="1299898" y="716228"/>
            <a:ext cx="2565218" cy="2453276"/>
            <a:chOff x="1299898" y="716228"/>
            <a:chExt cx="2565218" cy="2453276"/>
          </a:xfrm>
        </p:grpSpPr>
        <p:sp>
          <p:nvSpPr>
            <p:cNvPr id="116" name="矩形: 圆角 115"/>
            <p:cNvSpPr/>
            <p:nvPr/>
          </p:nvSpPr>
          <p:spPr>
            <a:xfrm>
              <a:off x="3320532" y="716228"/>
              <a:ext cx="544584" cy="1195129"/>
            </a:xfrm>
            <a:prstGeom prst="roundRect">
              <a:avLst>
                <a:gd name="adj" fmla="val 5000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Freeform 35"/>
            <p:cNvSpPr/>
            <p:nvPr/>
          </p:nvSpPr>
          <p:spPr bwMode="auto">
            <a:xfrm rot="5400000">
              <a:off x="1999969" y="1312139"/>
              <a:ext cx="1157294" cy="2557436"/>
            </a:xfrm>
            <a:custGeom>
              <a:avLst/>
              <a:gdLst>
                <a:gd name="T0" fmla="*/ 0 w 477"/>
                <a:gd name="T1" fmla="*/ 111 h 1074"/>
                <a:gd name="T2" fmla="*/ 111 w 477"/>
                <a:gd name="T3" fmla="*/ 0 h 1074"/>
                <a:gd name="T4" fmla="*/ 111 w 477"/>
                <a:gd name="T5" fmla="*/ 62 h 1074"/>
                <a:gd name="T6" fmla="*/ 192 w 477"/>
                <a:gd name="T7" fmla="*/ 62 h 1074"/>
                <a:gd name="T8" fmla="*/ 477 w 477"/>
                <a:gd name="T9" fmla="*/ 404 h 1074"/>
                <a:gd name="T10" fmla="*/ 477 w 477"/>
                <a:gd name="T11" fmla="*/ 1026 h 1074"/>
                <a:gd name="T12" fmla="*/ 428 w 477"/>
                <a:gd name="T13" fmla="*/ 1074 h 1074"/>
                <a:gd name="T14" fmla="*/ 380 w 477"/>
                <a:gd name="T15" fmla="*/ 1026 h 1074"/>
                <a:gd name="T16" fmla="*/ 380 w 477"/>
                <a:gd name="T17" fmla="*/ 389 h 1074"/>
                <a:gd name="T18" fmla="*/ 201 w 477"/>
                <a:gd name="T19" fmla="*/ 158 h 1074"/>
                <a:gd name="T20" fmla="*/ 111 w 477"/>
                <a:gd name="T21" fmla="*/ 158 h 1074"/>
                <a:gd name="T22" fmla="*/ 111 w 477"/>
                <a:gd name="T23" fmla="*/ 222 h 1074"/>
                <a:gd name="T24" fmla="*/ 0 w 477"/>
                <a:gd name="T25" fmla="*/ 111 h 10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7" h="1074">
                  <a:moveTo>
                    <a:pt x="0" y="111"/>
                  </a:moveTo>
                  <a:cubicBezTo>
                    <a:pt x="111" y="0"/>
                    <a:pt x="111" y="0"/>
                    <a:pt x="111" y="0"/>
                  </a:cubicBezTo>
                  <a:cubicBezTo>
                    <a:pt x="111" y="62"/>
                    <a:pt x="111" y="62"/>
                    <a:pt x="111" y="62"/>
                  </a:cubicBezTo>
                  <a:cubicBezTo>
                    <a:pt x="120" y="62"/>
                    <a:pt x="149" y="62"/>
                    <a:pt x="192" y="62"/>
                  </a:cubicBezTo>
                  <a:cubicBezTo>
                    <a:pt x="301" y="64"/>
                    <a:pt x="477" y="135"/>
                    <a:pt x="477" y="404"/>
                  </a:cubicBezTo>
                  <a:cubicBezTo>
                    <a:pt x="477" y="681"/>
                    <a:pt x="477" y="1026"/>
                    <a:pt x="477" y="1026"/>
                  </a:cubicBezTo>
                  <a:cubicBezTo>
                    <a:pt x="476" y="1052"/>
                    <a:pt x="455" y="1074"/>
                    <a:pt x="428" y="1074"/>
                  </a:cubicBezTo>
                  <a:cubicBezTo>
                    <a:pt x="402" y="1074"/>
                    <a:pt x="380" y="1052"/>
                    <a:pt x="380" y="1026"/>
                  </a:cubicBezTo>
                  <a:cubicBezTo>
                    <a:pt x="380" y="1026"/>
                    <a:pt x="381" y="643"/>
                    <a:pt x="380" y="389"/>
                  </a:cubicBezTo>
                  <a:cubicBezTo>
                    <a:pt x="380" y="254"/>
                    <a:pt x="276" y="158"/>
                    <a:pt x="201" y="158"/>
                  </a:cubicBezTo>
                  <a:cubicBezTo>
                    <a:pt x="111" y="158"/>
                    <a:pt x="111" y="158"/>
                    <a:pt x="111" y="158"/>
                  </a:cubicBezTo>
                  <a:cubicBezTo>
                    <a:pt x="111" y="222"/>
                    <a:pt x="111" y="222"/>
                    <a:pt x="111" y="222"/>
                  </a:cubicBezTo>
                  <a:cubicBezTo>
                    <a:pt x="0" y="111"/>
                    <a:pt x="0" y="111"/>
                    <a:pt x="0" y="111"/>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a:p>
          </p:txBody>
        </p:sp>
        <p:sp>
          <p:nvSpPr>
            <p:cNvPr id="42" name="Oval 57"/>
            <p:cNvSpPr>
              <a:spLocks noChangeAspect="1" noChangeArrowheads="1"/>
            </p:cNvSpPr>
            <p:nvPr/>
          </p:nvSpPr>
          <p:spPr bwMode="auto">
            <a:xfrm>
              <a:off x="3320532" y="1366772"/>
              <a:ext cx="544584" cy="544585"/>
            </a:xfrm>
            <a:prstGeom prst="ellipse">
              <a:avLst/>
            </a:prstGeom>
            <a:solidFill>
              <a:schemeClr val="accent1"/>
            </a:solidFill>
            <a:ln>
              <a:noFill/>
            </a:ln>
          </p:spPr>
          <p:txBody>
            <a:bodyPr vert="horz" wrap="square" lIns="121920" tIns="60960" rIns="121920" bIns="60960" numCol="1" anchor="t" anchorCtr="0" compatLnSpc="1"/>
            <a:lstStyle/>
            <a:p>
              <a:endParaRPr lang="id-ID" sz="2400">
                <a:solidFill>
                  <a:schemeClr val="bg2"/>
                </a:solidFill>
              </a:endParaRPr>
            </a:p>
          </p:txBody>
        </p:sp>
        <p:pic>
          <p:nvPicPr>
            <p:cNvPr id="50" name="Picture 96"/>
            <p:cNvPicPr>
              <a:picLocks noChangeAspect="1"/>
            </p:cNvPicPr>
            <p:nvPr/>
          </p:nvPicPr>
          <p:blipFill>
            <a:blip r:embed="rId3"/>
            <a:stretch>
              <a:fillRect/>
            </a:stretch>
          </p:blipFill>
          <p:spPr>
            <a:xfrm>
              <a:off x="3402620" y="1443855"/>
              <a:ext cx="380408" cy="390419"/>
            </a:xfrm>
            <a:prstGeom prst="rect">
              <a:avLst/>
            </a:prstGeom>
          </p:spPr>
        </p:pic>
        <p:sp>
          <p:nvSpPr>
            <p:cNvPr id="78" name="文本框 77"/>
            <p:cNvSpPr txBox="1"/>
            <p:nvPr/>
          </p:nvSpPr>
          <p:spPr>
            <a:xfrm>
              <a:off x="3470587" y="796409"/>
              <a:ext cx="244475" cy="553998"/>
            </a:xfrm>
            <a:prstGeom prst="rect">
              <a:avLst/>
            </a:prstGeom>
            <a:noFill/>
          </p:spPr>
          <p:txBody>
            <a:bodyPr wrap="square" lIns="0" tIns="0" rIns="0" bIns="0">
              <a:spAutoFit/>
            </a:bodyPr>
            <a:lstStyle/>
            <a:p>
              <a:r>
                <a:rPr lang="zh-CN" altLang="en-US" b="1" i="0" dirty="0">
                  <a:solidFill>
                    <a:schemeClr val="accent1">
                      <a:lumMod val="75000"/>
                    </a:schemeClr>
                  </a:solidFill>
                  <a:effectLst/>
                  <a:latin typeface="quote-cjk-patch"/>
                </a:rPr>
                <a:t>三维</a:t>
              </a:r>
              <a:endParaRPr lang="zh-CN" altLang="en-US" dirty="0">
                <a:solidFill>
                  <a:schemeClr val="accent1">
                    <a:lumMod val="75000"/>
                  </a:schemeClr>
                </a:solidFill>
              </a:endParaRPr>
            </a:p>
          </p:txBody>
        </p:sp>
      </p:grpSp>
      <p:grpSp>
        <p:nvGrpSpPr>
          <p:cNvPr id="8" name="组合 7"/>
          <p:cNvGrpSpPr/>
          <p:nvPr/>
        </p:nvGrpSpPr>
        <p:grpSpPr>
          <a:xfrm>
            <a:off x="1287820" y="716228"/>
            <a:ext cx="3472873" cy="2686990"/>
            <a:chOff x="1287820" y="716228"/>
            <a:chExt cx="3472873" cy="2686990"/>
          </a:xfrm>
        </p:grpSpPr>
        <p:sp>
          <p:nvSpPr>
            <p:cNvPr id="5" name="矩形: 圆角 4"/>
            <p:cNvSpPr/>
            <p:nvPr/>
          </p:nvSpPr>
          <p:spPr>
            <a:xfrm>
              <a:off x="4216109" y="716228"/>
              <a:ext cx="544584" cy="1195129"/>
            </a:xfrm>
            <a:prstGeom prst="roundRect">
              <a:avLst>
                <a:gd name="adj" fmla="val 5000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Freeform 34"/>
            <p:cNvSpPr/>
            <p:nvPr/>
          </p:nvSpPr>
          <p:spPr bwMode="auto">
            <a:xfrm rot="5400000">
              <a:off x="2316257" y="968397"/>
              <a:ext cx="1406384" cy="3463257"/>
            </a:xfrm>
            <a:custGeom>
              <a:avLst/>
              <a:gdLst>
                <a:gd name="T0" fmla="*/ 0 w 579"/>
                <a:gd name="T1" fmla="*/ 110 h 1454"/>
                <a:gd name="T2" fmla="*/ 111 w 579"/>
                <a:gd name="T3" fmla="*/ 0 h 1454"/>
                <a:gd name="T4" fmla="*/ 111 w 579"/>
                <a:gd name="T5" fmla="*/ 61 h 1454"/>
                <a:gd name="T6" fmla="*/ 294 w 579"/>
                <a:gd name="T7" fmla="*/ 62 h 1454"/>
                <a:gd name="T8" fmla="*/ 579 w 579"/>
                <a:gd name="T9" fmla="*/ 404 h 1454"/>
                <a:gd name="T10" fmla="*/ 579 w 579"/>
                <a:gd name="T11" fmla="*/ 1406 h 1454"/>
                <a:gd name="T12" fmla="*/ 530 w 579"/>
                <a:gd name="T13" fmla="*/ 1454 h 1454"/>
                <a:gd name="T14" fmla="*/ 482 w 579"/>
                <a:gd name="T15" fmla="*/ 1406 h 1454"/>
                <a:gd name="T16" fmla="*/ 483 w 579"/>
                <a:gd name="T17" fmla="*/ 388 h 1454"/>
                <a:gd name="T18" fmla="*/ 303 w 579"/>
                <a:gd name="T19" fmla="*/ 158 h 1454"/>
                <a:gd name="T20" fmla="*/ 111 w 579"/>
                <a:gd name="T21" fmla="*/ 158 h 1454"/>
                <a:gd name="T22" fmla="*/ 111 w 579"/>
                <a:gd name="T23" fmla="*/ 221 h 1454"/>
                <a:gd name="T24" fmla="*/ 0 w 579"/>
                <a:gd name="T25" fmla="*/ 110 h 1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9" h="1454">
                  <a:moveTo>
                    <a:pt x="0" y="110"/>
                  </a:moveTo>
                  <a:cubicBezTo>
                    <a:pt x="111" y="0"/>
                    <a:pt x="111" y="0"/>
                    <a:pt x="111" y="0"/>
                  </a:cubicBezTo>
                  <a:cubicBezTo>
                    <a:pt x="111" y="61"/>
                    <a:pt x="111" y="61"/>
                    <a:pt x="111" y="61"/>
                  </a:cubicBezTo>
                  <a:cubicBezTo>
                    <a:pt x="120" y="61"/>
                    <a:pt x="251" y="61"/>
                    <a:pt x="294" y="62"/>
                  </a:cubicBezTo>
                  <a:cubicBezTo>
                    <a:pt x="403" y="64"/>
                    <a:pt x="579" y="135"/>
                    <a:pt x="579" y="404"/>
                  </a:cubicBezTo>
                  <a:cubicBezTo>
                    <a:pt x="579" y="681"/>
                    <a:pt x="579" y="1406"/>
                    <a:pt x="579" y="1406"/>
                  </a:cubicBezTo>
                  <a:cubicBezTo>
                    <a:pt x="578" y="1433"/>
                    <a:pt x="557" y="1454"/>
                    <a:pt x="530" y="1454"/>
                  </a:cubicBezTo>
                  <a:cubicBezTo>
                    <a:pt x="504" y="1454"/>
                    <a:pt x="483" y="1433"/>
                    <a:pt x="482" y="1406"/>
                  </a:cubicBezTo>
                  <a:cubicBezTo>
                    <a:pt x="482" y="1406"/>
                    <a:pt x="483" y="643"/>
                    <a:pt x="483" y="388"/>
                  </a:cubicBezTo>
                  <a:cubicBezTo>
                    <a:pt x="482" y="253"/>
                    <a:pt x="378" y="158"/>
                    <a:pt x="303" y="158"/>
                  </a:cubicBezTo>
                  <a:cubicBezTo>
                    <a:pt x="111" y="158"/>
                    <a:pt x="111" y="158"/>
                    <a:pt x="111" y="158"/>
                  </a:cubicBezTo>
                  <a:cubicBezTo>
                    <a:pt x="111" y="221"/>
                    <a:pt x="111" y="221"/>
                    <a:pt x="111" y="221"/>
                  </a:cubicBezTo>
                  <a:cubicBezTo>
                    <a:pt x="0" y="110"/>
                    <a:pt x="0" y="110"/>
                    <a:pt x="0" y="110"/>
                  </a:cubicBezTo>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dirty="0"/>
            </a:p>
          </p:txBody>
        </p:sp>
        <p:sp>
          <p:nvSpPr>
            <p:cNvPr id="46" name="Oval 90"/>
            <p:cNvSpPr>
              <a:spLocks noChangeAspect="1" noChangeArrowheads="1"/>
            </p:cNvSpPr>
            <p:nvPr/>
          </p:nvSpPr>
          <p:spPr bwMode="auto">
            <a:xfrm>
              <a:off x="4216109" y="1366772"/>
              <a:ext cx="544584" cy="544585"/>
            </a:xfrm>
            <a:prstGeom prst="ellipse">
              <a:avLst/>
            </a:prstGeom>
            <a:solidFill>
              <a:schemeClr val="accent4"/>
            </a:solidFill>
            <a:ln>
              <a:noFill/>
            </a:ln>
          </p:spPr>
          <p:txBody>
            <a:bodyPr vert="horz" wrap="square" lIns="121920" tIns="60960" rIns="121920" bIns="60960" numCol="1" anchor="t" anchorCtr="0" compatLnSpc="1"/>
            <a:lstStyle/>
            <a:p>
              <a:endParaRPr lang="id-ID" sz="2400">
                <a:solidFill>
                  <a:schemeClr val="bg2"/>
                </a:solidFill>
              </a:endParaRPr>
            </a:p>
          </p:txBody>
        </p:sp>
        <p:pic>
          <p:nvPicPr>
            <p:cNvPr id="130" name="图形 129"/>
            <p:cNvPicPr/>
            <p:nvPr/>
          </p:nvPicPr>
          <p:blipFill>
            <a:blip r:embed="rId3"/>
            <a:stretch>
              <a:fillRect/>
            </a:stretch>
          </p:blipFill>
          <p:spPr>
            <a:xfrm>
              <a:off x="4313574" y="1464237"/>
              <a:ext cx="349655" cy="349655"/>
            </a:xfrm>
            <a:prstGeom prst="rect">
              <a:avLst/>
            </a:prstGeom>
          </p:spPr>
        </p:pic>
        <p:sp>
          <p:nvSpPr>
            <p:cNvPr id="79" name="文本框 78"/>
            <p:cNvSpPr txBox="1"/>
            <p:nvPr/>
          </p:nvSpPr>
          <p:spPr>
            <a:xfrm>
              <a:off x="4366164" y="796409"/>
              <a:ext cx="244475" cy="553998"/>
            </a:xfrm>
            <a:prstGeom prst="rect">
              <a:avLst/>
            </a:prstGeom>
            <a:noFill/>
          </p:spPr>
          <p:txBody>
            <a:bodyPr wrap="square" lIns="0" tIns="0" rIns="0" bIns="0">
              <a:spAutoFit/>
            </a:bodyPr>
            <a:lstStyle/>
            <a:p>
              <a:r>
                <a:rPr lang="zh-CN" altLang="en-US" b="1" i="0">
                  <a:solidFill>
                    <a:schemeClr val="accent2">
                      <a:lumMod val="75000"/>
                    </a:schemeClr>
                  </a:solidFill>
                  <a:effectLst/>
                  <a:latin typeface="quote-cjk-patch"/>
                </a:rPr>
                <a:t>认知</a:t>
              </a:r>
              <a:endParaRPr lang="zh-CN" altLang="en-US" dirty="0">
                <a:solidFill>
                  <a:schemeClr val="accent2">
                    <a:lumMod val="75000"/>
                  </a:schemeClr>
                </a:solidFill>
              </a:endParaRPr>
            </a:p>
          </p:txBody>
        </p:sp>
      </p:grpSp>
      <p:grpSp>
        <p:nvGrpSpPr>
          <p:cNvPr id="10" name="组合 9"/>
          <p:cNvGrpSpPr/>
          <p:nvPr/>
        </p:nvGrpSpPr>
        <p:grpSpPr>
          <a:xfrm>
            <a:off x="1301911" y="3860396"/>
            <a:ext cx="2563205" cy="2454326"/>
            <a:chOff x="1301911" y="3860396"/>
            <a:chExt cx="2563205" cy="2454326"/>
          </a:xfrm>
        </p:grpSpPr>
        <p:sp>
          <p:nvSpPr>
            <p:cNvPr id="115" name="矩形: 圆角 114"/>
            <p:cNvSpPr/>
            <p:nvPr/>
          </p:nvSpPr>
          <p:spPr>
            <a:xfrm>
              <a:off x="3320532" y="5119593"/>
              <a:ext cx="544584" cy="1195129"/>
            </a:xfrm>
            <a:prstGeom prst="roundRect">
              <a:avLst>
                <a:gd name="adj" fmla="val 5000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Freeform 12"/>
            <p:cNvSpPr/>
            <p:nvPr/>
          </p:nvSpPr>
          <p:spPr bwMode="auto">
            <a:xfrm rot="5400000">
              <a:off x="2000463" y="3161844"/>
              <a:ext cx="1158319" cy="2555423"/>
            </a:xfrm>
            <a:custGeom>
              <a:avLst/>
              <a:gdLst>
                <a:gd name="T0" fmla="*/ 477 w 477"/>
                <a:gd name="T1" fmla="*/ 111 h 1073"/>
                <a:gd name="T2" fmla="*/ 366 w 477"/>
                <a:gd name="T3" fmla="*/ 0 h 1073"/>
                <a:gd name="T4" fmla="*/ 366 w 477"/>
                <a:gd name="T5" fmla="*/ 61 h 1073"/>
                <a:gd name="T6" fmla="*/ 285 w 477"/>
                <a:gd name="T7" fmla="*/ 62 h 1073"/>
                <a:gd name="T8" fmla="*/ 0 w 477"/>
                <a:gd name="T9" fmla="*/ 404 h 1073"/>
                <a:gd name="T10" fmla="*/ 1 w 477"/>
                <a:gd name="T11" fmla="*/ 1026 h 1073"/>
                <a:gd name="T12" fmla="*/ 49 w 477"/>
                <a:gd name="T13" fmla="*/ 1073 h 1073"/>
                <a:gd name="T14" fmla="*/ 97 w 477"/>
                <a:gd name="T15" fmla="*/ 1026 h 1073"/>
                <a:gd name="T16" fmla="*/ 97 w 477"/>
                <a:gd name="T17" fmla="*/ 388 h 1073"/>
                <a:gd name="T18" fmla="*/ 276 w 477"/>
                <a:gd name="T19" fmla="*/ 158 h 1073"/>
                <a:gd name="T20" fmla="*/ 366 w 477"/>
                <a:gd name="T21" fmla="*/ 158 h 1073"/>
                <a:gd name="T22" fmla="*/ 366 w 477"/>
                <a:gd name="T23" fmla="*/ 221 h 1073"/>
                <a:gd name="T24" fmla="*/ 477 w 477"/>
                <a:gd name="T25" fmla="*/ 111 h 10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7" h="1073">
                  <a:moveTo>
                    <a:pt x="477" y="111"/>
                  </a:moveTo>
                  <a:cubicBezTo>
                    <a:pt x="366" y="0"/>
                    <a:pt x="366" y="0"/>
                    <a:pt x="366" y="0"/>
                  </a:cubicBezTo>
                  <a:cubicBezTo>
                    <a:pt x="366" y="61"/>
                    <a:pt x="366" y="61"/>
                    <a:pt x="366" y="61"/>
                  </a:cubicBezTo>
                  <a:cubicBezTo>
                    <a:pt x="357" y="61"/>
                    <a:pt x="328" y="61"/>
                    <a:pt x="285" y="62"/>
                  </a:cubicBezTo>
                  <a:cubicBezTo>
                    <a:pt x="176" y="64"/>
                    <a:pt x="0" y="135"/>
                    <a:pt x="0" y="404"/>
                  </a:cubicBezTo>
                  <a:cubicBezTo>
                    <a:pt x="0" y="681"/>
                    <a:pt x="1" y="1026"/>
                    <a:pt x="1" y="1026"/>
                  </a:cubicBezTo>
                  <a:cubicBezTo>
                    <a:pt x="1" y="1052"/>
                    <a:pt x="22" y="1073"/>
                    <a:pt x="49" y="1073"/>
                  </a:cubicBezTo>
                  <a:cubicBezTo>
                    <a:pt x="75" y="1073"/>
                    <a:pt x="97" y="1052"/>
                    <a:pt x="97" y="1026"/>
                  </a:cubicBezTo>
                  <a:cubicBezTo>
                    <a:pt x="97" y="1026"/>
                    <a:pt x="96" y="643"/>
                    <a:pt x="97" y="388"/>
                  </a:cubicBezTo>
                  <a:cubicBezTo>
                    <a:pt x="97" y="254"/>
                    <a:pt x="201" y="158"/>
                    <a:pt x="276" y="158"/>
                  </a:cubicBezTo>
                  <a:cubicBezTo>
                    <a:pt x="366" y="158"/>
                    <a:pt x="366" y="158"/>
                    <a:pt x="366" y="158"/>
                  </a:cubicBezTo>
                  <a:cubicBezTo>
                    <a:pt x="366" y="221"/>
                    <a:pt x="366" y="221"/>
                    <a:pt x="366" y="221"/>
                  </a:cubicBezTo>
                  <a:lnTo>
                    <a:pt x="477" y="111"/>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dirty="0"/>
            </a:p>
          </p:txBody>
        </p:sp>
        <p:sp>
          <p:nvSpPr>
            <p:cNvPr id="45" name="Oval 87"/>
            <p:cNvSpPr>
              <a:spLocks noChangeAspect="1" noChangeArrowheads="1"/>
            </p:cNvSpPr>
            <p:nvPr/>
          </p:nvSpPr>
          <p:spPr bwMode="auto">
            <a:xfrm>
              <a:off x="3320532" y="5119593"/>
              <a:ext cx="544584" cy="544585"/>
            </a:xfrm>
            <a:prstGeom prst="ellipse">
              <a:avLst/>
            </a:prstGeom>
            <a:solidFill>
              <a:schemeClr val="accent6"/>
            </a:solidFill>
            <a:ln>
              <a:noFill/>
            </a:ln>
          </p:spPr>
          <p:txBody>
            <a:bodyPr vert="horz" wrap="square" lIns="121920" tIns="60960" rIns="121920" bIns="60960" numCol="1" anchor="t" anchorCtr="0" compatLnSpc="1"/>
            <a:lstStyle/>
            <a:p>
              <a:endParaRPr lang="id-ID" sz="2400">
                <a:solidFill>
                  <a:schemeClr val="bg2"/>
                </a:solidFill>
              </a:endParaRPr>
            </a:p>
          </p:txBody>
        </p:sp>
        <p:pic>
          <p:nvPicPr>
            <p:cNvPr id="47" name="Picture 93"/>
            <p:cNvPicPr>
              <a:picLocks noChangeAspect="1"/>
            </p:cNvPicPr>
            <p:nvPr/>
          </p:nvPicPr>
          <p:blipFill>
            <a:blip r:embed="rId4"/>
            <a:stretch>
              <a:fillRect/>
            </a:stretch>
          </p:blipFill>
          <p:spPr>
            <a:xfrm>
              <a:off x="3372588" y="5256740"/>
              <a:ext cx="440472" cy="270290"/>
            </a:xfrm>
            <a:prstGeom prst="rect">
              <a:avLst/>
            </a:prstGeom>
          </p:spPr>
        </p:pic>
        <p:sp>
          <p:nvSpPr>
            <p:cNvPr id="80" name="文本框 79"/>
            <p:cNvSpPr txBox="1"/>
            <p:nvPr/>
          </p:nvSpPr>
          <p:spPr>
            <a:xfrm>
              <a:off x="3470587" y="5699063"/>
              <a:ext cx="244475" cy="553998"/>
            </a:xfrm>
            <a:prstGeom prst="rect">
              <a:avLst/>
            </a:prstGeom>
            <a:noFill/>
          </p:spPr>
          <p:txBody>
            <a:bodyPr wrap="square" lIns="0" tIns="0" rIns="0" bIns="0">
              <a:spAutoFit/>
            </a:bodyPr>
            <a:lstStyle/>
            <a:p>
              <a:r>
                <a:rPr lang="zh-CN" altLang="en-US" b="1" i="0" dirty="0">
                  <a:solidFill>
                    <a:schemeClr val="accent6">
                      <a:lumMod val="75000"/>
                    </a:schemeClr>
                  </a:solidFill>
                  <a:effectLst/>
                  <a:latin typeface="quote-cjk-patch"/>
                </a:rPr>
                <a:t>实践</a:t>
              </a:r>
              <a:endParaRPr lang="zh-CN" altLang="en-US" dirty="0">
                <a:solidFill>
                  <a:schemeClr val="accent6">
                    <a:lumMod val="75000"/>
                  </a:schemeClr>
                </a:solidFill>
              </a:endParaRPr>
            </a:p>
          </p:txBody>
        </p:sp>
      </p:grpSp>
      <p:grpSp>
        <p:nvGrpSpPr>
          <p:cNvPr id="11" name="组合 10"/>
          <p:cNvGrpSpPr/>
          <p:nvPr/>
        </p:nvGrpSpPr>
        <p:grpSpPr>
          <a:xfrm>
            <a:off x="1287821" y="3627706"/>
            <a:ext cx="3472872" cy="2687016"/>
            <a:chOff x="1287821" y="3627706"/>
            <a:chExt cx="3472872" cy="2687016"/>
          </a:xfrm>
        </p:grpSpPr>
        <p:sp>
          <p:nvSpPr>
            <p:cNvPr id="114" name="矩形: 圆角 113"/>
            <p:cNvSpPr/>
            <p:nvPr/>
          </p:nvSpPr>
          <p:spPr>
            <a:xfrm>
              <a:off x="4216109" y="5119593"/>
              <a:ext cx="544584" cy="1195129"/>
            </a:xfrm>
            <a:prstGeom prst="roundRect">
              <a:avLst>
                <a:gd name="adj" fmla="val 5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Freeform 13"/>
            <p:cNvSpPr/>
            <p:nvPr/>
          </p:nvSpPr>
          <p:spPr bwMode="auto">
            <a:xfrm rot="5400000">
              <a:off x="2316770" y="2598757"/>
              <a:ext cx="1405359" cy="3463257"/>
            </a:xfrm>
            <a:custGeom>
              <a:avLst/>
              <a:gdLst>
                <a:gd name="T0" fmla="*/ 579 w 579"/>
                <a:gd name="T1" fmla="*/ 110 h 1454"/>
                <a:gd name="T2" fmla="*/ 468 w 579"/>
                <a:gd name="T3" fmla="*/ 0 h 1454"/>
                <a:gd name="T4" fmla="*/ 468 w 579"/>
                <a:gd name="T5" fmla="*/ 61 h 1454"/>
                <a:gd name="T6" fmla="*/ 285 w 579"/>
                <a:gd name="T7" fmla="*/ 62 h 1454"/>
                <a:gd name="T8" fmla="*/ 0 w 579"/>
                <a:gd name="T9" fmla="*/ 404 h 1454"/>
                <a:gd name="T10" fmla="*/ 0 w 579"/>
                <a:gd name="T11" fmla="*/ 1406 h 1454"/>
                <a:gd name="T12" fmla="*/ 49 w 579"/>
                <a:gd name="T13" fmla="*/ 1454 h 1454"/>
                <a:gd name="T14" fmla="*/ 97 w 579"/>
                <a:gd name="T15" fmla="*/ 1406 h 1454"/>
                <a:gd name="T16" fmla="*/ 97 w 579"/>
                <a:gd name="T17" fmla="*/ 388 h 1454"/>
                <a:gd name="T18" fmla="*/ 276 w 579"/>
                <a:gd name="T19" fmla="*/ 158 h 1454"/>
                <a:gd name="T20" fmla="*/ 468 w 579"/>
                <a:gd name="T21" fmla="*/ 158 h 1454"/>
                <a:gd name="T22" fmla="*/ 468 w 579"/>
                <a:gd name="T23" fmla="*/ 221 h 1454"/>
                <a:gd name="T24" fmla="*/ 579 w 579"/>
                <a:gd name="T25" fmla="*/ 110 h 1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9" h="1454">
                  <a:moveTo>
                    <a:pt x="579" y="110"/>
                  </a:moveTo>
                  <a:cubicBezTo>
                    <a:pt x="468" y="0"/>
                    <a:pt x="468" y="0"/>
                    <a:pt x="468" y="0"/>
                  </a:cubicBezTo>
                  <a:cubicBezTo>
                    <a:pt x="468" y="61"/>
                    <a:pt x="468" y="61"/>
                    <a:pt x="468" y="61"/>
                  </a:cubicBezTo>
                  <a:cubicBezTo>
                    <a:pt x="459" y="61"/>
                    <a:pt x="328" y="61"/>
                    <a:pt x="285" y="62"/>
                  </a:cubicBezTo>
                  <a:cubicBezTo>
                    <a:pt x="176" y="64"/>
                    <a:pt x="0" y="135"/>
                    <a:pt x="0" y="404"/>
                  </a:cubicBezTo>
                  <a:cubicBezTo>
                    <a:pt x="0" y="681"/>
                    <a:pt x="0" y="1406"/>
                    <a:pt x="0" y="1406"/>
                  </a:cubicBezTo>
                  <a:cubicBezTo>
                    <a:pt x="1" y="1433"/>
                    <a:pt x="22" y="1454"/>
                    <a:pt x="49" y="1454"/>
                  </a:cubicBezTo>
                  <a:cubicBezTo>
                    <a:pt x="75" y="1454"/>
                    <a:pt x="97" y="1433"/>
                    <a:pt x="97" y="1406"/>
                  </a:cubicBezTo>
                  <a:cubicBezTo>
                    <a:pt x="97" y="1406"/>
                    <a:pt x="96" y="643"/>
                    <a:pt x="97" y="388"/>
                  </a:cubicBezTo>
                  <a:cubicBezTo>
                    <a:pt x="97" y="254"/>
                    <a:pt x="201" y="158"/>
                    <a:pt x="276" y="158"/>
                  </a:cubicBezTo>
                  <a:cubicBezTo>
                    <a:pt x="468" y="158"/>
                    <a:pt x="468" y="158"/>
                    <a:pt x="468" y="158"/>
                  </a:cubicBezTo>
                  <a:cubicBezTo>
                    <a:pt x="468" y="221"/>
                    <a:pt x="468" y="221"/>
                    <a:pt x="468" y="221"/>
                  </a:cubicBezTo>
                  <a:lnTo>
                    <a:pt x="579" y="110"/>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id-ID" sz="2400" dirty="0"/>
            </a:p>
          </p:txBody>
        </p:sp>
        <p:sp>
          <p:nvSpPr>
            <p:cNvPr id="44" name="Oval 84"/>
            <p:cNvSpPr>
              <a:spLocks noChangeAspect="1" noChangeArrowheads="1"/>
            </p:cNvSpPr>
            <p:nvPr/>
          </p:nvSpPr>
          <p:spPr bwMode="auto">
            <a:xfrm>
              <a:off x="4216109" y="5119593"/>
              <a:ext cx="544584" cy="544585"/>
            </a:xfrm>
            <a:prstGeom prst="ellipse">
              <a:avLst/>
            </a:prstGeom>
            <a:solidFill>
              <a:schemeClr val="accent5"/>
            </a:solidFill>
            <a:ln>
              <a:noFill/>
            </a:ln>
          </p:spPr>
          <p:txBody>
            <a:bodyPr vert="horz" wrap="square" lIns="121920" tIns="60960" rIns="121920" bIns="60960" numCol="1" anchor="t" anchorCtr="0" compatLnSpc="1"/>
            <a:lstStyle/>
            <a:p>
              <a:endParaRPr lang="id-ID" sz="2400">
                <a:solidFill>
                  <a:schemeClr val="bg2"/>
                </a:solidFill>
              </a:endParaRPr>
            </a:p>
          </p:txBody>
        </p:sp>
        <p:pic>
          <p:nvPicPr>
            <p:cNvPr id="48" name="Picture 94"/>
            <p:cNvPicPr>
              <a:picLocks noChangeAspect="1"/>
            </p:cNvPicPr>
            <p:nvPr/>
          </p:nvPicPr>
          <p:blipFill>
            <a:blip r:embed="rId5"/>
            <a:stretch>
              <a:fillRect/>
            </a:stretch>
          </p:blipFill>
          <p:spPr>
            <a:xfrm>
              <a:off x="4339192" y="5265886"/>
              <a:ext cx="298419" cy="251998"/>
            </a:xfrm>
            <a:prstGeom prst="rect">
              <a:avLst/>
            </a:prstGeom>
          </p:spPr>
        </p:pic>
        <p:sp>
          <p:nvSpPr>
            <p:cNvPr id="81" name="文本框 80"/>
            <p:cNvSpPr txBox="1"/>
            <p:nvPr/>
          </p:nvSpPr>
          <p:spPr>
            <a:xfrm>
              <a:off x="4366164" y="5699063"/>
              <a:ext cx="244475" cy="553998"/>
            </a:xfrm>
            <a:prstGeom prst="rect">
              <a:avLst/>
            </a:prstGeom>
            <a:noFill/>
          </p:spPr>
          <p:txBody>
            <a:bodyPr wrap="square" lIns="0" tIns="0" rIns="0" bIns="0">
              <a:spAutoFit/>
            </a:bodyPr>
            <a:lstStyle/>
            <a:p>
              <a:r>
                <a:rPr lang="zh-CN" altLang="en-US" b="1" i="0" dirty="0">
                  <a:solidFill>
                    <a:schemeClr val="accent5">
                      <a:lumMod val="75000"/>
                    </a:schemeClr>
                  </a:solidFill>
                  <a:effectLst/>
                  <a:latin typeface="quote-cjk-patch"/>
                </a:rPr>
                <a:t>方案</a:t>
              </a:r>
              <a:endParaRPr lang="zh-CN" altLang="en-US" dirty="0">
                <a:solidFill>
                  <a:schemeClr val="accent5">
                    <a:lumMod val="75000"/>
                  </a:schemeClr>
                </a:solidFill>
              </a:endParaRPr>
            </a:p>
          </p:txBody>
        </p:sp>
      </p:grpSp>
    </p:spTree>
    <p:extLst>
      <p:ext uri="{BB962C8B-B14F-4D97-AF65-F5344CB8AC3E}">
        <p14:creationId xmlns:p14="http://schemas.microsoft.com/office/powerpoint/2010/main" val="167265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up)">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arn(inVertical)">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0920" y="780679"/>
            <a:ext cx="2442616" cy="4516575"/>
            <a:chOff x="500920" y="780679"/>
            <a:chExt cx="2442616" cy="4516575"/>
          </a:xfrm>
        </p:grpSpPr>
        <p:sp>
          <p:nvSpPr>
            <p:cNvPr id="15" name="米菲PPT6"/>
            <p:cNvSpPr/>
            <p:nvPr/>
          </p:nvSpPr>
          <p:spPr>
            <a:xfrm>
              <a:off x="500920" y="1327235"/>
              <a:ext cx="2442616" cy="3970019"/>
            </a:xfrm>
            <a:prstGeom prst="rect">
              <a:avLst/>
            </a:prstGeom>
            <a:gradFill>
              <a:gsLst>
                <a:gs pos="100000">
                  <a:schemeClr val="accent2">
                    <a:lumMod val="5000"/>
                    <a:lumOff val="95000"/>
                  </a:schemeClr>
                </a:gs>
                <a:gs pos="0">
                  <a:schemeClr val="bg1"/>
                </a:gs>
              </a:gsLst>
              <a:lin ang="19800000" scaled="0"/>
            </a:gradFill>
            <a:ln w="6350">
              <a:gradFill>
                <a:gsLst>
                  <a:gs pos="0">
                    <a:schemeClr val="accent1"/>
                  </a:gs>
                  <a:gs pos="100000">
                    <a:schemeClr val="accent1">
                      <a:alpha val="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7" name="米菲PPT8"/>
            <p:cNvSpPr/>
            <p:nvPr/>
          </p:nvSpPr>
          <p:spPr>
            <a:xfrm>
              <a:off x="620496" y="1476571"/>
              <a:ext cx="2203452" cy="3687651"/>
            </a:xfrm>
            <a:prstGeom prst="roundRect">
              <a:avLst>
                <a:gd name="adj" fmla="val 2672"/>
              </a:avLst>
            </a:prstGeom>
            <a:solidFill>
              <a:schemeClr val="accent1">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8" name="米菲PPT9"/>
            <p:cNvSpPr/>
            <p:nvPr/>
          </p:nvSpPr>
          <p:spPr>
            <a:xfrm>
              <a:off x="746839" y="202013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26" name="米菲PPT42"/>
            <p:cNvSpPr/>
            <p:nvPr/>
          </p:nvSpPr>
          <p:spPr>
            <a:xfrm>
              <a:off x="828384" y="208351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回顾本节课的学习内容实践操作过程以及方法</a:t>
              </a:r>
            </a:p>
          </p:txBody>
        </p:sp>
        <p:sp>
          <p:nvSpPr>
            <p:cNvPr id="94" name="矩形 93"/>
            <p:cNvSpPr/>
            <p:nvPr/>
          </p:nvSpPr>
          <p:spPr>
            <a:xfrm>
              <a:off x="500920" y="780679"/>
              <a:ext cx="2442615" cy="5333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p:cNvSpPr txBox="1"/>
            <p:nvPr/>
          </p:nvSpPr>
          <p:spPr>
            <a:xfrm>
              <a:off x="732213" y="847290"/>
              <a:ext cx="1980030" cy="400110"/>
            </a:xfrm>
            <a:prstGeom prst="rect">
              <a:avLst/>
            </a:prstGeom>
            <a:noFill/>
          </p:spPr>
          <p:txBody>
            <a:bodyPr wrap="non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知识巩固与拓展</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97" name="文本框 96"/>
            <p:cNvSpPr txBox="1"/>
            <p:nvPr/>
          </p:nvSpPr>
          <p:spPr>
            <a:xfrm>
              <a:off x="860453" y="1552657"/>
              <a:ext cx="1723549" cy="400110"/>
            </a:xfrm>
            <a:prstGeom prst="rect">
              <a:avLst/>
            </a:prstGeom>
            <a:noFill/>
          </p:spPr>
          <p:txBody>
            <a:bodyPr wrap="none">
              <a:spAutoFit/>
            </a:bodyPr>
            <a:lstStyle/>
            <a:p>
              <a:pPr algn="ctr"/>
              <a:r>
                <a:rPr lang="zh-CN" altLang="en-US" sz="2000" dirty="0">
                  <a:solidFill>
                    <a:schemeClr val="accent1"/>
                  </a:solidFill>
                  <a:latin typeface="思源黑体 CN Bold" panose="020B0800000000000000" pitchFamily="34" charset="-122"/>
                  <a:ea typeface="思源黑体 CN Bold" panose="020B0800000000000000" pitchFamily="34" charset="-122"/>
                </a:rPr>
                <a:t>个人学习总结</a:t>
              </a:r>
            </a:p>
          </p:txBody>
        </p:sp>
        <p:sp>
          <p:nvSpPr>
            <p:cNvPr id="98" name="米菲PPT9"/>
            <p:cNvSpPr/>
            <p:nvPr/>
          </p:nvSpPr>
          <p:spPr>
            <a:xfrm>
              <a:off x="746839" y="319874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99" name="米菲PPT42"/>
            <p:cNvSpPr/>
            <p:nvPr/>
          </p:nvSpPr>
          <p:spPr>
            <a:xfrm>
              <a:off x="828384" y="326212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对于学生总结中提到的问题，提供指导和建议</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0" name="文本框 99"/>
            <p:cNvSpPr txBox="1"/>
            <p:nvPr/>
          </p:nvSpPr>
          <p:spPr>
            <a:xfrm>
              <a:off x="988693" y="2731267"/>
              <a:ext cx="1467068" cy="400110"/>
            </a:xfrm>
            <a:prstGeom prst="rect">
              <a:avLst/>
            </a:prstGeom>
            <a:noFill/>
          </p:spPr>
          <p:txBody>
            <a:bodyPr wrap="none">
              <a:spAutoFit/>
            </a:bodyPr>
            <a:lstStyle/>
            <a:p>
              <a:pPr algn="ctr"/>
              <a:r>
                <a:rPr lang="zh-CN" altLang="en-US" sz="2000">
                  <a:solidFill>
                    <a:schemeClr val="accent1"/>
                  </a:solidFill>
                  <a:latin typeface="思源黑体 CN Bold" panose="020B0800000000000000" pitchFamily="34" charset="-122"/>
                  <a:ea typeface="思源黑体 CN Bold" panose="020B0800000000000000" pitchFamily="34" charset="-122"/>
                </a:rPr>
                <a:t>批改和反馈</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01" name="米菲PPT9"/>
            <p:cNvSpPr/>
            <p:nvPr/>
          </p:nvSpPr>
          <p:spPr>
            <a:xfrm>
              <a:off x="746839" y="4391443"/>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2" name="米菲PPT42"/>
            <p:cNvSpPr/>
            <p:nvPr/>
          </p:nvSpPr>
          <p:spPr>
            <a:xfrm>
              <a:off x="828384" y="4454819"/>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组织学生在课后进行小组讨论，分享实践经验</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3" name="文本框 102"/>
            <p:cNvSpPr txBox="1"/>
            <p:nvPr/>
          </p:nvSpPr>
          <p:spPr>
            <a:xfrm>
              <a:off x="860453" y="3923961"/>
              <a:ext cx="1723549" cy="400110"/>
            </a:xfrm>
            <a:prstGeom prst="rect">
              <a:avLst/>
            </a:prstGeom>
            <a:noFill/>
          </p:spPr>
          <p:txBody>
            <a:bodyPr wrap="none">
              <a:spAutoFit/>
            </a:bodyPr>
            <a:lstStyle/>
            <a:p>
              <a:pPr algn="ctr"/>
              <a:r>
                <a:rPr lang="zh-CN" altLang="en-US" sz="2000" dirty="0">
                  <a:solidFill>
                    <a:schemeClr val="accent1"/>
                  </a:solidFill>
                  <a:latin typeface="思源黑体 CN Bold" panose="020B0800000000000000" pitchFamily="34" charset="-122"/>
                  <a:ea typeface="思源黑体 CN Bold" panose="020B0800000000000000" pitchFamily="34" charset="-122"/>
                </a:rPr>
                <a:t>小组讨论分享</a:t>
              </a:r>
            </a:p>
          </p:txBody>
        </p:sp>
      </p:grpSp>
      <p:grpSp>
        <p:nvGrpSpPr>
          <p:cNvPr id="10" name="组合 9"/>
          <p:cNvGrpSpPr/>
          <p:nvPr/>
        </p:nvGrpSpPr>
        <p:grpSpPr>
          <a:xfrm>
            <a:off x="6018720" y="780679"/>
            <a:ext cx="2442616" cy="4516575"/>
            <a:chOff x="6018720" y="780679"/>
            <a:chExt cx="2442616" cy="4516575"/>
          </a:xfrm>
        </p:grpSpPr>
        <p:sp>
          <p:nvSpPr>
            <p:cNvPr id="120" name="米菲PPT6"/>
            <p:cNvSpPr/>
            <p:nvPr/>
          </p:nvSpPr>
          <p:spPr>
            <a:xfrm>
              <a:off x="6018720" y="1327235"/>
              <a:ext cx="2442616" cy="3970019"/>
            </a:xfrm>
            <a:prstGeom prst="rect">
              <a:avLst/>
            </a:prstGeom>
            <a:gradFill>
              <a:gsLst>
                <a:gs pos="100000">
                  <a:schemeClr val="accent2">
                    <a:lumMod val="5000"/>
                    <a:lumOff val="95000"/>
                  </a:schemeClr>
                </a:gs>
                <a:gs pos="0">
                  <a:schemeClr val="bg1"/>
                </a:gs>
              </a:gsLst>
              <a:lin ang="19800000" scaled="0"/>
            </a:gradFill>
            <a:ln w="6350">
              <a:gradFill>
                <a:gsLst>
                  <a:gs pos="0">
                    <a:schemeClr val="accent6"/>
                  </a:gs>
                  <a:gs pos="100000">
                    <a:schemeClr val="accent6">
                      <a:alpha val="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1" name="米菲PPT8"/>
            <p:cNvSpPr/>
            <p:nvPr/>
          </p:nvSpPr>
          <p:spPr>
            <a:xfrm>
              <a:off x="6138296" y="1476571"/>
              <a:ext cx="2203452" cy="3687651"/>
            </a:xfrm>
            <a:prstGeom prst="roundRect">
              <a:avLst>
                <a:gd name="adj" fmla="val 2672"/>
              </a:avLst>
            </a:prstGeom>
            <a:solidFill>
              <a:schemeClr val="accent6">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2" name="米菲PPT9"/>
            <p:cNvSpPr/>
            <p:nvPr/>
          </p:nvSpPr>
          <p:spPr>
            <a:xfrm>
              <a:off x="6264639" y="202013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3" name="米菲PPT42"/>
            <p:cNvSpPr/>
            <p:nvPr/>
          </p:nvSpPr>
          <p:spPr>
            <a:xfrm>
              <a:off x="6346184" y="208351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布置课后实践任务，完成一个小型数字营销</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4" name="矩形 123"/>
            <p:cNvSpPr/>
            <p:nvPr/>
          </p:nvSpPr>
          <p:spPr>
            <a:xfrm>
              <a:off x="6018720" y="780679"/>
              <a:ext cx="2442615" cy="53333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文本框 124"/>
            <p:cNvSpPr txBox="1"/>
            <p:nvPr/>
          </p:nvSpPr>
          <p:spPr>
            <a:xfrm>
              <a:off x="6378253" y="847290"/>
              <a:ext cx="1723549" cy="400110"/>
            </a:xfrm>
            <a:prstGeom prst="rect">
              <a:avLst/>
            </a:prstGeom>
            <a:noFill/>
          </p:spPr>
          <p:txBody>
            <a:bodyPr wrap="non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实践能力提升</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126" name="文本框 125"/>
            <p:cNvSpPr txBox="1"/>
            <p:nvPr/>
          </p:nvSpPr>
          <p:spPr>
            <a:xfrm>
              <a:off x="6378253" y="1552657"/>
              <a:ext cx="1723549" cy="400110"/>
            </a:xfrm>
            <a:prstGeom prst="rect">
              <a:avLst/>
            </a:prstGeom>
            <a:noFill/>
          </p:spPr>
          <p:txBody>
            <a:bodyPr wrap="none">
              <a:spAutoFit/>
            </a:bodyPr>
            <a:lstStyle/>
            <a:p>
              <a:pPr algn="ctr"/>
              <a:r>
                <a:rPr lang="zh-CN" altLang="en-US" sz="2000">
                  <a:solidFill>
                    <a:schemeClr val="accent6"/>
                  </a:solidFill>
                  <a:latin typeface="思源黑体 CN Bold" panose="020B0800000000000000" pitchFamily="34" charset="-122"/>
                  <a:ea typeface="思源黑体 CN Bold" panose="020B0800000000000000" pitchFamily="34" charset="-122"/>
                </a:rPr>
                <a:t>课后实践任务</a:t>
              </a:r>
              <a:endParaRPr lang="zh-CN" altLang="en-US" sz="2000" dirty="0">
                <a:solidFill>
                  <a:schemeClr val="accent6"/>
                </a:solidFill>
                <a:latin typeface="思源黑体 CN Bold" panose="020B0800000000000000" pitchFamily="34" charset="-122"/>
                <a:ea typeface="思源黑体 CN Bold" panose="020B0800000000000000" pitchFamily="34" charset="-122"/>
              </a:endParaRPr>
            </a:p>
          </p:txBody>
        </p:sp>
        <p:sp>
          <p:nvSpPr>
            <p:cNvPr id="127" name="米菲PPT9"/>
            <p:cNvSpPr/>
            <p:nvPr/>
          </p:nvSpPr>
          <p:spPr>
            <a:xfrm>
              <a:off x="6264639" y="319874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8" name="米菲PPT42"/>
            <p:cNvSpPr/>
            <p:nvPr/>
          </p:nvSpPr>
          <p:spPr>
            <a:xfrm>
              <a:off x="6346184" y="326212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提供实践任务评分标准确保学生明确任务目标</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29" name="文本框 128"/>
            <p:cNvSpPr txBox="1"/>
            <p:nvPr/>
          </p:nvSpPr>
          <p:spPr>
            <a:xfrm>
              <a:off x="6378253" y="2731267"/>
              <a:ext cx="1723549" cy="400110"/>
            </a:xfrm>
            <a:prstGeom prst="rect">
              <a:avLst/>
            </a:prstGeom>
            <a:noFill/>
          </p:spPr>
          <p:txBody>
            <a:bodyPr wrap="none">
              <a:spAutoFit/>
            </a:bodyPr>
            <a:lstStyle/>
            <a:p>
              <a:pPr algn="ctr"/>
              <a:r>
                <a:rPr lang="zh-CN" altLang="en-US" sz="2000" dirty="0">
                  <a:solidFill>
                    <a:schemeClr val="accent6"/>
                  </a:solidFill>
                  <a:latin typeface="思源黑体 CN Bold" panose="020B0800000000000000" pitchFamily="34" charset="-122"/>
                  <a:ea typeface="思源黑体 CN Bold" panose="020B0800000000000000" pitchFamily="34" charset="-122"/>
                </a:rPr>
                <a:t>实践任务要求</a:t>
              </a:r>
            </a:p>
          </p:txBody>
        </p:sp>
        <p:sp>
          <p:nvSpPr>
            <p:cNvPr id="130" name="米菲PPT9"/>
            <p:cNvSpPr/>
            <p:nvPr/>
          </p:nvSpPr>
          <p:spPr>
            <a:xfrm>
              <a:off x="6264639" y="4391443"/>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31" name="米菲PPT42"/>
            <p:cNvSpPr/>
            <p:nvPr/>
          </p:nvSpPr>
          <p:spPr>
            <a:xfrm>
              <a:off x="6346184" y="4454819"/>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企业合作，为学生提供真实企业广告营销项目</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32" name="文本框 131"/>
            <p:cNvSpPr txBox="1"/>
            <p:nvPr/>
          </p:nvSpPr>
          <p:spPr>
            <a:xfrm>
              <a:off x="6378253" y="3923961"/>
              <a:ext cx="1723549" cy="400110"/>
            </a:xfrm>
            <a:prstGeom prst="rect">
              <a:avLst/>
            </a:prstGeom>
            <a:noFill/>
          </p:spPr>
          <p:txBody>
            <a:bodyPr wrap="none">
              <a:spAutoFit/>
            </a:bodyPr>
            <a:lstStyle/>
            <a:p>
              <a:pPr algn="ctr"/>
              <a:r>
                <a:rPr lang="zh-CN" altLang="en-US" sz="2000">
                  <a:solidFill>
                    <a:schemeClr val="accent6"/>
                  </a:solidFill>
                  <a:latin typeface="思源黑体 CN Bold" panose="020B0800000000000000" pitchFamily="34" charset="-122"/>
                  <a:ea typeface="思源黑体 CN Bold" panose="020B0800000000000000" pitchFamily="34" charset="-122"/>
                </a:rPr>
                <a:t>企业合作项目</a:t>
              </a:r>
              <a:endParaRPr lang="zh-CN" altLang="en-US" sz="2000" dirty="0">
                <a:solidFill>
                  <a:schemeClr val="accent6"/>
                </a:solidFill>
                <a:latin typeface="思源黑体 CN Bold" panose="020B0800000000000000" pitchFamily="34" charset="-122"/>
                <a:ea typeface="思源黑体 CN Bold" panose="020B0800000000000000" pitchFamily="34" charset="-122"/>
              </a:endParaRPr>
            </a:p>
          </p:txBody>
        </p:sp>
      </p:grpSp>
      <p:grpSp>
        <p:nvGrpSpPr>
          <p:cNvPr id="7" name="组合 6"/>
          <p:cNvGrpSpPr/>
          <p:nvPr/>
        </p:nvGrpSpPr>
        <p:grpSpPr>
          <a:xfrm>
            <a:off x="1493112" y="5263502"/>
            <a:ext cx="9129010" cy="813820"/>
            <a:chOff x="1493112" y="5263502"/>
            <a:chExt cx="9129010" cy="813820"/>
          </a:xfrm>
        </p:grpSpPr>
        <p:sp>
          <p:nvSpPr>
            <p:cNvPr id="104" name="箭头: 圆角右 103"/>
            <p:cNvSpPr/>
            <p:nvPr/>
          </p:nvSpPr>
          <p:spPr>
            <a:xfrm rot="16200000">
              <a:off x="4904139" y="1852479"/>
              <a:ext cx="813816" cy="7635870"/>
            </a:xfrm>
            <a:prstGeom prst="ben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0" name="箭头: 圆角右 149"/>
            <p:cNvSpPr/>
            <p:nvPr/>
          </p:nvSpPr>
          <p:spPr>
            <a:xfrm rot="5400000" flipH="1">
              <a:off x="9238147" y="4693344"/>
              <a:ext cx="813818" cy="1954133"/>
            </a:xfrm>
            <a:prstGeom prst="bentArrow">
              <a:avLst>
                <a:gd name="adj1" fmla="val 24830"/>
                <a:gd name="adj2" fmla="val 30012"/>
                <a:gd name="adj3" fmla="val 26768"/>
                <a:gd name="adj4" fmla="val 4141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25" name="箭头: 上 1024"/>
            <p:cNvSpPr/>
            <p:nvPr/>
          </p:nvSpPr>
          <p:spPr>
            <a:xfrm>
              <a:off x="4523984" y="5395219"/>
              <a:ext cx="371911" cy="483360"/>
            </a:xfrm>
            <a:prstGeom prst="up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箭头: 上 151"/>
            <p:cNvSpPr/>
            <p:nvPr/>
          </p:nvSpPr>
          <p:spPr>
            <a:xfrm>
              <a:off x="7464270" y="5415811"/>
              <a:ext cx="371911" cy="462768"/>
            </a:xfrm>
            <a:prstGeom prst="up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3259820" y="780679"/>
            <a:ext cx="2442616" cy="4516575"/>
            <a:chOff x="3259820" y="780679"/>
            <a:chExt cx="2442616" cy="4516575"/>
          </a:xfrm>
        </p:grpSpPr>
        <p:sp>
          <p:nvSpPr>
            <p:cNvPr id="106" name="米菲PPT6"/>
            <p:cNvSpPr/>
            <p:nvPr/>
          </p:nvSpPr>
          <p:spPr>
            <a:xfrm>
              <a:off x="3259820" y="1327235"/>
              <a:ext cx="2442616" cy="3970019"/>
            </a:xfrm>
            <a:prstGeom prst="rect">
              <a:avLst/>
            </a:prstGeom>
            <a:gradFill>
              <a:gsLst>
                <a:gs pos="100000">
                  <a:schemeClr val="accent2">
                    <a:lumMod val="5000"/>
                    <a:lumOff val="95000"/>
                  </a:schemeClr>
                </a:gs>
                <a:gs pos="0">
                  <a:schemeClr val="bg1"/>
                </a:gs>
              </a:gsLst>
              <a:lin ang="19800000" scaled="0"/>
            </a:gradFill>
            <a:ln w="6350">
              <a:gradFill>
                <a:gsLst>
                  <a:gs pos="0">
                    <a:schemeClr val="accent5"/>
                  </a:gs>
                  <a:gs pos="100000">
                    <a:schemeClr val="accent5">
                      <a:alpha val="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7" name="米菲PPT8"/>
            <p:cNvSpPr/>
            <p:nvPr/>
          </p:nvSpPr>
          <p:spPr>
            <a:xfrm>
              <a:off x="3379396" y="1476571"/>
              <a:ext cx="2203452" cy="3687651"/>
            </a:xfrm>
            <a:prstGeom prst="roundRect">
              <a:avLst>
                <a:gd name="adj" fmla="val 2672"/>
              </a:avLst>
            </a:prstGeom>
            <a:solidFill>
              <a:schemeClr val="accent5">
                <a:alpha val="1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8" name="米菲PPT9"/>
            <p:cNvSpPr/>
            <p:nvPr/>
          </p:nvSpPr>
          <p:spPr>
            <a:xfrm>
              <a:off x="3505739" y="202013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5"/>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09" name="米菲PPT42"/>
            <p:cNvSpPr/>
            <p:nvPr/>
          </p:nvSpPr>
          <p:spPr>
            <a:xfrm>
              <a:off x="3587284" y="208351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教师推荐相关书籍、学术论文、行业报告等</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0" name="矩形 109"/>
            <p:cNvSpPr/>
            <p:nvPr/>
          </p:nvSpPr>
          <p:spPr>
            <a:xfrm>
              <a:off x="3259820" y="780679"/>
              <a:ext cx="2442615" cy="53333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文本框 110"/>
            <p:cNvSpPr txBox="1"/>
            <p:nvPr/>
          </p:nvSpPr>
          <p:spPr>
            <a:xfrm>
              <a:off x="3619353" y="847290"/>
              <a:ext cx="1723549" cy="400110"/>
            </a:xfrm>
            <a:prstGeom prst="rect">
              <a:avLst/>
            </a:prstGeom>
            <a:noFill/>
          </p:spPr>
          <p:txBody>
            <a:bodyPr wrap="none">
              <a:spAutoFit/>
            </a:bodyPr>
            <a:lstStyle/>
            <a:p>
              <a:pPr algn="ctr"/>
              <a:r>
                <a:rPr lang="zh-CN" altLang="en-US" sz="2000">
                  <a:solidFill>
                    <a:schemeClr val="bg1"/>
                  </a:solidFill>
                  <a:latin typeface="思源黑体 CN Bold" panose="020B0800000000000000" pitchFamily="34" charset="-122"/>
                  <a:ea typeface="思源黑体 CN Bold" panose="020B0800000000000000" pitchFamily="34" charset="-122"/>
                </a:rPr>
                <a:t>拓展学习资源</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112" name="文本框 111"/>
            <p:cNvSpPr txBox="1"/>
            <p:nvPr/>
          </p:nvSpPr>
          <p:spPr>
            <a:xfrm>
              <a:off x="3619353" y="1552657"/>
              <a:ext cx="1723549" cy="400110"/>
            </a:xfrm>
            <a:prstGeom prst="rect">
              <a:avLst/>
            </a:prstGeom>
            <a:noFill/>
          </p:spPr>
          <p:txBody>
            <a:bodyPr wrap="none">
              <a:spAutoFit/>
            </a:bodyPr>
            <a:lstStyle/>
            <a:p>
              <a:pPr algn="ctr"/>
              <a:r>
                <a:rPr lang="zh-CN" altLang="en-US" sz="2000">
                  <a:solidFill>
                    <a:schemeClr val="accent5"/>
                  </a:solidFill>
                  <a:latin typeface="思源黑体 CN Bold" panose="020B0800000000000000" pitchFamily="34" charset="-122"/>
                  <a:ea typeface="思源黑体 CN Bold" panose="020B0800000000000000" pitchFamily="34" charset="-122"/>
                </a:rPr>
                <a:t>推荐学习资料</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sp>
          <p:nvSpPr>
            <p:cNvPr id="113" name="米菲PPT9"/>
            <p:cNvSpPr/>
            <p:nvPr/>
          </p:nvSpPr>
          <p:spPr>
            <a:xfrm>
              <a:off x="3505739" y="3198749"/>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5"/>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4" name="米菲PPT42"/>
            <p:cNvSpPr/>
            <p:nvPr/>
          </p:nvSpPr>
          <p:spPr>
            <a:xfrm>
              <a:off x="3587284" y="3262125"/>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dirty="0">
                  <a:latin typeface="思源黑体 CN Bold" panose="020B0800000000000000" pitchFamily="34" charset="-122"/>
                  <a:ea typeface="思源黑体 CN Bold" panose="020B0800000000000000" pitchFamily="34" charset="-122"/>
                  <a:cs typeface="MiSans Medium" panose="00000600000000000000" pitchFamily="2" charset="-122"/>
                </a:rPr>
                <a:t>提供数字营销相关课程鼓励学生自主学习</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5" name="文本框 114"/>
            <p:cNvSpPr txBox="1"/>
            <p:nvPr/>
          </p:nvSpPr>
          <p:spPr>
            <a:xfrm>
              <a:off x="3619353" y="2731267"/>
              <a:ext cx="1723549" cy="400110"/>
            </a:xfrm>
            <a:prstGeom prst="rect">
              <a:avLst/>
            </a:prstGeom>
            <a:noFill/>
          </p:spPr>
          <p:txBody>
            <a:bodyPr wrap="none">
              <a:spAutoFit/>
            </a:bodyPr>
            <a:lstStyle/>
            <a:p>
              <a:pPr algn="ctr"/>
              <a:r>
                <a:rPr lang="zh-CN" altLang="en-US" sz="2000">
                  <a:solidFill>
                    <a:schemeClr val="accent5"/>
                  </a:solidFill>
                  <a:latin typeface="思源黑体 CN Bold" panose="020B0800000000000000" pitchFamily="34" charset="-122"/>
                  <a:ea typeface="思源黑体 CN Bold" panose="020B0800000000000000" pitchFamily="34" charset="-122"/>
                </a:rPr>
                <a:t>在线学习资源</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sp>
          <p:nvSpPr>
            <p:cNvPr id="116" name="米菲PPT9"/>
            <p:cNvSpPr/>
            <p:nvPr/>
          </p:nvSpPr>
          <p:spPr>
            <a:xfrm>
              <a:off x="3505739" y="4391443"/>
              <a:ext cx="1958455" cy="625928"/>
            </a:xfrm>
            <a:prstGeom prst="roundRect">
              <a:avLst>
                <a:gd name="adj" fmla="val 9058"/>
              </a:avLst>
            </a:prstGeom>
            <a:gradFill>
              <a:gsLst>
                <a:gs pos="100000">
                  <a:schemeClr val="accent2">
                    <a:lumMod val="5000"/>
                    <a:lumOff val="95000"/>
                  </a:schemeClr>
                </a:gs>
                <a:gs pos="1000">
                  <a:schemeClr val="bg1"/>
                </a:gs>
              </a:gsLst>
              <a:lin ang="19800000" scaled="0"/>
            </a:gradFill>
            <a:ln w="6350">
              <a:solidFill>
                <a:schemeClr val="accent5"/>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795"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7" name="米菲PPT42"/>
            <p:cNvSpPr/>
            <p:nvPr/>
          </p:nvSpPr>
          <p:spPr>
            <a:xfrm>
              <a:off x="3587284" y="4454819"/>
              <a:ext cx="1795364" cy="499176"/>
            </a:xfrm>
            <a:prstGeom prst="rect">
              <a:avLst/>
            </a:prstGeom>
            <a:noFill/>
            <a:ln w="0" cap="flat">
              <a:noFill/>
              <a:prstDash val="solid"/>
              <a:miter lim="0"/>
            </a:ln>
          </p:spPr>
          <p:txBody>
            <a:bodyPr vert="horz" wrap="square" lIns="0" tIns="0" rIns="0" bIns="0">
              <a:spAutoFit/>
            </a:bodyPr>
            <a:lstStyle/>
            <a:p>
              <a:pPr algn="ctr" rtl="0" eaLnBrk="0">
                <a:lnSpc>
                  <a:spcPct val="120000"/>
                </a:lnSpc>
              </a:pPr>
              <a:r>
                <a:rPr lang="zh-CN" altLang="en-US" sz="1400">
                  <a:latin typeface="思源黑体 CN Bold" panose="020B0800000000000000" pitchFamily="34" charset="-122"/>
                  <a:ea typeface="思源黑体 CN Bold" panose="020B0800000000000000" pitchFamily="34" charset="-122"/>
                  <a:cs typeface="MiSans Medium" panose="00000600000000000000" pitchFamily="2" charset="-122"/>
                </a:rPr>
                <a:t>引导学生关注数字营销行业的最新动态</a:t>
              </a:r>
              <a:endParaRPr sz="1400" dirty="0">
                <a:latin typeface="思源黑体 CN Bold" panose="020B0800000000000000" pitchFamily="34" charset="-122"/>
                <a:ea typeface="思源黑体 CN Bold" panose="020B0800000000000000" pitchFamily="34" charset="-122"/>
                <a:cs typeface="MiSans Medium" panose="00000600000000000000" pitchFamily="2" charset="-122"/>
              </a:endParaRPr>
            </a:p>
          </p:txBody>
        </p:sp>
        <p:sp>
          <p:nvSpPr>
            <p:cNvPr id="118" name="文本框 117"/>
            <p:cNvSpPr txBox="1"/>
            <p:nvPr/>
          </p:nvSpPr>
          <p:spPr>
            <a:xfrm>
              <a:off x="3619353" y="3923961"/>
              <a:ext cx="1723549" cy="400110"/>
            </a:xfrm>
            <a:prstGeom prst="rect">
              <a:avLst/>
            </a:prstGeom>
            <a:noFill/>
          </p:spPr>
          <p:txBody>
            <a:bodyPr wrap="none">
              <a:spAutoFit/>
            </a:bodyPr>
            <a:lstStyle/>
            <a:p>
              <a:pPr algn="ctr"/>
              <a:r>
                <a:rPr lang="zh-CN" altLang="en-US" sz="2000">
                  <a:solidFill>
                    <a:schemeClr val="accent5"/>
                  </a:solidFill>
                  <a:latin typeface="思源黑体 CN Bold" panose="020B0800000000000000" pitchFamily="34" charset="-122"/>
                  <a:ea typeface="思源黑体 CN Bold" panose="020B0800000000000000" pitchFamily="34" charset="-122"/>
                </a:rPr>
                <a:t>关注行业动态</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grpSp>
      <p:grpSp>
        <p:nvGrpSpPr>
          <p:cNvPr id="6" name="组合 5"/>
          <p:cNvGrpSpPr/>
          <p:nvPr/>
        </p:nvGrpSpPr>
        <p:grpSpPr>
          <a:xfrm>
            <a:off x="9050938" y="780679"/>
            <a:ext cx="2640143" cy="4327785"/>
            <a:chOff x="9050938" y="780679"/>
            <a:chExt cx="2640143" cy="4327785"/>
          </a:xfrm>
        </p:grpSpPr>
        <p:sp>
          <p:nvSpPr>
            <p:cNvPr id="157" name="Freeform: Shape 33"/>
            <p:cNvSpPr/>
            <p:nvPr/>
          </p:nvSpPr>
          <p:spPr>
            <a:xfrm>
              <a:off x="9050938" y="780679"/>
              <a:ext cx="2640143" cy="4327785"/>
            </a:xfrm>
            <a:custGeom>
              <a:avLst/>
              <a:gdLst>
                <a:gd name="connsiteX0" fmla="*/ 5143500 w 5143598"/>
                <a:gd name="connsiteY0" fmla="*/ 2550795 h 8431530"/>
                <a:gd name="connsiteX1" fmla="*/ 4384358 w 5143598"/>
                <a:gd name="connsiteY1" fmla="*/ 743903 h 8431530"/>
                <a:gd name="connsiteX2" fmla="*/ 2571750 w 5143598"/>
                <a:gd name="connsiteY2" fmla="*/ 0 h 8431530"/>
                <a:gd name="connsiteX3" fmla="*/ 2566035 w 5143598"/>
                <a:gd name="connsiteY3" fmla="*/ 0 h 8431530"/>
                <a:gd name="connsiteX4" fmla="*/ 751523 w 5143598"/>
                <a:gd name="connsiteY4" fmla="*/ 755333 h 8431530"/>
                <a:gd name="connsiteX5" fmla="*/ 0 w 5143598"/>
                <a:gd name="connsiteY5" fmla="*/ 2571750 h 8431530"/>
                <a:gd name="connsiteX6" fmla="*/ 75248 w 5143598"/>
                <a:gd name="connsiteY6" fmla="*/ 3191828 h 8431530"/>
                <a:gd name="connsiteX7" fmla="*/ 796290 w 5143598"/>
                <a:gd name="connsiteY7" fmla="*/ 4431983 h 8431530"/>
                <a:gd name="connsiteX8" fmla="*/ 1298258 w 5143598"/>
                <a:gd name="connsiteY8" fmla="*/ 5614035 h 8431530"/>
                <a:gd name="connsiteX9" fmla="*/ 1298258 w 5143598"/>
                <a:gd name="connsiteY9" fmla="*/ 5620703 h 8431530"/>
                <a:gd name="connsiteX10" fmla="*/ 1486853 w 5143598"/>
                <a:gd name="connsiteY10" fmla="*/ 6058853 h 8431530"/>
                <a:gd name="connsiteX11" fmla="*/ 1300163 w 5143598"/>
                <a:gd name="connsiteY11" fmla="*/ 6459855 h 8431530"/>
                <a:gd name="connsiteX12" fmla="*/ 1355408 w 5143598"/>
                <a:gd name="connsiteY12" fmla="*/ 6696075 h 8431530"/>
                <a:gd name="connsiteX13" fmla="*/ 1297305 w 5143598"/>
                <a:gd name="connsiteY13" fmla="*/ 6936105 h 8431530"/>
                <a:gd name="connsiteX14" fmla="*/ 1354455 w 5143598"/>
                <a:gd name="connsiteY14" fmla="*/ 7174230 h 8431530"/>
                <a:gd name="connsiteX15" fmla="*/ 1297305 w 5143598"/>
                <a:gd name="connsiteY15" fmla="*/ 7412355 h 8431530"/>
                <a:gd name="connsiteX16" fmla="*/ 1693545 w 5143598"/>
                <a:gd name="connsiteY16" fmla="*/ 7920038 h 8431530"/>
                <a:gd name="connsiteX17" fmla="*/ 2571750 w 5143598"/>
                <a:gd name="connsiteY17" fmla="*/ 8431530 h 8431530"/>
                <a:gd name="connsiteX18" fmla="*/ 3449955 w 5143598"/>
                <a:gd name="connsiteY18" fmla="*/ 7920038 h 8431530"/>
                <a:gd name="connsiteX19" fmla="*/ 3846195 w 5143598"/>
                <a:gd name="connsiteY19" fmla="*/ 7412355 h 8431530"/>
                <a:gd name="connsiteX20" fmla="*/ 3789045 w 5143598"/>
                <a:gd name="connsiteY20" fmla="*/ 7174230 h 8431530"/>
                <a:gd name="connsiteX21" fmla="*/ 3846195 w 5143598"/>
                <a:gd name="connsiteY21" fmla="*/ 6936105 h 8431530"/>
                <a:gd name="connsiteX22" fmla="*/ 3790950 w 5143598"/>
                <a:gd name="connsiteY22" fmla="*/ 6699885 h 8431530"/>
                <a:gd name="connsiteX23" fmla="*/ 3849053 w 5143598"/>
                <a:gd name="connsiteY23" fmla="*/ 6459855 h 8431530"/>
                <a:gd name="connsiteX24" fmla="*/ 3660458 w 5143598"/>
                <a:gd name="connsiteY24" fmla="*/ 6057900 h 8431530"/>
                <a:gd name="connsiteX25" fmla="*/ 3847148 w 5143598"/>
                <a:gd name="connsiteY25" fmla="*/ 5620703 h 8431530"/>
                <a:gd name="connsiteX26" fmla="*/ 3977640 w 5143598"/>
                <a:gd name="connsiteY26" fmla="*/ 4972050 h 8431530"/>
                <a:gd name="connsiteX27" fmla="*/ 4351020 w 5143598"/>
                <a:gd name="connsiteY27" fmla="*/ 4429125 h 8431530"/>
                <a:gd name="connsiteX28" fmla="*/ 5069205 w 5143598"/>
                <a:gd name="connsiteY28" fmla="*/ 3190875 h 8431530"/>
                <a:gd name="connsiteX29" fmla="*/ 5143500 w 5143598"/>
                <a:gd name="connsiteY29" fmla="*/ 2550795 h 843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143598" h="8431530">
                  <a:moveTo>
                    <a:pt x="5143500" y="2550795"/>
                  </a:moveTo>
                  <a:cubicBezTo>
                    <a:pt x="5137785" y="1865948"/>
                    <a:pt x="4868228" y="1223963"/>
                    <a:pt x="4384358" y="743903"/>
                  </a:cubicBezTo>
                  <a:cubicBezTo>
                    <a:pt x="3900488" y="263843"/>
                    <a:pt x="3256598" y="0"/>
                    <a:pt x="2571750" y="0"/>
                  </a:cubicBezTo>
                  <a:lnTo>
                    <a:pt x="2566035" y="0"/>
                  </a:lnTo>
                  <a:cubicBezTo>
                    <a:pt x="1880235" y="1905"/>
                    <a:pt x="1235393" y="269558"/>
                    <a:pt x="751523" y="755333"/>
                  </a:cubicBezTo>
                  <a:cubicBezTo>
                    <a:pt x="266700" y="1240155"/>
                    <a:pt x="0" y="1885950"/>
                    <a:pt x="0" y="2571750"/>
                  </a:cubicBezTo>
                  <a:cubicBezTo>
                    <a:pt x="0" y="2781300"/>
                    <a:pt x="25718" y="2989898"/>
                    <a:pt x="75248" y="3191828"/>
                  </a:cubicBezTo>
                  <a:cubicBezTo>
                    <a:pt x="192405" y="3665220"/>
                    <a:pt x="441960" y="4093845"/>
                    <a:pt x="796290" y="4431983"/>
                  </a:cubicBezTo>
                  <a:cubicBezTo>
                    <a:pt x="1115378" y="4735830"/>
                    <a:pt x="1298258" y="5167313"/>
                    <a:pt x="1298258" y="5614035"/>
                  </a:cubicBezTo>
                  <a:lnTo>
                    <a:pt x="1298258" y="5620703"/>
                  </a:lnTo>
                  <a:cubicBezTo>
                    <a:pt x="1298258" y="5793105"/>
                    <a:pt x="1370648" y="5948363"/>
                    <a:pt x="1486853" y="6058853"/>
                  </a:cubicBezTo>
                  <a:cubicBezTo>
                    <a:pt x="1372553" y="6155055"/>
                    <a:pt x="1300163" y="6298883"/>
                    <a:pt x="1300163" y="6459855"/>
                  </a:cubicBezTo>
                  <a:cubicBezTo>
                    <a:pt x="1300163" y="6544628"/>
                    <a:pt x="1320165" y="6624638"/>
                    <a:pt x="1355408" y="6696075"/>
                  </a:cubicBezTo>
                  <a:cubicBezTo>
                    <a:pt x="1317308" y="6769418"/>
                    <a:pt x="1297305" y="6851333"/>
                    <a:pt x="1297305" y="6936105"/>
                  </a:cubicBezTo>
                  <a:cubicBezTo>
                    <a:pt x="1297305" y="7021830"/>
                    <a:pt x="1318260" y="7102793"/>
                    <a:pt x="1354455" y="7174230"/>
                  </a:cubicBezTo>
                  <a:cubicBezTo>
                    <a:pt x="1318260" y="7245668"/>
                    <a:pt x="1297305" y="7326630"/>
                    <a:pt x="1297305" y="7412355"/>
                  </a:cubicBezTo>
                  <a:cubicBezTo>
                    <a:pt x="1297305" y="7657148"/>
                    <a:pt x="1465898" y="7862888"/>
                    <a:pt x="1693545" y="7920038"/>
                  </a:cubicBezTo>
                  <a:cubicBezTo>
                    <a:pt x="1870710" y="8232458"/>
                    <a:pt x="2203133" y="8431530"/>
                    <a:pt x="2571750" y="8431530"/>
                  </a:cubicBezTo>
                  <a:cubicBezTo>
                    <a:pt x="2940368" y="8431530"/>
                    <a:pt x="3272790" y="8232458"/>
                    <a:pt x="3449955" y="7920038"/>
                  </a:cubicBezTo>
                  <a:cubicBezTo>
                    <a:pt x="3677603" y="7862888"/>
                    <a:pt x="3846195" y="7657148"/>
                    <a:pt x="3846195" y="7412355"/>
                  </a:cubicBezTo>
                  <a:cubicBezTo>
                    <a:pt x="3846195" y="7326630"/>
                    <a:pt x="3825240" y="7245668"/>
                    <a:pt x="3789045" y="7174230"/>
                  </a:cubicBezTo>
                  <a:cubicBezTo>
                    <a:pt x="3825240" y="7102793"/>
                    <a:pt x="3846195" y="7021830"/>
                    <a:pt x="3846195" y="6936105"/>
                  </a:cubicBezTo>
                  <a:cubicBezTo>
                    <a:pt x="3846195" y="6851333"/>
                    <a:pt x="3826193" y="6771323"/>
                    <a:pt x="3790950" y="6699885"/>
                  </a:cubicBezTo>
                  <a:cubicBezTo>
                    <a:pt x="3829050" y="6626543"/>
                    <a:pt x="3849053" y="6544628"/>
                    <a:pt x="3849053" y="6459855"/>
                  </a:cubicBezTo>
                  <a:cubicBezTo>
                    <a:pt x="3849053" y="6298883"/>
                    <a:pt x="3775710" y="6154103"/>
                    <a:pt x="3660458" y="6057900"/>
                  </a:cubicBezTo>
                  <a:cubicBezTo>
                    <a:pt x="3775710" y="5947410"/>
                    <a:pt x="3847148" y="5792153"/>
                    <a:pt x="3847148" y="5620703"/>
                  </a:cubicBezTo>
                  <a:cubicBezTo>
                    <a:pt x="3847148" y="5395913"/>
                    <a:pt x="3890963" y="5177790"/>
                    <a:pt x="3977640" y="4972050"/>
                  </a:cubicBezTo>
                  <a:cubicBezTo>
                    <a:pt x="4065270" y="4765358"/>
                    <a:pt x="4190048" y="4582478"/>
                    <a:pt x="4351020" y="4429125"/>
                  </a:cubicBezTo>
                  <a:cubicBezTo>
                    <a:pt x="4704398" y="4090988"/>
                    <a:pt x="4952048" y="3663315"/>
                    <a:pt x="5069205" y="3190875"/>
                  </a:cubicBezTo>
                  <a:cubicBezTo>
                    <a:pt x="5119688" y="2982278"/>
                    <a:pt x="5145405" y="2767013"/>
                    <a:pt x="5143500" y="2550795"/>
                  </a:cubicBezTo>
                  <a:close/>
                </a:path>
              </a:pathLst>
            </a:custGeom>
            <a:solidFill>
              <a:schemeClr val="bg1"/>
            </a:solidFill>
            <a:ln w="7064" cap="flat">
              <a:solidFill>
                <a:schemeClr val="accent1"/>
              </a:solidFill>
              <a:prstDash val="solid"/>
              <a:miter/>
            </a:ln>
            <a:effectLst/>
          </p:spPr>
          <p:txBody>
            <a:bodyPr lIns="67812" tIns="33906" rIns="67812" bIns="33906" rtlCol="0" anchor="ctr"/>
            <a:lstStyle/>
            <a:p>
              <a:endParaRPr lang="en-US" sz="1185"/>
            </a:p>
          </p:txBody>
        </p:sp>
        <p:sp>
          <p:nvSpPr>
            <p:cNvPr id="174" name="Oval 6"/>
            <p:cNvSpPr>
              <a:spLocks noChangeArrowheads="1"/>
            </p:cNvSpPr>
            <p:nvPr/>
          </p:nvSpPr>
          <p:spPr bwMode="auto">
            <a:xfrm>
              <a:off x="9612835" y="1141212"/>
              <a:ext cx="1516347" cy="128154"/>
            </a:xfrm>
            <a:prstGeom prst="ellipse">
              <a:avLst/>
            </a:prstGeom>
            <a:gradFill>
              <a:gsLst>
                <a:gs pos="0">
                  <a:schemeClr val="accent1">
                    <a:lumMod val="60000"/>
                    <a:lumOff val="40000"/>
                    <a:alpha val="0"/>
                  </a:schemeClr>
                </a:gs>
                <a:gs pos="100000">
                  <a:schemeClr val="accent1">
                    <a:lumMod val="60000"/>
                    <a:lumOff val="40000"/>
                  </a:schemeClr>
                </a:gs>
              </a:gsLst>
              <a:lin ang="5400000" scaled="1"/>
            </a:gradFill>
            <a:ln w="0">
              <a:gradFill>
                <a:gsLst>
                  <a:gs pos="25000">
                    <a:schemeClr val="accent1">
                      <a:alpha val="0"/>
                    </a:schemeClr>
                  </a:gs>
                  <a:gs pos="100000">
                    <a:schemeClr val="accent1"/>
                  </a:gs>
                </a:gsLst>
                <a:lin ang="5400000" scaled="1"/>
              </a:gradFill>
              <a:prstDash val="solid"/>
              <a:round/>
            </a:ln>
            <a:effectLst/>
          </p:spPr>
          <p:txBody>
            <a:bodyPr vert="horz" wrap="square" lIns="67812" tIns="33906" rIns="67812" bIns="33906" numCol="1" anchor="t" anchorCtr="0" compatLnSpc="1"/>
            <a:lstStyle/>
            <a:p>
              <a:pPr algn="ctr"/>
              <a:endParaRPr lang="zh-CN" altLang="en-US" sz="1335">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5" name="文本框 174"/>
            <p:cNvSpPr txBox="1"/>
            <p:nvPr/>
          </p:nvSpPr>
          <p:spPr>
            <a:xfrm>
              <a:off x="9846039" y="903595"/>
              <a:ext cx="1049936" cy="342371"/>
            </a:xfrm>
            <a:prstGeom prst="rect">
              <a:avLst/>
            </a:prstGeom>
            <a:noFill/>
            <a:effectLst/>
          </p:spPr>
          <p:txBody>
            <a:bodyPr wrap="none" lIns="67812" tIns="33906" rIns="67812" bIns="33906">
              <a:spAutoFit/>
            </a:bodyPr>
            <a:lstStyle/>
            <a:p>
              <a:pPr algn="ctr"/>
              <a:r>
                <a:rPr lang="zh-CN" altLang="en-US" sz="1780">
                  <a:solidFill>
                    <a:schemeClr val="accent1"/>
                  </a:solidFill>
                  <a:effectLst>
                    <a:reflection blurRad="6350" stA="14000" endPos="58000" dir="5400000" sy="-100000" algn="bl" rotWithShape="0"/>
                  </a:effectLst>
                  <a:latin typeface="思源黑体 CN Bold" panose="020B0800000000000000" pitchFamily="34" charset="-122"/>
                  <a:ea typeface="思源黑体 CN Bold" panose="020B0800000000000000" pitchFamily="34" charset="-122"/>
                </a:rPr>
                <a:t>技能提升</a:t>
              </a:r>
              <a:endParaRPr lang="zh-CN" altLang="en-US" sz="1780" dirty="0">
                <a:solidFill>
                  <a:schemeClr val="accent1"/>
                </a:solidFill>
                <a:effectLst>
                  <a:reflection blurRad="6350" stA="14000" endPos="58000" dir="5400000" sy="-100000" algn="bl" rotWithShape="0"/>
                </a:effectLst>
                <a:latin typeface="思源黑体 CN Bold" panose="020B0800000000000000" pitchFamily="34" charset="-122"/>
                <a:ea typeface="思源黑体 CN Bold" panose="020B0800000000000000" pitchFamily="34" charset="-122"/>
              </a:endParaRPr>
            </a:p>
          </p:txBody>
        </p:sp>
        <p:grpSp>
          <p:nvGrpSpPr>
            <p:cNvPr id="163" name="组合 162"/>
            <p:cNvGrpSpPr/>
            <p:nvPr/>
          </p:nvGrpSpPr>
          <p:grpSpPr>
            <a:xfrm>
              <a:off x="9863009" y="3925419"/>
              <a:ext cx="1014968" cy="1012705"/>
              <a:chOff x="5588804" y="4473869"/>
              <a:chExt cx="1014968" cy="1012705"/>
            </a:xfrm>
            <a:solidFill>
              <a:srgbClr val="C00000"/>
            </a:solidFill>
          </p:grpSpPr>
          <p:sp>
            <p:nvSpPr>
              <p:cNvPr id="165" name="Rectangle: Rounded Corners 51"/>
              <p:cNvSpPr/>
              <p:nvPr>
                <p:custDataLst>
                  <p:tags r:id="rId8"/>
                </p:custDataLst>
              </p:nvPr>
            </p:nvSpPr>
            <p:spPr>
              <a:xfrm>
                <a:off x="5588804" y="4473869"/>
                <a:ext cx="1014968" cy="229504"/>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7812" tIns="33906" rIns="67812" bIns="33906" rtlCol="0" anchor="ctr"/>
              <a:lstStyle/>
              <a:p>
                <a:pPr algn="ctr"/>
                <a:endParaRPr lang="en-US" sz="1185"/>
              </a:p>
            </p:txBody>
          </p:sp>
          <p:sp>
            <p:nvSpPr>
              <p:cNvPr id="166" name="Rectangle: Rounded Corners 52"/>
              <p:cNvSpPr/>
              <p:nvPr>
                <p:custDataLst>
                  <p:tags r:id="rId9"/>
                </p:custDataLst>
              </p:nvPr>
            </p:nvSpPr>
            <p:spPr>
              <a:xfrm>
                <a:off x="5588804" y="4732781"/>
                <a:ext cx="1014968" cy="229504"/>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7812" tIns="33906" rIns="67812" bIns="33906" rtlCol="0" anchor="ctr"/>
              <a:lstStyle/>
              <a:p>
                <a:pPr algn="ctr"/>
                <a:endParaRPr lang="en-US" sz="1185"/>
              </a:p>
            </p:txBody>
          </p:sp>
          <p:sp>
            <p:nvSpPr>
              <p:cNvPr id="167" name="Rectangle: Rounded Corners 53"/>
              <p:cNvSpPr/>
              <p:nvPr>
                <p:custDataLst>
                  <p:tags r:id="rId10"/>
                </p:custDataLst>
              </p:nvPr>
            </p:nvSpPr>
            <p:spPr>
              <a:xfrm>
                <a:off x="5588804" y="4991693"/>
                <a:ext cx="1014968" cy="229504"/>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7812" tIns="33906" rIns="67812" bIns="33906" rtlCol="0" anchor="ctr"/>
              <a:lstStyle/>
              <a:p>
                <a:pPr algn="ctr"/>
                <a:endParaRPr lang="en-US" sz="1185"/>
              </a:p>
            </p:txBody>
          </p:sp>
          <p:sp>
            <p:nvSpPr>
              <p:cNvPr id="168" name="Freeform: Shape 58"/>
              <p:cNvSpPr/>
              <p:nvPr/>
            </p:nvSpPr>
            <p:spPr>
              <a:xfrm>
                <a:off x="5758998" y="5253452"/>
                <a:ext cx="674580" cy="233122"/>
              </a:xfrm>
              <a:custGeom>
                <a:avLst/>
                <a:gdLst>
                  <a:gd name="connsiteX0" fmla="*/ 0 w 940692"/>
                  <a:gd name="connsiteY0" fmla="*/ 0 h 325085"/>
                  <a:gd name="connsiteX1" fmla="*/ 940692 w 940692"/>
                  <a:gd name="connsiteY1" fmla="*/ 0 h 325085"/>
                  <a:gd name="connsiteX2" fmla="*/ 935486 w 940692"/>
                  <a:gd name="connsiteY2" fmla="*/ 16770 h 325085"/>
                  <a:gd name="connsiteX3" fmla="*/ 470346 w 940692"/>
                  <a:gd name="connsiteY3" fmla="*/ 325085 h 325085"/>
                  <a:gd name="connsiteX4" fmla="*/ 5206 w 940692"/>
                  <a:gd name="connsiteY4" fmla="*/ 16770 h 325085"/>
                  <a:gd name="connsiteX5" fmla="*/ 0 w 940692"/>
                  <a:gd name="connsiteY5" fmla="*/ 0 h 325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0692" h="325085">
                    <a:moveTo>
                      <a:pt x="0" y="0"/>
                    </a:moveTo>
                    <a:lnTo>
                      <a:pt x="940692" y="0"/>
                    </a:lnTo>
                    <a:lnTo>
                      <a:pt x="935486" y="16770"/>
                    </a:lnTo>
                    <a:cubicBezTo>
                      <a:pt x="858851" y="197954"/>
                      <a:pt x="679445" y="325085"/>
                      <a:pt x="470346" y="325085"/>
                    </a:cubicBezTo>
                    <a:cubicBezTo>
                      <a:pt x="261247" y="325085"/>
                      <a:pt x="81841" y="197954"/>
                      <a:pt x="5206" y="16770"/>
                    </a:cubicBezTo>
                    <a:lnTo>
                      <a:pt x="0" y="0"/>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7812" tIns="33906" rIns="67812" bIns="33906" rtlCol="0" anchor="ctr">
                <a:noAutofit/>
              </a:bodyPr>
              <a:lstStyle/>
              <a:p>
                <a:pPr algn="ctr"/>
                <a:endParaRPr lang="en-US" sz="1185" dirty="0"/>
              </a:p>
            </p:txBody>
          </p:sp>
          <p:sp>
            <p:nvSpPr>
              <p:cNvPr id="169" name="Rectangle: Rounded Corners 51"/>
              <p:cNvSpPr/>
              <p:nvPr/>
            </p:nvSpPr>
            <p:spPr>
              <a:xfrm>
                <a:off x="5758998" y="4636947"/>
                <a:ext cx="674579" cy="616507"/>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67812" tIns="33906" rIns="67812" bIns="33906" rtlCol="0" anchor="ctr"/>
              <a:lstStyle/>
              <a:p>
                <a:pPr algn="ctr"/>
                <a:endParaRPr lang="en-US" sz="1185"/>
              </a:p>
            </p:txBody>
          </p:sp>
        </p:grpSp>
        <p:sp>
          <p:nvSpPr>
            <p:cNvPr id="164" name="文本框 163"/>
            <p:cNvSpPr txBox="1"/>
            <p:nvPr/>
          </p:nvSpPr>
          <p:spPr>
            <a:xfrm>
              <a:off x="10074374" y="3972989"/>
              <a:ext cx="593355" cy="831504"/>
            </a:xfrm>
            <a:prstGeom prst="rect">
              <a:avLst/>
            </a:prstGeom>
            <a:noFill/>
            <a:effectLst/>
          </p:spPr>
          <p:txBody>
            <a:bodyPr vert="eaVert" wrap="square" lIns="67812" tIns="33906" rIns="67812" bIns="33906">
              <a:spAutoFit/>
            </a:bodyPr>
            <a:lstStyle/>
            <a:p>
              <a:pPr algn="ctr"/>
              <a:r>
                <a:rPr lang="zh-CN" altLang="en-US" sz="1485" dirty="0">
                  <a:solidFill>
                    <a:schemeClr val="bg1"/>
                  </a:solidFill>
                  <a:latin typeface="思源黑体 CN Bold" panose="020B0800000000000000" pitchFamily="34" charset="-122"/>
                  <a:ea typeface="思源黑体 CN Bold" panose="020B0800000000000000" pitchFamily="34" charset="-122"/>
                </a:rPr>
                <a:t>广告创意设计软件</a:t>
              </a:r>
            </a:p>
          </p:txBody>
        </p:sp>
        <p:sp>
          <p:nvSpPr>
            <p:cNvPr id="213" name="椭圆 212"/>
            <p:cNvSpPr/>
            <p:nvPr/>
          </p:nvSpPr>
          <p:spPr>
            <a:xfrm>
              <a:off x="9453547" y="1707636"/>
              <a:ext cx="1759390" cy="1759390"/>
            </a:xfrm>
            <a:prstGeom prst="ellipse">
              <a:avLst/>
            </a:prstGeom>
            <a:pattFill prst="zigZag">
              <a:fgClr>
                <a:schemeClr val="accent6">
                  <a:lumMod val="20000"/>
                  <a:lumOff val="80000"/>
                </a:schemeClr>
              </a:fgClr>
              <a:bgClr>
                <a:schemeClr val="bg1"/>
              </a:bgClr>
            </a:pattFill>
            <a:ln w="9512">
              <a:solidFill>
                <a:schemeClr val="bg2">
                  <a:lumMod val="2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68489" tIns="34244" rIns="68489" bIns="34244" rtlCol="0" anchor="ctr"/>
            <a:lstStyle/>
            <a:p>
              <a:pPr algn="ctr"/>
              <a:endParaRPr lang="zh-CN" altLang="en-US" sz="1350">
                <a:latin typeface="思源黑体 CN Bold" panose="020B0800000000000000" pitchFamily="34" charset="-122"/>
                <a:ea typeface="思源黑体 CN Bold" panose="020B0800000000000000" pitchFamily="34" charset="-122"/>
              </a:endParaRPr>
            </a:p>
          </p:txBody>
        </p:sp>
        <p:sp>
          <p:nvSpPr>
            <p:cNvPr id="191" name="文本框 190"/>
            <p:cNvSpPr txBox="1"/>
            <p:nvPr/>
          </p:nvSpPr>
          <p:spPr>
            <a:xfrm>
              <a:off x="9923266" y="3339511"/>
              <a:ext cx="819952" cy="301454"/>
            </a:xfrm>
            <a:prstGeom prst="rect">
              <a:avLst/>
            </a:prstGeom>
            <a:noFill/>
            <a:effectLst/>
          </p:spPr>
          <p:txBody>
            <a:bodyPr wrap="square" lIns="78762" tIns="39381" rIns="78762" bIns="39381" rtlCol="0">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rPr>
                <a:t>创意设计</a:t>
              </a:r>
              <a:endParaRPr kumimoji="0" lang="zh-CN" altLang="en-US" sz="945"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endParaRPr>
            </a:p>
          </p:txBody>
        </p:sp>
        <p:sp>
          <p:nvSpPr>
            <p:cNvPr id="192" name="文本框 191"/>
            <p:cNvSpPr txBox="1"/>
            <p:nvPr/>
          </p:nvSpPr>
          <p:spPr>
            <a:xfrm>
              <a:off x="9923266" y="3049278"/>
              <a:ext cx="819952" cy="301454"/>
            </a:xfrm>
            <a:prstGeom prst="rect">
              <a:avLst/>
            </a:prstGeom>
            <a:noFill/>
            <a:effectLst/>
          </p:spPr>
          <p:txBody>
            <a:bodyPr wrap="square" lIns="78762" tIns="39381" rIns="78762" bIns="39381" rtlCol="0">
              <a:prstTxWarp prst="textArchDown">
                <a:avLst/>
              </a:prstTxWarp>
              <a:spAutoFit/>
            </a:bodyPr>
            <a:lstStyle/>
            <a:p>
              <a:pPr marL="0" marR="0" lvl="0" indent="0" algn="ctr" defTabSz="914400" rtl="0" eaLnBrk="1" fontAlgn="auto" latinLnBrk="0" hangingPunct="1">
                <a:lnSpc>
                  <a:spcPct val="100000"/>
                </a:lnSpc>
                <a:spcBef>
                  <a:spcPts val="0"/>
                </a:spcBef>
                <a:buClrTx/>
                <a:buSzTx/>
                <a:buFontTx/>
                <a:buNone/>
                <a:defRPr/>
              </a:pPr>
              <a:r>
                <a:rPr lang="zh-CN" altLang="en-US" sz="945">
                  <a:latin typeface="思源黑体 CN Bold" panose="020B0800000000000000" pitchFamily="34" charset="-122"/>
                  <a:ea typeface="思源黑体 CN Bold" panose="020B0800000000000000" pitchFamily="34" charset="-122"/>
                  <a:cs typeface="OPPOSans R" panose="00020600040101010101" pitchFamily="18" charset="-122"/>
                </a:rPr>
                <a:t>进阶教程</a:t>
              </a:r>
              <a:endParaRPr kumimoji="0" lang="zh-CN" altLang="en-US" sz="945"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endParaRPr>
            </a:p>
          </p:txBody>
        </p:sp>
        <p:sp>
          <p:nvSpPr>
            <p:cNvPr id="193" name="矩形 192"/>
            <p:cNvSpPr/>
            <p:nvPr>
              <p:custDataLst>
                <p:tags r:id="rId1"/>
              </p:custDataLst>
            </p:nvPr>
          </p:nvSpPr>
          <p:spPr>
            <a:xfrm rot="2700000">
              <a:off x="10040876" y="2292915"/>
              <a:ext cx="587634" cy="587632"/>
            </a:xfrm>
            <a:prstGeom prst="rect">
              <a:avLst/>
            </a:prstGeom>
            <a:solidFill>
              <a:schemeClr val="accent1"/>
            </a:solidFill>
            <a:ln w="38100" cap="flat" cmpd="sng" algn="ctr">
              <a:noFill/>
              <a:prstDash val="solid"/>
              <a:miter lim="800000"/>
            </a:ln>
            <a:effectLst/>
          </p:spPr>
          <p:txBody>
            <a:bodyPr wrap="square" lIns="104849" tIns="52425" rIns="104849" bIns="52425" rtlCol="0" anchor="ctr">
              <a:noAutofit/>
            </a:bodyPr>
            <a:lstStyle/>
            <a:p>
              <a:pPr marL="0" marR="0" lvl="0" indent="0" algn="ctr" defTabSz="914400" eaLnBrk="1" fontAlgn="auto" latinLnBrk="0" hangingPunct="1">
                <a:lnSpc>
                  <a:spcPct val="100000"/>
                </a:lnSpc>
                <a:spcBef>
                  <a:spcPts val="0"/>
                </a:spcBef>
                <a:buClrTx/>
                <a:buSzTx/>
                <a:buFontTx/>
                <a:buNone/>
                <a:defRPr/>
              </a:pPr>
              <a:endParaRPr kumimoji="0" lang="zh-CN" altLang="en-US" sz="1910" b="0" i="0" u="none" strike="noStrike" kern="0" cap="none" spc="0" normalizeH="0" baseline="0" noProof="0">
                <a:ln>
                  <a:noFill/>
                </a:ln>
                <a:solidFill>
                  <a:srgbClr val="FFFFFF"/>
                </a:solidFill>
                <a:effectLst>
                  <a:outerShdw blurRad="145624" dist="43687" dir="2699998" algn="tl">
                    <a:srgbClr val="000000">
                      <a:alpha val="40000"/>
                    </a:srgbClr>
                  </a:outerShdw>
                </a:effectLst>
                <a:uLnTx/>
                <a:uFillTx/>
                <a:latin typeface="思源黑体 CN Bold" panose="020B0800000000000000" pitchFamily="34" charset="-122"/>
                <a:ea typeface="思源黑体 CN Bold" panose="020B0800000000000000" pitchFamily="34" charset="-122"/>
              </a:endParaRPr>
            </a:p>
          </p:txBody>
        </p:sp>
        <p:sp>
          <p:nvSpPr>
            <p:cNvPr id="194" name="文本框 193"/>
            <p:cNvSpPr txBox="1"/>
            <p:nvPr/>
          </p:nvSpPr>
          <p:spPr>
            <a:xfrm>
              <a:off x="9990278" y="2428817"/>
              <a:ext cx="685926" cy="317029"/>
            </a:xfrm>
            <a:prstGeom prst="rect">
              <a:avLst/>
            </a:prstGeom>
            <a:noFill/>
            <a:effectLst/>
          </p:spPr>
          <p:txBody>
            <a:bodyPr wrap="none" lIns="97082" tIns="48542" rIns="97082" bIns="48542">
              <a:spAutoFit/>
            </a:bodyPr>
            <a:lstStyle/>
            <a:p>
              <a:pPr marL="0" marR="0" lvl="0" indent="0" algn="ctr" defTabSz="914400" eaLnBrk="1" fontAlgn="auto" latinLnBrk="0" hangingPunct="1">
                <a:lnSpc>
                  <a:spcPct val="120000"/>
                </a:lnSpc>
                <a:spcBef>
                  <a:spcPts val="0"/>
                </a:spcBef>
                <a:buClrTx/>
                <a:buSzTx/>
                <a:buFontTx/>
                <a:buNone/>
                <a:defRPr/>
              </a:pPr>
              <a:r>
                <a:rPr kumimoji="0" lang="zh-CN" altLang="en-US" sz="1275" b="0" i="0" u="none" strike="noStrike" kern="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rPr>
                <a:t>转化率</a:t>
              </a:r>
              <a:endParaRPr kumimoji="0" lang="zh-CN" altLang="en-US" sz="1275" b="0" i="0" u="none" strike="noStrike" kern="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endParaRPr>
            </a:p>
          </p:txBody>
        </p:sp>
        <p:sp>
          <p:nvSpPr>
            <p:cNvPr id="202" name="椭圆 201"/>
            <p:cNvSpPr/>
            <p:nvPr>
              <p:custDataLst>
                <p:tags r:id="rId2"/>
              </p:custDataLst>
            </p:nvPr>
          </p:nvSpPr>
          <p:spPr>
            <a:xfrm>
              <a:off x="9957071" y="1335217"/>
              <a:ext cx="752343" cy="752343"/>
            </a:xfrm>
            <a:prstGeom prst="ellipse">
              <a:avLst/>
            </a:prstGeom>
            <a:solidFill>
              <a:schemeClr val="accent6">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68489" tIns="34244" rIns="68489" bIns="34244" rtlCol="0" anchor="ctr"/>
            <a:lstStyle/>
            <a:p>
              <a:pPr algn="ctr"/>
              <a:endParaRPr lang="zh-CN" altLang="en-US" sz="1350" dirty="0">
                <a:latin typeface="思源黑体 CN Bold" panose="020B0800000000000000" pitchFamily="34" charset="-122"/>
                <a:ea typeface="思源黑体 CN Bold" panose="020B0800000000000000" pitchFamily="34" charset="-122"/>
              </a:endParaRPr>
            </a:p>
          </p:txBody>
        </p:sp>
        <p:sp>
          <p:nvSpPr>
            <p:cNvPr id="203" name="文本框 202"/>
            <p:cNvSpPr txBox="1"/>
            <p:nvPr>
              <p:custDataLst>
                <p:tags r:id="rId3"/>
              </p:custDataLst>
            </p:nvPr>
          </p:nvSpPr>
          <p:spPr>
            <a:xfrm>
              <a:off x="10077381" y="1459539"/>
              <a:ext cx="511723" cy="503622"/>
            </a:xfrm>
            <a:prstGeom prst="rect">
              <a:avLst/>
            </a:prstGeom>
            <a:noFill/>
            <a:effectLst/>
          </p:spPr>
          <p:txBody>
            <a:bodyPr wrap="none" lIns="78762" tIns="39381" rIns="78762" bIns="39381" rtlCol="0">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1380" b="0" i="0" u="none" strike="noStrike" kern="1200" cap="none" spc="0" normalizeH="0" baseline="0" noProof="0" dirty="0">
                  <a:ln>
                    <a:noFill/>
                  </a:ln>
                  <a:solidFill>
                    <a:schemeClr val="accent6"/>
                  </a:solidFill>
                  <a:uLnTx/>
                  <a:uFillTx/>
                  <a:latin typeface="思源黑体 CN Bold" panose="020B0800000000000000" pitchFamily="34" charset="-122"/>
                  <a:ea typeface="思源黑体 CN Bold" panose="020B0800000000000000" pitchFamily="34" charset="-122"/>
                  <a:cs typeface="OPPOSans H" panose="00020600040101010101" charset="-122"/>
                </a:rPr>
                <a:t>数据</a:t>
              </a:r>
              <a:endParaRPr kumimoji="0" lang="en-US" altLang="zh-CN" sz="1380" b="0" i="0" u="none" strike="noStrike" kern="1200" cap="none" spc="0" normalizeH="0" baseline="0" noProof="0" dirty="0">
                <a:ln>
                  <a:noFill/>
                </a:ln>
                <a:solidFill>
                  <a:schemeClr val="accent6"/>
                </a:solidFill>
                <a:uLnTx/>
                <a:uFillTx/>
                <a:latin typeface="思源黑体 CN Bold" panose="020B0800000000000000" pitchFamily="34" charset="-122"/>
                <a:ea typeface="思源黑体 CN Bold" panose="020B0800000000000000" pitchFamily="34" charset="-122"/>
                <a:cs typeface="OPPOSans H" panose="00020600040101010101" charset="-122"/>
              </a:endParaRPr>
            </a:p>
            <a:p>
              <a:pPr marL="0" marR="0" lvl="0" indent="0" algn="ctr" defTabSz="914400" rtl="0" eaLnBrk="1" fontAlgn="auto" latinLnBrk="0" hangingPunct="1">
                <a:lnSpc>
                  <a:spcPct val="100000"/>
                </a:lnSpc>
                <a:spcBef>
                  <a:spcPts val="0"/>
                </a:spcBef>
                <a:buClrTx/>
                <a:buSzTx/>
                <a:buFontTx/>
                <a:buNone/>
                <a:defRPr/>
              </a:pPr>
              <a:r>
                <a:rPr kumimoji="0" lang="zh-CN" altLang="en-US" sz="1380" b="0" i="0" u="none" strike="noStrike" kern="1200" cap="none" spc="0" normalizeH="0" baseline="0" noProof="0" dirty="0">
                  <a:ln>
                    <a:noFill/>
                  </a:ln>
                  <a:solidFill>
                    <a:schemeClr val="accent6"/>
                  </a:solidFill>
                  <a:uLnTx/>
                  <a:uFillTx/>
                  <a:latin typeface="思源黑体 CN Bold" panose="020B0800000000000000" pitchFamily="34" charset="-122"/>
                  <a:ea typeface="思源黑体 CN Bold" panose="020B0800000000000000" pitchFamily="34" charset="-122"/>
                  <a:cs typeface="OPPOSans H" panose="00020600040101010101" charset="-122"/>
                </a:rPr>
                <a:t>分析</a:t>
              </a:r>
            </a:p>
          </p:txBody>
        </p:sp>
        <p:sp>
          <p:nvSpPr>
            <p:cNvPr id="204" name="椭圆 203"/>
            <p:cNvSpPr/>
            <p:nvPr>
              <p:custDataLst>
                <p:tags r:id="rId4"/>
              </p:custDataLst>
            </p:nvPr>
          </p:nvSpPr>
          <p:spPr>
            <a:xfrm>
              <a:off x="9143119" y="2634758"/>
              <a:ext cx="752343" cy="752343"/>
            </a:xfrm>
            <a:prstGeom prst="ellipse">
              <a:avLst/>
            </a:prstGeom>
            <a:solidFill>
              <a:schemeClr val="accent6">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68489" tIns="34244" rIns="68489" bIns="34244" rtlCol="0" anchor="ctr"/>
            <a:lstStyle/>
            <a:p>
              <a:pPr algn="ctr"/>
              <a:endParaRPr lang="zh-CN" altLang="en-US" sz="1350" dirty="0">
                <a:latin typeface="思源黑体 CN Bold" panose="020B0800000000000000" pitchFamily="34" charset="-122"/>
                <a:ea typeface="思源黑体 CN Bold" panose="020B0800000000000000" pitchFamily="34" charset="-122"/>
              </a:endParaRPr>
            </a:p>
          </p:txBody>
        </p:sp>
        <p:sp>
          <p:nvSpPr>
            <p:cNvPr id="205" name="文本框 204"/>
            <p:cNvSpPr txBox="1"/>
            <p:nvPr>
              <p:custDataLst>
                <p:tags r:id="rId5"/>
              </p:custDataLst>
            </p:nvPr>
          </p:nvSpPr>
          <p:spPr>
            <a:xfrm>
              <a:off x="9263430" y="2759080"/>
              <a:ext cx="511723" cy="503622"/>
            </a:xfrm>
            <a:prstGeom prst="rect">
              <a:avLst/>
            </a:prstGeom>
            <a:noFill/>
            <a:effectLst/>
          </p:spPr>
          <p:txBody>
            <a:bodyPr wrap="none" lIns="78762" tIns="39381" rIns="78762" bIns="39381" rtlCol="0">
              <a:spAutoFit/>
            </a:bodyPr>
            <a:lstStyle>
              <a:defPPr>
                <a:defRPr lang="en-US"/>
              </a:defPPr>
              <a:lvl1pPr marR="0" lvl="0" indent="0" algn="ctr" defTabSz="914400" fontAlgn="auto">
                <a:lnSpc>
                  <a:spcPct val="100000"/>
                </a:lnSpc>
                <a:spcBef>
                  <a:spcPts val="0"/>
                </a:spcBef>
                <a:buClrTx/>
                <a:buSzTx/>
                <a:buFontTx/>
                <a:buNone/>
                <a:defRPr kumimoji="0" sz="1840" b="0" i="0" u="none" strike="noStrike" cap="none" spc="0" normalizeH="0" baseline="0">
                  <a:ln>
                    <a:noFill/>
                  </a:ln>
                  <a:solidFill>
                    <a:prstClr val="white"/>
                  </a:solidFill>
                  <a:effectLst>
                    <a:outerShdw blurRad="175260" dist="73025" dir="2700006" algn="tl" rotWithShape="0">
                      <a:prstClr val="black">
                        <a:alpha val="25000"/>
                      </a:prstClr>
                    </a:outerShdw>
                  </a:effectLst>
                  <a:uLnTx/>
                  <a:uFillTx/>
                  <a:latin typeface="思源黑体 CN Bold" panose="020B0800000000000000" pitchFamily="34" charset="-122"/>
                  <a:ea typeface="思源黑体 CN Bold" panose="020B0800000000000000" pitchFamily="34" charset="-122"/>
                  <a:cs typeface="OPPOSans H" panose="00020600040101010101" charset="-122"/>
                </a:defRPr>
              </a:lvl1pPr>
            </a:lstStyle>
            <a:p>
              <a:r>
                <a:rPr lang="zh-CN" altLang="en-US" sz="1380" dirty="0">
                  <a:solidFill>
                    <a:schemeClr val="accent6"/>
                  </a:solidFill>
                  <a:effectLst/>
                </a:rPr>
                <a:t>创意</a:t>
              </a:r>
              <a:endParaRPr lang="en-US" altLang="zh-CN" sz="1380" dirty="0">
                <a:solidFill>
                  <a:schemeClr val="accent6"/>
                </a:solidFill>
                <a:effectLst/>
              </a:endParaRPr>
            </a:p>
            <a:p>
              <a:r>
                <a:rPr lang="zh-CN" altLang="en-US" sz="1380" dirty="0">
                  <a:solidFill>
                    <a:schemeClr val="accent6"/>
                  </a:solidFill>
                  <a:effectLst/>
                </a:rPr>
                <a:t>设计</a:t>
              </a:r>
            </a:p>
          </p:txBody>
        </p:sp>
        <p:sp>
          <p:nvSpPr>
            <p:cNvPr id="206" name="椭圆 205"/>
            <p:cNvSpPr/>
            <p:nvPr>
              <p:custDataLst>
                <p:tags r:id="rId6"/>
              </p:custDataLst>
            </p:nvPr>
          </p:nvSpPr>
          <p:spPr>
            <a:xfrm>
              <a:off x="10846557" y="2634758"/>
              <a:ext cx="752343" cy="752343"/>
            </a:xfrm>
            <a:prstGeom prst="ellipse">
              <a:avLst/>
            </a:prstGeom>
            <a:solidFill>
              <a:schemeClr val="accent6">
                <a:lumMod val="20000"/>
                <a:lumOff val="8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68489" tIns="34244" rIns="68489" bIns="34244" rtlCol="0" anchor="ctr"/>
            <a:lstStyle/>
            <a:p>
              <a:pPr algn="ctr"/>
              <a:endParaRPr lang="zh-CN" altLang="en-US" sz="1350" dirty="0">
                <a:latin typeface="思源黑体 CN Bold" panose="020B0800000000000000" pitchFamily="34" charset="-122"/>
                <a:ea typeface="思源黑体 CN Bold" panose="020B0800000000000000" pitchFamily="34" charset="-122"/>
              </a:endParaRPr>
            </a:p>
          </p:txBody>
        </p:sp>
        <p:sp>
          <p:nvSpPr>
            <p:cNvPr id="207" name="文本框 206"/>
            <p:cNvSpPr txBox="1"/>
            <p:nvPr>
              <p:custDataLst>
                <p:tags r:id="rId7"/>
              </p:custDataLst>
            </p:nvPr>
          </p:nvSpPr>
          <p:spPr>
            <a:xfrm>
              <a:off x="10966867" y="2759080"/>
              <a:ext cx="511723" cy="503622"/>
            </a:xfrm>
            <a:prstGeom prst="rect">
              <a:avLst/>
            </a:prstGeom>
            <a:noFill/>
            <a:effectLst/>
          </p:spPr>
          <p:txBody>
            <a:bodyPr wrap="none" lIns="78762" tIns="39381" rIns="78762" bIns="39381" rtlCol="0">
              <a:spAutoFit/>
            </a:bodyPr>
            <a:lstStyle>
              <a:defPPr>
                <a:defRPr lang="en-US"/>
              </a:defPPr>
              <a:lvl1pPr marR="0" lvl="0" indent="0" algn="ctr" defTabSz="914400" fontAlgn="auto">
                <a:lnSpc>
                  <a:spcPct val="100000"/>
                </a:lnSpc>
                <a:spcBef>
                  <a:spcPts val="0"/>
                </a:spcBef>
                <a:buClrTx/>
                <a:buSzTx/>
                <a:buFontTx/>
                <a:buNone/>
                <a:defRPr kumimoji="0" sz="1840" b="0" i="0" u="none" strike="noStrike" cap="none" spc="0" normalizeH="0" baseline="0">
                  <a:ln>
                    <a:noFill/>
                  </a:ln>
                  <a:solidFill>
                    <a:prstClr val="white"/>
                  </a:solidFill>
                  <a:effectLst>
                    <a:outerShdw blurRad="175260" dist="73025" dir="2700006" algn="tl" rotWithShape="0">
                      <a:prstClr val="black">
                        <a:alpha val="25000"/>
                      </a:prstClr>
                    </a:outerShdw>
                  </a:effectLst>
                  <a:uLnTx/>
                  <a:uFillTx/>
                  <a:latin typeface="思源黑体 CN Bold" panose="020B0800000000000000" pitchFamily="34" charset="-122"/>
                  <a:ea typeface="思源黑体 CN Bold" panose="020B0800000000000000" pitchFamily="34" charset="-122"/>
                  <a:cs typeface="OPPOSans H" panose="00020600040101010101" charset="-122"/>
                </a:defRPr>
              </a:lvl1pPr>
            </a:lstStyle>
            <a:p>
              <a:r>
                <a:rPr lang="zh-CN" altLang="en-US" sz="1380" dirty="0">
                  <a:solidFill>
                    <a:schemeClr val="accent6"/>
                  </a:solidFill>
                  <a:effectLst/>
                </a:rPr>
                <a:t>职业</a:t>
              </a:r>
              <a:endParaRPr lang="en-US" altLang="zh-CN" sz="1380" dirty="0">
                <a:solidFill>
                  <a:schemeClr val="accent6"/>
                </a:solidFill>
                <a:effectLst/>
              </a:endParaRPr>
            </a:p>
            <a:p>
              <a:r>
                <a:rPr lang="zh-CN" altLang="en-US" sz="1380" dirty="0">
                  <a:solidFill>
                    <a:schemeClr val="accent6"/>
                  </a:solidFill>
                  <a:effectLst/>
                </a:rPr>
                <a:t>素养</a:t>
              </a:r>
            </a:p>
          </p:txBody>
        </p:sp>
        <p:sp>
          <p:nvSpPr>
            <p:cNvPr id="208" name="文本框 207"/>
            <p:cNvSpPr txBox="1"/>
            <p:nvPr/>
          </p:nvSpPr>
          <p:spPr>
            <a:xfrm rot="18154003">
              <a:off x="9258226" y="1955918"/>
              <a:ext cx="753574" cy="321141"/>
            </a:xfrm>
            <a:prstGeom prst="rect">
              <a:avLst/>
            </a:prstGeom>
            <a:noFill/>
            <a:ln>
              <a:noFill/>
            </a:ln>
            <a:effectLst/>
          </p:spPr>
          <p:txBody>
            <a:bodyPr wrap="square" lIns="78762" tIns="39381" rIns="78762" bIns="39381" rtlCol="0">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rPr>
                <a:t>学习资料</a:t>
              </a:r>
              <a:endParaRPr kumimoji="0" lang="zh-CN" altLang="en-US" sz="945"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endParaRPr>
            </a:p>
          </p:txBody>
        </p:sp>
        <p:sp>
          <p:nvSpPr>
            <p:cNvPr id="209" name="文本框 208"/>
            <p:cNvSpPr txBox="1"/>
            <p:nvPr/>
          </p:nvSpPr>
          <p:spPr>
            <a:xfrm rot="18176805">
              <a:off x="9569361" y="2125310"/>
              <a:ext cx="769297" cy="415310"/>
            </a:xfrm>
            <a:prstGeom prst="rect">
              <a:avLst/>
            </a:prstGeom>
            <a:noFill/>
            <a:effectLst/>
          </p:spPr>
          <p:txBody>
            <a:bodyPr spcFirstLastPara="1" wrap="square" lIns="78762" tIns="39381" rIns="78762" bIns="39381" numCol="1" rtlCol="0">
              <a:prstTxWarp prst="textArchUp">
                <a:avLst>
                  <a:gd name="adj" fmla="val 10246938"/>
                </a:avLst>
              </a:prstTxWarp>
              <a:spAutoFit/>
            </a:bodyPr>
            <a:lstStyle>
              <a:defPPr>
                <a:defRPr lang="en-US"/>
              </a:defPPr>
              <a:lvl1pPr marR="0" lvl="0" indent="0" algn="ctr" fontAlgn="auto">
                <a:lnSpc>
                  <a:spcPct val="100000"/>
                </a:lnSpc>
                <a:spcBef>
                  <a:spcPts val="0"/>
                </a:spcBef>
                <a:spcAft>
                  <a:spcPts val="0"/>
                </a:spcAft>
                <a:buClrTx/>
                <a:buSzTx/>
                <a:buFontTx/>
                <a:buNone/>
                <a:defRPr kumimoji="0" sz="1100" i="0" u="none" strike="noStrike" cap="none" spc="0" normalizeH="0" baseline="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solidFill>
                    <a:schemeClr val="tx1"/>
                  </a:solidFill>
                  <a:effectLst/>
                  <a:uLnTx/>
                  <a:uFillTx/>
                  <a:latin typeface="思源黑体 CN Bold" panose="020B0800000000000000" pitchFamily="34" charset="-122"/>
                  <a:ea typeface="思源黑体 CN Bold" panose="020B0800000000000000" pitchFamily="34" charset="-122"/>
                </a:rPr>
                <a:t>在线教程</a:t>
              </a:r>
              <a:endParaRPr kumimoji="0" lang="zh-CN" altLang="en-US" sz="945" b="0" i="0" u="none" strike="noStrike" kern="1200" cap="none" spc="0" normalizeH="0" baseline="0" noProof="0" dirty="0">
                <a:ln>
                  <a:noFill/>
                </a:ln>
                <a:solidFill>
                  <a:schemeClr val="tx1"/>
                </a:solidFill>
                <a:effectLst/>
                <a:uLnTx/>
                <a:uFillTx/>
                <a:latin typeface="思源黑体 CN Bold" panose="020B0800000000000000" pitchFamily="34" charset="-122"/>
                <a:ea typeface="思源黑体 CN Bold" panose="020B0800000000000000" pitchFamily="34" charset="-122"/>
              </a:endParaRPr>
            </a:p>
          </p:txBody>
        </p:sp>
        <p:sp>
          <p:nvSpPr>
            <p:cNvPr id="210" name="文本框 209"/>
            <p:cNvSpPr txBox="1"/>
            <p:nvPr/>
          </p:nvSpPr>
          <p:spPr>
            <a:xfrm rot="3763429">
              <a:off x="10668536" y="1943470"/>
              <a:ext cx="753574" cy="321141"/>
            </a:xfrm>
            <a:prstGeom prst="rect">
              <a:avLst/>
            </a:prstGeom>
            <a:noFill/>
            <a:ln>
              <a:noFill/>
            </a:ln>
            <a:effectLst/>
          </p:spPr>
          <p:txBody>
            <a:bodyPr wrap="square" lIns="78762" tIns="39381" rIns="78762" bIns="39381" rtlCol="0">
              <a:prstTxWarp prst="textArchUp">
                <a:avLst/>
              </a:prstTxWarp>
              <a:spAutoFit/>
            </a:body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rPr>
                <a:t>数据分析</a:t>
              </a:r>
              <a:endParaRPr kumimoji="0" lang="zh-CN" altLang="en-US" sz="945" b="0" i="0" u="none" strike="noStrike" kern="1200" cap="none" spc="0" normalizeH="0" baseline="0" noProof="0" dirty="0">
                <a:ln>
                  <a:noFill/>
                </a:ln>
                <a:effectLst/>
                <a:uLnTx/>
                <a:uFillTx/>
                <a:latin typeface="思源黑体 CN Bold" panose="020B0800000000000000" pitchFamily="34" charset="-122"/>
                <a:ea typeface="思源黑体 CN Bold" panose="020B0800000000000000" pitchFamily="34" charset="-122"/>
                <a:cs typeface="OPPOSans R" panose="00020600040101010101" pitchFamily="18" charset="-122"/>
              </a:endParaRPr>
            </a:p>
          </p:txBody>
        </p:sp>
        <p:sp>
          <p:nvSpPr>
            <p:cNvPr id="211" name="文本框 210"/>
            <p:cNvSpPr txBox="1"/>
            <p:nvPr/>
          </p:nvSpPr>
          <p:spPr>
            <a:xfrm rot="3884706">
              <a:off x="10341350" y="2122873"/>
              <a:ext cx="769297" cy="415310"/>
            </a:xfrm>
            <a:prstGeom prst="rect">
              <a:avLst/>
            </a:prstGeom>
            <a:noFill/>
            <a:effectLst/>
          </p:spPr>
          <p:txBody>
            <a:bodyPr spcFirstLastPara="1" wrap="square" lIns="78762" tIns="39381" rIns="78762" bIns="39381" numCol="1" rtlCol="0">
              <a:prstTxWarp prst="textArchUp">
                <a:avLst>
                  <a:gd name="adj" fmla="val 10246938"/>
                </a:avLst>
              </a:prstTxWarp>
              <a:spAutoFit/>
            </a:bodyPr>
            <a:lstStyle>
              <a:defPPr>
                <a:defRPr lang="en-US"/>
              </a:defPPr>
              <a:lvl1pPr marR="0" lvl="0" indent="0" algn="ctr" fontAlgn="auto">
                <a:lnSpc>
                  <a:spcPct val="100000"/>
                </a:lnSpc>
                <a:spcBef>
                  <a:spcPts val="0"/>
                </a:spcBef>
                <a:spcAft>
                  <a:spcPts val="0"/>
                </a:spcAft>
                <a:buClrTx/>
                <a:buSzTx/>
                <a:buFontTx/>
                <a:buNone/>
                <a:defRPr kumimoji="0" sz="1100" i="0" u="none" strike="noStrike" cap="none" spc="0" normalizeH="0" baseline="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defRPr>
              </a:lvl1pPr>
            </a:lstStyle>
            <a:p>
              <a:pPr marL="0" marR="0" lvl="0" indent="0" algn="ctr" defTabSz="914400" rtl="0" eaLnBrk="1" fontAlgn="auto" latinLnBrk="0" hangingPunct="1">
                <a:lnSpc>
                  <a:spcPct val="100000"/>
                </a:lnSpc>
                <a:spcBef>
                  <a:spcPts val="0"/>
                </a:spcBef>
                <a:buClrTx/>
                <a:buSzTx/>
                <a:buFontTx/>
                <a:buNone/>
                <a:defRPr/>
              </a:pPr>
              <a:r>
                <a:rPr kumimoji="0" lang="zh-CN" altLang="en-US" sz="945" b="0" i="0" u="none" strike="noStrike" kern="1200" cap="none" spc="0" normalizeH="0" baseline="0" noProof="0">
                  <a:ln>
                    <a:noFill/>
                  </a:ln>
                  <a:solidFill>
                    <a:schemeClr val="tx1"/>
                  </a:solidFill>
                  <a:effectLst/>
                  <a:uLnTx/>
                  <a:uFillTx/>
                  <a:latin typeface="思源黑体 CN Bold" panose="020B0800000000000000" pitchFamily="34" charset="-122"/>
                  <a:ea typeface="思源黑体 CN Bold" panose="020B0800000000000000" pitchFamily="34" charset="-122"/>
                </a:rPr>
                <a:t>练习任务</a:t>
              </a:r>
              <a:endParaRPr kumimoji="0" lang="zh-CN" altLang="en-US" sz="945" b="0" i="0" u="none" strike="noStrike" kern="1200" cap="none" spc="0" normalizeH="0" baseline="0" noProof="0" dirty="0">
                <a:ln>
                  <a:noFill/>
                </a:ln>
                <a:solidFill>
                  <a:schemeClr val="tx1"/>
                </a:solidFill>
                <a:effectLst/>
                <a:uLnTx/>
                <a:uFillTx/>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4236574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arn(inVertical)">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arn(inVertical)">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4105100" y="1982107"/>
            <a:ext cx="7591600" cy="3251740"/>
            <a:chOff x="4105100" y="1982107"/>
            <a:chExt cx="7591600" cy="3251740"/>
          </a:xfrm>
        </p:grpSpPr>
        <p:sp>
          <p:nvSpPr>
            <p:cNvPr id="18" name="任意多边形: 形状 17"/>
            <p:cNvSpPr/>
            <p:nvPr>
              <p:custDataLst>
                <p:tags r:id="rId33"/>
              </p:custDataLst>
            </p:nvPr>
          </p:nvSpPr>
          <p:spPr>
            <a:xfrm>
              <a:off x="4105100" y="1982107"/>
              <a:ext cx="7591600" cy="3251740"/>
            </a:xfrm>
            <a:custGeom>
              <a:avLst/>
              <a:gdLst>
                <a:gd name="connsiteX0" fmla="*/ 0 w 7633786"/>
                <a:gd name="connsiteY0" fmla="*/ 1548506 h 3097014"/>
                <a:gd name="connsiteX1" fmla="*/ 0 w 7633786"/>
                <a:gd name="connsiteY1" fmla="*/ 1548507 h 3097014"/>
                <a:gd name="connsiteX2" fmla="*/ 0 w 7633786"/>
                <a:gd name="connsiteY2" fmla="*/ 1548507 h 3097014"/>
                <a:gd name="connsiteX3" fmla="*/ 1548507 w 7633786"/>
                <a:gd name="connsiteY3" fmla="*/ 0 h 3097014"/>
                <a:gd name="connsiteX4" fmla="*/ 7443860 w 7633786"/>
                <a:gd name="connsiteY4" fmla="*/ 0 h 3097014"/>
                <a:gd name="connsiteX5" fmla="*/ 7602186 w 7633786"/>
                <a:gd name="connsiteY5" fmla="*/ 7995 h 3097014"/>
                <a:gd name="connsiteX6" fmla="*/ 7633786 w 7633786"/>
                <a:gd name="connsiteY6" fmla="*/ 12818 h 3097014"/>
                <a:gd name="connsiteX7" fmla="*/ 7633786 w 7633786"/>
                <a:gd name="connsiteY7" fmla="*/ 3084197 h 3097014"/>
                <a:gd name="connsiteX8" fmla="*/ 7602185 w 7633786"/>
                <a:gd name="connsiteY8" fmla="*/ 3089019 h 3097014"/>
                <a:gd name="connsiteX9" fmla="*/ 7443859 w 7633786"/>
                <a:gd name="connsiteY9" fmla="*/ 3097014 h 3097014"/>
                <a:gd name="connsiteX10" fmla="*/ 1548507 w 7633786"/>
                <a:gd name="connsiteY10" fmla="*/ 3097013 h 3097014"/>
                <a:gd name="connsiteX11" fmla="*/ 7995 w 7633786"/>
                <a:gd name="connsiteY11" fmla="*/ 1706832 h 3097014"/>
                <a:gd name="connsiteX12" fmla="*/ 0 w 7633786"/>
                <a:gd name="connsiteY12" fmla="*/ 1548507 h 3097014"/>
                <a:gd name="connsiteX13" fmla="*/ 7995 w 7633786"/>
                <a:gd name="connsiteY13" fmla="*/ 1390181 h 3097014"/>
                <a:gd name="connsiteX14" fmla="*/ 1548507 w 7633786"/>
                <a:gd name="connsiteY14" fmla="*/ 0 h 3097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633786" h="3097014">
                  <a:moveTo>
                    <a:pt x="0" y="1548506"/>
                  </a:moveTo>
                  <a:lnTo>
                    <a:pt x="0" y="1548507"/>
                  </a:lnTo>
                  <a:lnTo>
                    <a:pt x="0" y="1548507"/>
                  </a:lnTo>
                  <a:close/>
                  <a:moveTo>
                    <a:pt x="1548507" y="0"/>
                  </a:moveTo>
                  <a:lnTo>
                    <a:pt x="7443860" y="0"/>
                  </a:lnTo>
                  <a:cubicBezTo>
                    <a:pt x="7497311" y="0"/>
                    <a:pt x="7550130" y="2708"/>
                    <a:pt x="7602186" y="7995"/>
                  </a:cubicBezTo>
                  <a:lnTo>
                    <a:pt x="7633786" y="12818"/>
                  </a:lnTo>
                  <a:lnTo>
                    <a:pt x="7633786" y="3084197"/>
                  </a:lnTo>
                  <a:lnTo>
                    <a:pt x="7602185" y="3089019"/>
                  </a:lnTo>
                  <a:cubicBezTo>
                    <a:pt x="7550129" y="3094306"/>
                    <a:pt x="7497310" y="3097014"/>
                    <a:pt x="7443859" y="3097014"/>
                  </a:cubicBezTo>
                  <a:lnTo>
                    <a:pt x="1548507" y="3097013"/>
                  </a:lnTo>
                  <a:cubicBezTo>
                    <a:pt x="746741" y="3097013"/>
                    <a:pt x="87294" y="2487676"/>
                    <a:pt x="7995" y="1706832"/>
                  </a:cubicBezTo>
                  <a:lnTo>
                    <a:pt x="0" y="1548507"/>
                  </a:lnTo>
                  <a:lnTo>
                    <a:pt x="7995" y="1390181"/>
                  </a:lnTo>
                  <a:cubicBezTo>
                    <a:pt x="87294" y="609337"/>
                    <a:pt x="746741" y="0"/>
                    <a:pt x="1548507" y="0"/>
                  </a:cubicBezTo>
                  <a:close/>
                </a:path>
              </a:pathLst>
            </a:custGeom>
            <a:solidFill>
              <a:schemeClr val="bg2">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6012" tIns="48006" rIns="96012" bIns="48006" rtlCol="0" anchor="ctr"/>
            <a:lstStyle/>
            <a:p>
              <a:pPr algn="ctr"/>
              <a:endParaRPr lang="zh-CN" altLang="en-US" sz="1890" dirty="0"/>
            </a:p>
          </p:txBody>
        </p:sp>
        <p:grpSp>
          <p:nvGrpSpPr>
            <p:cNvPr id="16" name="组合 15"/>
            <p:cNvGrpSpPr/>
            <p:nvPr/>
          </p:nvGrpSpPr>
          <p:grpSpPr>
            <a:xfrm>
              <a:off x="7394892" y="2244217"/>
              <a:ext cx="3975073" cy="643710"/>
              <a:chOff x="7394892" y="2244217"/>
              <a:chExt cx="3975073" cy="643710"/>
            </a:xfrm>
          </p:grpSpPr>
          <p:sp>
            <p:nvSpPr>
              <p:cNvPr id="178" name="圆角矩形 27++"/>
              <p:cNvSpPr/>
              <p:nvPr>
                <p:custDataLst>
                  <p:tags r:id="rId34"/>
                </p:custDataLst>
              </p:nvPr>
            </p:nvSpPr>
            <p:spPr>
              <a:xfrm>
                <a:off x="7394892" y="2244219"/>
                <a:ext cx="3975073" cy="643708"/>
              </a:xfrm>
              <a:prstGeom prst="roundRect">
                <a:avLst>
                  <a:gd name="adj" fmla="val 10363"/>
                </a:avLst>
              </a:prstGeom>
              <a:solidFill>
                <a:schemeClr val="bg1"/>
              </a:soli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179" name="圆角矩形 27+"/>
              <p:cNvSpPr/>
              <p:nvPr>
                <p:custDataLst>
                  <p:tags r:id="rId35"/>
                </p:custDataLst>
              </p:nvPr>
            </p:nvSpPr>
            <p:spPr>
              <a:xfrm>
                <a:off x="7394893" y="2244217"/>
                <a:ext cx="695783" cy="643708"/>
              </a:xfrm>
              <a:prstGeom prst="roundRect">
                <a:avLst>
                  <a:gd name="adj" fmla="val 10363"/>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180" name="文本框 179"/>
              <p:cNvSpPr txBox="1"/>
              <p:nvPr/>
            </p:nvSpPr>
            <p:spPr>
              <a:xfrm>
                <a:off x="7474407" y="2307550"/>
                <a:ext cx="529298" cy="517065"/>
              </a:xfrm>
              <a:prstGeom prst="rect">
                <a:avLst/>
              </a:prstGeom>
              <a:noFill/>
              <a:effectLst/>
            </p:spPr>
            <p:txBody>
              <a:bodyPr wrap="square" lIns="0" tIns="0" rIns="0" bIns="0" rtlCol="0">
                <a:spAutoFit/>
              </a:bodyPr>
              <a:lstStyle/>
              <a:p>
                <a:pPr algn="ctr"/>
                <a:r>
                  <a:rPr lang="zh-CN" altLang="en-US" sz="1680">
                    <a:solidFill>
                      <a:srgbClr val="FFFFFF"/>
                    </a:solidFill>
                    <a:latin typeface="+mj-ea"/>
                    <a:ea typeface="+mj-ea"/>
                  </a:rPr>
                  <a:t>知识模块</a:t>
                </a:r>
                <a:endParaRPr lang="zh-CN" altLang="en-US" sz="1680" dirty="0">
                  <a:solidFill>
                    <a:srgbClr val="FFFFFF"/>
                  </a:solidFill>
                  <a:latin typeface="+mj-ea"/>
                  <a:ea typeface="+mj-ea"/>
                </a:endParaRPr>
              </a:p>
            </p:txBody>
          </p:sp>
          <p:sp>
            <p:nvSpPr>
              <p:cNvPr id="176" name="矩形: 圆角 175"/>
              <p:cNvSpPr/>
              <p:nvPr>
                <p:custDataLst>
                  <p:tags r:id="rId36"/>
                </p:custDataLst>
              </p:nvPr>
            </p:nvSpPr>
            <p:spPr>
              <a:xfrm>
                <a:off x="8198478" y="2364859"/>
                <a:ext cx="950517" cy="402427"/>
              </a:xfrm>
              <a:prstGeom prst="roundRect">
                <a:avLst>
                  <a:gd name="adj" fmla="val 16667"/>
                </a:avLst>
              </a:prstGeom>
              <a:solidFill>
                <a:schemeClr val="accent1">
                  <a:alpha val="20000"/>
                </a:schemeClr>
              </a:solidFill>
              <a:ln w="6350" cap="flat">
                <a:solidFill>
                  <a:schemeClr val="accent1"/>
                </a:solidFill>
                <a:prstDash val="solid"/>
                <a:miter/>
              </a:ln>
              <a:effectLst/>
            </p:spPr>
            <p:txBody>
              <a:bodyPr lIns="189000" tIns="48006" rIns="96012" bIns="48006" rtlCol="0" anchor="ctr"/>
              <a:lstStyle/>
              <a:p>
                <a:pPr defTabSz="731520"/>
                <a:endParaRPr lang="zh-CN" altLang="en-US" sz="1680" dirty="0">
                  <a:solidFill>
                    <a:schemeClr val="tx1">
                      <a:lumMod val="85000"/>
                      <a:lumOff val="15000"/>
                    </a:schemeClr>
                  </a:solidFill>
                  <a:latin typeface="+mn-ea"/>
                </a:endParaRPr>
              </a:p>
            </p:txBody>
          </p:sp>
          <p:sp>
            <p:nvSpPr>
              <p:cNvPr id="177" name="文本框 176"/>
              <p:cNvSpPr txBox="1"/>
              <p:nvPr/>
            </p:nvSpPr>
            <p:spPr>
              <a:xfrm>
                <a:off x="8198478" y="240449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污水处理</a:t>
                </a:r>
                <a:endParaRPr lang="zh-CN" altLang="en-US" sz="1470" dirty="0">
                  <a:solidFill>
                    <a:schemeClr val="tx1">
                      <a:lumMod val="95000"/>
                      <a:lumOff val="5000"/>
                    </a:schemeClr>
                  </a:solidFill>
                  <a:latin typeface="+mj-ea"/>
                  <a:ea typeface="+mj-ea"/>
                </a:endParaRPr>
              </a:p>
            </p:txBody>
          </p:sp>
          <p:sp>
            <p:nvSpPr>
              <p:cNvPr id="174" name="矩形: 圆角 173"/>
              <p:cNvSpPr/>
              <p:nvPr>
                <p:custDataLst>
                  <p:tags r:id="rId37"/>
                </p:custDataLst>
              </p:nvPr>
            </p:nvSpPr>
            <p:spPr>
              <a:xfrm>
                <a:off x="9257451" y="2364859"/>
                <a:ext cx="950517" cy="402427"/>
              </a:xfrm>
              <a:prstGeom prst="roundRect">
                <a:avLst>
                  <a:gd name="adj" fmla="val 16667"/>
                </a:avLst>
              </a:prstGeom>
              <a:solidFill>
                <a:schemeClr val="accent1">
                  <a:alpha val="20000"/>
                </a:schemeClr>
              </a:solidFill>
              <a:ln w="6350" cap="flat">
                <a:solidFill>
                  <a:schemeClr val="accent1"/>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175" name="文本框 174"/>
              <p:cNvSpPr txBox="1"/>
              <p:nvPr/>
            </p:nvSpPr>
            <p:spPr>
              <a:xfrm>
                <a:off x="9257451" y="240449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智能监测</a:t>
                </a:r>
                <a:endParaRPr lang="zh-CN" altLang="en-US" sz="1470" dirty="0">
                  <a:solidFill>
                    <a:schemeClr val="tx1">
                      <a:lumMod val="95000"/>
                      <a:lumOff val="5000"/>
                    </a:schemeClr>
                  </a:solidFill>
                  <a:latin typeface="+mj-ea"/>
                  <a:ea typeface="+mj-ea"/>
                </a:endParaRPr>
              </a:p>
            </p:txBody>
          </p:sp>
          <p:sp>
            <p:nvSpPr>
              <p:cNvPr id="172" name="矩形: 圆角 171"/>
              <p:cNvSpPr/>
              <p:nvPr>
                <p:custDataLst>
                  <p:tags r:id="rId38"/>
                </p:custDataLst>
              </p:nvPr>
            </p:nvSpPr>
            <p:spPr>
              <a:xfrm>
                <a:off x="10316424" y="2364859"/>
                <a:ext cx="950517" cy="402427"/>
              </a:xfrm>
              <a:prstGeom prst="roundRect">
                <a:avLst>
                  <a:gd name="adj" fmla="val 16667"/>
                </a:avLst>
              </a:prstGeom>
              <a:solidFill>
                <a:schemeClr val="accent1">
                  <a:alpha val="20000"/>
                </a:schemeClr>
              </a:solidFill>
              <a:ln w="6350" cap="flat">
                <a:solidFill>
                  <a:schemeClr val="accent1"/>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173" name="文本框 172"/>
              <p:cNvSpPr txBox="1"/>
              <p:nvPr/>
            </p:nvSpPr>
            <p:spPr>
              <a:xfrm>
                <a:off x="10316424" y="240449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数据分析</a:t>
                </a:r>
                <a:endParaRPr lang="zh-CN" altLang="en-US" sz="1470" dirty="0">
                  <a:solidFill>
                    <a:schemeClr val="tx1">
                      <a:lumMod val="95000"/>
                      <a:lumOff val="5000"/>
                    </a:schemeClr>
                  </a:solidFill>
                  <a:latin typeface="+mj-ea"/>
                  <a:ea typeface="+mj-ea"/>
                </a:endParaRPr>
              </a:p>
            </p:txBody>
          </p:sp>
        </p:grpSp>
      </p:grpSp>
      <p:sp>
        <p:nvSpPr>
          <p:cNvPr id="2"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3" name="文本框 78"/>
          <p:cNvSpPr txBox="1"/>
          <p:nvPr/>
        </p:nvSpPr>
        <p:spPr>
          <a:xfrm>
            <a:off x="2727161" y="186640"/>
            <a:ext cx="2291012"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教学内容分析</a:t>
            </a:r>
          </a:p>
        </p:txBody>
      </p:sp>
      <p:grpSp>
        <p:nvGrpSpPr>
          <p:cNvPr id="25" name="组合 24"/>
          <p:cNvGrpSpPr/>
          <p:nvPr/>
        </p:nvGrpSpPr>
        <p:grpSpPr>
          <a:xfrm>
            <a:off x="3439684" y="1291868"/>
            <a:ext cx="2294954" cy="4611240"/>
            <a:chOff x="3439684" y="1291868"/>
            <a:chExt cx="2294954" cy="4611240"/>
          </a:xfrm>
        </p:grpSpPr>
        <p:sp>
          <p:nvSpPr>
            <p:cNvPr id="21" name="任意多边形: 形状 20"/>
            <p:cNvSpPr/>
            <p:nvPr>
              <p:custDataLst>
                <p:tags r:id="rId29"/>
              </p:custDataLst>
            </p:nvPr>
          </p:nvSpPr>
          <p:spPr>
            <a:xfrm>
              <a:off x="4026424" y="1291868"/>
              <a:ext cx="1708214" cy="1105471"/>
            </a:xfrm>
            <a:custGeom>
              <a:avLst/>
              <a:gdLst>
                <a:gd name="connsiteX0" fmla="*/ 1626974 w 1626974"/>
                <a:gd name="connsiteY0" fmla="*/ 0 h 1052886"/>
                <a:gd name="connsiteX1" fmla="*/ 1626974 w 1626974"/>
                <a:gd name="connsiteY1" fmla="*/ 459605 h 1052886"/>
                <a:gd name="connsiteX2" fmla="*/ 1458265 w 1626974"/>
                <a:gd name="connsiteY2" fmla="*/ 468124 h 1052886"/>
                <a:gd name="connsiteX3" fmla="*/ 350277 w 1626974"/>
                <a:gd name="connsiteY3" fmla="*/ 1028149 h 1052886"/>
                <a:gd name="connsiteX4" fmla="*/ 329739 w 1626974"/>
                <a:gd name="connsiteY4" fmla="*/ 1052886 h 1052886"/>
                <a:gd name="connsiteX5" fmla="*/ 0 w 1626974"/>
                <a:gd name="connsiteY5" fmla="*/ 731249 h 1052886"/>
                <a:gd name="connsiteX6" fmla="*/ 10069 w 1626974"/>
                <a:gd name="connsiteY6" fmla="*/ 719121 h 1052886"/>
                <a:gd name="connsiteX7" fmla="*/ 1411273 w 1626974"/>
                <a:gd name="connsiteY7" fmla="*/ 10892 h 1052886"/>
                <a:gd name="connsiteX8" fmla="*/ 1626974 w 1626974"/>
                <a:gd name="connsiteY8" fmla="*/ 0 h 1052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6974" h="1052886">
                  <a:moveTo>
                    <a:pt x="1626974" y="0"/>
                  </a:moveTo>
                  <a:lnTo>
                    <a:pt x="1626974" y="459605"/>
                  </a:lnTo>
                  <a:lnTo>
                    <a:pt x="1458265" y="468124"/>
                  </a:lnTo>
                  <a:cubicBezTo>
                    <a:pt x="1020387" y="512593"/>
                    <a:pt x="630597" y="719728"/>
                    <a:pt x="350277" y="1028149"/>
                  </a:cubicBezTo>
                  <a:lnTo>
                    <a:pt x="329739" y="1052886"/>
                  </a:lnTo>
                  <a:lnTo>
                    <a:pt x="0" y="731249"/>
                  </a:lnTo>
                  <a:lnTo>
                    <a:pt x="10069" y="719121"/>
                  </a:lnTo>
                  <a:cubicBezTo>
                    <a:pt x="364573" y="329080"/>
                    <a:pt x="857516" y="67129"/>
                    <a:pt x="1411273" y="10892"/>
                  </a:cubicBezTo>
                  <a:lnTo>
                    <a:pt x="1626974" y="0"/>
                  </a:lnTo>
                  <a:close/>
                </a:path>
              </a:pathLst>
            </a:custGeom>
            <a:solidFill>
              <a:schemeClr val="accent1"/>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zh-CN" altLang="en-US" sz="1890" dirty="0">
                <a:solidFill>
                  <a:schemeClr val="tx1"/>
                </a:solidFill>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22" name="任意多边形: 形状 21"/>
            <p:cNvSpPr/>
            <p:nvPr>
              <p:custDataLst>
                <p:tags r:id="rId30"/>
              </p:custDataLst>
            </p:nvPr>
          </p:nvSpPr>
          <p:spPr>
            <a:xfrm>
              <a:off x="3439685" y="2117971"/>
              <a:ext cx="884777" cy="1441513"/>
            </a:xfrm>
            <a:custGeom>
              <a:avLst/>
              <a:gdLst>
                <a:gd name="connsiteX0" fmla="*/ 512653 w 842392"/>
                <a:gd name="connsiteY0" fmla="*/ 0 h 1373063"/>
                <a:gd name="connsiteX1" fmla="*/ 842392 w 842392"/>
                <a:gd name="connsiteY1" fmla="*/ 321636 h 1373063"/>
                <a:gd name="connsiteX2" fmla="*/ 809202 w 842392"/>
                <a:gd name="connsiteY2" fmla="*/ 361611 h 1373063"/>
                <a:gd name="connsiteX3" fmla="*/ 465789 w 842392"/>
                <a:gd name="connsiteY3" fmla="*/ 1242449 h 1373063"/>
                <a:gd name="connsiteX4" fmla="*/ 459605 w 842392"/>
                <a:gd name="connsiteY4" fmla="*/ 1373063 h 1373063"/>
                <a:gd name="connsiteX5" fmla="*/ 0 w 842392"/>
                <a:gd name="connsiteY5" fmla="*/ 1373063 h 1373063"/>
                <a:gd name="connsiteX6" fmla="*/ 8271 w 842392"/>
                <a:gd name="connsiteY6" fmla="*/ 1198357 h 1373063"/>
                <a:gd name="connsiteX7" fmla="*/ 442565 w 842392"/>
                <a:gd name="connsiteY7" fmla="*/ 84416 h 1373063"/>
                <a:gd name="connsiteX8" fmla="*/ 512653 w 842392"/>
                <a:gd name="connsiteY8" fmla="*/ 0 h 1373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2392" h="1373063">
                  <a:moveTo>
                    <a:pt x="512653" y="0"/>
                  </a:moveTo>
                  <a:lnTo>
                    <a:pt x="842392" y="321636"/>
                  </a:lnTo>
                  <a:lnTo>
                    <a:pt x="809202" y="361611"/>
                  </a:lnTo>
                  <a:cubicBezTo>
                    <a:pt x="620207" y="611199"/>
                    <a:pt x="497104" y="913443"/>
                    <a:pt x="465789" y="1242449"/>
                  </a:cubicBezTo>
                  <a:lnTo>
                    <a:pt x="459605" y="1373063"/>
                  </a:lnTo>
                  <a:lnTo>
                    <a:pt x="0" y="1373063"/>
                  </a:lnTo>
                  <a:lnTo>
                    <a:pt x="8271" y="1198357"/>
                  </a:lnTo>
                  <a:cubicBezTo>
                    <a:pt x="47874" y="782283"/>
                    <a:pt x="203554" y="400053"/>
                    <a:pt x="442565" y="84416"/>
                  </a:cubicBezTo>
                  <a:lnTo>
                    <a:pt x="512653" y="0"/>
                  </a:lnTo>
                  <a:close/>
                </a:path>
              </a:pathLst>
            </a:custGeom>
            <a:solidFill>
              <a:schemeClr val="accent2"/>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zh-CN" altLang="en-US" sz="1890" dirty="0">
                <a:solidFill>
                  <a:schemeClr val="tx1"/>
                </a:solidFill>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23" name="任意多边形: 形状 22"/>
            <p:cNvSpPr/>
            <p:nvPr>
              <p:custDataLst>
                <p:tags r:id="rId31"/>
              </p:custDataLst>
            </p:nvPr>
          </p:nvSpPr>
          <p:spPr>
            <a:xfrm>
              <a:off x="3439684" y="3635492"/>
              <a:ext cx="928116" cy="1494187"/>
            </a:xfrm>
            <a:custGeom>
              <a:avLst/>
              <a:gdLst>
                <a:gd name="connsiteX0" fmla="*/ 0 w 883819"/>
                <a:gd name="connsiteY0" fmla="*/ 0 h 1422961"/>
                <a:gd name="connsiteX1" fmla="*/ 459605 w 883819"/>
                <a:gd name="connsiteY1" fmla="*/ 0 h 1422961"/>
                <a:gd name="connsiteX2" fmla="*/ 465789 w 883819"/>
                <a:gd name="connsiteY2" fmla="*/ 130614 h 1422961"/>
                <a:gd name="connsiteX3" fmla="*/ 809202 w 883819"/>
                <a:gd name="connsiteY3" fmla="*/ 1011452 h 1422961"/>
                <a:gd name="connsiteX4" fmla="*/ 883819 w 883819"/>
                <a:gd name="connsiteY4" fmla="*/ 1101324 h 1422961"/>
                <a:gd name="connsiteX5" fmla="*/ 554080 w 883819"/>
                <a:gd name="connsiteY5" fmla="*/ 1422961 h 1422961"/>
                <a:gd name="connsiteX6" fmla="*/ 442565 w 883819"/>
                <a:gd name="connsiteY6" fmla="*/ 1288648 h 1422961"/>
                <a:gd name="connsiteX7" fmla="*/ 8271 w 883819"/>
                <a:gd name="connsiteY7" fmla="*/ 174706 h 1422961"/>
                <a:gd name="connsiteX8" fmla="*/ 0 w 883819"/>
                <a:gd name="connsiteY8" fmla="*/ 0 h 1422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3819" h="1422961">
                  <a:moveTo>
                    <a:pt x="0" y="0"/>
                  </a:moveTo>
                  <a:lnTo>
                    <a:pt x="459605" y="0"/>
                  </a:lnTo>
                  <a:lnTo>
                    <a:pt x="465789" y="130614"/>
                  </a:lnTo>
                  <a:cubicBezTo>
                    <a:pt x="497104" y="459620"/>
                    <a:pt x="620207" y="761865"/>
                    <a:pt x="809202" y="1011452"/>
                  </a:cubicBezTo>
                  <a:lnTo>
                    <a:pt x="883819" y="1101324"/>
                  </a:lnTo>
                  <a:lnTo>
                    <a:pt x="554080" y="1422961"/>
                  </a:lnTo>
                  <a:lnTo>
                    <a:pt x="442565" y="1288648"/>
                  </a:lnTo>
                  <a:cubicBezTo>
                    <a:pt x="203554" y="973011"/>
                    <a:pt x="47874" y="590781"/>
                    <a:pt x="8271" y="174706"/>
                  </a:cubicBezTo>
                  <a:lnTo>
                    <a:pt x="0" y="0"/>
                  </a:lnTo>
                  <a:close/>
                </a:path>
              </a:pathLst>
            </a:custGeom>
            <a:solidFill>
              <a:schemeClr val="accent3"/>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zh-CN" altLang="en-US" sz="1890" dirty="0">
                <a:solidFill>
                  <a:schemeClr val="tx1"/>
                </a:solidFill>
                <a:latin typeface="思源黑体 CN Bold" panose="020B0800000000000000" pitchFamily="34" charset="-122"/>
                <a:ea typeface="思源黑体 CN Bold" panose="020B0800000000000000" pitchFamily="34" charset="-122"/>
                <a:cs typeface="OPPOSans L" panose="00020600040101010101" pitchFamily="18" charset="-122"/>
              </a:endParaRPr>
            </a:p>
          </p:txBody>
        </p:sp>
        <p:sp>
          <p:nvSpPr>
            <p:cNvPr id="24" name="任意多边形: 形状 23"/>
            <p:cNvSpPr/>
            <p:nvPr>
              <p:custDataLst>
                <p:tags r:id="rId32"/>
              </p:custDataLst>
            </p:nvPr>
          </p:nvSpPr>
          <p:spPr>
            <a:xfrm>
              <a:off x="4073096" y="4847643"/>
              <a:ext cx="1661541" cy="1055465"/>
            </a:xfrm>
            <a:custGeom>
              <a:avLst/>
              <a:gdLst>
                <a:gd name="connsiteX0" fmla="*/ 328691 w 1582407"/>
                <a:gd name="connsiteY0" fmla="*/ 0 h 1005031"/>
                <a:gd name="connsiteX1" fmla="*/ 415842 w 1582407"/>
                <a:gd name="connsiteY1" fmla="*/ 87672 h 1005031"/>
                <a:gd name="connsiteX2" fmla="*/ 1413698 w 1582407"/>
                <a:gd name="connsiteY2" fmla="*/ 536907 h 1005031"/>
                <a:gd name="connsiteX3" fmla="*/ 1582407 w 1582407"/>
                <a:gd name="connsiteY3" fmla="*/ 545426 h 1005031"/>
                <a:gd name="connsiteX4" fmla="*/ 1582407 w 1582407"/>
                <a:gd name="connsiteY4" fmla="*/ 1005031 h 1005031"/>
                <a:gd name="connsiteX5" fmla="*/ 1366706 w 1582407"/>
                <a:gd name="connsiteY5" fmla="*/ 994139 h 1005031"/>
                <a:gd name="connsiteX6" fmla="*/ 104778 w 1582407"/>
                <a:gd name="connsiteY6" fmla="*/ 426019 h 1005031"/>
                <a:gd name="connsiteX7" fmla="*/ 0 w 1582407"/>
                <a:gd name="connsiteY7" fmla="*/ 320615 h 1005031"/>
                <a:gd name="connsiteX8" fmla="*/ 328691 w 1582407"/>
                <a:gd name="connsiteY8" fmla="*/ 0 h 1005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2407" h="1005031">
                  <a:moveTo>
                    <a:pt x="328691" y="0"/>
                  </a:moveTo>
                  <a:lnTo>
                    <a:pt x="415842" y="87672"/>
                  </a:lnTo>
                  <a:cubicBezTo>
                    <a:pt x="684229" y="334545"/>
                    <a:pt x="1030555" y="497997"/>
                    <a:pt x="1413698" y="536907"/>
                  </a:cubicBezTo>
                  <a:lnTo>
                    <a:pt x="1582407" y="545426"/>
                  </a:lnTo>
                  <a:lnTo>
                    <a:pt x="1582407" y="1005031"/>
                  </a:lnTo>
                  <a:lnTo>
                    <a:pt x="1366706" y="994139"/>
                  </a:lnTo>
                  <a:cubicBezTo>
                    <a:pt x="882168" y="944932"/>
                    <a:pt x="444192" y="738225"/>
                    <a:pt x="104778" y="426019"/>
                  </a:cubicBezTo>
                  <a:lnTo>
                    <a:pt x="0" y="320615"/>
                  </a:lnTo>
                  <a:lnTo>
                    <a:pt x="328691" y="0"/>
                  </a:lnTo>
                  <a:close/>
                </a:path>
              </a:pathLst>
            </a:custGeom>
            <a:solidFill>
              <a:schemeClr val="accent6"/>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zh-CN" altLang="en-US" sz="1890" dirty="0">
                <a:solidFill>
                  <a:schemeClr val="tx1"/>
                </a:solidFill>
                <a:cs typeface="OPPOSans L" panose="00020600040101010101" pitchFamily="18" charset="-122"/>
              </a:endParaRPr>
            </a:p>
          </p:txBody>
        </p:sp>
      </p:grpSp>
      <p:sp>
        <p:nvSpPr>
          <p:cNvPr id="30" name="椭圆 29"/>
          <p:cNvSpPr/>
          <p:nvPr>
            <p:custDataLst>
              <p:tags r:id="rId1"/>
            </p:custDataLst>
          </p:nvPr>
        </p:nvSpPr>
        <p:spPr>
          <a:xfrm>
            <a:off x="10381218" y="6115802"/>
            <a:ext cx="240697" cy="240697"/>
          </a:xfrm>
          <a:prstGeom prst="ellipse">
            <a:avLst/>
          </a:prstGeom>
          <a:gradFill flip="none" rotWithShape="1">
            <a:gsLst>
              <a:gs pos="0">
                <a:srgbClr val="A8C778">
                  <a:alpha val="30000"/>
                </a:srgbClr>
              </a:gs>
              <a:gs pos="69000">
                <a:srgbClr val="A8C778">
                  <a:alpha val="0"/>
                </a:srgb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6012" tIns="48006" rIns="96012" bIns="48006"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890" b="0" i="0" u="none" strike="noStrike" kern="1200" cap="none" spc="0" normalizeH="0" baseline="0" noProof="0">
              <a:ln>
                <a:noFill/>
              </a:ln>
              <a:solidFill>
                <a:prstClr val="white"/>
              </a:solidFill>
              <a:effectLst/>
              <a:uLnTx/>
              <a:uFillTx/>
              <a:latin typeface="OPPOSans L" panose="00020600040101010101" pitchFamily="18" charset="-122"/>
              <a:ea typeface="OPPOSans L" panose="00020600040101010101" pitchFamily="18" charset="-122"/>
              <a:cs typeface="OPPOSans L" panose="00020600040101010101" pitchFamily="18" charset="-122"/>
            </a:endParaRPr>
          </a:p>
        </p:txBody>
      </p:sp>
      <p:grpSp>
        <p:nvGrpSpPr>
          <p:cNvPr id="26" name="组合 25"/>
          <p:cNvGrpSpPr/>
          <p:nvPr/>
        </p:nvGrpSpPr>
        <p:grpSpPr>
          <a:xfrm>
            <a:off x="482599" y="923389"/>
            <a:ext cx="4296402" cy="843754"/>
            <a:chOff x="482599" y="923389"/>
            <a:chExt cx="4296402" cy="843754"/>
          </a:xfrm>
        </p:grpSpPr>
        <p:sp>
          <p:nvSpPr>
            <p:cNvPr id="182" name="矩形 181"/>
            <p:cNvSpPr/>
            <p:nvPr/>
          </p:nvSpPr>
          <p:spPr>
            <a:xfrm>
              <a:off x="482599" y="923389"/>
              <a:ext cx="3588379" cy="843754"/>
            </a:xfrm>
            <a:prstGeom prst="rect">
              <a:avLst/>
            </a:prstGeom>
            <a:solidFill>
              <a:schemeClr val="accent1">
                <a:alpha val="7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37" name="文本框 36"/>
            <p:cNvSpPr txBox="1"/>
            <p:nvPr>
              <p:custDataLst>
                <p:tags r:id="rId27"/>
              </p:custDataLst>
            </p:nvPr>
          </p:nvSpPr>
          <p:spPr>
            <a:xfrm>
              <a:off x="4261295" y="1102892"/>
              <a:ext cx="517706" cy="484748"/>
            </a:xfrm>
            <a:prstGeom prst="rect">
              <a:avLst/>
            </a:prstGeom>
            <a:noFill/>
            <a:effectLst/>
          </p:spPr>
          <p:txBody>
            <a:bodyPr wrap="none" lIns="96012" tIns="48006" rIns="96012" bIns="48006" rtlCol="0" anchor="t">
              <a:spAutoFit/>
            </a:bodyPr>
            <a:lstStyle/>
            <a:p>
              <a:pPr algn="r">
                <a:defRPr/>
              </a:pPr>
              <a:r>
                <a:rPr lang="zh-CN" altLang="en-US" sz="2520" dirty="0">
                  <a:solidFill>
                    <a:schemeClr val="accent1"/>
                  </a:solidFill>
                  <a:latin typeface="思源宋体 CN Heavy" panose="02020900000000000000" pitchFamily="18" charset="-122"/>
                  <a:ea typeface="思源宋体 CN Heavy" panose="02020900000000000000" pitchFamily="18" charset="-122"/>
                  <a:cs typeface="OPPOSans L" panose="00020600040101010101" pitchFamily="18" charset="-122"/>
                  <a:sym typeface="+mn-ea"/>
                </a:rPr>
                <a:t>教</a:t>
              </a:r>
            </a:p>
          </p:txBody>
        </p:sp>
        <p:sp>
          <p:nvSpPr>
            <p:cNvPr id="38" name="文本框 37"/>
            <p:cNvSpPr txBox="1"/>
            <p:nvPr>
              <p:custDataLst>
                <p:tags r:id="rId28"/>
              </p:custDataLst>
            </p:nvPr>
          </p:nvSpPr>
          <p:spPr>
            <a:xfrm>
              <a:off x="601457" y="1011521"/>
              <a:ext cx="3350662" cy="667490"/>
            </a:xfrm>
            <a:prstGeom prst="rect">
              <a:avLst/>
            </a:prstGeom>
            <a:noFill/>
            <a:effectLst/>
          </p:spPr>
          <p:txBody>
            <a:bodyPr wrap="square" lIns="96012" tIns="48006" rIns="96012" bIns="48006">
              <a:spAutoFit/>
            </a:bodyPr>
            <a:lstStyle/>
            <a:p>
              <a:pPr algn="r">
                <a:lnSpc>
                  <a:spcPct val="120000"/>
                </a:lnSpc>
              </a:pPr>
              <a:r>
                <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rPr>
                <a:t>教授学生如何对监测数据进行统计分析、趋势预测、异常检测等</a:t>
              </a:r>
            </a:p>
          </p:txBody>
        </p:sp>
        <p:sp>
          <p:nvSpPr>
            <p:cNvPr id="183" name="等腰三角形 182"/>
            <p:cNvSpPr/>
            <p:nvPr/>
          </p:nvSpPr>
          <p:spPr>
            <a:xfrm rot="5400000" flipH="1">
              <a:off x="4032719" y="1285837"/>
              <a:ext cx="195376" cy="11885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600">
                <a:solidFill>
                  <a:prstClr val="white"/>
                </a:solidFill>
                <a:latin typeface="思源黑体 CN Bold" panose="020B0800000000000000" pitchFamily="34" charset="-122"/>
                <a:ea typeface="思源黑体 CN Bold" panose="020B0800000000000000" pitchFamily="34" charset="-122"/>
              </a:endParaRPr>
            </a:p>
          </p:txBody>
        </p:sp>
      </p:grpSp>
      <p:grpSp>
        <p:nvGrpSpPr>
          <p:cNvPr id="27" name="组合 26"/>
          <p:cNvGrpSpPr/>
          <p:nvPr/>
        </p:nvGrpSpPr>
        <p:grpSpPr>
          <a:xfrm>
            <a:off x="442912" y="2436505"/>
            <a:ext cx="3173170" cy="843754"/>
            <a:chOff x="442912" y="2436505"/>
            <a:chExt cx="3173170" cy="843754"/>
          </a:xfrm>
        </p:grpSpPr>
        <p:sp>
          <p:nvSpPr>
            <p:cNvPr id="200" name="矩形 199"/>
            <p:cNvSpPr/>
            <p:nvPr/>
          </p:nvSpPr>
          <p:spPr>
            <a:xfrm>
              <a:off x="476782" y="2436505"/>
              <a:ext cx="2431277" cy="843754"/>
            </a:xfrm>
            <a:prstGeom prst="rect">
              <a:avLst/>
            </a:prstGeom>
            <a:solidFill>
              <a:schemeClr val="accent2">
                <a:alpha val="7000"/>
              </a:schemeClr>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201" name="文本框 200"/>
            <p:cNvSpPr txBox="1"/>
            <p:nvPr>
              <p:custDataLst>
                <p:tags r:id="rId25"/>
              </p:custDataLst>
            </p:nvPr>
          </p:nvSpPr>
          <p:spPr>
            <a:xfrm>
              <a:off x="3098375" y="2616008"/>
              <a:ext cx="517707" cy="484748"/>
            </a:xfrm>
            <a:prstGeom prst="rect">
              <a:avLst/>
            </a:prstGeom>
            <a:noFill/>
            <a:effectLst/>
          </p:spPr>
          <p:txBody>
            <a:bodyPr wrap="none" lIns="96012" tIns="48006" rIns="96012" bIns="48006" rtlCol="0" anchor="t">
              <a:spAutoFit/>
            </a:bodyPr>
            <a:lstStyle/>
            <a:p>
              <a:pPr algn="r">
                <a:defRPr/>
              </a:pPr>
              <a:r>
                <a:rPr lang="zh-CN" altLang="en-US" sz="2520" dirty="0">
                  <a:solidFill>
                    <a:schemeClr val="accent2"/>
                  </a:solidFill>
                  <a:latin typeface="思源宋体 CN Heavy" panose="02020900000000000000" pitchFamily="18" charset="-122"/>
                  <a:ea typeface="思源宋体 CN Heavy" panose="02020900000000000000" pitchFamily="18" charset="-122"/>
                  <a:cs typeface="OPPOSans L" panose="00020600040101010101" pitchFamily="18" charset="-122"/>
                  <a:sym typeface="+mn-ea"/>
                </a:rPr>
                <a:t>学</a:t>
              </a:r>
            </a:p>
          </p:txBody>
        </p:sp>
        <p:sp>
          <p:nvSpPr>
            <p:cNvPr id="202" name="文本框 201"/>
            <p:cNvSpPr txBox="1"/>
            <p:nvPr>
              <p:custDataLst>
                <p:tags r:id="rId26"/>
              </p:custDataLst>
            </p:nvPr>
          </p:nvSpPr>
          <p:spPr>
            <a:xfrm>
              <a:off x="442912" y="2524637"/>
              <a:ext cx="2346287" cy="667490"/>
            </a:xfrm>
            <a:prstGeom prst="rect">
              <a:avLst/>
            </a:prstGeom>
            <a:noFill/>
            <a:effectLst/>
          </p:spPr>
          <p:txBody>
            <a:bodyPr wrap="square" lIns="96012" tIns="48006" rIns="96012" bIns="48006">
              <a:spAutoFit/>
            </a:bodyPr>
            <a:lstStyle/>
            <a:p>
              <a:pPr algn="r">
                <a:lnSpc>
                  <a:spcPct val="120000"/>
                </a:lnSpc>
              </a:pPr>
              <a:r>
                <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rPr>
                <a:t>让学生掌握水质监测的基本操作技能</a:t>
              </a:r>
            </a:p>
          </p:txBody>
        </p:sp>
        <p:sp>
          <p:nvSpPr>
            <p:cNvPr id="203" name="等腰三角形 202"/>
            <p:cNvSpPr/>
            <p:nvPr/>
          </p:nvSpPr>
          <p:spPr>
            <a:xfrm rot="5400000" flipH="1">
              <a:off x="2869800" y="2798953"/>
              <a:ext cx="195376" cy="118859"/>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600">
                <a:solidFill>
                  <a:prstClr val="white"/>
                </a:solidFill>
                <a:ea typeface="+mj-ea"/>
              </a:endParaRPr>
            </a:p>
          </p:txBody>
        </p:sp>
      </p:grpSp>
      <p:grpSp>
        <p:nvGrpSpPr>
          <p:cNvPr id="28" name="组合 27"/>
          <p:cNvGrpSpPr/>
          <p:nvPr/>
        </p:nvGrpSpPr>
        <p:grpSpPr>
          <a:xfrm>
            <a:off x="476782" y="3949621"/>
            <a:ext cx="3139300" cy="843754"/>
            <a:chOff x="476782" y="3949621"/>
            <a:chExt cx="3139300" cy="843754"/>
          </a:xfrm>
        </p:grpSpPr>
        <p:sp>
          <p:nvSpPr>
            <p:cNvPr id="205" name="矩形 204"/>
            <p:cNvSpPr/>
            <p:nvPr/>
          </p:nvSpPr>
          <p:spPr>
            <a:xfrm>
              <a:off x="476782" y="3949621"/>
              <a:ext cx="2431277" cy="843754"/>
            </a:xfrm>
            <a:prstGeom prst="rect">
              <a:avLst/>
            </a:prstGeom>
            <a:solidFill>
              <a:schemeClr val="accent3">
                <a:alpha val="7000"/>
              </a:schemeClr>
            </a:solidFill>
            <a:ln w="63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206" name="文本框 205"/>
            <p:cNvSpPr txBox="1"/>
            <p:nvPr>
              <p:custDataLst>
                <p:tags r:id="rId23"/>
              </p:custDataLst>
            </p:nvPr>
          </p:nvSpPr>
          <p:spPr>
            <a:xfrm>
              <a:off x="3098375" y="4129124"/>
              <a:ext cx="517707" cy="484748"/>
            </a:xfrm>
            <a:prstGeom prst="rect">
              <a:avLst/>
            </a:prstGeom>
            <a:noFill/>
            <a:effectLst/>
          </p:spPr>
          <p:txBody>
            <a:bodyPr wrap="none" lIns="96012" tIns="48006" rIns="96012" bIns="48006" rtlCol="0" anchor="t">
              <a:spAutoFit/>
            </a:bodyPr>
            <a:lstStyle/>
            <a:p>
              <a:pPr algn="r">
                <a:defRPr/>
              </a:pPr>
              <a:r>
                <a:rPr lang="zh-CN" altLang="en-US" sz="2520" dirty="0">
                  <a:solidFill>
                    <a:schemeClr val="accent3"/>
                  </a:solidFill>
                  <a:latin typeface="思源宋体 CN Heavy" panose="02020900000000000000" pitchFamily="18" charset="-122"/>
                  <a:ea typeface="思源宋体 CN Heavy" panose="02020900000000000000" pitchFamily="18" charset="-122"/>
                  <a:cs typeface="OPPOSans L" panose="00020600040101010101" pitchFamily="18" charset="-122"/>
                  <a:sym typeface="+mn-ea"/>
                </a:rPr>
                <a:t>内</a:t>
              </a:r>
            </a:p>
          </p:txBody>
        </p:sp>
        <p:sp>
          <p:nvSpPr>
            <p:cNvPr id="207" name="文本框 206"/>
            <p:cNvSpPr txBox="1"/>
            <p:nvPr>
              <p:custDataLst>
                <p:tags r:id="rId24"/>
              </p:custDataLst>
            </p:nvPr>
          </p:nvSpPr>
          <p:spPr>
            <a:xfrm>
              <a:off x="547768" y="4037753"/>
              <a:ext cx="2241431" cy="667490"/>
            </a:xfrm>
            <a:prstGeom prst="rect">
              <a:avLst/>
            </a:prstGeom>
            <a:noFill/>
            <a:effectLst/>
          </p:spPr>
          <p:txBody>
            <a:bodyPr wrap="square" lIns="96012" tIns="48006" rIns="96012" bIns="48006">
              <a:spAutoFit/>
            </a:bodyPr>
            <a:lstStyle/>
            <a:p>
              <a:pPr algn="r">
                <a:lnSpc>
                  <a:spcPct val="120000"/>
                </a:lnSpc>
              </a:pPr>
              <a:r>
                <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rPr>
                <a:t>培养学生的工程设计与创新能力</a:t>
              </a:r>
            </a:p>
          </p:txBody>
        </p:sp>
        <p:sp>
          <p:nvSpPr>
            <p:cNvPr id="208" name="等腰三角形 207"/>
            <p:cNvSpPr/>
            <p:nvPr/>
          </p:nvSpPr>
          <p:spPr>
            <a:xfrm rot="5400000" flipH="1">
              <a:off x="2869800" y="4312069"/>
              <a:ext cx="195376" cy="118859"/>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600">
                <a:solidFill>
                  <a:prstClr val="white"/>
                </a:solidFill>
                <a:ea typeface="+mj-ea"/>
              </a:endParaRPr>
            </a:p>
          </p:txBody>
        </p:sp>
      </p:grpSp>
      <p:grpSp>
        <p:nvGrpSpPr>
          <p:cNvPr id="29" name="组合 28"/>
          <p:cNvGrpSpPr/>
          <p:nvPr/>
        </p:nvGrpSpPr>
        <p:grpSpPr>
          <a:xfrm>
            <a:off x="482599" y="5462738"/>
            <a:ext cx="4296402" cy="843754"/>
            <a:chOff x="482599" y="5462738"/>
            <a:chExt cx="4296402" cy="843754"/>
          </a:xfrm>
        </p:grpSpPr>
        <p:sp>
          <p:nvSpPr>
            <p:cNvPr id="210" name="矩形 209"/>
            <p:cNvSpPr/>
            <p:nvPr/>
          </p:nvSpPr>
          <p:spPr>
            <a:xfrm>
              <a:off x="482599" y="5462738"/>
              <a:ext cx="3588379" cy="843754"/>
            </a:xfrm>
            <a:prstGeom prst="rect">
              <a:avLst/>
            </a:prstGeom>
            <a:solidFill>
              <a:schemeClr val="accent6">
                <a:alpha val="7000"/>
              </a:schemeClr>
            </a:solid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a typeface="+mj-ea"/>
              </a:endParaRPr>
            </a:p>
          </p:txBody>
        </p:sp>
        <p:sp>
          <p:nvSpPr>
            <p:cNvPr id="211" name="文本框 210"/>
            <p:cNvSpPr txBox="1"/>
            <p:nvPr>
              <p:custDataLst>
                <p:tags r:id="rId21"/>
              </p:custDataLst>
            </p:nvPr>
          </p:nvSpPr>
          <p:spPr>
            <a:xfrm>
              <a:off x="4261294" y="5642241"/>
              <a:ext cx="517707" cy="484748"/>
            </a:xfrm>
            <a:prstGeom prst="rect">
              <a:avLst/>
            </a:prstGeom>
            <a:noFill/>
            <a:effectLst/>
          </p:spPr>
          <p:txBody>
            <a:bodyPr wrap="none" lIns="96012" tIns="48006" rIns="96012" bIns="48006" rtlCol="0" anchor="t">
              <a:spAutoFit/>
            </a:bodyPr>
            <a:lstStyle/>
            <a:p>
              <a:pPr algn="r">
                <a:defRPr/>
              </a:pPr>
              <a:r>
                <a:rPr lang="zh-CN" altLang="en-US" sz="2520" dirty="0">
                  <a:solidFill>
                    <a:schemeClr val="accent6"/>
                  </a:solidFill>
                  <a:latin typeface="思源宋体 CN Heavy" panose="02020900000000000000" pitchFamily="18" charset="-122"/>
                  <a:ea typeface="思源宋体 CN Heavy" panose="02020900000000000000" pitchFamily="18" charset="-122"/>
                  <a:cs typeface="OPPOSans L" panose="00020600040101010101" pitchFamily="18" charset="-122"/>
                  <a:sym typeface="+mn-ea"/>
                </a:rPr>
                <a:t>容</a:t>
              </a:r>
            </a:p>
          </p:txBody>
        </p:sp>
        <p:sp>
          <p:nvSpPr>
            <p:cNvPr id="212" name="文本框 211"/>
            <p:cNvSpPr txBox="1"/>
            <p:nvPr>
              <p:custDataLst>
                <p:tags r:id="rId22"/>
              </p:custDataLst>
            </p:nvPr>
          </p:nvSpPr>
          <p:spPr>
            <a:xfrm>
              <a:off x="601457" y="5550870"/>
              <a:ext cx="3350662" cy="667490"/>
            </a:xfrm>
            <a:prstGeom prst="rect">
              <a:avLst/>
            </a:prstGeom>
            <a:noFill/>
            <a:effectLst/>
          </p:spPr>
          <p:txBody>
            <a:bodyPr wrap="square" lIns="96012" tIns="48006" rIns="96012" bIns="48006">
              <a:spAutoFit/>
            </a:bodyPr>
            <a:lstStyle/>
            <a:p>
              <a:pPr algn="r">
                <a:lnSpc>
                  <a:spcPct val="120000"/>
                </a:lnSpc>
              </a:pPr>
              <a:r>
                <a:rPr lang="zh-CN" altLang="en-US" sz="1600" spc="120" dirty="0">
                  <a:latin typeface="思源黑体 CN Bold" panose="020B0800000000000000" pitchFamily="34" charset="-122"/>
                  <a:ea typeface="思源黑体 CN Bold" panose="020B0800000000000000" pitchFamily="34" charset="-122"/>
                  <a:cs typeface="OPPOSans L" panose="00020600040101010101" pitchFamily="18" charset="-122"/>
                </a:rPr>
                <a:t>让学生能够开发简单的数据分析程序，提升编程能力和处理效率</a:t>
              </a:r>
            </a:p>
          </p:txBody>
        </p:sp>
        <p:sp>
          <p:nvSpPr>
            <p:cNvPr id="213" name="等腰三角形 212"/>
            <p:cNvSpPr/>
            <p:nvPr/>
          </p:nvSpPr>
          <p:spPr>
            <a:xfrm rot="5400000" flipH="1">
              <a:off x="4032719" y="5825186"/>
              <a:ext cx="195376" cy="118859"/>
            </a:xfrm>
            <a:prstGeom prst="triangl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sz="1600">
                <a:solidFill>
                  <a:prstClr val="white"/>
                </a:solidFill>
                <a:ea typeface="+mj-ea"/>
              </a:endParaRPr>
            </a:p>
          </p:txBody>
        </p:sp>
      </p:grpSp>
      <p:grpSp>
        <p:nvGrpSpPr>
          <p:cNvPr id="17" name="组合 16"/>
          <p:cNvGrpSpPr/>
          <p:nvPr/>
        </p:nvGrpSpPr>
        <p:grpSpPr>
          <a:xfrm>
            <a:off x="7394892" y="3286122"/>
            <a:ext cx="3975073" cy="643710"/>
            <a:chOff x="7394892" y="3286122"/>
            <a:chExt cx="3975073" cy="643710"/>
          </a:xfrm>
        </p:grpSpPr>
        <p:sp>
          <p:nvSpPr>
            <p:cNvPr id="229" name="圆角矩形 27++"/>
            <p:cNvSpPr/>
            <p:nvPr>
              <p:custDataLst>
                <p:tags r:id="rId16"/>
              </p:custDataLst>
            </p:nvPr>
          </p:nvSpPr>
          <p:spPr>
            <a:xfrm>
              <a:off x="7394892" y="3286124"/>
              <a:ext cx="3975073" cy="643708"/>
            </a:xfrm>
            <a:prstGeom prst="roundRect">
              <a:avLst>
                <a:gd name="adj" fmla="val 10363"/>
              </a:avLst>
            </a:prstGeom>
            <a:solidFill>
              <a:schemeClr val="bg1"/>
            </a:solidFill>
            <a:ln w="635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230" name="圆角矩形 27+"/>
            <p:cNvSpPr/>
            <p:nvPr>
              <p:custDataLst>
                <p:tags r:id="rId17"/>
              </p:custDataLst>
            </p:nvPr>
          </p:nvSpPr>
          <p:spPr>
            <a:xfrm>
              <a:off x="7394893" y="3286122"/>
              <a:ext cx="695783" cy="643708"/>
            </a:xfrm>
            <a:prstGeom prst="roundRect">
              <a:avLst>
                <a:gd name="adj" fmla="val 10363"/>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231" name="文本框 230"/>
            <p:cNvSpPr txBox="1"/>
            <p:nvPr/>
          </p:nvSpPr>
          <p:spPr>
            <a:xfrm>
              <a:off x="7474407" y="3349455"/>
              <a:ext cx="529298" cy="517065"/>
            </a:xfrm>
            <a:prstGeom prst="rect">
              <a:avLst/>
            </a:prstGeom>
            <a:noFill/>
            <a:effectLst/>
          </p:spPr>
          <p:txBody>
            <a:bodyPr wrap="square" lIns="0" tIns="0" rIns="0" bIns="0" rtlCol="0">
              <a:spAutoFit/>
            </a:bodyPr>
            <a:lstStyle/>
            <a:p>
              <a:pPr algn="ctr"/>
              <a:r>
                <a:rPr lang="zh-CN" altLang="en-US" sz="1680">
                  <a:solidFill>
                    <a:srgbClr val="FFFFFF"/>
                  </a:solidFill>
                  <a:latin typeface="+mj-ea"/>
                  <a:ea typeface="+mj-ea"/>
                </a:rPr>
                <a:t>训练模块</a:t>
              </a:r>
              <a:endParaRPr lang="zh-CN" altLang="en-US" sz="1680" dirty="0">
                <a:solidFill>
                  <a:srgbClr val="FFFFFF"/>
                </a:solidFill>
                <a:latin typeface="+mj-ea"/>
                <a:ea typeface="+mj-ea"/>
              </a:endParaRPr>
            </a:p>
          </p:txBody>
        </p:sp>
        <p:sp>
          <p:nvSpPr>
            <p:cNvPr id="227" name="矩形: 圆角 226"/>
            <p:cNvSpPr/>
            <p:nvPr>
              <p:custDataLst>
                <p:tags r:id="rId18"/>
              </p:custDataLst>
            </p:nvPr>
          </p:nvSpPr>
          <p:spPr>
            <a:xfrm>
              <a:off x="8198478" y="3406764"/>
              <a:ext cx="950517" cy="402427"/>
            </a:xfrm>
            <a:prstGeom prst="roundRect">
              <a:avLst>
                <a:gd name="adj" fmla="val 16667"/>
              </a:avLst>
            </a:prstGeom>
            <a:solidFill>
              <a:schemeClr val="accent2">
                <a:alpha val="20000"/>
              </a:schemeClr>
            </a:solidFill>
            <a:ln w="6350" cap="flat">
              <a:solidFill>
                <a:schemeClr val="accent2"/>
              </a:solidFill>
              <a:prstDash val="solid"/>
              <a:miter/>
            </a:ln>
            <a:effectLst/>
          </p:spPr>
          <p:txBody>
            <a:bodyPr lIns="189000" tIns="48006" rIns="96012" bIns="48006" rtlCol="0" anchor="ctr"/>
            <a:lstStyle/>
            <a:p>
              <a:pPr defTabSz="731520"/>
              <a:endParaRPr lang="zh-CN" altLang="en-US" sz="1680" dirty="0">
                <a:solidFill>
                  <a:schemeClr val="tx1">
                    <a:lumMod val="85000"/>
                    <a:lumOff val="15000"/>
                  </a:schemeClr>
                </a:solidFill>
                <a:latin typeface="+mn-ea"/>
              </a:endParaRPr>
            </a:p>
          </p:txBody>
        </p:sp>
        <p:sp>
          <p:nvSpPr>
            <p:cNvPr id="228" name="文本框 227"/>
            <p:cNvSpPr txBox="1"/>
            <p:nvPr/>
          </p:nvSpPr>
          <p:spPr>
            <a:xfrm>
              <a:off x="8198478" y="3446395"/>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水质监测</a:t>
              </a:r>
              <a:endParaRPr lang="zh-CN" altLang="en-US" sz="1470" dirty="0">
                <a:solidFill>
                  <a:schemeClr val="tx1">
                    <a:lumMod val="95000"/>
                    <a:lumOff val="5000"/>
                  </a:schemeClr>
                </a:solidFill>
                <a:latin typeface="+mj-ea"/>
                <a:ea typeface="+mj-ea"/>
              </a:endParaRPr>
            </a:p>
          </p:txBody>
        </p:sp>
        <p:sp>
          <p:nvSpPr>
            <p:cNvPr id="225" name="矩形: 圆角 224"/>
            <p:cNvSpPr/>
            <p:nvPr>
              <p:custDataLst>
                <p:tags r:id="rId19"/>
              </p:custDataLst>
            </p:nvPr>
          </p:nvSpPr>
          <p:spPr>
            <a:xfrm>
              <a:off x="9257451" y="3406764"/>
              <a:ext cx="950517" cy="402427"/>
            </a:xfrm>
            <a:prstGeom prst="roundRect">
              <a:avLst>
                <a:gd name="adj" fmla="val 16667"/>
              </a:avLst>
            </a:prstGeom>
            <a:solidFill>
              <a:schemeClr val="accent2">
                <a:alpha val="20000"/>
              </a:schemeClr>
            </a:solidFill>
            <a:ln w="6350" cap="flat">
              <a:solidFill>
                <a:schemeClr val="accent2"/>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226" name="文本框 225"/>
            <p:cNvSpPr txBox="1"/>
            <p:nvPr/>
          </p:nvSpPr>
          <p:spPr>
            <a:xfrm>
              <a:off x="9257451" y="3446395"/>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设备操作</a:t>
              </a:r>
              <a:endParaRPr lang="zh-CN" altLang="en-US" sz="1470" dirty="0">
                <a:solidFill>
                  <a:schemeClr val="tx1">
                    <a:lumMod val="95000"/>
                    <a:lumOff val="5000"/>
                  </a:schemeClr>
                </a:solidFill>
                <a:latin typeface="+mj-ea"/>
                <a:ea typeface="+mj-ea"/>
              </a:endParaRPr>
            </a:p>
          </p:txBody>
        </p:sp>
        <p:sp>
          <p:nvSpPr>
            <p:cNvPr id="223" name="矩形: 圆角 222"/>
            <p:cNvSpPr/>
            <p:nvPr>
              <p:custDataLst>
                <p:tags r:id="rId20"/>
              </p:custDataLst>
            </p:nvPr>
          </p:nvSpPr>
          <p:spPr>
            <a:xfrm>
              <a:off x="10316424" y="3406764"/>
              <a:ext cx="950517" cy="402427"/>
            </a:xfrm>
            <a:prstGeom prst="roundRect">
              <a:avLst>
                <a:gd name="adj" fmla="val 16667"/>
              </a:avLst>
            </a:prstGeom>
            <a:solidFill>
              <a:schemeClr val="accent2">
                <a:alpha val="20000"/>
              </a:schemeClr>
            </a:solidFill>
            <a:ln w="6350" cap="flat">
              <a:solidFill>
                <a:schemeClr val="accent2"/>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224" name="文本框 223"/>
            <p:cNvSpPr txBox="1"/>
            <p:nvPr/>
          </p:nvSpPr>
          <p:spPr>
            <a:xfrm>
              <a:off x="10316424" y="3446395"/>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工艺模拟</a:t>
              </a:r>
              <a:endParaRPr lang="zh-CN" altLang="en-US" sz="1470" dirty="0">
                <a:solidFill>
                  <a:schemeClr val="tx1">
                    <a:lumMod val="95000"/>
                    <a:lumOff val="5000"/>
                  </a:schemeClr>
                </a:solidFill>
                <a:latin typeface="+mj-ea"/>
                <a:ea typeface="+mj-ea"/>
              </a:endParaRPr>
            </a:p>
          </p:txBody>
        </p:sp>
      </p:grpSp>
      <p:grpSp>
        <p:nvGrpSpPr>
          <p:cNvPr id="19" name="组合 18"/>
          <p:cNvGrpSpPr/>
          <p:nvPr/>
        </p:nvGrpSpPr>
        <p:grpSpPr>
          <a:xfrm>
            <a:off x="7394892" y="4328027"/>
            <a:ext cx="3975073" cy="643710"/>
            <a:chOff x="7394892" y="4328027"/>
            <a:chExt cx="3975073" cy="643710"/>
          </a:xfrm>
        </p:grpSpPr>
        <p:sp>
          <p:nvSpPr>
            <p:cNvPr id="243" name="圆角矩形 27++"/>
            <p:cNvSpPr/>
            <p:nvPr>
              <p:custDataLst>
                <p:tags r:id="rId11"/>
              </p:custDataLst>
            </p:nvPr>
          </p:nvSpPr>
          <p:spPr>
            <a:xfrm>
              <a:off x="7394892" y="4328029"/>
              <a:ext cx="3975073" cy="643708"/>
            </a:xfrm>
            <a:prstGeom prst="roundRect">
              <a:avLst>
                <a:gd name="adj" fmla="val 10363"/>
              </a:avLst>
            </a:prstGeom>
            <a:solidFill>
              <a:schemeClr val="bg1"/>
            </a:solidFill>
            <a:ln w="6350">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244" name="圆角矩形 27+"/>
            <p:cNvSpPr/>
            <p:nvPr>
              <p:custDataLst>
                <p:tags r:id="rId12"/>
              </p:custDataLst>
            </p:nvPr>
          </p:nvSpPr>
          <p:spPr>
            <a:xfrm>
              <a:off x="7394893" y="4328027"/>
              <a:ext cx="695783" cy="643708"/>
            </a:xfrm>
            <a:prstGeom prst="roundRect">
              <a:avLst>
                <a:gd name="adj" fmla="val 10363"/>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6012" tIns="48006" rIns="96012" bIns="48006" rtlCol="0" anchor="ctr">
              <a:noAutofit/>
            </a:bodyPr>
            <a:lstStyle/>
            <a:p>
              <a:pPr algn="ctr"/>
              <a:endParaRPr lang="en-US" altLang="zh-CN" sz="1260" dirty="0">
                <a:solidFill>
                  <a:srgbClr val="FFFFFF"/>
                </a:solidFill>
                <a:latin typeface="+mn-ea"/>
                <a:cs typeface="+mn-ea"/>
                <a:sym typeface="+mn-lt"/>
              </a:endParaRPr>
            </a:p>
          </p:txBody>
        </p:sp>
        <p:sp>
          <p:nvSpPr>
            <p:cNvPr id="245" name="文本框 244"/>
            <p:cNvSpPr txBox="1"/>
            <p:nvPr/>
          </p:nvSpPr>
          <p:spPr>
            <a:xfrm>
              <a:off x="7474407" y="4391360"/>
              <a:ext cx="529298" cy="517065"/>
            </a:xfrm>
            <a:prstGeom prst="rect">
              <a:avLst/>
            </a:prstGeom>
            <a:noFill/>
            <a:effectLst/>
          </p:spPr>
          <p:txBody>
            <a:bodyPr wrap="square" lIns="0" tIns="0" rIns="0" bIns="0" rtlCol="0">
              <a:spAutoFit/>
            </a:bodyPr>
            <a:lstStyle/>
            <a:p>
              <a:pPr algn="ctr"/>
              <a:r>
                <a:rPr lang="zh-CN" altLang="en-US" sz="1680">
                  <a:solidFill>
                    <a:srgbClr val="FFFFFF"/>
                  </a:solidFill>
                  <a:latin typeface="+mj-ea"/>
                  <a:ea typeface="+mj-ea"/>
                </a:rPr>
                <a:t>实践模块</a:t>
              </a:r>
              <a:endParaRPr lang="zh-CN" altLang="en-US" sz="1680" dirty="0">
                <a:solidFill>
                  <a:srgbClr val="FFFFFF"/>
                </a:solidFill>
                <a:latin typeface="+mj-ea"/>
                <a:ea typeface="+mj-ea"/>
              </a:endParaRPr>
            </a:p>
          </p:txBody>
        </p:sp>
        <p:sp>
          <p:nvSpPr>
            <p:cNvPr id="241" name="矩形: 圆角 240"/>
            <p:cNvSpPr/>
            <p:nvPr>
              <p:custDataLst>
                <p:tags r:id="rId13"/>
              </p:custDataLst>
            </p:nvPr>
          </p:nvSpPr>
          <p:spPr>
            <a:xfrm>
              <a:off x="8198478" y="4448669"/>
              <a:ext cx="950517" cy="402427"/>
            </a:xfrm>
            <a:prstGeom prst="roundRect">
              <a:avLst>
                <a:gd name="adj" fmla="val 16667"/>
              </a:avLst>
            </a:prstGeom>
            <a:solidFill>
              <a:schemeClr val="accent6">
                <a:alpha val="20000"/>
              </a:schemeClr>
            </a:solidFill>
            <a:ln w="6350" cap="flat">
              <a:solidFill>
                <a:schemeClr val="accent6"/>
              </a:solidFill>
              <a:prstDash val="solid"/>
              <a:miter/>
            </a:ln>
            <a:effectLst/>
          </p:spPr>
          <p:txBody>
            <a:bodyPr lIns="189000" tIns="48006" rIns="96012" bIns="48006" rtlCol="0" anchor="ctr"/>
            <a:lstStyle/>
            <a:p>
              <a:pPr defTabSz="731520"/>
              <a:endParaRPr lang="zh-CN" altLang="en-US" sz="1680" dirty="0">
                <a:solidFill>
                  <a:schemeClr val="tx1">
                    <a:lumMod val="85000"/>
                    <a:lumOff val="15000"/>
                  </a:schemeClr>
                </a:solidFill>
                <a:latin typeface="+mn-ea"/>
              </a:endParaRPr>
            </a:p>
          </p:txBody>
        </p:sp>
        <p:sp>
          <p:nvSpPr>
            <p:cNvPr id="242" name="文本框 241"/>
            <p:cNvSpPr txBox="1"/>
            <p:nvPr/>
          </p:nvSpPr>
          <p:spPr>
            <a:xfrm>
              <a:off x="8198478" y="448830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系统设计</a:t>
              </a:r>
              <a:endParaRPr lang="zh-CN" altLang="en-US" sz="1470" dirty="0">
                <a:solidFill>
                  <a:schemeClr val="tx1">
                    <a:lumMod val="95000"/>
                    <a:lumOff val="5000"/>
                  </a:schemeClr>
                </a:solidFill>
                <a:latin typeface="+mj-ea"/>
                <a:ea typeface="+mj-ea"/>
              </a:endParaRPr>
            </a:p>
          </p:txBody>
        </p:sp>
        <p:sp>
          <p:nvSpPr>
            <p:cNvPr id="239" name="矩形: 圆角 238"/>
            <p:cNvSpPr/>
            <p:nvPr>
              <p:custDataLst>
                <p:tags r:id="rId14"/>
              </p:custDataLst>
            </p:nvPr>
          </p:nvSpPr>
          <p:spPr>
            <a:xfrm>
              <a:off x="9257451" y="4448669"/>
              <a:ext cx="950517" cy="402427"/>
            </a:xfrm>
            <a:prstGeom prst="roundRect">
              <a:avLst>
                <a:gd name="adj" fmla="val 16667"/>
              </a:avLst>
            </a:prstGeom>
            <a:solidFill>
              <a:schemeClr val="accent6">
                <a:alpha val="20000"/>
              </a:schemeClr>
            </a:solidFill>
            <a:ln w="6350" cap="flat">
              <a:solidFill>
                <a:schemeClr val="accent6"/>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240" name="文本框 239"/>
            <p:cNvSpPr txBox="1"/>
            <p:nvPr/>
          </p:nvSpPr>
          <p:spPr>
            <a:xfrm>
              <a:off x="9257451" y="4488300"/>
              <a:ext cx="950517" cy="323165"/>
            </a:xfrm>
            <a:prstGeom prst="rect">
              <a:avLst/>
            </a:prstGeom>
            <a:noFill/>
            <a:effectLst/>
          </p:spPr>
          <p:txBody>
            <a:bodyPr wrap="none" lIns="96012" tIns="48006" rIns="96012" bIns="48006" rtlCol="0">
              <a:spAutoFit/>
            </a:bodyPr>
            <a:lstStyle/>
            <a:p>
              <a:pPr algn="ctr"/>
              <a:r>
                <a:rPr lang="zh-CN" altLang="en-US" sz="1470">
                  <a:solidFill>
                    <a:schemeClr val="tx1">
                      <a:lumMod val="95000"/>
                      <a:lumOff val="5000"/>
                    </a:schemeClr>
                  </a:solidFill>
                  <a:latin typeface="+mj-ea"/>
                  <a:ea typeface="+mj-ea"/>
                </a:rPr>
                <a:t>系统集成</a:t>
              </a:r>
              <a:endParaRPr lang="zh-CN" altLang="en-US" sz="1470" dirty="0">
                <a:solidFill>
                  <a:schemeClr val="tx1">
                    <a:lumMod val="95000"/>
                    <a:lumOff val="5000"/>
                  </a:schemeClr>
                </a:solidFill>
                <a:latin typeface="+mj-ea"/>
                <a:ea typeface="+mj-ea"/>
              </a:endParaRPr>
            </a:p>
          </p:txBody>
        </p:sp>
        <p:sp>
          <p:nvSpPr>
            <p:cNvPr id="237" name="矩形: 圆角 236"/>
            <p:cNvSpPr/>
            <p:nvPr>
              <p:custDataLst>
                <p:tags r:id="rId15"/>
              </p:custDataLst>
            </p:nvPr>
          </p:nvSpPr>
          <p:spPr>
            <a:xfrm>
              <a:off x="10316424" y="4448669"/>
              <a:ext cx="950517" cy="402427"/>
            </a:xfrm>
            <a:prstGeom prst="roundRect">
              <a:avLst>
                <a:gd name="adj" fmla="val 16667"/>
              </a:avLst>
            </a:prstGeom>
            <a:solidFill>
              <a:schemeClr val="accent6">
                <a:alpha val="20000"/>
              </a:schemeClr>
            </a:solidFill>
            <a:ln w="6350" cap="flat">
              <a:solidFill>
                <a:schemeClr val="accent6"/>
              </a:solidFill>
              <a:prstDash val="solid"/>
              <a:miter/>
            </a:ln>
            <a:effectLst/>
          </p:spPr>
          <p:txBody>
            <a:bodyPr lIns="189000" tIns="48006" rIns="96012" bIns="48006" rtlCol="0" anchor="ctr"/>
            <a:lstStyle/>
            <a:p>
              <a:pPr defTabSz="731520"/>
              <a:endParaRPr lang="zh-CN" altLang="en-US" sz="1680">
                <a:solidFill>
                  <a:schemeClr val="tx1">
                    <a:lumMod val="85000"/>
                    <a:lumOff val="15000"/>
                  </a:schemeClr>
                </a:solidFill>
                <a:latin typeface="+mn-ea"/>
              </a:endParaRPr>
            </a:p>
          </p:txBody>
        </p:sp>
        <p:sp>
          <p:nvSpPr>
            <p:cNvPr id="238" name="文本框 237"/>
            <p:cNvSpPr txBox="1"/>
            <p:nvPr/>
          </p:nvSpPr>
          <p:spPr>
            <a:xfrm>
              <a:off x="10316424" y="4488300"/>
              <a:ext cx="950517" cy="323165"/>
            </a:xfrm>
            <a:prstGeom prst="rect">
              <a:avLst/>
            </a:prstGeom>
            <a:noFill/>
            <a:effectLst/>
          </p:spPr>
          <p:txBody>
            <a:bodyPr wrap="none" lIns="96012" tIns="48006" rIns="96012" bIns="48006" rtlCol="0">
              <a:spAutoFit/>
            </a:bodyPr>
            <a:lstStyle/>
            <a:p>
              <a:pPr algn="ctr"/>
              <a:r>
                <a:rPr lang="zh-CN" altLang="en-US" sz="1470" dirty="0">
                  <a:solidFill>
                    <a:schemeClr val="tx1">
                      <a:lumMod val="95000"/>
                      <a:lumOff val="5000"/>
                    </a:schemeClr>
                  </a:solidFill>
                  <a:latin typeface="+mj-ea"/>
                  <a:ea typeface="+mj-ea"/>
                </a:rPr>
                <a:t>实习实践</a:t>
              </a:r>
            </a:p>
          </p:txBody>
        </p:sp>
      </p:grpSp>
      <p:sp>
        <p:nvSpPr>
          <p:cNvPr id="247" name="文本框 246"/>
          <p:cNvSpPr txBox="1"/>
          <p:nvPr/>
        </p:nvSpPr>
        <p:spPr>
          <a:xfrm rot="20246693">
            <a:off x="3848496" y="1651330"/>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rPr>
              <a:t>处理方法</a:t>
            </a:r>
            <a:endParaRPr kumimoji="0" lang="zh-CN" altLang="en-US" sz="1800" b="1" i="0" u="none" strike="noStrike" kern="1200" cap="none" spc="0" normalizeH="0" baseline="0" noProof="0" dirty="0">
              <a:ln>
                <a:noFill/>
              </a:ln>
              <a:solidFill>
                <a:prstClr val="white"/>
              </a:solidFill>
              <a:effectLst/>
              <a:uLnTx/>
              <a:uFillTx/>
            </a:endParaRPr>
          </a:p>
        </p:txBody>
      </p:sp>
      <p:sp>
        <p:nvSpPr>
          <p:cNvPr id="248" name="文本框 247"/>
          <p:cNvSpPr txBox="1"/>
          <p:nvPr/>
        </p:nvSpPr>
        <p:spPr>
          <a:xfrm rot="17320276">
            <a:off x="3773647" y="1719698"/>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rPr>
              <a:t>技能训练</a:t>
            </a:r>
            <a:endParaRPr kumimoji="0" lang="zh-CN" altLang="en-US" sz="1800" b="1" i="0" u="none" strike="noStrike" kern="1200" cap="none" spc="0" normalizeH="0" baseline="0" noProof="0" dirty="0">
              <a:ln>
                <a:noFill/>
              </a:ln>
              <a:solidFill>
                <a:prstClr val="white"/>
              </a:solidFill>
              <a:effectLst/>
              <a:uLnTx/>
              <a:uFillTx/>
            </a:endParaRPr>
          </a:p>
        </p:txBody>
      </p:sp>
      <p:sp>
        <p:nvSpPr>
          <p:cNvPr id="249" name="文本框 248"/>
          <p:cNvSpPr txBox="1"/>
          <p:nvPr/>
        </p:nvSpPr>
        <p:spPr>
          <a:xfrm rot="15017277">
            <a:off x="3773647" y="2099741"/>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rPr>
              <a:t>综合应用</a:t>
            </a:r>
            <a:endParaRPr kumimoji="0" lang="zh-CN" altLang="en-US" sz="1800" b="1" i="0" u="none" strike="noStrike" kern="1200" cap="none" spc="0" normalizeH="0" baseline="0" noProof="0" dirty="0">
              <a:ln>
                <a:noFill/>
              </a:ln>
              <a:solidFill>
                <a:prstClr val="white"/>
              </a:solidFill>
              <a:effectLst/>
              <a:uLnTx/>
              <a:uFillTx/>
            </a:endParaRPr>
          </a:p>
        </p:txBody>
      </p:sp>
      <p:sp>
        <p:nvSpPr>
          <p:cNvPr id="251" name="文本框 250"/>
          <p:cNvSpPr txBox="1"/>
          <p:nvPr/>
        </p:nvSpPr>
        <p:spPr>
          <a:xfrm rot="12132130">
            <a:off x="3906850" y="2199777"/>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rPr>
              <a:t>知识融合</a:t>
            </a:r>
            <a:endParaRPr kumimoji="0" lang="zh-CN" altLang="en-US" sz="1800" b="1" i="0" u="none" strike="noStrike" kern="1200" cap="none" spc="0" normalizeH="0" baseline="0" noProof="0" dirty="0">
              <a:ln>
                <a:noFill/>
              </a:ln>
              <a:solidFill>
                <a:prstClr val="white"/>
              </a:solidFill>
              <a:effectLst/>
              <a:uLnTx/>
              <a:uFillTx/>
            </a:endParaRPr>
          </a:p>
        </p:txBody>
      </p:sp>
      <p:grpSp>
        <p:nvGrpSpPr>
          <p:cNvPr id="20" name="组合 19"/>
          <p:cNvGrpSpPr/>
          <p:nvPr/>
        </p:nvGrpSpPr>
        <p:grpSpPr>
          <a:xfrm>
            <a:off x="4330833" y="2013094"/>
            <a:ext cx="2745582" cy="3189766"/>
            <a:chOff x="4330833" y="2013094"/>
            <a:chExt cx="2745582" cy="3189766"/>
          </a:xfrm>
        </p:grpSpPr>
        <p:sp>
          <p:nvSpPr>
            <p:cNvPr id="55" name="Freeform 18"/>
            <p:cNvSpPr/>
            <p:nvPr>
              <p:custDataLst>
                <p:tags r:id="rId2"/>
              </p:custDataLst>
            </p:nvPr>
          </p:nvSpPr>
          <p:spPr bwMode="auto">
            <a:xfrm>
              <a:off x="5784064" y="2231053"/>
              <a:ext cx="1066057" cy="936998"/>
            </a:xfrm>
            <a:custGeom>
              <a:avLst/>
              <a:gdLst>
                <a:gd name="T0" fmla="*/ 41758578 w 419"/>
                <a:gd name="T1" fmla="*/ 2147483646 h 368"/>
                <a:gd name="T2" fmla="*/ 0 w 419"/>
                <a:gd name="T3" fmla="*/ 2147483646 h 368"/>
                <a:gd name="T4" fmla="*/ 2147483646 w 419"/>
                <a:gd name="T5" fmla="*/ 2147483646 h 368"/>
                <a:gd name="T6" fmla="*/ 2147483646 w 419"/>
                <a:gd name="T7" fmla="*/ 2147483646 h 368"/>
                <a:gd name="T8" fmla="*/ 2147483646 w 419"/>
                <a:gd name="T9" fmla="*/ 2147483646 h 368"/>
                <a:gd name="T10" fmla="*/ 2147483646 w 419"/>
                <a:gd name="T11" fmla="*/ 2147483646 h 368"/>
                <a:gd name="T12" fmla="*/ 2147483646 w 419"/>
                <a:gd name="T13" fmla="*/ 2147483646 h 368"/>
                <a:gd name="T14" fmla="*/ 2147483646 w 419"/>
                <a:gd name="T15" fmla="*/ 2147483646 h 368"/>
                <a:gd name="T16" fmla="*/ 2147483646 w 419"/>
                <a:gd name="T17" fmla="*/ 2147483646 h 368"/>
                <a:gd name="T18" fmla="*/ 2147483646 w 419"/>
                <a:gd name="T19" fmla="*/ 2147483646 h 368"/>
                <a:gd name="T20" fmla="*/ 2147483646 w 419"/>
                <a:gd name="T21" fmla="*/ 2147483646 h 368"/>
                <a:gd name="T22" fmla="*/ 2147483646 w 419"/>
                <a:gd name="T23" fmla="*/ 2147483646 h 368"/>
                <a:gd name="T24" fmla="*/ 2147483646 w 419"/>
                <a:gd name="T25" fmla="*/ 2147483646 h 368"/>
                <a:gd name="T26" fmla="*/ 2147483646 w 419"/>
                <a:gd name="T27" fmla="*/ 2147483646 h 368"/>
                <a:gd name="T28" fmla="*/ 2147483646 w 419"/>
                <a:gd name="T29" fmla="*/ 2147483646 h 368"/>
                <a:gd name="T30" fmla="*/ 2147483646 w 419"/>
                <a:gd name="T31" fmla="*/ 2147483646 h 368"/>
                <a:gd name="T32" fmla="*/ 41758578 w 419"/>
                <a:gd name="T33" fmla="*/ 0 h 368"/>
                <a:gd name="T34" fmla="*/ 41758578 w 419"/>
                <a:gd name="T35" fmla="*/ 2147483646 h 36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19" h="368">
                  <a:moveTo>
                    <a:pt x="2" y="252"/>
                  </a:moveTo>
                  <a:cubicBezTo>
                    <a:pt x="0" y="252"/>
                    <a:pt x="0" y="252"/>
                    <a:pt x="0" y="252"/>
                  </a:cubicBezTo>
                  <a:cubicBezTo>
                    <a:pt x="83" y="261"/>
                    <a:pt x="155" y="304"/>
                    <a:pt x="201" y="368"/>
                  </a:cubicBezTo>
                  <a:cubicBezTo>
                    <a:pt x="184" y="338"/>
                    <a:pt x="184" y="338"/>
                    <a:pt x="184" y="338"/>
                  </a:cubicBezTo>
                  <a:cubicBezTo>
                    <a:pt x="214" y="321"/>
                    <a:pt x="214" y="321"/>
                    <a:pt x="214" y="321"/>
                  </a:cubicBezTo>
                  <a:cubicBezTo>
                    <a:pt x="323" y="331"/>
                    <a:pt x="323" y="331"/>
                    <a:pt x="323" y="331"/>
                  </a:cubicBezTo>
                  <a:cubicBezTo>
                    <a:pt x="337" y="331"/>
                    <a:pt x="350" y="331"/>
                    <a:pt x="360" y="330"/>
                  </a:cubicBezTo>
                  <a:cubicBezTo>
                    <a:pt x="369" y="328"/>
                    <a:pt x="378" y="325"/>
                    <a:pt x="386" y="321"/>
                  </a:cubicBezTo>
                  <a:cubicBezTo>
                    <a:pt x="395" y="315"/>
                    <a:pt x="402" y="309"/>
                    <a:pt x="406" y="303"/>
                  </a:cubicBezTo>
                  <a:cubicBezTo>
                    <a:pt x="410" y="297"/>
                    <a:pt x="410" y="291"/>
                    <a:pt x="407" y="285"/>
                  </a:cubicBezTo>
                  <a:cubicBezTo>
                    <a:pt x="403" y="278"/>
                    <a:pt x="397" y="275"/>
                    <a:pt x="388" y="275"/>
                  </a:cubicBezTo>
                  <a:cubicBezTo>
                    <a:pt x="380" y="276"/>
                    <a:pt x="369" y="279"/>
                    <a:pt x="357" y="286"/>
                  </a:cubicBezTo>
                  <a:cubicBezTo>
                    <a:pt x="335" y="247"/>
                    <a:pt x="335" y="247"/>
                    <a:pt x="335" y="247"/>
                  </a:cubicBezTo>
                  <a:cubicBezTo>
                    <a:pt x="349" y="239"/>
                    <a:pt x="362" y="234"/>
                    <a:pt x="377" y="233"/>
                  </a:cubicBezTo>
                  <a:cubicBezTo>
                    <a:pt x="391" y="231"/>
                    <a:pt x="404" y="233"/>
                    <a:pt x="416" y="239"/>
                  </a:cubicBezTo>
                  <a:cubicBezTo>
                    <a:pt x="417" y="240"/>
                    <a:pt x="418" y="240"/>
                    <a:pt x="419" y="241"/>
                  </a:cubicBezTo>
                  <a:cubicBezTo>
                    <a:pt x="328" y="104"/>
                    <a:pt x="177" y="10"/>
                    <a:pt x="2" y="0"/>
                  </a:cubicBezTo>
                  <a:lnTo>
                    <a:pt x="2" y="252"/>
                  </a:lnTo>
                  <a:close/>
                </a:path>
              </a:pathLst>
            </a:custGeom>
            <a:solidFill>
              <a:schemeClr val="accent2"/>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56" name="Freeform 19"/>
            <p:cNvSpPr/>
            <p:nvPr>
              <p:custDataLst>
                <p:tags r:id="rId3"/>
              </p:custDataLst>
            </p:nvPr>
          </p:nvSpPr>
          <p:spPr bwMode="auto">
            <a:xfrm>
              <a:off x="6371899" y="2994797"/>
              <a:ext cx="704516" cy="1272903"/>
            </a:xfrm>
            <a:custGeom>
              <a:avLst/>
              <a:gdLst>
                <a:gd name="T0" fmla="*/ 2147483646 w 277"/>
                <a:gd name="T1" fmla="*/ 2147483646 h 500"/>
                <a:gd name="T2" fmla="*/ 2147483646 w 277"/>
                <a:gd name="T3" fmla="*/ 0 h 500"/>
                <a:gd name="T4" fmla="*/ 2147483646 w 277"/>
                <a:gd name="T5" fmla="*/ 334450944 h 500"/>
                <a:gd name="T6" fmla="*/ 2147483646 w 277"/>
                <a:gd name="T7" fmla="*/ 1212384672 h 500"/>
                <a:gd name="T8" fmla="*/ 2147483646 w 277"/>
                <a:gd name="T9" fmla="*/ 1505029248 h 500"/>
                <a:gd name="T10" fmla="*/ 1543890604 w 277"/>
                <a:gd name="T11" fmla="*/ 1463222880 h 500"/>
                <a:gd name="T12" fmla="*/ 375542439 w 277"/>
                <a:gd name="T13" fmla="*/ 1421416512 h 500"/>
                <a:gd name="T14" fmla="*/ 1189213157 w 277"/>
                <a:gd name="T15" fmla="*/ 2147483646 h 500"/>
                <a:gd name="T16" fmla="*/ 438132846 w 277"/>
                <a:gd name="T17" fmla="*/ 2147483646 h 500"/>
                <a:gd name="T18" fmla="*/ 41725415 w 277"/>
                <a:gd name="T19" fmla="*/ 2147483646 h 500"/>
                <a:gd name="T20" fmla="*/ 542448667 w 277"/>
                <a:gd name="T21" fmla="*/ 2147483646 h 500"/>
                <a:gd name="T22" fmla="*/ 0 w 277"/>
                <a:gd name="T23" fmla="*/ 2147483646 h 500"/>
                <a:gd name="T24" fmla="*/ 542448667 w 277"/>
                <a:gd name="T25" fmla="*/ 2147483646 h 500"/>
                <a:gd name="T26" fmla="*/ 1710796833 w 277"/>
                <a:gd name="T27" fmla="*/ 2147483646 h 500"/>
                <a:gd name="T28" fmla="*/ 1230938572 w 277"/>
                <a:gd name="T29" fmla="*/ 2147483646 h 500"/>
                <a:gd name="T30" fmla="*/ 751080311 w 277"/>
                <a:gd name="T31" fmla="*/ 2147483646 h 500"/>
                <a:gd name="T32" fmla="*/ 396402863 w 277"/>
                <a:gd name="T33" fmla="*/ 2147483646 h 500"/>
                <a:gd name="T34" fmla="*/ 396402863 w 277"/>
                <a:gd name="T35" fmla="*/ 2147483646 h 500"/>
                <a:gd name="T36" fmla="*/ 771945302 w 277"/>
                <a:gd name="T37" fmla="*/ 2147483646 h 500"/>
                <a:gd name="T38" fmla="*/ 1752522248 w 277"/>
                <a:gd name="T39" fmla="*/ 2147483646 h 500"/>
                <a:gd name="T40" fmla="*/ 1982018883 w 277"/>
                <a:gd name="T41" fmla="*/ 2147483646 h 500"/>
                <a:gd name="T42" fmla="*/ 2147483646 w 277"/>
                <a:gd name="T43" fmla="*/ 2147483646 h 500"/>
                <a:gd name="T44" fmla="*/ 2147483646 w 277"/>
                <a:gd name="T45" fmla="*/ 2147483646 h 500"/>
                <a:gd name="T46" fmla="*/ 2147483646 w 277"/>
                <a:gd name="T47" fmla="*/ 2147483646 h 500"/>
                <a:gd name="T48" fmla="*/ 2147483646 w 277"/>
                <a:gd name="T49" fmla="*/ 2147483646 h 500"/>
                <a:gd name="T50" fmla="*/ 2147483646 w 277"/>
                <a:gd name="T51" fmla="*/ 2147483646 h 500"/>
                <a:gd name="T52" fmla="*/ 2147483646 w 277"/>
                <a:gd name="T53" fmla="*/ 2147483646 h 500"/>
                <a:gd name="T54" fmla="*/ 2147483646 w 277"/>
                <a:gd name="T55" fmla="*/ 2147483646 h 500"/>
                <a:gd name="T56" fmla="*/ 2147483646 w 277"/>
                <a:gd name="T57" fmla="*/ 2147483646 h 500"/>
                <a:gd name="T58" fmla="*/ 2147483646 w 277"/>
                <a:gd name="T59" fmla="*/ 2147483646 h 500"/>
                <a:gd name="T60" fmla="*/ 2147483646 w 277"/>
                <a:gd name="T61" fmla="*/ 2147483646 h 500"/>
                <a:gd name="T62" fmla="*/ 2147483646 w 277"/>
                <a:gd name="T63" fmla="*/ 2147483646 h 500"/>
                <a:gd name="T64" fmla="*/ 2147483646 w 277"/>
                <a:gd name="T65" fmla="*/ 2147483646 h 500"/>
                <a:gd name="T66" fmla="*/ 2147483646 w 277"/>
                <a:gd name="T67" fmla="*/ 2147483646 h 50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77" h="500">
                  <a:moveTo>
                    <a:pt x="277" y="238"/>
                  </a:moveTo>
                  <a:cubicBezTo>
                    <a:pt x="277" y="153"/>
                    <a:pt x="258" y="72"/>
                    <a:pt x="222" y="0"/>
                  </a:cubicBezTo>
                  <a:cubicBezTo>
                    <a:pt x="222" y="6"/>
                    <a:pt x="221" y="11"/>
                    <a:pt x="220" y="16"/>
                  </a:cubicBezTo>
                  <a:cubicBezTo>
                    <a:pt x="214" y="32"/>
                    <a:pt x="202" y="46"/>
                    <a:pt x="181" y="58"/>
                  </a:cubicBezTo>
                  <a:cubicBezTo>
                    <a:pt x="169" y="65"/>
                    <a:pt x="155" y="70"/>
                    <a:pt x="139" y="72"/>
                  </a:cubicBezTo>
                  <a:cubicBezTo>
                    <a:pt x="122" y="74"/>
                    <a:pt x="101" y="73"/>
                    <a:pt x="74" y="70"/>
                  </a:cubicBezTo>
                  <a:cubicBezTo>
                    <a:pt x="18" y="68"/>
                    <a:pt x="18" y="68"/>
                    <a:pt x="18" y="68"/>
                  </a:cubicBezTo>
                  <a:cubicBezTo>
                    <a:pt x="57" y="136"/>
                    <a:pt x="57" y="136"/>
                    <a:pt x="57" y="136"/>
                  </a:cubicBezTo>
                  <a:cubicBezTo>
                    <a:pt x="21" y="156"/>
                    <a:pt x="21" y="156"/>
                    <a:pt x="21" y="156"/>
                  </a:cubicBezTo>
                  <a:cubicBezTo>
                    <a:pt x="2" y="122"/>
                    <a:pt x="2" y="122"/>
                    <a:pt x="2" y="122"/>
                  </a:cubicBezTo>
                  <a:cubicBezTo>
                    <a:pt x="17" y="158"/>
                    <a:pt x="26" y="197"/>
                    <a:pt x="26" y="238"/>
                  </a:cubicBezTo>
                  <a:cubicBezTo>
                    <a:pt x="26" y="281"/>
                    <a:pt x="17" y="322"/>
                    <a:pt x="0" y="358"/>
                  </a:cubicBezTo>
                  <a:cubicBezTo>
                    <a:pt x="7" y="352"/>
                    <a:pt x="16" y="347"/>
                    <a:pt x="26" y="345"/>
                  </a:cubicBezTo>
                  <a:cubicBezTo>
                    <a:pt x="44" y="341"/>
                    <a:pt x="63" y="345"/>
                    <a:pt x="82" y="356"/>
                  </a:cubicBezTo>
                  <a:cubicBezTo>
                    <a:pt x="59" y="395"/>
                    <a:pt x="59" y="395"/>
                    <a:pt x="59" y="395"/>
                  </a:cubicBezTo>
                  <a:cubicBezTo>
                    <a:pt x="51" y="390"/>
                    <a:pt x="44" y="388"/>
                    <a:pt x="36" y="389"/>
                  </a:cubicBezTo>
                  <a:cubicBezTo>
                    <a:pt x="28" y="389"/>
                    <a:pt x="23" y="393"/>
                    <a:pt x="19" y="398"/>
                  </a:cubicBezTo>
                  <a:cubicBezTo>
                    <a:pt x="16" y="405"/>
                    <a:pt x="15" y="412"/>
                    <a:pt x="19" y="419"/>
                  </a:cubicBezTo>
                  <a:cubicBezTo>
                    <a:pt x="22" y="426"/>
                    <a:pt x="28" y="432"/>
                    <a:pt x="37" y="438"/>
                  </a:cubicBezTo>
                  <a:cubicBezTo>
                    <a:pt x="59" y="451"/>
                    <a:pt x="75" y="449"/>
                    <a:pt x="84" y="434"/>
                  </a:cubicBezTo>
                  <a:cubicBezTo>
                    <a:pt x="95" y="415"/>
                    <a:pt x="95" y="415"/>
                    <a:pt x="95" y="415"/>
                  </a:cubicBezTo>
                  <a:cubicBezTo>
                    <a:pt x="130" y="435"/>
                    <a:pt x="130" y="435"/>
                    <a:pt x="130" y="435"/>
                  </a:cubicBezTo>
                  <a:cubicBezTo>
                    <a:pt x="119" y="454"/>
                    <a:pt x="119" y="454"/>
                    <a:pt x="119" y="454"/>
                  </a:cubicBezTo>
                  <a:cubicBezTo>
                    <a:pt x="115" y="461"/>
                    <a:pt x="115" y="468"/>
                    <a:pt x="118" y="474"/>
                  </a:cubicBezTo>
                  <a:cubicBezTo>
                    <a:pt x="122" y="481"/>
                    <a:pt x="128" y="487"/>
                    <a:pt x="138" y="492"/>
                  </a:cubicBezTo>
                  <a:cubicBezTo>
                    <a:pt x="147" y="498"/>
                    <a:pt x="155" y="500"/>
                    <a:pt x="162" y="499"/>
                  </a:cubicBezTo>
                  <a:cubicBezTo>
                    <a:pt x="168" y="499"/>
                    <a:pt x="174" y="496"/>
                    <a:pt x="177" y="490"/>
                  </a:cubicBezTo>
                  <a:cubicBezTo>
                    <a:pt x="180" y="484"/>
                    <a:pt x="180" y="479"/>
                    <a:pt x="178" y="472"/>
                  </a:cubicBezTo>
                  <a:cubicBezTo>
                    <a:pt x="175" y="466"/>
                    <a:pt x="170" y="461"/>
                    <a:pt x="163" y="457"/>
                  </a:cubicBezTo>
                  <a:cubicBezTo>
                    <a:pt x="185" y="418"/>
                    <a:pt x="185" y="418"/>
                    <a:pt x="185" y="418"/>
                  </a:cubicBezTo>
                  <a:cubicBezTo>
                    <a:pt x="197" y="425"/>
                    <a:pt x="206" y="433"/>
                    <a:pt x="212" y="443"/>
                  </a:cubicBezTo>
                  <a:cubicBezTo>
                    <a:pt x="219" y="453"/>
                    <a:pt x="222" y="464"/>
                    <a:pt x="222" y="476"/>
                  </a:cubicBezTo>
                  <a:cubicBezTo>
                    <a:pt x="222" y="476"/>
                    <a:pt x="222" y="476"/>
                    <a:pt x="222" y="476"/>
                  </a:cubicBezTo>
                  <a:cubicBezTo>
                    <a:pt x="257" y="404"/>
                    <a:pt x="277" y="324"/>
                    <a:pt x="277" y="238"/>
                  </a:cubicBezTo>
                  <a:close/>
                </a:path>
              </a:pathLst>
            </a:custGeom>
            <a:solidFill>
              <a:schemeClr val="accent3"/>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57" name="Freeform 20"/>
            <p:cNvSpPr/>
            <p:nvPr>
              <p:custDataLst>
                <p:tags r:id="rId4"/>
              </p:custDataLst>
            </p:nvPr>
          </p:nvSpPr>
          <p:spPr bwMode="auto">
            <a:xfrm>
              <a:off x="5685061" y="4568245"/>
              <a:ext cx="88396" cy="219222"/>
            </a:xfrm>
            <a:custGeom>
              <a:avLst/>
              <a:gdLst>
                <a:gd name="T0" fmla="*/ 252015625 w 100"/>
                <a:gd name="T1" fmla="*/ 0 h 248"/>
                <a:gd name="T2" fmla="*/ 0 w 100"/>
                <a:gd name="T3" fmla="*/ 0 h 248"/>
                <a:gd name="T4" fmla="*/ 0 w 100"/>
                <a:gd name="T5" fmla="*/ 624998750 h 248"/>
                <a:gd name="T6" fmla="*/ 5040313 w 100"/>
                <a:gd name="T7" fmla="*/ 609877813 h 248"/>
                <a:gd name="T8" fmla="*/ 252015625 w 100"/>
                <a:gd name="T9" fmla="*/ 0 h 2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 h="248">
                  <a:moveTo>
                    <a:pt x="100" y="0"/>
                  </a:moveTo>
                  <a:lnTo>
                    <a:pt x="0" y="0"/>
                  </a:lnTo>
                  <a:lnTo>
                    <a:pt x="0" y="248"/>
                  </a:lnTo>
                  <a:lnTo>
                    <a:pt x="2" y="242"/>
                  </a:lnTo>
                  <a:lnTo>
                    <a:pt x="100" y="0"/>
                  </a:lnTo>
                  <a:close/>
                </a:path>
              </a:pathLst>
            </a:custGeom>
            <a:solidFill>
              <a:schemeClr val="accent4"/>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58" name="Freeform 21"/>
            <p:cNvSpPr/>
            <p:nvPr>
              <p:custDataLst>
                <p:tags r:id="rId5"/>
              </p:custDataLst>
            </p:nvPr>
          </p:nvSpPr>
          <p:spPr bwMode="auto">
            <a:xfrm>
              <a:off x="5685061" y="4018420"/>
              <a:ext cx="1162408" cy="957328"/>
            </a:xfrm>
            <a:custGeom>
              <a:avLst/>
              <a:gdLst>
                <a:gd name="T0" fmla="*/ 2147483646 w 457"/>
                <a:gd name="T1" fmla="*/ 2147483646 h 376"/>
                <a:gd name="T2" fmla="*/ 2147483646 w 457"/>
                <a:gd name="T3" fmla="*/ 2147483646 h 376"/>
                <a:gd name="T4" fmla="*/ 2147483646 w 457"/>
                <a:gd name="T5" fmla="*/ 2147483646 h 376"/>
                <a:gd name="T6" fmla="*/ 2147483646 w 457"/>
                <a:gd name="T7" fmla="*/ 1588995896 h 376"/>
                <a:gd name="T8" fmla="*/ 2147483646 w 457"/>
                <a:gd name="T9" fmla="*/ 1798073702 h 376"/>
                <a:gd name="T10" fmla="*/ 2147483646 w 457"/>
                <a:gd name="T11" fmla="*/ 1547180335 h 376"/>
                <a:gd name="T12" fmla="*/ 2147483646 w 457"/>
                <a:gd name="T13" fmla="*/ 627233417 h 376"/>
                <a:gd name="T14" fmla="*/ 2147483646 w 457"/>
                <a:gd name="T15" fmla="*/ 0 h 376"/>
                <a:gd name="T16" fmla="*/ 166931952 w 457"/>
                <a:gd name="T17" fmla="*/ 2147483646 h 376"/>
                <a:gd name="T18" fmla="*/ 0 w 457"/>
                <a:gd name="T19" fmla="*/ 2147483646 h 376"/>
                <a:gd name="T20" fmla="*/ 0 w 457"/>
                <a:gd name="T21" fmla="*/ 2147483646 h 376"/>
                <a:gd name="T22" fmla="*/ 1585844412 w 457"/>
                <a:gd name="T23" fmla="*/ 2147483646 h 376"/>
                <a:gd name="T24" fmla="*/ 1648443895 w 457"/>
                <a:gd name="T25" fmla="*/ 2147483646 h 376"/>
                <a:gd name="T26" fmla="*/ 0 w 457"/>
                <a:gd name="T27" fmla="*/ 2147483646 h 376"/>
                <a:gd name="T28" fmla="*/ 166931952 w 457"/>
                <a:gd name="T29" fmla="*/ 2147483646 h 376"/>
                <a:gd name="T30" fmla="*/ 2147483646 w 457"/>
                <a:gd name="T31" fmla="*/ 2147483646 h 376"/>
                <a:gd name="T32" fmla="*/ 2147483646 w 457"/>
                <a:gd name="T33" fmla="*/ 2147483646 h 3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57" h="376">
                  <a:moveTo>
                    <a:pt x="441" y="141"/>
                  </a:moveTo>
                  <a:cubicBezTo>
                    <a:pt x="424" y="145"/>
                    <a:pt x="405" y="141"/>
                    <a:pt x="386" y="130"/>
                  </a:cubicBezTo>
                  <a:cubicBezTo>
                    <a:pt x="376" y="124"/>
                    <a:pt x="368" y="116"/>
                    <a:pt x="362" y="106"/>
                  </a:cubicBezTo>
                  <a:cubicBezTo>
                    <a:pt x="356" y="97"/>
                    <a:pt x="353" y="87"/>
                    <a:pt x="353" y="76"/>
                  </a:cubicBezTo>
                  <a:cubicBezTo>
                    <a:pt x="343" y="83"/>
                    <a:pt x="332" y="86"/>
                    <a:pt x="320" y="86"/>
                  </a:cubicBezTo>
                  <a:cubicBezTo>
                    <a:pt x="309" y="85"/>
                    <a:pt x="297" y="81"/>
                    <a:pt x="284" y="74"/>
                  </a:cubicBezTo>
                  <a:cubicBezTo>
                    <a:pt x="265" y="63"/>
                    <a:pt x="252" y="48"/>
                    <a:pt x="247" y="30"/>
                  </a:cubicBezTo>
                  <a:cubicBezTo>
                    <a:pt x="244" y="20"/>
                    <a:pt x="243" y="10"/>
                    <a:pt x="245" y="0"/>
                  </a:cubicBezTo>
                  <a:cubicBezTo>
                    <a:pt x="193" y="75"/>
                    <a:pt x="106" y="124"/>
                    <a:pt x="8" y="124"/>
                  </a:cubicBezTo>
                  <a:cubicBezTo>
                    <a:pt x="5" y="124"/>
                    <a:pt x="3" y="124"/>
                    <a:pt x="0" y="124"/>
                  </a:cubicBezTo>
                  <a:cubicBezTo>
                    <a:pt x="0" y="175"/>
                    <a:pt x="0" y="175"/>
                    <a:pt x="0" y="175"/>
                  </a:cubicBezTo>
                  <a:cubicBezTo>
                    <a:pt x="76" y="175"/>
                    <a:pt x="76" y="175"/>
                    <a:pt x="76" y="175"/>
                  </a:cubicBezTo>
                  <a:cubicBezTo>
                    <a:pt x="79" y="207"/>
                    <a:pt x="79" y="207"/>
                    <a:pt x="79" y="207"/>
                  </a:cubicBezTo>
                  <a:cubicBezTo>
                    <a:pt x="0" y="376"/>
                    <a:pt x="0" y="376"/>
                    <a:pt x="0" y="376"/>
                  </a:cubicBezTo>
                  <a:cubicBezTo>
                    <a:pt x="3" y="376"/>
                    <a:pt x="5" y="376"/>
                    <a:pt x="8" y="376"/>
                  </a:cubicBezTo>
                  <a:cubicBezTo>
                    <a:pt x="196" y="376"/>
                    <a:pt x="361" y="280"/>
                    <a:pt x="457" y="134"/>
                  </a:cubicBezTo>
                  <a:cubicBezTo>
                    <a:pt x="452" y="137"/>
                    <a:pt x="447" y="140"/>
                    <a:pt x="441" y="141"/>
                  </a:cubicBezTo>
                  <a:close/>
                </a:path>
              </a:pathLst>
            </a:custGeom>
            <a:solidFill>
              <a:schemeClr val="accent1"/>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59" name="Freeform 22"/>
            <p:cNvSpPr/>
            <p:nvPr>
              <p:custDataLst>
                <p:tags r:id="rId6"/>
              </p:custDataLst>
            </p:nvPr>
          </p:nvSpPr>
          <p:spPr bwMode="auto">
            <a:xfrm>
              <a:off x="4585414" y="3985714"/>
              <a:ext cx="984732" cy="982080"/>
            </a:xfrm>
            <a:custGeom>
              <a:avLst/>
              <a:gdLst>
                <a:gd name="T0" fmla="*/ 2147483646 w 387"/>
                <a:gd name="T1" fmla="*/ 2147483646 h 386"/>
                <a:gd name="T2" fmla="*/ 2147483646 w 387"/>
                <a:gd name="T3" fmla="*/ 2147483646 h 386"/>
                <a:gd name="T4" fmla="*/ 2147483646 w 387"/>
                <a:gd name="T5" fmla="*/ 2147483646 h 386"/>
                <a:gd name="T6" fmla="*/ 2147483646 w 387"/>
                <a:gd name="T7" fmla="*/ 2147483646 h 386"/>
                <a:gd name="T8" fmla="*/ 2147483646 w 387"/>
                <a:gd name="T9" fmla="*/ 2147483646 h 386"/>
                <a:gd name="T10" fmla="*/ 2147483646 w 387"/>
                <a:gd name="T11" fmla="*/ 229652796 h 386"/>
                <a:gd name="T12" fmla="*/ 2147483646 w 387"/>
                <a:gd name="T13" fmla="*/ 480186856 h 386"/>
                <a:gd name="T14" fmla="*/ 2147483646 w 387"/>
                <a:gd name="T15" fmla="*/ 1210903205 h 386"/>
                <a:gd name="T16" fmla="*/ 2147483646 w 387"/>
                <a:gd name="T17" fmla="*/ 1774596846 h 386"/>
                <a:gd name="T18" fmla="*/ 2147483646 w 387"/>
                <a:gd name="T19" fmla="*/ 960369144 h 386"/>
                <a:gd name="T20" fmla="*/ 2147483646 w 387"/>
                <a:gd name="T21" fmla="*/ 584574906 h 386"/>
                <a:gd name="T22" fmla="*/ 2147483646 w 387"/>
                <a:gd name="T23" fmla="*/ 208776099 h 386"/>
                <a:gd name="T24" fmla="*/ 2147483646 w 387"/>
                <a:gd name="T25" fmla="*/ 20876696 h 386"/>
                <a:gd name="T26" fmla="*/ 2147483646 w 387"/>
                <a:gd name="T27" fmla="*/ 271410757 h 386"/>
                <a:gd name="T28" fmla="*/ 1670573686 w 387"/>
                <a:gd name="T29" fmla="*/ 772474310 h 386"/>
                <a:gd name="T30" fmla="*/ 1670573686 w 387"/>
                <a:gd name="T31" fmla="*/ 1252656597 h 386"/>
                <a:gd name="T32" fmla="*/ 2067338136 w 387"/>
                <a:gd name="T33" fmla="*/ 1503190658 h 386"/>
                <a:gd name="T34" fmla="*/ 2147483646 w 387"/>
                <a:gd name="T35" fmla="*/ 1503190658 h 386"/>
                <a:gd name="T36" fmla="*/ 2147483646 w 387"/>
                <a:gd name="T37" fmla="*/ 2147483646 h 386"/>
                <a:gd name="T38" fmla="*/ 0 w 387"/>
                <a:gd name="T39" fmla="*/ 2147483646 h 386"/>
                <a:gd name="T40" fmla="*/ 2147483646 w 387"/>
                <a:gd name="T41" fmla="*/ 2147483646 h 386"/>
                <a:gd name="T42" fmla="*/ 2147483646 w 387"/>
                <a:gd name="T43" fmla="*/ 2147483646 h 3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87" h="386">
                  <a:moveTo>
                    <a:pt x="387" y="229"/>
                  </a:moveTo>
                  <a:cubicBezTo>
                    <a:pt x="367" y="229"/>
                    <a:pt x="367" y="229"/>
                    <a:pt x="367" y="229"/>
                  </a:cubicBezTo>
                  <a:cubicBezTo>
                    <a:pt x="367" y="188"/>
                    <a:pt x="367" y="188"/>
                    <a:pt x="367" y="188"/>
                  </a:cubicBezTo>
                  <a:cubicBezTo>
                    <a:pt x="387" y="188"/>
                    <a:pt x="387" y="188"/>
                    <a:pt x="387" y="188"/>
                  </a:cubicBezTo>
                  <a:cubicBezTo>
                    <a:pt x="387" y="132"/>
                    <a:pt x="387" y="132"/>
                    <a:pt x="387" y="132"/>
                  </a:cubicBezTo>
                  <a:cubicBezTo>
                    <a:pt x="310" y="118"/>
                    <a:pt x="244" y="73"/>
                    <a:pt x="202" y="11"/>
                  </a:cubicBezTo>
                  <a:cubicBezTo>
                    <a:pt x="202" y="15"/>
                    <a:pt x="203" y="19"/>
                    <a:pt x="203" y="23"/>
                  </a:cubicBezTo>
                  <a:cubicBezTo>
                    <a:pt x="202" y="35"/>
                    <a:pt x="199" y="47"/>
                    <a:pt x="192" y="58"/>
                  </a:cubicBezTo>
                  <a:cubicBezTo>
                    <a:pt x="185" y="68"/>
                    <a:pt x="175" y="78"/>
                    <a:pt x="163" y="85"/>
                  </a:cubicBezTo>
                  <a:cubicBezTo>
                    <a:pt x="140" y="46"/>
                    <a:pt x="140" y="46"/>
                    <a:pt x="140" y="46"/>
                  </a:cubicBezTo>
                  <a:cubicBezTo>
                    <a:pt x="149" y="40"/>
                    <a:pt x="155" y="34"/>
                    <a:pt x="159" y="28"/>
                  </a:cubicBezTo>
                  <a:cubicBezTo>
                    <a:pt x="162" y="21"/>
                    <a:pt x="162" y="15"/>
                    <a:pt x="158" y="10"/>
                  </a:cubicBezTo>
                  <a:cubicBezTo>
                    <a:pt x="155" y="3"/>
                    <a:pt x="148" y="0"/>
                    <a:pt x="140" y="1"/>
                  </a:cubicBezTo>
                  <a:cubicBezTo>
                    <a:pt x="131" y="1"/>
                    <a:pt x="119" y="5"/>
                    <a:pt x="106" y="13"/>
                  </a:cubicBezTo>
                  <a:cubicBezTo>
                    <a:pt x="93" y="21"/>
                    <a:pt x="84" y="29"/>
                    <a:pt x="80" y="37"/>
                  </a:cubicBezTo>
                  <a:cubicBezTo>
                    <a:pt x="76" y="44"/>
                    <a:pt x="76" y="52"/>
                    <a:pt x="80" y="60"/>
                  </a:cubicBezTo>
                  <a:cubicBezTo>
                    <a:pt x="85" y="67"/>
                    <a:pt x="91" y="71"/>
                    <a:pt x="99" y="72"/>
                  </a:cubicBezTo>
                  <a:cubicBezTo>
                    <a:pt x="104" y="72"/>
                    <a:pt x="104" y="72"/>
                    <a:pt x="104" y="72"/>
                  </a:cubicBezTo>
                  <a:cubicBezTo>
                    <a:pt x="113" y="108"/>
                    <a:pt x="113" y="108"/>
                    <a:pt x="113" y="108"/>
                  </a:cubicBezTo>
                  <a:cubicBezTo>
                    <a:pt x="0" y="161"/>
                    <a:pt x="0" y="161"/>
                    <a:pt x="0" y="161"/>
                  </a:cubicBezTo>
                  <a:cubicBezTo>
                    <a:pt x="88" y="285"/>
                    <a:pt x="227" y="370"/>
                    <a:pt x="387" y="386"/>
                  </a:cubicBezTo>
                  <a:lnTo>
                    <a:pt x="387" y="229"/>
                  </a:lnTo>
                  <a:close/>
                </a:path>
              </a:pathLst>
            </a:custGeom>
            <a:solidFill>
              <a:srgbClr val="8F52A8"/>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60" name="Freeform 23"/>
            <p:cNvSpPr/>
            <p:nvPr>
              <p:custDataLst>
                <p:tags r:id="rId7"/>
              </p:custDataLst>
            </p:nvPr>
          </p:nvSpPr>
          <p:spPr bwMode="auto">
            <a:xfrm>
              <a:off x="4573038" y="2228401"/>
              <a:ext cx="1177436" cy="949373"/>
            </a:xfrm>
            <a:custGeom>
              <a:avLst/>
              <a:gdLst>
                <a:gd name="T0" fmla="*/ 2147483646 w 463"/>
                <a:gd name="T1" fmla="*/ 689495547 h 373"/>
                <a:gd name="T2" fmla="*/ 2147483646 w 463"/>
                <a:gd name="T3" fmla="*/ 0 h 373"/>
                <a:gd name="T4" fmla="*/ 2147483646 w 463"/>
                <a:gd name="T5" fmla="*/ 0 h 373"/>
                <a:gd name="T6" fmla="*/ 0 w 463"/>
                <a:gd name="T7" fmla="*/ 2147483646 h 373"/>
                <a:gd name="T8" fmla="*/ 604884611 w 463"/>
                <a:gd name="T9" fmla="*/ 2147483646 h 373"/>
                <a:gd name="T10" fmla="*/ 584026836 w 463"/>
                <a:gd name="T11" fmla="*/ 2147483646 h 373"/>
                <a:gd name="T12" fmla="*/ 479733393 w 463"/>
                <a:gd name="T13" fmla="*/ 2147483646 h 373"/>
                <a:gd name="T14" fmla="*/ 1126333554 w 463"/>
                <a:gd name="T15" fmla="*/ 2147483646 h 373"/>
                <a:gd name="T16" fmla="*/ 1168053671 w 463"/>
                <a:gd name="T17" fmla="*/ 2147483646 h 373"/>
                <a:gd name="T18" fmla="*/ 2023231583 w 463"/>
                <a:gd name="T19" fmla="*/ 2147483646 h 373"/>
                <a:gd name="T20" fmla="*/ 2147483646 w 463"/>
                <a:gd name="T21" fmla="*/ 2147483646 h 373"/>
                <a:gd name="T22" fmla="*/ 2147483646 w 463"/>
                <a:gd name="T23" fmla="*/ 2147483646 h 373"/>
                <a:gd name="T24" fmla="*/ 2147483646 w 463"/>
                <a:gd name="T25" fmla="*/ 2147483646 h 373"/>
                <a:gd name="T26" fmla="*/ 2147483646 w 463"/>
                <a:gd name="T27" fmla="*/ 2147483646 h 373"/>
                <a:gd name="T28" fmla="*/ 2147483646 w 463"/>
                <a:gd name="T29" fmla="*/ 2147483646 h 373"/>
                <a:gd name="T30" fmla="*/ 2147483646 w 463"/>
                <a:gd name="T31" fmla="*/ 1170056235 h 373"/>
                <a:gd name="T32" fmla="*/ 2147483646 w 463"/>
                <a:gd name="T33" fmla="*/ 1567036580 h 373"/>
                <a:gd name="T34" fmla="*/ 2147483646 w 463"/>
                <a:gd name="T35" fmla="*/ 689495547 h 3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63" h="373">
                  <a:moveTo>
                    <a:pt x="389" y="33"/>
                  </a:moveTo>
                  <a:cubicBezTo>
                    <a:pt x="463" y="0"/>
                    <a:pt x="463" y="0"/>
                    <a:pt x="463" y="0"/>
                  </a:cubicBezTo>
                  <a:cubicBezTo>
                    <a:pt x="457" y="0"/>
                    <a:pt x="451" y="0"/>
                    <a:pt x="445" y="0"/>
                  </a:cubicBezTo>
                  <a:cubicBezTo>
                    <a:pt x="260" y="0"/>
                    <a:pt x="97" y="93"/>
                    <a:pt x="0" y="234"/>
                  </a:cubicBezTo>
                  <a:cubicBezTo>
                    <a:pt x="29" y="251"/>
                    <a:pt x="29" y="251"/>
                    <a:pt x="29" y="251"/>
                  </a:cubicBezTo>
                  <a:cubicBezTo>
                    <a:pt x="28" y="253"/>
                    <a:pt x="28" y="253"/>
                    <a:pt x="28" y="253"/>
                  </a:cubicBezTo>
                  <a:cubicBezTo>
                    <a:pt x="20" y="268"/>
                    <a:pt x="18" y="282"/>
                    <a:pt x="23" y="296"/>
                  </a:cubicBezTo>
                  <a:cubicBezTo>
                    <a:pt x="27" y="311"/>
                    <a:pt x="38" y="324"/>
                    <a:pt x="54" y="335"/>
                  </a:cubicBezTo>
                  <a:cubicBezTo>
                    <a:pt x="48" y="321"/>
                    <a:pt x="49" y="307"/>
                    <a:pt x="56" y="295"/>
                  </a:cubicBezTo>
                  <a:cubicBezTo>
                    <a:pt x="65" y="280"/>
                    <a:pt x="78" y="273"/>
                    <a:pt x="97" y="272"/>
                  </a:cubicBezTo>
                  <a:cubicBezTo>
                    <a:pt x="116" y="271"/>
                    <a:pt x="137" y="278"/>
                    <a:pt x="160" y="291"/>
                  </a:cubicBezTo>
                  <a:cubicBezTo>
                    <a:pt x="174" y="299"/>
                    <a:pt x="186" y="309"/>
                    <a:pt x="195" y="321"/>
                  </a:cubicBezTo>
                  <a:cubicBezTo>
                    <a:pt x="204" y="333"/>
                    <a:pt x="209" y="345"/>
                    <a:pt x="210" y="358"/>
                  </a:cubicBezTo>
                  <a:cubicBezTo>
                    <a:pt x="211" y="363"/>
                    <a:pt x="211" y="368"/>
                    <a:pt x="210" y="373"/>
                  </a:cubicBezTo>
                  <a:cubicBezTo>
                    <a:pt x="260" y="302"/>
                    <a:pt x="341" y="255"/>
                    <a:pt x="433" y="251"/>
                  </a:cubicBezTo>
                  <a:cubicBezTo>
                    <a:pt x="433" y="56"/>
                    <a:pt x="433" y="56"/>
                    <a:pt x="433" y="56"/>
                  </a:cubicBezTo>
                  <a:cubicBezTo>
                    <a:pt x="389" y="75"/>
                    <a:pt x="389" y="75"/>
                    <a:pt x="389" y="75"/>
                  </a:cubicBezTo>
                  <a:lnTo>
                    <a:pt x="389" y="33"/>
                  </a:lnTo>
                  <a:close/>
                </a:path>
              </a:pathLst>
            </a:custGeom>
            <a:solidFill>
              <a:schemeClr val="accent6"/>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61" name="Freeform 24"/>
            <p:cNvSpPr/>
            <p:nvPr>
              <p:custDataLst>
                <p:tags r:id="rId8"/>
              </p:custDataLst>
            </p:nvPr>
          </p:nvSpPr>
          <p:spPr bwMode="auto">
            <a:xfrm>
              <a:off x="4779001" y="3038109"/>
              <a:ext cx="226294" cy="165301"/>
            </a:xfrm>
            <a:custGeom>
              <a:avLst/>
              <a:gdLst>
                <a:gd name="T0" fmla="*/ 1188509951 w 89"/>
                <a:gd name="T1" fmla="*/ 250301180 h 65"/>
                <a:gd name="T2" fmla="*/ 500424521 w 89"/>
                <a:gd name="T3" fmla="*/ 20858051 h 65"/>
                <a:gd name="T4" fmla="*/ 83403326 w 89"/>
                <a:gd name="T5" fmla="*/ 208585078 h 65"/>
                <a:gd name="T6" fmla="*/ 41703946 w 89"/>
                <a:gd name="T7" fmla="*/ 521464979 h 65"/>
                <a:gd name="T8" fmla="*/ 229360288 w 89"/>
                <a:gd name="T9" fmla="*/ 834344879 h 65"/>
                <a:gd name="T10" fmla="*/ 542128467 w 89"/>
                <a:gd name="T11" fmla="*/ 1022071906 h 65"/>
                <a:gd name="T12" fmla="*/ 1355316602 w 89"/>
                <a:gd name="T13" fmla="*/ 1334951807 h 65"/>
                <a:gd name="T14" fmla="*/ 1772337798 w 89"/>
                <a:gd name="T15" fmla="*/ 1168082831 h 65"/>
                <a:gd name="T16" fmla="*/ 1730633852 w 89"/>
                <a:gd name="T17" fmla="*/ 709192006 h 65"/>
                <a:gd name="T18" fmla="*/ 1188509951 w 89"/>
                <a:gd name="T19" fmla="*/ 250301180 h 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9" h="65">
                  <a:moveTo>
                    <a:pt x="57" y="12"/>
                  </a:moveTo>
                  <a:cubicBezTo>
                    <a:pt x="45" y="5"/>
                    <a:pt x="34" y="1"/>
                    <a:pt x="24" y="1"/>
                  </a:cubicBezTo>
                  <a:cubicBezTo>
                    <a:pt x="14" y="0"/>
                    <a:pt x="8" y="3"/>
                    <a:pt x="4" y="10"/>
                  </a:cubicBezTo>
                  <a:cubicBezTo>
                    <a:pt x="1" y="15"/>
                    <a:pt x="0" y="20"/>
                    <a:pt x="2" y="25"/>
                  </a:cubicBezTo>
                  <a:cubicBezTo>
                    <a:pt x="4" y="31"/>
                    <a:pt x="6" y="36"/>
                    <a:pt x="11" y="40"/>
                  </a:cubicBezTo>
                  <a:cubicBezTo>
                    <a:pt x="26" y="49"/>
                    <a:pt x="26" y="49"/>
                    <a:pt x="26" y="49"/>
                  </a:cubicBezTo>
                  <a:cubicBezTo>
                    <a:pt x="42" y="58"/>
                    <a:pt x="55" y="63"/>
                    <a:pt x="65" y="64"/>
                  </a:cubicBezTo>
                  <a:cubicBezTo>
                    <a:pt x="75" y="65"/>
                    <a:pt x="82" y="62"/>
                    <a:pt x="85" y="56"/>
                  </a:cubicBezTo>
                  <a:cubicBezTo>
                    <a:pt x="89" y="50"/>
                    <a:pt x="88" y="42"/>
                    <a:pt x="83" y="34"/>
                  </a:cubicBezTo>
                  <a:cubicBezTo>
                    <a:pt x="77" y="26"/>
                    <a:pt x="69" y="19"/>
                    <a:pt x="57" y="12"/>
                  </a:cubicBezTo>
                  <a:close/>
                </a:path>
              </a:pathLst>
            </a:custGeom>
            <a:solidFill>
              <a:schemeClr val="accent4"/>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62" name="Freeform 25"/>
            <p:cNvSpPr/>
            <p:nvPr>
              <p:custDataLst>
                <p:tags r:id="rId9"/>
              </p:custDataLst>
            </p:nvPr>
          </p:nvSpPr>
          <p:spPr bwMode="auto">
            <a:xfrm>
              <a:off x="4330833" y="2913471"/>
              <a:ext cx="717776" cy="1354227"/>
            </a:xfrm>
            <a:custGeom>
              <a:avLst/>
              <a:gdLst>
                <a:gd name="T0" fmla="*/ 1567119112 w 282"/>
                <a:gd name="T1" fmla="*/ 2147483646 h 532"/>
                <a:gd name="T2" fmla="*/ 2147483646 w 282"/>
                <a:gd name="T3" fmla="*/ 2147483646 h 532"/>
                <a:gd name="T4" fmla="*/ 2147483646 w 282"/>
                <a:gd name="T5" fmla="*/ 2147483646 h 532"/>
                <a:gd name="T6" fmla="*/ 2147483646 w 282"/>
                <a:gd name="T7" fmla="*/ 2147483646 h 532"/>
                <a:gd name="T8" fmla="*/ 2147483646 w 282"/>
                <a:gd name="T9" fmla="*/ 2147483646 h 532"/>
                <a:gd name="T10" fmla="*/ 2147483646 w 282"/>
                <a:gd name="T11" fmla="*/ 2147483646 h 532"/>
                <a:gd name="T12" fmla="*/ 2147483646 w 282"/>
                <a:gd name="T13" fmla="*/ 2147483646 h 532"/>
                <a:gd name="T14" fmla="*/ 2147483646 w 282"/>
                <a:gd name="T15" fmla="*/ 2147483646 h 532"/>
                <a:gd name="T16" fmla="*/ 2147483646 w 282"/>
                <a:gd name="T17" fmla="*/ 2147483646 h 532"/>
                <a:gd name="T18" fmla="*/ 2147483646 w 282"/>
                <a:gd name="T19" fmla="*/ 2147483646 h 532"/>
                <a:gd name="T20" fmla="*/ 2147483646 w 282"/>
                <a:gd name="T21" fmla="*/ 2147483646 h 532"/>
                <a:gd name="T22" fmla="*/ 2147483646 w 282"/>
                <a:gd name="T23" fmla="*/ 2147483646 h 532"/>
                <a:gd name="T24" fmla="*/ 2147483646 w 282"/>
                <a:gd name="T25" fmla="*/ 2147483646 h 532"/>
                <a:gd name="T26" fmla="*/ 2047706207 w 282"/>
                <a:gd name="T27" fmla="*/ 1588311511 h 532"/>
                <a:gd name="T28" fmla="*/ 1525330122 w 282"/>
                <a:gd name="T29" fmla="*/ 438875308 h 532"/>
                <a:gd name="T30" fmla="*/ 1525330122 w 282"/>
                <a:gd name="T31" fmla="*/ 0 h 532"/>
                <a:gd name="T32" fmla="*/ 0 w 282"/>
                <a:gd name="T33" fmla="*/ 2147483646 h 532"/>
                <a:gd name="T34" fmla="*/ 940270553 w 282"/>
                <a:gd name="T35" fmla="*/ 2147483646 h 532"/>
                <a:gd name="T36" fmla="*/ 1567119112 w 282"/>
                <a:gd name="T37" fmla="*/ 2147483646 h 5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82" h="532">
                  <a:moveTo>
                    <a:pt x="75" y="466"/>
                  </a:moveTo>
                  <a:cubicBezTo>
                    <a:pt x="112" y="532"/>
                    <a:pt x="112" y="532"/>
                    <a:pt x="112" y="532"/>
                  </a:cubicBezTo>
                  <a:cubicBezTo>
                    <a:pt x="162" y="508"/>
                    <a:pt x="162" y="508"/>
                    <a:pt x="162" y="508"/>
                  </a:cubicBezTo>
                  <a:cubicBezTo>
                    <a:pt x="152" y="503"/>
                    <a:pt x="145" y="497"/>
                    <a:pt x="140" y="489"/>
                  </a:cubicBezTo>
                  <a:cubicBezTo>
                    <a:pt x="131" y="473"/>
                    <a:pt x="130" y="456"/>
                    <a:pt x="138" y="440"/>
                  </a:cubicBezTo>
                  <a:cubicBezTo>
                    <a:pt x="146" y="423"/>
                    <a:pt x="162" y="408"/>
                    <a:pt x="186" y="394"/>
                  </a:cubicBezTo>
                  <a:cubicBezTo>
                    <a:pt x="208" y="381"/>
                    <a:pt x="229" y="376"/>
                    <a:pt x="249" y="379"/>
                  </a:cubicBezTo>
                  <a:cubicBezTo>
                    <a:pt x="260" y="381"/>
                    <a:pt x="270" y="385"/>
                    <a:pt x="279" y="392"/>
                  </a:cubicBezTo>
                  <a:cubicBezTo>
                    <a:pt x="262" y="355"/>
                    <a:pt x="252" y="314"/>
                    <a:pt x="252" y="270"/>
                  </a:cubicBezTo>
                  <a:cubicBezTo>
                    <a:pt x="252" y="224"/>
                    <a:pt x="263" y="181"/>
                    <a:pt x="282" y="143"/>
                  </a:cubicBezTo>
                  <a:cubicBezTo>
                    <a:pt x="273" y="149"/>
                    <a:pt x="261" y="153"/>
                    <a:pt x="248" y="154"/>
                  </a:cubicBezTo>
                  <a:cubicBezTo>
                    <a:pt x="225" y="156"/>
                    <a:pt x="200" y="149"/>
                    <a:pt x="173" y="133"/>
                  </a:cubicBezTo>
                  <a:cubicBezTo>
                    <a:pt x="157" y="124"/>
                    <a:pt x="157" y="124"/>
                    <a:pt x="157" y="124"/>
                  </a:cubicBezTo>
                  <a:cubicBezTo>
                    <a:pt x="132" y="109"/>
                    <a:pt x="113" y="94"/>
                    <a:pt x="98" y="76"/>
                  </a:cubicBezTo>
                  <a:cubicBezTo>
                    <a:pt x="84" y="58"/>
                    <a:pt x="75" y="40"/>
                    <a:pt x="73" y="21"/>
                  </a:cubicBezTo>
                  <a:cubicBezTo>
                    <a:pt x="72" y="14"/>
                    <a:pt x="72" y="7"/>
                    <a:pt x="73" y="0"/>
                  </a:cubicBezTo>
                  <a:cubicBezTo>
                    <a:pt x="27" y="80"/>
                    <a:pt x="0" y="172"/>
                    <a:pt x="0" y="270"/>
                  </a:cubicBezTo>
                  <a:cubicBezTo>
                    <a:pt x="0" y="346"/>
                    <a:pt x="16" y="418"/>
                    <a:pt x="45" y="484"/>
                  </a:cubicBezTo>
                  <a:lnTo>
                    <a:pt x="75" y="466"/>
                  </a:lnTo>
                  <a:close/>
                </a:path>
              </a:pathLst>
            </a:custGeom>
            <a:solidFill>
              <a:schemeClr val="accent5"/>
            </a:solidFill>
            <a:ln>
              <a:noFill/>
            </a:ln>
            <a:effectLst/>
          </p:spPr>
          <p:txBody>
            <a:bodyPr vert="horz" wrap="square" lIns="51435" tIns="25718" rIns="51435" bIns="25718" numCol="1" anchor="t" anchorCtr="0" compatLnSpc="1"/>
            <a:lstStyle/>
            <a:p>
              <a:endParaRPr lang="en-US" sz="1015">
                <a:solidFill>
                  <a:prstClr val="black"/>
                </a:solidFill>
                <a:latin typeface="思源黑体 CN Bold" panose="020B0800000000000000" pitchFamily="34" charset="-122"/>
                <a:ea typeface="思源黑体 CN Bold" panose="020B0800000000000000" pitchFamily="34" charset="-122"/>
              </a:endParaRPr>
            </a:p>
          </p:txBody>
        </p:sp>
        <p:sp>
          <p:nvSpPr>
            <p:cNvPr id="63" name="任意多边形: 形状 62"/>
            <p:cNvSpPr/>
            <p:nvPr>
              <p:custDataLst>
                <p:tags r:id="rId10"/>
              </p:custDataLst>
            </p:nvPr>
          </p:nvSpPr>
          <p:spPr>
            <a:xfrm>
              <a:off x="5158079" y="3090986"/>
              <a:ext cx="1093470" cy="1093470"/>
            </a:xfrm>
            <a:custGeom>
              <a:avLst/>
              <a:gdLst>
                <a:gd name="connsiteX0" fmla="*/ 698064 w 698064"/>
                <a:gd name="connsiteY0" fmla="*/ 349032 h 698064"/>
                <a:gd name="connsiteX1" fmla="*/ 349032 w 698064"/>
                <a:gd name="connsiteY1" fmla="*/ 698064 h 698064"/>
                <a:gd name="connsiteX2" fmla="*/ 0 w 698064"/>
                <a:gd name="connsiteY2" fmla="*/ 349032 h 698064"/>
                <a:gd name="connsiteX3" fmla="*/ 349032 w 698064"/>
                <a:gd name="connsiteY3" fmla="*/ 0 h 698064"/>
                <a:gd name="connsiteX4" fmla="*/ 698064 w 698064"/>
                <a:gd name="connsiteY4" fmla="*/ 349032 h 698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8064" h="698064">
                  <a:moveTo>
                    <a:pt x="698064" y="349032"/>
                  </a:moveTo>
                  <a:cubicBezTo>
                    <a:pt x="698064" y="541797"/>
                    <a:pt x="541797" y="698064"/>
                    <a:pt x="349032" y="698064"/>
                  </a:cubicBezTo>
                  <a:cubicBezTo>
                    <a:pt x="156267" y="698064"/>
                    <a:pt x="0" y="541797"/>
                    <a:pt x="0" y="349032"/>
                  </a:cubicBezTo>
                  <a:cubicBezTo>
                    <a:pt x="0" y="156267"/>
                    <a:pt x="156267" y="0"/>
                    <a:pt x="349032" y="0"/>
                  </a:cubicBezTo>
                  <a:cubicBezTo>
                    <a:pt x="541797" y="0"/>
                    <a:pt x="698064" y="156267"/>
                    <a:pt x="698064" y="349032"/>
                  </a:cubicBezTo>
                  <a:close/>
                </a:path>
              </a:pathLst>
            </a:custGeom>
            <a:solidFill>
              <a:schemeClr val="bg1"/>
            </a:solidFill>
            <a:ln w="15875">
              <a:noFill/>
              <a:prstDash val="sysDash"/>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solidFill>
                  <a:schemeClr val="lt1"/>
                </a:solidFill>
                <a:latin typeface="思源黑体 CN Bold" panose="020B0800000000000000" pitchFamily="34" charset="-122"/>
                <a:ea typeface="思源黑体 CN Bold" panose="020B0800000000000000" pitchFamily="34" charset="-122"/>
              </a:endParaRPr>
            </a:p>
          </p:txBody>
        </p:sp>
        <p:sp>
          <p:nvSpPr>
            <p:cNvPr id="64" name="Rectangle 22"/>
            <p:cNvSpPr>
              <a:spLocks noChangeArrowheads="1"/>
            </p:cNvSpPr>
            <p:nvPr/>
          </p:nvSpPr>
          <p:spPr bwMode="auto">
            <a:xfrm>
              <a:off x="5327787" y="3233765"/>
              <a:ext cx="754053" cy="807913"/>
            </a:xfrm>
            <a:prstGeom prst="rect">
              <a:avLst/>
            </a:prstGeom>
            <a:noFill/>
            <a:effectLst/>
          </p:spPr>
          <p:txBody>
            <a:bodyPr wrap="none" lIns="68580" tIns="34290" rIns="68580" bIns="34290" rtlCol="0">
              <a:spAutoFit/>
            </a:bodyPr>
            <a:lstStyle/>
            <a:p>
              <a:pPr algn="ctr"/>
              <a:r>
                <a:rPr lang="zh-CN" altLang="en-US" sz="2400" dirty="0">
                  <a:solidFill>
                    <a:schemeClr val="bg1">
                      <a:lumMod val="50000"/>
                    </a:schemeClr>
                  </a:solidFill>
                  <a:latin typeface="思源宋体 CN Heavy" panose="02020900000000000000" pitchFamily="18" charset="-122"/>
                  <a:ea typeface="思源宋体 CN Heavy" panose="02020900000000000000" pitchFamily="18" charset="-122"/>
                </a:rPr>
                <a:t>理论</a:t>
              </a:r>
              <a:endParaRPr lang="en-US" altLang="zh-CN" sz="2400" dirty="0">
                <a:solidFill>
                  <a:schemeClr val="bg1">
                    <a:lumMod val="50000"/>
                  </a:schemeClr>
                </a:solidFill>
                <a:latin typeface="思源宋体 CN Heavy" panose="02020900000000000000" pitchFamily="18" charset="-122"/>
                <a:ea typeface="思源宋体 CN Heavy" panose="02020900000000000000" pitchFamily="18" charset="-122"/>
              </a:endParaRPr>
            </a:p>
            <a:p>
              <a:pPr algn="ctr"/>
              <a:r>
                <a:rPr lang="zh-CN" altLang="en-US" sz="2400" dirty="0">
                  <a:solidFill>
                    <a:schemeClr val="bg1">
                      <a:lumMod val="50000"/>
                    </a:schemeClr>
                  </a:solidFill>
                  <a:latin typeface="思源宋体 CN Heavy" panose="02020900000000000000" pitchFamily="18" charset="-122"/>
                  <a:ea typeface="思源宋体 CN Heavy" panose="02020900000000000000" pitchFamily="18" charset="-122"/>
                </a:rPr>
                <a:t>知识</a:t>
              </a:r>
              <a:endParaRPr lang="en-US" altLang="en-US" sz="2400" dirty="0">
                <a:solidFill>
                  <a:schemeClr val="bg1">
                    <a:lumMod val="50000"/>
                  </a:schemeClr>
                </a:solidFill>
                <a:latin typeface="思源宋体 CN Heavy" panose="02020900000000000000" pitchFamily="18" charset="-122"/>
                <a:ea typeface="思源宋体 CN Heavy" panose="02020900000000000000" pitchFamily="18" charset="-122"/>
              </a:endParaRPr>
            </a:p>
          </p:txBody>
        </p:sp>
        <p:grpSp>
          <p:nvGrpSpPr>
            <p:cNvPr id="65" name="图形 17"/>
            <p:cNvGrpSpPr>
              <a:grpSpLocks noChangeAspect="1"/>
            </p:cNvGrpSpPr>
            <p:nvPr/>
          </p:nvGrpSpPr>
          <p:grpSpPr>
            <a:xfrm>
              <a:off x="6055156" y="2490854"/>
              <a:ext cx="351000" cy="450796"/>
              <a:chOff x="1073948" y="2645239"/>
              <a:chExt cx="343970" cy="441786"/>
            </a:xfrm>
            <a:solidFill>
              <a:schemeClr val="bg1"/>
            </a:solidFill>
            <a:effectLst/>
          </p:grpSpPr>
          <p:sp>
            <p:nvSpPr>
              <p:cNvPr id="66" name="任意多边形: 形状 65"/>
              <p:cNvSpPr/>
              <p:nvPr/>
            </p:nvSpPr>
            <p:spPr>
              <a:xfrm>
                <a:off x="1141619" y="3041765"/>
                <a:ext cx="13530" cy="13791"/>
              </a:xfrm>
              <a:custGeom>
                <a:avLst/>
                <a:gdLst>
                  <a:gd name="connsiteX0" fmla="*/ 1759 w 18042"/>
                  <a:gd name="connsiteY0" fmla="*/ 3863 h 18387"/>
                  <a:gd name="connsiteX1" fmla="*/ 3373 w 18042"/>
                  <a:gd name="connsiteY1" fmla="*/ 16774 h 18387"/>
                  <a:gd name="connsiteX2" fmla="*/ 8214 w 18042"/>
                  <a:gd name="connsiteY2" fmla="*/ 18387 h 18387"/>
                  <a:gd name="connsiteX3" fmla="*/ 16283 w 18042"/>
                  <a:gd name="connsiteY3" fmla="*/ 15160 h 18387"/>
                  <a:gd name="connsiteX4" fmla="*/ 14670 w 18042"/>
                  <a:gd name="connsiteY4" fmla="*/ 2249 h 18387"/>
                  <a:gd name="connsiteX5" fmla="*/ 1759 w 18042"/>
                  <a:gd name="connsiteY5" fmla="*/ 3863 h 1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8387">
                    <a:moveTo>
                      <a:pt x="1759" y="3863"/>
                    </a:moveTo>
                    <a:cubicBezTo>
                      <a:pt x="-1468" y="8705"/>
                      <a:pt x="146" y="13546"/>
                      <a:pt x="3373" y="16774"/>
                    </a:cubicBezTo>
                    <a:cubicBezTo>
                      <a:pt x="4987" y="18387"/>
                      <a:pt x="6601" y="18387"/>
                      <a:pt x="8214" y="18387"/>
                    </a:cubicBezTo>
                    <a:cubicBezTo>
                      <a:pt x="11442" y="18387"/>
                      <a:pt x="13056" y="16774"/>
                      <a:pt x="16283" y="15160"/>
                    </a:cubicBezTo>
                    <a:cubicBezTo>
                      <a:pt x="19511" y="11932"/>
                      <a:pt x="17897" y="5477"/>
                      <a:pt x="14670" y="2249"/>
                    </a:cubicBezTo>
                    <a:cubicBezTo>
                      <a:pt x="9828" y="-978"/>
                      <a:pt x="4987" y="-978"/>
                      <a:pt x="1759" y="3863"/>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67" name="任意多边形: 形状 66"/>
              <p:cNvSpPr/>
              <p:nvPr/>
            </p:nvSpPr>
            <p:spPr>
              <a:xfrm>
                <a:off x="1140408" y="2772219"/>
                <a:ext cx="13530" cy="13423"/>
              </a:xfrm>
              <a:custGeom>
                <a:avLst/>
                <a:gdLst>
                  <a:gd name="connsiteX0" fmla="*/ 9828 w 18042"/>
                  <a:gd name="connsiteY0" fmla="*/ 17897 h 17897"/>
                  <a:gd name="connsiteX1" fmla="*/ 14670 w 18042"/>
                  <a:gd name="connsiteY1" fmla="*/ 16283 h 17897"/>
                  <a:gd name="connsiteX2" fmla="*/ 16283 w 18042"/>
                  <a:gd name="connsiteY2" fmla="*/ 3373 h 17897"/>
                  <a:gd name="connsiteX3" fmla="*/ 3373 w 18042"/>
                  <a:gd name="connsiteY3" fmla="*/ 1759 h 17897"/>
                  <a:gd name="connsiteX4" fmla="*/ 1759 w 18042"/>
                  <a:gd name="connsiteY4" fmla="*/ 14670 h 17897"/>
                  <a:gd name="connsiteX5" fmla="*/ 9828 w 18042"/>
                  <a:gd name="connsiteY5"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9828" y="17897"/>
                    </a:moveTo>
                    <a:cubicBezTo>
                      <a:pt x="11442" y="17897"/>
                      <a:pt x="13056" y="17897"/>
                      <a:pt x="14670" y="16283"/>
                    </a:cubicBezTo>
                    <a:cubicBezTo>
                      <a:pt x="17897" y="13056"/>
                      <a:pt x="19511" y="8215"/>
                      <a:pt x="16283" y="3373"/>
                    </a:cubicBezTo>
                    <a:cubicBezTo>
                      <a:pt x="13056" y="146"/>
                      <a:pt x="8214" y="-1468"/>
                      <a:pt x="3373" y="1759"/>
                    </a:cubicBezTo>
                    <a:cubicBezTo>
                      <a:pt x="146" y="4987"/>
                      <a:pt x="-1468" y="9828"/>
                      <a:pt x="1759" y="14670"/>
                    </a:cubicBezTo>
                    <a:cubicBezTo>
                      <a:pt x="3373" y="17897"/>
                      <a:pt x="6601" y="17897"/>
                      <a:pt x="9828" y="17897"/>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68" name="任意多边形: 形状 67"/>
              <p:cNvSpPr/>
              <p:nvPr/>
            </p:nvSpPr>
            <p:spPr>
              <a:xfrm>
                <a:off x="1187405" y="3064919"/>
                <a:ext cx="13943" cy="12426"/>
              </a:xfrm>
              <a:custGeom>
                <a:avLst/>
                <a:gdLst>
                  <a:gd name="connsiteX0" fmla="*/ 11716 w 18591"/>
                  <a:gd name="connsiteY0" fmla="*/ 429 h 16567"/>
                  <a:gd name="connsiteX1" fmla="*/ 420 w 18591"/>
                  <a:gd name="connsiteY1" fmla="*/ 5271 h 16567"/>
                  <a:gd name="connsiteX2" fmla="*/ 6875 w 18591"/>
                  <a:gd name="connsiteY2" fmla="*/ 16567 h 16567"/>
                  <a:gd name="connsiteX3" fmla="*/ 10103 w 18591"/>
                  <a:gd name="connsiteY3" fmla="*/ 16567 h 16567"/>
                  <a:gd name="connsiteX4" fmla="*/ 18172 w 18591"/>
                  <a:gd name="connsiteY4" fmla="*/ 10112 h 16567"/>
                  <a:gd name="connsiteX5" fmla="*/ 11716 w 18591"/>
                  <a:gd name="connsiteY5" fmla="*/ 429 h 1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6567">
                    <a:moveTo>
                      <a:pt x="11716" y="429"/>
                    </a:moveTo>
                    <a:cubicBezTo>
                      <a:pt x="6875" y="-1185"/>
                      <a:pt x="2034" y="2043"/>
                      <a:pt x="420" y="5271"/>
                    </a:cubicBezTo>
                    <a:cubicBezTo>
                      <a:pt x="-1194" y="10112"/>
                      <a:pt x="2034" y="14953"/>
                      <a:pt x="6875" y="16567"/>
                    </a:cubicBezTo>
                    <a:cubicBezTo>
                      <a:pt x="8489" y="16567"/>
                      <a:pt x="8489" y="16567"/>
                      <a:pt x="10103" y="16567"/>
                    </a:cubicBezTo>
                    <a:cubicBezTo>
                      <a:pt x="13330" y="16567"/>
                      <a:pt x="18172" y="14953"/>
                      <a:pt x="18172" y="10112"/>
                    </a:cubicBezTo>
                    <a:cubicBezTo>
                      <a:pt x="19785" y="6884"/>
                      <a:pt x="16558" y="2043"/>
                      <a:pt x="11716" y="429"/>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69" name="任意多边形: 形状 68"/>
              <p:cNvSpPr/>
              <p:nvPr/>
            </p:nvSpPr>
            <p:spPr>
              <a:xfrm>
                <a:off x="1080896" y="2958412"/>
                <a:ext cx="13628" cy="13629"/>
              </a:xfrm>
              <a:custGeom>
                <a:avLst/>
                <a:gdLst>
                  <a:gd name="connsiteX0" fmla="*/ 6875 w 18171"/>
                  <a:gd name="connsiteY0" fmla="*/ 420 h 18171"/>
                  <a:gd name="connsiteX1" fmla="*/ 420 w 18171"/>
                  <a:gd name="connsiteY1" fmla="*/ 11716 h 18171"/>
                  <a:gd name="connsiteX2" fmla="*/ 8489 w 18171"/>
                  <a:gd name="connsiteY2" fmla="*/ 18172 h 18171"/>
                  <a:gd name="connsiteX3" fmla="*/ 11716 w 18171"/>
                  <a:gd name="connsiteY3" fmla="*/ 18172 h 18171"/>
                  <a:gd name="connsiteX4" fmla="*/ 18172 w 18171"/>
                  <a:gd name="connsiteY4" fmla="*/ 6875 h 18171"/>
                  <a:gd name="connsiteX5" fmla="*/ 6875 w 18171"/>
                  <a:gd name="connsiteY5" fmla="*/ 420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71" h="18171">
                    <a:moveTo>
                      <a:pt x="6875" y="420"/>
                    </a:moveTo>
                    <a:cubicBezTo>
                      <a:pt x="2034" y="2034"/>
                      <a:pt x="-1194" y="6875"/>
                      <a:pt x="420" y="11716"/>
                    </a:cubicBezTo>
                    <a:cubicBezTo>
                      <a:pt x="2034" y="14944"/>
                      <a:pt x="5261" y="18172"/>
                      <a:pt x="8489" y="18172"/>
                    </a:cubicBezTo>
                    <a:cubicBezTo>
                      <a:pt x="10103" y="18172"/>
                      <a:pt x="10103" y="18172"/>
                      <a:pt x="11716" y="18172"/>
                    </a:cubicBezTo>
                    <a:cubicBezTo>
                      <a:pt x="16558" y="16558"/>
                      <a:pt x="18172" y="11716"/>
                      <a:pt x="18172" y="6875"/>
                    </a:cubicBezTo>
                    <a:cubicBezTo>
                      <a:pt x="16558" y="2034"/>
                      <a:pt x="10103" y="-1194"/>
                      <a:pt x="6875" y="42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0" name="任意多边形: 形状 69"/>
              <p:cNvSpPr/>
              <p:nvPr/>
            </p:nvSpPr>
            <p:spPr>
              <a:xfrm>
                <a:off x="1073948" y="2906680"/>
                <a:ext cx="12103" cy="13552"/>
              </a:xfrm>
              <a:custGeom>
                <a:avLst/>
                <a:gdLst>
                  <a:gd name="connsiteX0" fmla="*/ 16138 w 16137"/>
                  <a:gd name="connsiteY0" fmla="*/ 9683 h 18068"/>
                  <a:gd name="connsiteX1" fmla="*/ 8069 w 16137"/>
                  <a:gd name="connsiteY1" fmla="*/ 0 h 18068"/>
                  <a:gd name="connsiteX2" fmla="*/ 0 w 16137"/>
                  <a:gd name="connsiteY2" fmla="*/ 9683 h 18068"/>
                  <a:gd name="connsiteX3" fmla="*/ 9683 w 16137"/>
                  <a:gd name="connsiteY3" fmla="*/ 17752 h 18068"/>
                  <a:gd name="connsiteX4" fmla="*/ 16138 w 16137"/>
                  <a:gd name="connsiteY4" fmla="*/ 9683 h 18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 h="18068">
                    <a:moveTo>
                      <a:pt x="16138" y="9683"/>
                    </a:moveTo>
                    <a:cubicBezTo>
                      <a:pt x="16138" y="4841"/>
                      <a:pt x="12910" y="0"/>
                      <a:pt x="8069" y="0"/>
                    </a:cubicBezTo>
                    <a:cubicBezTo>
                      <a:pt x="3228" y="0"/>
                      <a:pt x="0" y="3228"/>
                      <a:pt x="0" y="9683"/>
                    </a:cubicBezTo>
                    <a:cubicBezTo>
                      <a:pt x="0" y="14524"/>
                      <a:pt x="3228" y="19366"/>
                      <a:pt x="9683" y="17752"/>
                    </a:cubicBezTo>
                    <a:cubicBezTo>
                      <a:pt x="12910" y="17752"/>
                      <a:pt x="16138" y="14524"/>
                      <a:pt x="16138" y="9683"/>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1" name="任意多边形: 形状 70"/>
              <p:cNvSpPr/>
              <p:nvPr/>
            </p:nvSpPr>
            <p:spPr>
              <a:xfrm>
                <a:off x="1104940" y="3004614"/>
                <a:ext cx="13057" cy="13423"/>
              </a:xfrm>
              <a:custGeom>
                <a:avLst/>
                <a:gdLst>
                  <a:gd name="connsiteX0" fmla="*/ 3863 w 17409"/>
                  <a:gd name="connsiteY0" fmla="*/ 1759 h 17897"/>
                  <a:gd name="connsiteX1" fmla="*/ 2249 w 17409"/>
                  <a:gd name="connsiteY1" fmla="*/ 14670 h 17897"/>
                  <a:gd name="connsiteX2" fmla="*/ 8705 w 17409"/>
                  <a:gd name="connsiteY2" fmla="*/ 17897 h 17897"/>
                  <a:gd name="connsiteX3" fmla="*/ 13546 w 17409"/>
                  <a:gd name="connsiteY3" fmla="*/ 16283 h 17897"/>
                  <a:gd name="connsiteX4" fmla="*/ 15160 w 17409"/>
                  <a:gd name="connsiteY4" fmla="*/ 3373 h 17897"/>
                  <a:gd name="connsiteX5" fmla="*/ 3863 w 17409"/>
                  <a:gd name="connsiteY5" fmla="*/ 1759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09" h="17897">
                    <a:moveTo>
                      <a:pt x="3863" y="1759"/>
                    </a:moveTo>
                    <a:cubicBezTo>
                      <a:pt x="-978" y="4987"/>
                      <a:pt x="-978" y="9828"/>
                      <a:pt x="2249" y="14670"/>
                    </a:cubicBezTo>
                    <a:cubicBezTo>
                      <a:pt x="3863" y="16283"/>
                      <a:pt x="7091" y="17897"/>
                      <a:pt x="8705" y="17897"/>
                    </a:cubicBezTo>
                    <a:cubicBezTo>
                      <a:pt x="10318" y="17897"/>
                      <a:pt x="11932" y="17897"/>
                      <a:pt x="13546" y="16283"/>
                    </a:cubicBezTo>
                    <a:cubicBezTo>
                      <a:pt x="18387" y="13056"/>
                      <a:pt x="18387" y="8215"/>
                      <a:pt x="15160" y="3373"/>
                    </a:cubicBezTo>
                    <a:cubicBezTo>
                      <a:pt x="13546" y="146"/>
                      <a:pt x="7091" y="-1468"/>
                      <a:pt x="3863" y="1759"/>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2" name="任意多边形: 形状 71"/>
              <p:cNvSpPr/>
              <p:nvPr/>
            </p:nvSpPr>
            <p:spPr>
              <a:xfrm>
                <a:off x="1104099" y="2809741"/>
                <a:ext cx="13530" cy="13423"/>
              </a:xfrm>
              <a:custGeom>
                <a:avLst/>
                <a:gdLst>
                  <a:gd name="connsiteX0" fmla="*/ 8214 w 18042"/>
                  <a:gd name="connsiteY0" fmla="*/ 17897 h 17897"/>
                  <a:gd name="connsiteX1" fmla="*/ 16283 w 18042"/>
                  <a:gd name="connsiteY1" fmla="*/ 14670 h 17897"/>
                  <a:gd name="connsiteX2" fmla="*/ 14670 w 18042"/>
                  <a:gd name="connsiteY2" fmla="*/ 1759 h 17897"/>
                  <a:gd name="connsiteX3" fmla="*/ 1759 w 18042"/>
                  <a:gd name="connsiteY3" fmla="*/ 3373 h 17897"/>
                  <a:gd name="connsiteX4" fmla="*/ 3373 w 18042"/>
                  <a:gd name="connsiteY4" fmla="*/ 16283 h 17897"/>
                  <a:gd name="connsiteX5" fmla="*/ 8214 w 18042"/>
                  <a:gd name="connsiteY5"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8214" y="17897"/>
                    </a:moveTo>
                    <a:cubicBezTo>
                      <a:pt x="11442" y="17897"/>
                      <a:pt x="13056" y="16283"/>
                      <a:pt x="16283" y="14670"/>
                    </a:cubicBezTo>
                    <a:cubicBezTo>
                      <a:pt x="19511" y="11442"/>
                      <a:pt x="17897" y="4987"/>
                      <a:pt x="14670" y="1759"/>
                    </a:cubicBezTo>
                    <a:cubicBezTo>
                      <a:pt x="11442" y="-1468"/>
                      <a:pt x="4987" y="146"/>
                      <a:pt x="1759" y="3373"/>
                    </a:cubicBezTo>
                    <a:cubicBezTo>
                      <a:pt x="-1468" y="6601"/>
                      <a:pt x="146" y="13056"/>
                      <a:pt x="3373" y="16283"/>
                    </a:cubicBezTo>
                    <a:cubicBezTo>
                      <a:pt x="4987" y="16283"/>
                      <a:pt x="6601" y="17897"/>
                      <a:pt x="8214" y="17897"/>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3" name="任意多边形: 形状 72"/>
              <p:cNvSpPr/>
              <p:nvPr/>
            </p:nvSpPr>
            <p:spPr>
              <a:xfrm>
                <a:off x="1080000" y="2855530"/>
                <a:ext cx="13628" cy="13629"/>
              </a:xfrm>
              <a:custGeom>
                <a:avLst/>
                <a:gdLst>
                  <a:gd name="connsiteX0" fmla="*/ 6455 w 18171"/>
                  <a:gd name="connsiteY0" fmla="*/ 18172 h 18171"/>
                  <a:gd name="connsiteX1" fmla="*/ 9683 w 18171"/>
                  <a:gd name="connsiteY1" fmla="*/ 18172 h 18171"/>
                  <a:gd name="connsiteX2" fmla="*/ 17752 w 18171"/>
                  <a:gd name="connsiteY2" fmla="*/ 11716 h 18171"/>
                  <a:gd name="connsiteX3" fmla="*/ 11297 w 18171"/>
                  <a:gd name="connsiteY3" fmla="*/ 420 h 18171"/>
                  <a:gd name="connsiteX4" fmla="*/ 0 w 18171"/>
                  <a:gd name="connsiteY4" fmla="*/ 6875 h 18171"/>
                  <a:gd name="connsiteX5" fmla="*/ 6455 w 18171"/>
                  <a:gd name="connsiteY5" fmla="*/ 18172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71" h="18171">
                    <a:moveTo>
                      <a:pt x="6455" y="18172"/>
                    </a:moveTo>
                    <a:cubicBezTo>
                      <a:pt x="8069" y="18172"/>
                      <a:pt x="8069" y="18172"/>
                      <a:pt x="9683" y="18172"/>
                    </a:cubicBezTo>
                    <a:cubicBezTo>
                      <a:pt x="12910" y="18172"/>
                      <a:pt x="17752" y="16558"/>
                      <a:pt x="17752" y="11716"/>
                    </a:cubicBezTo>
                    <a:cubicBezTo>
                      <a:pt x="19366" y="6875"/>
                      <a:pt x="16138" y="2034"/>
                      <a:pt x="11297" y="420"/>
                    </a:cubicBezTo>
                    <a:cubicBezTo>
                      <a:pt x="6455" y="-1194"/>
                      <a:pt x="1614" y="2034"/>
                      <a:pt x="0" y="6875"/>
                    </a:cubicBezTo>
                    <a:cubicBezTo>
                      <a:pt x="0" y="11716"/>
                      <a:pt x="3228" y="16558"/>
                      <a:pt x="6455" y="18172"/>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4" name="任意多边形: 形状 73"/>
              <p:cNvSpPr/>
              <p:nvPr/>
            </p:nvSpPr>
            <p:spPr>
              <a:xfrm>
                <a:off x="1374000" y="3004614"/>
                <a:ext cx="13530" cy="13423"/>
              </a:xfrm>
              <a:custGeom>
                <a:avLst/>
                <a:gdLst>
                  <a:gd name="connsiteX0" fmla="*/ 1759 w 18042"/>
                  <a:gd name="connsiteY0" fmla="*/ 3373 h 17897"/>
                  <a:gd name="connsiteX1" fmla="*/ 3373 w 18042"/>
                  <a:gd name="connsiteY1" fmla="*/ 16283 h 17897"/>
                  <a:gd name="connsiteX2" fmla="*/ 8214 w 18042"/>
                  <a:gd name="connsiteY2" fmla="*/ 17897 h 17897"/>
                  <a:gd name="connsiteX3" fmla="*/ 16283 w 18042"/>
                  <a:gd name="connsiteY3" fmla="*/ 14670 h 17897"/>
                  <a:gd name="connsiteX4" fmla="*/ 14670 w 18042"/>
                  <a:gd name="connsiteY4" fmla="*/ 1759 h 17897"/>
                  <a:gd name="connsiteX5" fmla="*/ 1759 w 18042"/>
                  <a:gd name="connsiteY5" fmla="*/ 3373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42" h="17897">
                    <a:moveTo>
                      <a:pt x="1759" y="3373"/>
                    </a:moveTo>
                    <a:cubicBezTo>
                      <a:pt x="-1468" y="8215"/>
                      <a:pt x="146" y="13056"/>
                      <a:pt x="3373" y="16283"/>
                    </a:cubicBezTo>
                    <a:cubicBezTo>
                      <a:pt x="4987" y="17897"/>
                      <a:pt x="6601" y="17897"/>
                      <a:pt x="8214" y="17897"/>
                    </a:cubicBezTo>
                    <a:cubicBezTo>
                      <a:pt x="11442" y="17897"/>
                      <a:pt x="13056" y="16283"/>
                      <a:pt x="16283" y="14670"/>
                    </a:cubicBezTo>
                    <a:cubicBezTo>
                      <a:pt x="19511" y="11442"/>
                      <a:pt x="17897" y="4987"/>
                      <a:pt x="14670" y="1759"/>
                    </a:cubicBezTo>
                    <a:cubicBezTo>
                      <a:pt x="9828" y="-1468"/>
                      <a:pt x="3373" y="146"/>
                      <a:pt x="1759" y="3373"/>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5" name="任意多边形: 形状 74"/>
              <p:cNvSpPr/>
              <p:nvPr/>
            </p:nvSpPr>
            <p:spPr>
              <a:xfrm>
                <a:off x="1372421" y="2808531"/>
                <a:ext cx="13898" cy="13423"/>
              </a:xfrm>
              <a:custGeom>
                <a:avLst/>
                <a:gdLst>
                  <a:gd name="connsiteX0" fmla="*/ 10318 w 18532"/>
                  <a:gd name="connsiteY0" fmla="*/ 17897 h 17897"/>
                  <a:gd name="connsiteX1" fmla="*/ 15160 w 18532"/>
                  <a:gd name="connsiteY1" fmla="*/ 16283 h 17897"/>
                  <a:gd name="connsiteX2" fmla="*/ 16774 w 18532"/>
                  <a:gd name="connsiteY2" fmla="*/ 3373 h 17897"/>
                  <a:gd name="connsiteX3" fmla="*/ 16774 w 18532"/>
                  <a:gd name="connsiteY3" fmla="*/ 3373 h 17897"/>
                  <a:gd name="connsiteX4" fmla="*/ 3863 w 18532"/>
                  <a:gd name="connsiteY4" fmla="*/ 1759 h 17897"/>
                  <a:gd name="connsiteX5" fmla="*/ 2249 w 18532"/>
                  <a:gd name="connsiteY5" fmla="*/ 14670 h 17897"/>
                  <a:gd name="connsiteX6" fmla="*/ 10318 w 18532"/>
                  <a:gd name="connsiteY6"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32" h="17897">
                    <a:moveTo>
                      <a:pt x="10318" y="17897"/>
                    </a:moveTo>
                    <a:cubicBezTo>
                      <a:pt x="11932" y="17897"/>
                      <a:pt x="13546" y="17897"/>
                      <a:pt x="15160" y="16283"/>
                    </a:cubicBezTo>
                    <a:cubicBezTo>
                      <a:pt x="18387" y="13056"/>
                      <a:pt x="20001" y="8215"/>
                      <a:pt x="16774" y="3373"/>
                    </a:cubicBezTo>
                    <a:lnTo>
                      <a:pt x="16774" y="3373"/>
                    </a:lnTo>
                    <a:cubicBezTo>
                      <a:pt x="13546" y="146"/>
                      <a:pt x="8705" y="-1468"/>
                      <a:pt x="3863" y="1759"/>
                    </a:cubicBezTo>
                    <a:cubicBezTo>
                      <a:pt x="-978" y="4987"/>
                      <a:pt x="-978" y="9828"/>
                      <a:pt x="2249" y="14670"/>
                    </a:cubicBezTo>
                    <a:cubicBezTo>
                      <a:pt x="3863" y="16283"/>
                      <a:pt x="7091" y="17897"/>
                      <a:pt x="10318" y="17897"/>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6" name="任意多边形: 形状 75"/>
              <p:cNvSpPr/>
              <p:nvPr/>
            </p:nvSpPr>
            <p:spPr>
              <a:xfrm>
                <a:off x="1239762" y="3073712"/>
                <a:ext cx="12103" cy="13313"/>
              </a:xfrm>
              <a:custGeom>
                <a:avLst/>
                <a:gdLst>
                  <a:gd name="connsiteX0" fmla="*/ 8069 w 16137"/>
                  <a:gd name="connsiteY0" fmla="*/ 0 h 17751"/>
                  <a:gd name="connsiteX1" fmla="*/ 0 w 16137"/>
                  <a:gd name="connsiteY1" fmla="*/ 9683 h 17751"/>
                  <a:gd name="connsiteX2" fmla="*/ 8069 w 16137"/>
                  <a:gd name="connsiteY2" fmla="*/ 17752 h 17751"/>
                  <a:gd name="connsiteX3" fmla="*/ 16138 w 16137"/>
                  <a:gd name="connsiteY3" fmla="*/ 9683 h 17751"/>
                  <a:gd name="connsiteX4" fmla="*/ 8069 w 16137"/>
                  <a:gd name="connsiteY4" fmla="*/ 0 h 17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37" h="17751">
                    <a:moveTo>
                      <a:pt x="8069" y="0"/>
                    </a:moveTo>
                    <a:cubicBezTo>
                      <a:pt x="3228" y="0"/>
                      <a:pt x="0" y="3228"/>
                      <a:pt x="0" y="9683"/>
                    </a:cubicBezTo>
                    <a:cubicBezTo>
                      <a:pt x="0" y="14524"/>
                      <a:pt x="3228" y="17752"/>
                      <a:pt x="8069" y="17752"/>
                    </a:cubicBezTo>
                    <a:cubicBezTo>
                      <a:pt x="12910" y="17752"/>
                      <a:pt x="16138" y="14524"/>
                      <a:pt x="16138" y="9683"/>
                    </a:cubicBezTo>
                    <a:cubicBezTo>
                      <a:pt x="16138" y="3228"/>
                      <a:pt x="12910" y="0"/>
                      <a:pt x="8069" y="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7" name="任意多边形: 形状 76"/>
              <p:cNvSpPr/>
              <p:nvPr/>
            </p:nvSpPr>
            <p:spPr>
              <a:xfrm>
                <a:off x="1405578" y="2906682"/>
                <a:ext cx="12340" cy="14525"/>
              </a:xfrm>
              <a:custGeom>
                <a:avLst/>
                <a:gdLst>
                  <a:gd name="connsiteX0" fmla="*/ 8069 w 16454"/>
                  <a:gd name="connsiteY0" fmla="*/ 0 h 19365"/>
                  <a:gd name="connsiteX1" fmla="*/ 0 w 16454"/>
                  <a:gd name="connsiteY1" fmla="*/ 9683 h 19365"/>
                  <a:gd name="connsiteX2" fmla="*/ 0 w 16454"/>
                  <a:gd name="connsiteY2" fmla="*/ 9683 h 19365"/>
                  <a:gd name="connsiteX3" fmla="*/ 0 w 16454"/>
                  <a:gd name="connsiteY3" fmla="*/ 9683 h 19365"/>
                  <a:gd name="connsiteX4" fmla="*/ 8069 w 16454"/>
                  <a:gd name="connsiteY4" fmla="*/ 19366 h 19365"/>
                  <a:gd name="connsiteX5" fmla="*/ 16138 w 16454"/>
                  <a:gd name="connsiteY5" fmla="*/ 9683 h 19365"/>
                  <a:gd name="connsiteX6" fmla="*/ 16138 w 16454"/>
                  <a:gd name="connsiteY6" fmla="*/ 9683 h 19365"/>
                  <a:gd name="connsiteX7" fmla="*/ 16138 w 16454"/>
                  <a:gd name="connsiteY7" fmla="*/ 9683 h 19365"/>
                  <a:gd name="connsiteX8" fmla="*/ 8069 w 16454"/>
                  <a:gd name="connsiteY8" fmla="*/ 0 h 1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454" h="19365">
                    <a:moveTo>
                      <a:pt x="8069" y="0"/>
                    </a:moveTo>
                    <a:cubicBezTo>
                      <a:pt x="3228" y="0"/>
                      <a:pt x="0" y="3228"/>
                      <a:pt x="0" y="9683"/>
                    </a:cubicBezTo>
                    <a:cubicBezTo>
                      <a:pt x="0" y="9683"/>
                      <a:pt x="0" y="9683"/>
                      <a:pt x="0" y="9683"/>
                    </a:cubicBezTo>
                    <a:cubicBezTo>
                      <a:pt x="0" y="9683"/>
                      <a:pt x="0" y="9683"/>
                      <a:pt x="0" y="9683"/>
                    </a:cubicBezTo>
                    <a:cubicBezTo>
                      <a:pt x="0" y="14524"/>
                      <a:pt x="3228" y="19366"/>
                      <a:pt x="8069" y="19366"/>
                    </a:cubicBezTo>
                    <a:cubicBezTo>
                      <a:pt x="12910" y="19366"/>
                      <a:pt x="16138" y="16138"/>
                      <a:pt x="16138" y="9683"/>
                    </a:cubicBezTo>
                    <a:lnTo>
                      <a:pt x="16138" y="9683"/>
                    </a:lnTo>
                    <a:cubicBezTo>
                      <a:pt x="16138" y="9683"/>
                      <a:pt x="16138" y="9683"/>
                      <a:pt x="16138" y="9683"/>
                    </a:cubicBezTo>
                    <a:cubicBezTo>
                      <a:pt x="17752" y="3228"/>
                      <a:pt x="12910" y="0"/>
                      <a:pt x="8069" y="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8" name="任意多边形: 形状 77"/>
              <p:cNvSpPr/>
              <p:nvPr/>
            </p:nvSpPr>
            <p:spPr>
              <a:xfrm>
                <a:off x="1396793" y="2958406"/>
                <a:ext cx="13943" cy="12426"/>
              </a:xfrm>
              <a:custGeom>
                <a:avLst/>
                <a:gdLst>
                  <a:gd name="connsiteX0" fmla="*/ 11716 w 18591"/>
                  <a:gd name="connsiteY0" fmla="*/ 429 h 16567"/>
                  <a:gd name="connsiteX1" fmla="*/ 420 w 18591"/>
                  <a:gd name="connsiteY1" fmla="*/ 5271 h 16567"/>
                  <a:gd name="connsiteX2" fmla="*/ 6875 w 18591"/>
                  <a:gd name="connsiteY2" fmla="*/ 16567 h 16567"/>
                  <a:gd name="connsiteX3" fmla="*/ 10103 w 18591"/>
                  <a:gd name="connsiteY3" fmla="*/ 16567 h 16567"/>
                  <a:gd name="connsiteX4" fmla="*/ 18172 w 18591"/>
                  <a:gd name="connsiteY4" fmla="*/ 10112 h 16567"/>
                  <a:gd name="connsiteX5" fmla="*/ 11716 w 18591"/>
                  <a:gd name="connsiteY5" fmla="*/ 429 h 1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6567">
                    <a:moveTo>
                      <a:pt x="11716" y="429"/>
                    </a:moveTo>
                    <a:cubicBezTo>
                      <a:pt x="6875" y="-1185"/>
                      <a:pt x="2034" y="2043"/>
                      <a:pt x="420" y="5271"/>
                    </a:cubicBezTo>
                    <a:cubicBezTo>
                      <a:pt x="-1194" y="10112"/>
                      <a:pt x="2034" y="14953"/>
                      <a:pt x="6875" y="16567"/>
                    </a:cubicBezTo>
                    <a:cubicBezTo>
                      <a:pt x="8489" y="16567"/>
                      <a:pt x="8489" y="16567"/>
                      <a:pt x="10103" y="16567"/>
                    </a:cubicBezTo>
                    <a:cubicBezTo>
                      <a:pt x="13330" y="16567"/>
                      <a:pt x="18172" y="14953"/>
                      <a:pt x="18172" y="10112"/>
                    </a:cubicBezTo>
                    <a:cubicBezTo>
                      <a:pt x="19785" y="6884"/>
                      <a:pt x="16558" y="2043"/>
                      <a:pt x="11716" y="429"/>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79" name="任意多边形: 形状 78"/>
              <p:cNvSpPr/>
              <p:nvPr/>
            </p:nvSpPr>
            <p:spPr>
              <a:xfrm>
                <a:off x="1396793" y="2854321"/>
                <a:ext cx="13943" cy="13629"/>
              </a:xfrm>
              <a:custGeom>
                <a:avLst/>
                <a:gdLst>
                  <a:gd name="connsiteX0" fmla="*/ 8489 w 18591"/>
                  <a:gd name="connsiteY0" fmla="*/ 18172 h 18171"/>
                  <a:gd name="connsiteX1" fmla="*/ 11716 w 18591"/>
                  <a:gd name="connsiteY1" fmla="*/ 18172 h 18171"/>
                  <a:gd name="connsiteX2" fmla="*/ 18172 w 18591"/>
                  <a:gd name="connsiteY2" fmla="*/ 6875 h 18171"/>
                  <a:gd name="connsiteX3" fmla="*/ 18172 w 18591"/>
                  <a:gd name="connsiteY3" fmla="*/ 6875 h 18171"/>
                  <a:gd name="connsiteX4" fmla="*/ 6875 w 18591"/>
                  <a:gd name="connsiteY4" fmla="*/ 420 h 18171"/>
                  <a:gd name="connsiteX5" fmla="*/ 420 w 18591"/>
                  <a:gd name="connsiteY5" fmla="*/ 11716 h 18171"/>
                  <a:gd name="connsiteX6" fmla="*/ 8489 w 18591"/>
                  <a:gd name="connsiteY6" fmla="*/ 18172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91" h="18171">
                    <a:moveTo>
                      <a:pt x="8489" y="18172"/>
                    </a:moveTo>
                    <a:cubicBezTo>
                      <a:pt x="10103" y="18172"/>
                      <a:pt x="10103" y="18172"/>
                      <a:pt x="11716" y="18172"/>
                    </a:cubicBezTo>
                    <a:cubicBezTo>
                      <a:pt x="16558" y="16558"/>
                      <a:pt x="19785" y="11716"/>
                      <a:pt x="18172" y="6875"/>
                    </a:cubicBezTo>
                    <a:cubicBezTo>
                      <a:pt x="18172" y="6875"/>
                      <a:pt x="18172" y="6875"/>
                      <a:pt x="18172" y="6875"/>
                    </a:cubicBezTo>
                    <a:cubicBezTo>
                      <a:pt x="16558" y="2034"/>
                      <a:pt x="11716" y="-1194"/>
                      <a:pt x="6875" y="420"/>
                    </a:cubicBezTo>
                    <a:cubicBezTo>
                      <a:pt x="2034" y="2034"/>
                      <a:pt x="-1194" y="6875"/>
                      <a:pt x="420" y="11716"/>
                    </a:cubicBezTo>
                    <a:cubicBezTo>
                      <a:pt x="2034" y="16558"/>
                      <a:pt x="5261" y="18172"/>
                      <a:pt x="8489" y="18172"/>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0" name="任意多边形: 形状 79"/>
              <p:cNvSpPr/>
              <p:nvPr/>
            </p:nvSpPr>
            <p:spPr>
              <a:xfrm>
                <a:off x="1290284" y="3064928"/>
                <a:ext cx="13943" cy="13629"/>
              </a:xfrm>
              <a:custGeom>
                <a:avLst/>
                <a:gdLst>
                  <a:gd name="connsiteX0" fmla="*/ 6875 w 18591"/>
                  <a:gd name="connsiteY0" fmla="*/ 420 h 18171"/>
                  <a:gd name="connsiteX1" fmla="*/ 420 w 18591"/>
                  <a:gd name="connsiteY1" fmla="*/ 11716 h 18171"/>
                  <a:gd name="connsiteX2" fmla="*/ 8489 w 18591"/>
                  <a:gd name="connsiteY2" fmla="*/ 18172 h 18171"/>
                  <a:gd name="connsiteX3" fmla="*/ 11716 w 18591"/>
                  <a:gd name="connsiteY3" fmla="*/ 18172 h 18171"/>
                  <a:gd name="connsiteX4" fmla="*/ 18172 w 18591"/>
                  <a:gd name="connsiteY4" fmla="*/ 6875 h 18171"/>
                  <a:gd name="connsiteX5" fmla="*/ 6875 w 18591"/>
                  <a:gd name="connsiteY5" fmla="*/ 420 h 1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591" h="18171">
                    <a:moveTo>
                      <a:pt x="6875" y="420"/>
                    </a:moveTo>
                    <a:cubicBezTo>
                      <a:pt x="2034" y="2034"/>
                      <a:pt x="-1194" y="6875"/>
                      <a:pt x="420" y="11716"/>
                    </a:cubicBezTo>
                    <a:cubicBezTo>
                      <a:pt x="2034" y="14944"/>
                      <a:pt x="5261" y="18172"/>
                      <a:pt x="8489" y="18172"/>
                    </a:cubicBezTo>
                    <a:cubicBezTo>
                      <a:pt x="10103" y="18172"/>
                      <a:pt x="10103" y="18172"/>
                      <a:pt x="11716" y="18172"/>
                    </a:cubicBezTo>
                    <a:cubicBezTo>
                      <a:pt x="16558" y="16558"/>
                      <a:pt x="19785" y="11716"/>
                      <a:pt x="18172" y="6875"/>
                    </a:cubicBezTo>
                    <a:cubicBezTo>
                      <a:pt x="16558" y="2034"/>
                      <a:pt x="11716" y="-1194"/>
                      <a:pt x="6875" y="42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1" name="任意多边形: 形状 80"/>
              <p:cNvSpPr/>
              <p:nvPr/>
            </p:nvSpPr>
            <p:spPr>
              <a:xfrm>
                <a:off x="1336483" y="3041449"/>
                <a:ext cx="12690" cy="12898"/>
              </a:xfrm>
              <a:custGeom>
                <a:avLst/>
                <a:gdLst>
                  <a:gd name="connsiteX0" fmla="*/ 3373 w 16919"/>
                  <a:gd name="connsiteY0" fmla="*/ 1060 h 17197"/>
                  <a:gd name="connsiteX1" fmla="*/ 1759 w 16919"/>
                  <a:gd name="connsiteY1" fmla="*/ 13970 h 17197"/>
                  <a:gd name="connsiteX2" fmla="*/ 8214 w 16919"/>
                  <a:gd name="connsiteY2" fmla="*/ 17198 h 17197"/>
                  <a:gd name="connsiteX3" fmla="*/ 13056 w 16919"/>
                  <a:gd name="connsiteY3" fmla="*/ 15584 h 17197"/>
                  <a:gd name="connsiteX4" fmla="*/ 14670 w 16919"/>
                  <a:gd name="connsiteY4" fmla="*/ 2674 h 17197"/>
                  <a:gd name="connsiteX5" fmla="*/ 3373 w 16919"/>
                  <a:gd name="connsiteY5" fmla="*/ 1060 h 1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19" h="17197">
                    <a:moveTo>
                      <a:pt x="3373" y="1060"/>
                    </a:moveTo>
                    <a:cubicBezTo>
                      <a:pt x="146" y="4288"/>
                      <a:pt x="-1468" y="9129"/>
                      <a:pt x="1759" y="13970"/>
                    </a:cubicBezTo>
                    <a:cubicBezTo>
                      <a:pt x="3373" y="15584"/>
                      <a:pt x="6601" y="17198"/>
                      <a:pt x="8214" y="17198"/>
                    </a:cubicBezTo>
                    <a:cubicBezTo>
                      <a:pt x="9828" y="17198"/>
                      <a:pt x="11442" y="17198"/>
                      <a:pt x="13056" y="15584"/>
                    </a:cubicBezTo>
                    <a:cubicBezTo>
                      <a:pt x="17897" y="12357"/>
                      <a:pt x="17897" y="7515"/>
                      <a:pt x="14670" y="2674"/>
                    </a:cubicBezTo>
                    <a:cubicBezTo>
                      <a:pt x="13056" y="-554"/>
                      <a:pt x="8214" y="-554"/>
                      <a:pt x="3373" y="106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2" name="任意多边形: 形状 81"/>
              <p:cNvSpPr/>
              <p:nvPr/>
            </p:nvSpPr>
            <p:spPr>
              <a:xfrm>
                <a:off x="1336484" y="2772220"/>
                <a:ext cx="13530" cy="13423"/>
              </a:xfrm>
              <a:custGeom>
                <a:avLst/>
                <a:gdLst>
                  <a:gd name="connsiteX0" fmla="*/ 8214 w 18042"/>
                  <a:gd name="connsiteY0" fmla="*/ 17897 h 17897"/>
                  <a:gd name="connsiteX1" fmla="*/ 16283 w 18042"/>
                  <a:gd name="connsiteY1" fmla="*/ 14670 h 17897"/>
                  <a:gd name="connsiteX2" fmla="*/ 14670 w 18042"/>
                  <a:gd name="connsiteY2" fmla="*/ 1759 h 17897"/>
                  <a:gd name="connsiteX3" fmla="*/ 14670 w 18042"/>
                  <a:gd name="connsiteY3" fmla="*/ 1759 h 17897"/>
                  <a:gd name="connsiteX4" fmla="*/ 1759 w 18042"/>
                  <a:gd name="connsiteY4" fmla="*/ 3373 h 17897"/>
                  <a:gd name="connsiteX5" fmla="*/ 3373 w 18042"/>
                  <a:gd name="connsiteY5" fmla="*/ 16283 h 17897"/>
                  <a:gd name="connsiteX6" fmla="*/ 8214 w 18042"/>
                  <a:gd name="connsiteY6" fmla="*/ 17897 h 1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42" h="17897">
                    <a:moveTo>
                      <a:pt x="8214" y="17897"/>
                    </a:moveTo>
                    <a:cubicBezTo>
                      <a:pt x="11442" y="17897"/>
                      <a:pt x="13056" y="16283"/>
                      <a:pt x="16283" y="14670"/>
                    </a:cubicBezTo>
                    <a:cubicBezTo>
                      <a:pt x="19511" y="11442"/>
                      <a:pt x="17897" y="4987"/>
                      <a:pt x="14670" y="1759"/>
                    </a:cubicBezTo>
                    <a:lnTo>
                      <a:pt x="14670" y="1759"/>
                    </a:lnTo>
                    <a:cubicBezTo>
                      <a:pt x="11442" y="-1468"/>
                      <a:pt x="4987" y="146"/>
                      <a:pt x="1759" y="3373"/>
                    </a:cubicBezTo>
                    <a:cubicBezTo>
                      <a:pt x="-1468" y="6601"/>
                      <a:pt x="146" y="13056"/>
                      <a:pt x="3373" y="16283"/>
                    </a:cubicBezTo>
                    <a:cubicBezTo>
                      <a:pt x="4987" y="17897"/>
                      <a:pt x="6601" y="17897"/>
                      <a:pt x="8214" y="17897"/>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3" name="任意多边形: 形状 82"/>
              <p:cNvSpPr/>
              <p:nvPr/>
            </p:nvSpPr>
            <p:spPr>
              <a:xfrm>
                <a:off x="1129141" y="2645239"/>
                <a:ext cx="230461" cy="325594"/>
              </a:xfrm>
              <a:custGeom>
                <a:avLst/>
                <a:gdLst>
                  <a:gd name="connsiteX0" fmla="*/ 242716 w 307286"/>
                  <a:gd name="connsiteY0" fmla="*/ 243683 h 434111"/>
                  <a:gd name="connsiteX1" fmla="*/ 158799 w 307286"/>
                  <a:gd name="connsiteY1" fmla="*/ 0 h 434111"/>
                  <a:gd name="connsiteX2" fmla="*/ 157185 w 307286"/>
                  <a:gd name="connsiteY2" fmla="*/ 0 h 434111"/>
                  <a:gd name="connsiteX3" fmla="*/ 155571 w 307286"/>
                  <a:gd name="connsiteY3" fmla="*/ 0 h 434111"/>
                  <a:gd name="connsiteX4" fmla="*/ 153957 w 307286"/>
                  <a:gd name="connsiteY4" fmla="*/ 0 h 434111"/>
                  <a:gd name="connsiteX5" fmla="*/ 152344 w 307286"/>
                  <a:gd name="connsiteY5" fmla="*/ 0 h 434111"/>
                  <a:gd name="connsiteX6" fmla="*/ 150730 w 307286"/>
                  <a:gd name="connsiteY6" fmla="*/ 0 h 434111"/>
                  <a:gd name="connsiteX7" fmla="*/ 149116 w 307286"/>
                  <a:gd name="connsiteY7" fmla="*/ 1614 h 434111"/>
                  <a:gd name="connsiteX8" fmla="*/ 65199 w 307286"/>
                  <a:gd name="connsiteY8" fmla="*/ 245297 h 434111"/>
                  <a:gd name="connsiteX9" fmla="*/ 5489 w 307286"/>
                  <a:gd name="connsiteY9" fmla="*/ 419587 h 434111"/>
                  <a:gd name="connsiteX10" fmla="*/ 11944 w 307286"/>
                  <a:gd name="connsiteY10" fmla="*/ 426042 h 434111"/>
                  <a:gd name="connsiteX11" fmla="*/ 13557 w 307286"/>
                  <a:gd name="connsiteY11" fmla="*/ 426042 h 434111"/>
                  <a:gd name="connsiteX12" fmla="*/ 20013 w 307286"/>
                  <a:gd name="connsiteY12" fmla="*/ 422815 h 434111"/>
                  <a:gd name="connsiteX13" fmla="*/ 92633 w 307286"/>
                  <a:gd name="connsiteY13" fmla="*/ 388925 h 434111"/>
                  <a:gd name="connsiteX14" fmla="*/ 76495 w 307286"/>
                  <a:gd name="connsiteY14" fmla="*/ 421201 h 434111"/>
                  <a:gd name="connsiteX15" fmla="*/ 76495 w 307286"/>
                  <a:gd name="connsiteY15" fmla="*/ 429270 h 434111"/>
                  <a:gd name="connsiteX16" fmla="*/ 84564 w 307286"/>
                  <a:gd name="connsiteY16" fmla="*/ 434111 h 434111"/>
                  <a:gd name="connsiteX17" fmla="*/ 220123 w 307286"/>
                  <a:gd name="connsiteY17" fmla="*/ 434111 h 434111"/>
                  <a:gd name="connsiteX18" fmla="*/ 228192 w 307286"/>
                  <a:gd name="connsiteY18" fmla="*/ 429270 h 434111"/>
                  <a:gd name="connsiteX19" fmla="*/ 228192 w 307286"/>
                  <a:gd name="connsiteY19" fmla="*/ 421201 h 434111"/>
                  <a:gd name="connsiteX20" fmla="*/ 212054 w 307286"/>
                  <a:gd name="connsiteY20" fmla="*/ 388925 h 434111"/>
                  <a:gd name="connsiteX21" fmla="*/ 284675 w 307286"/>
                  <a:gd name="connsiteY21" fmla="*/ 422815 h 434111"/>
                  <a:gd name="connsiteX22" fmla="*/ 291130 w 307286"/>
                  <a:gd name="connsiteY22" fmla="*/ 426042 h 434111"/>
                  <a:gd name="connsiteX23" fmla="*/ 292744 w 307286"/>
                  <a:gd name="connsiteY23" fmla="*/ 426042 h 434111"/>
                  <a:gd name="connsiteX24" fmla="*/ 299199 w 307286"/>
                  <a:gd name="connsiteY24" fmla="*/ 419587 h 434111"/>
                  <a:gd name="connsiteX25" fmla="*/ 242716 w 307286"/>
                  <a:gd name="connsiteY25" fmla="*/ 243683 h 434111"/>
                  <a:gd name="connsiteX26" fmla="*/ 194302 w 307286"/>
                  <a:gd name="connsiteY26" fmla="*/ 371173 h 434111"/>
                  <a:gd name="connsiteX27" fmla="*/ 155571 w 307286"/>
                  <a:gd name="connsiteY27" fmla="*/ 371173 h 434111"/>
                  <a:gd name="connsiteX28" fmla="*/ 116840 w 307286"/>
                  <a:gd name="connsiteY28" fmla="*/ 371173 h 434111"/>
                  <a:gd name="connsiteX29" fmla="*/ 86178 w 307286"/>
                  <a:gd name="connsiteY29" fmla="*/ 246911 h 434111"/>
                  <a:gd name="connsiteX30" fmla="*/ 86178 w 307286"/>
                  <a:gd name="connsiteY30" fmla="*/ 246911 h 434111"/>
                  <a:gd name="connsiteX31" fmla="*/ 95861 w 307286"/>
                  <a:gd name="connsiteY31" fmla="*/ 111352 h 434111"/>
                  <a:gd name="connsiteX32" fmla="*/ 215282 w 307286"/>
                  <a:gd name="connsiteY32" fmla="*/ 111352 h 434111"/>
                  <a:gd name="connsiteX33" fmla="*/ 224964 w 307286"/>
                  <a:gd name="connsiteY33" fmla="*/ 245297 h 434111"/>
                  <a:gd name="connsiteX34" fmla="*/ 224964 w 307286"/>
                  <a:gd name="connsiteY34" fmla="*/ 245297 h 434111"/>
                  <a:gd name="connsiteX35" fmla="*/ 194302 w 307286"/>
                  <a:gd name="connsiteY35" fmla="*/ 371173 h 434111"/>
                  <a:gd name="connsiteX36" fmla="*/ 155571 w 307286"/>
                  <a:gd name="connsiteY36" fmla="*/ 19366 h 434111"/>
                  <a:gd name="connsiteX37" fmla="*/ 208826 w 307286"/>
                  <a:gd name="connsiteY37" fmla="*/ 91986 h 434111"/>
                  <a:gd name="connsiteX38" fmla="*/ 102316 w 307286"/>
                  <a:gd name="connsiteY38" fmla="*/ 91986 h 434111"/>
                  <a:gd name="connsiteX39" fmla="*/ 155571 w 307286"/>
                  <a:gd name="connsiteY39" fmla="*/ 19366 h 434111"/>
                  <a:gd name="connsiteX40" fmla="*/ 21626 w 307286"/>
                  <a:gd name="connsiteY40" fmla="*/ 396994 h 434111"/>
                  <a:gd name="connsiteX41" fmla="*/ 70040 w 307286"/>
                  <a:gd name="connsiteY41" fmla="*/ 264663 h 434111"/>
                  <a:gd name="connsiteX42" fmla="*/ 97475 w 307286"/>
                  <a:gd name="connsiteY42" fmla="*/ 369560 h 434111"/>
                  <a:gd name="connsiteX43" fmla="*/ 21626 w 307286"/>
                  <a:gd name="connsiteY43" fmla="*/ 396994 h 434111"/>
                  <a:gd name="connsiteX44" fmla="*/ 102316 w 307286"/>
                  <a:gd name="connsiteY44" fmla="*/ 414746 h 434111"/>
                  <a:gd name="connsiteX45" fmla="*/ 115226 w 307286"/>
                  <a:gd name="connsiteY45" fmla="*/ 388925 h 434111"/>
                  <a:gd name="connsiteX46" fmla="*/ 155571 w 307286"/>
                  <a:gd name="connsiteY46" fmla="*/ 388925 h 434111"/>
                  <a:gd name="connsiteX47" fmla="*/ 195916 w 307286"/>
                  <a:gd name="connsiteY47" fmla="*/ 388925 h 434111"/>
                  <a:gd name="connsiteX48" fmla="*/ 208826 w 307286"/>
                  <a:gd name="connsiteY48" fmla="*/ 414746 h 434111"/>
                  <a:gd name="connsiteX49" fmla="*/ 102316 w 307286"/>
                  <a:gd name="connsiteY49" fmla="*/ 414746 h 434111"/>
                  <a:gd name="connsiteX50" fmla="*/ 289516 w 307286"/>
                  <a:gd name="connsiteY50" fmla="*/ 396994 h 434111"/>
                  <a:gd name="connsiteX51" fmla="*/ 213668 w 307286"/>
                  <a:gd name="connsiteY51" fmla="*/ 369560 h 434111"/>
                  <a:gd name="connsiteX52" fmla="*/ 241102 w 307286"/>
                  <a:gd name="connsiteY52" fmla="*/ 264663 h 434111"/>
                  <a:gd name="connsiteX53" fmla="*/ 289516 w 307286"/>
                  <a:gd name="connsiteY53" fmla="*/ 396994 h 43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07286" h="434111">
                    <a:moveTo>
                      <a:pt x="242716" y="243683"/>
                    </a:moveTo>
                    <a:cubicBezTo>
                      <a:pt x="262082" y="66166"/>
                      <a:pt x="165254" y="3228"/>
                      <a:pt x="158799" y="0"/>
                    </a:cubicBezTo>
                    <a:cubicBezTo>
                      <a:pt x="158799" y="0"/>
                      <a:pt x="157185" y="0"/>
                      <a:pt x="157185" y="0"/>
                    </a:cubicBezTo>
                    <a:cubicBezTo>
                      <a:pt x="157185" y="0"/>
                      <a:pt x="155571" y="0"/>
                      <a:pt x="155571" y="0"/>
                    </a:cubicBezTo>
                    <a:cubicBezTo>
                      <a:pt x="155571" y="0"/>
                      <a:pt x="153957" y="0"/>
                      <a:pt x="153957" y="0"/>
                    </a:cubicBezTo>
                    <a:cubicBezTo>
                      <a:pt x="153957" y="0"/>
                      <a:pt x="152344" y="0"/>
                      <a:pt x="152344" y="0"/>
                    </a:cubicBezTo>
                    <a:cubicBezTo>
                      <a:pt x="152344" y="0"/>
                      <a:pt x="152344" y="0"/>
                      <a:pt x="150730" y="0"/>
                    </a:cubicBezTo>
                    <a:cubicBezTo>
                      <a:pt x="150730" y="0"/>
                      <a:pt x="149116" y="0"/>
                      <a:pt x="149116" y="1614"/>
                    </a:cubicBezTo>
                    <a:cubicBezTo>
                      <a:pt x="144275" y="4841"/>
                      <a:pt x="45833" y="67779"/>
                      <a:pt x="65199" y="245297"/>
                    </a:cubicBezTo>
                    <a:cubicBezTo>
                      <a:pt x="-26787" y="319532"/>
                      <a:pt x="5489" y="417974"/>
                      <a:pt x="5489" y="419587"/>
                    </a:cubicBezTo>
                    <a:cubicBezTo>
                      <a:pt x="7102" y="422815"/>
                      <a:pt x="8716" y="424429"/>
                      <a:pt x="11944" y="426042"/>
                    </a:cubicBezTo>
                    <a:cubicBezTo>
                      <a:pt x="11944" y="426042"/>
                      <a:pt x="13557" y="426042"/>
                      <a:pt x="13557" y="426042"/>
                    </a:cubicBezTo>
                    <a:cubicBezTo>
                      <a:pt x="16785" y="426042"/>
                      <a:pt x="18399" y="424429"/>
                      <a:pt x="20013" y="422815"/>
                    </a:cubicBezTo>
                    <a:cubicBezTo>
                      <a:pt x="44220" y="395380"/>
                      <a:pt x="74882" y="388925"/>
                      <a:pt x="92633" y="388925"/>
                    </a:cubicBezTo>
                    <a:lnTo>
                      <a:pt x="76495" y="421201"/>
                    </a:lnTo>
                    <a:cubicBezTo>
                      <a:pt x="74882" y="424429"/>
                      <a:pt x="74882" y="427656"/>
                      <a:pt x="76495" y="429270"/>
                    </a:cubicBezTo>
                    <a:cubicBezTo>
                      <a:pt x="78109" y="432498"/>
                      <a:pt x="81337" y="434111"/>
                      <a:pt x="84564" y="434111"/>
                    </a:cubicBezTo>
                    <a:lnTo>
                      <a:pt x="220123" y="434111"/>
                    </a:lnTo>
                    <a:cubicBezTo>
                      <a:pt x="223351" y="434111"/>
                      <a:pt x="226578" y="432498"/>
                      <a:pt x="228192" y="429270"/>
                    </a:cubicBezTo>
                    <a:cubicBezTo>
                      <a:pt x="229806" y="426042"/>
                      <a:pt x="229806" y="422815"/>
                      <a:pt x="228192" y="421201"/>
                    </a:cubicBezTo>
                    <a:lnTo>
                      <a:pt x="212054" y="388925"/>
                    </a:lnTo>
                    <a:cubicBezTo>
                      <a:pt x="229806" y="388925"/>
                      <a:pt x="260468" y="393767"/>
                      <a:pt x="284675" y="422815"/>
                    </a:cubicBezTo>
                    <a:cubicBezTo>
                      <a:pt x="286289" y="424429"/>
                      <a:pt x="289516" y="426042"/>
                      <a:pt x="291130" y="426042"/>
                    </a:cubicBezTo>
                    <a:cubicBezTo>
                      <a:pt x="291130" y="426042"/>
                      <a:pt x="292744" y="426042"/>
                      <a:pt x="292744" y="426042"/>
                    </a:cubicBezTo>
                    <a:cubicBezTo>
                      <a:pt x="295971" y="426042"/>
                      <a:pt x="299199" y="422815"/>
                      <a:pt x="299199" y="419587"/>
                    </a:cubicBezTo>
                    <a:cubicBezTo>
                      <a:pt x="302426" y="417974"/>
                      <a:pt x="334702" y="317918"/>
                      <a:pt x="242716" y="243683"/>
                    </a:cubicBezTo>
                    <a:close/>
                    <a:moveTo>
                      <a:pt x="194302" y="371173"/>
                    </a:moveTo>
                    <a:lnTo>
                      <a:pt x="155571" y="371173"/>
                    </a:lnTo>
                    <a:lnTo>
                      <a:pt x="116840" y="371173"/>
                    </a:lnTo>
                    <a:cubicBezTo>
                      <a:pt x="100702" y="324373"/>
                      <a:pt x="91020" y="282415"/>
                      <a:pt x="86178" y="246911"/>
                    </a:cubicBezTo>
                    <a:cubicBezTo>
                      <a:pt x="86178" y="246911"/>
                      <a:pt x="86178" y="246911"/>
                      <a:pt x="86178" y="246911"/>
                    </a:cubicBezTo>
                    <a:cubicBezTo>
                      <a:pt x="78109" y="188814"/>
                      <a:pt x="84564" y="145242"/>
                      <a:pt x="95861" y="111352"/>
                    </a:cubicBezTo>
                    <a:lnTo>
                      <a:pt x="215282" y="111352"/>
                    </a:lnTo>
                    <a:cubicBezTo>
                      <a:pt x="226578" y="145242"/>
                      <a:pt x="231420" y="188814"/>
                      <a:pt x="224964" y="245297"/>
                    </a:cubicBezTo>
                    <a:cubicBezTo>
                      <a:pt x="224964" y="245297"/>
                      <a:pt x="224964" y="245297"/>
                      <a:pt x="224964" y="245297"/>
                    </a:cubicBezTo>
                    <a:cubicBezTo>
                      <a:pt x="220123" y="282415"/>
                      <a:pt x="210440" y="322759"/>
                      <a:pt x="194302" y="371173"/>
                    </a:cubicBezTo>
                    <a:close/>
                    <a:moveTo>
                      <a:pt x="155571" y="19366"/>
                    </a:moveTo>
                    <a:cubicBezTo>
                      <a:pt x="165254" y="27435"/>
                      <a:pt x="191075" y="50028"/>
                      <a:pt x="208826" y="91986"/>
                    </a:cubicBezTo>
                    <a:lnTo>
                      <a:pt x="102316" y="91986"/>
                    </a:lnTo>
                    <a:cubicBezTo>
                      <a:pt x="120068" y="50028"/>
                      <a:pt x="144275" y="27435"/>
                      <a:pt x="155571" y="19366"/>
                    </a:cubicBezTo>
                    <a:close/>
                    <a:moveTo>
                      <a:pt x="21626" y="396994"/>
                    </a:moveTo>
                    <a:cubicBezTo>
                      <a:pt x="16785" y="369560"/>
                      <a:pt x="16785" y="313077"/>
                      <a:pt x="70040" y="264663"/>
                    </a:cubicBezTo>
                    <a:cubicBezTo>
                      <a:pt x="74882" y="296939"/>
                      <a:pt x="82951" y="330828"/>
                      <a:pt x="97475" y="369560"/>
                    </a:cubicBezTo>
                    <a:cubicBezTo>
                      <a:pt x="79723" y="369560"/>
                      <a:pt x="47447" y="374401"/>
                      <a:pt x="21626" y="396994"/>
                    </a:cubicBezTo>
                    <a:close/>
                    <a:moveTo>
                      <a:pt x="102316" y="414746"/>
                    </a:moveTo>
                    <a:lnTo>
                      <a:pt x="115226" y="388925"/>
                    </a:lnTo>
                    <a:lnTo>
                      <a:pt x="155571" y="388925"/>
                    </a:lnTo>
                    <a:lnTo>
                      <a:pt x="195916" y="388925"/>
                    </a:lnTo>
                    <a:lnTo>
                      <a:pt x="208826" y="414746"/>
                    </a:lnTo>
                    <a:lnTo>
                      <a:pt x="102316" y="414746"/>
                    </a:lnTo>
                    <a:close/>
                    <a:moveTo>
                      <a:pt x="289516" y="396994"/>
                    </a:moveTo>
                    <a:cubicBezTo>
                      <a:pt x="262082" y="374401"/>
                      <a:pt x="231420" y="369560"/>
                      <a:pt x="213668" y="369560"/>
                    </a:cubicBezTo>
                    <a:cubicBezTo>
                      <a:pt x="226578" y="330828"/>
                      <a:pt x="236261" y="295325"/>
                      <a:pt x="241102" y="264663"/>
                    </a:cubicBezTo>
                    <a:cubicBezTo>
                      <a:pt x="294357" y="314690"/>
                      <a:pt x="292744" y="371173"/>
                      <a:pt x="289516" y="396994"/>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4" name="任意多边形: 形状 83"/>
              <p:cNvSpPr/>
              <p:nvPr/>
            </p:nvSpPr>
            <p:spPr>
              <a:xfrm>
                <a:off x="1215560" y="2761432"/>
                <a:ext cx="60516" cy="60519"/>
              </a:xfrm>
              <a:custGeom>
                <a:avLst/>
                <a:gdLst>
                  <a:gd name="connsiteX0" fmla="*/ 40345 w 80689"/>
                  <a:gd name="connsiteY0" fmla="*/ 0 h 80689"/>
                  <a:gd name="connsiteX1" fmla="*/ 0 w 80689"/>
                  <a:gd name="connsiteY1" fmla="*/ 40345 h 80689"/>
                  <a:gd name="connsiteX2" fmla="*/ 40345 w 80689"/>
                  <a:gd name="connsiteY2" fmla="*/ 80690 h 80689"/>
                  <a:gd name="connsiteX3" fmla="*/ 80690 w 80689"/>
                  <a:gd name="connsiteY3" fmla="*/ 40345 h 80689"/>
                  <a:gd name="connsiteX4" fmla="*/ 40345 w 80689"/>
                  <a:gd name="connsiteY4" fmla="*/ 0 h 80689"/>
                  <a:gd name="connsiteX5" fmla="*/ 40345 w 80689"/>
                  <a:gd name="connsiteY5" fmla="*/ 62938 h 80689"/>
                  <a:gd name="connsiteX6" fmla="*/ 17752 w 80689"/>
                  <a:gd name="connsiteY6" fmla="*/ 40345 h 80689"/>
                  <a:gd name="connsiteX7" fmla="*/ 40345 w 80689"/>
                  <a:gd name="connsiteY7" fmla="*/ 17752 h 80689"/>
                  <a:gd name="connsiteX8" fmla="*/ 62938 w 80689"/>
                  <a:gd name="connsiteY8" fmla="*/ 40345 h 80689"/>
                  <a:gd name="connsiteX9" fmla="*/ 40345 w 80689"/>
                  <a:gd name="connsiteY9" fmla="*/ 62938 h 8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89" h="80689">
                    <a:moveTo>
                      <a:pt x="40345" y="0"/>
                    </a:moveTo>
                    <a:cubicBezTo>
                      <a:pt x="17752" y="0"/>
                      <a:pt x="0" y="17752"/>
                      <a:pt x="0" y="40345"/>
                    </a:cubicBezTo>
                    <a:cubicBezTo>
                      <a:pt x="0" y="62938"/>
                      <a:pt x="17752" y="80690"/>
                      <a:pt x="40345" y="80690"/>
                    </a:cubicBezTo>
                    <a:cubicBezTo>
                      <a:pt x="62938" y="80690"/>
                      <a:pt x="80690" y="62938"/>
                      <a:pt x="80690" y="40345"/>
                    </a:cubicBezTo>
                    <a:cubicBezTo>
                      <a:pt x="80690" y="19366"/>
                      <a:pt x="61324" y="0"/>
                      <a:pt x="40345" y="0"/>
                    </a:cubicBezTo>
                    <a:close/>
                    <a:moveTo>
                      <a:pt x="40345" y="62938"/>
                    </a:moveTo>
                    <a:cubicBezTo>
                      <a:pt x="27434" y="62938"/>
                      <a:pt x="17752" y="53255"/>
                      <a:pt x="17752" y="40345"/>
                    </a:cubicBezTo>
                    <a:cubicBezTo>
                      <a:pt x="17752" y="27435"/>
                      <a:pt x="27434" y="17752"/>
                      <a:pt x="40345" y="17752"/>
                    </a:cubicBezTo>
                    <a:cubicBezTo>
                      <a:pt x="53255" y="17752"/>
                      <a:pt x="62938" y="27435"/>
                      <a:pt x="62938" y="40345"/>
                    </a:cubicBezTo>
                    <a:cubicBezTo>
                      <a:pt x="62938" y="53255"/>
                      <a:pt x="51641" y="62938"/>
                      <a:pt x="40345" y="62938"/>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5" name="任意多边形: 形状 84"/>
              <p:cNvSpPr/>
              <p:nvPr/>
            </p:nvSpPr>
            <p:spPr>
              <a:xfrm>
                <a:off x="1238556" y="2992614"/>
                <a:ext cx="14524" cy="52047"/>
              </a:xfrm>
              <a:custGeom>
                <a:avLst/>
                <a:gdLst>
                  <a:gd name="connsiteX0" fmla="*/ 9683 w 19365"/>
                  <a:gd name="connsiteY0" fmla="*/ 69393 h 69393"/>
                  <a:gd name="connsiteX1" fmla="*/ 19366 w 19365"/>
                  <a:gd name="connsiteY1" fmla="*/ 59711 h 69393"/>
                  <a:gd name="connsiteX2" fmla="*/ 19366 w 19365"/>
                  <a:gd name="connsiteY2" fmla="*/ 9683 h 69393"/>
                  <a:gd name="connsiteX3" fmla="*/ 9683 w 19365"/>
                  <a:gd name="connsiteY3" fmla="*/ 0 h 69393"/>
                  <a:gd name="connsiteX4" fmla="*/ 0 w 19365"/>
                  <a:gd name="connsiteY4" fmla="*/ 9683 h 69393"/>
                  <a:gd name="connsiteX5" fmla="*/ 0 w 19365"/>
                  <a:gd name="connsiteY5" fmla="*/ 59711 h 69393"/>
                  <a:gd name="connsiteX6" fmla="*/ 9683 w 19365"/>
                  <a:gd name="connsiteY6" fmla="*/ 69393 h 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65" h="69393">
                    <a:moveTo>
                      <a:pt x="9683" y="69393"/>
                    </a:moveTo>
                    <a:cubicBezTo>
                      <a:pt x="14524" y="69393"/>
                      <a:pt x="19366" y="66166"/>
                      <a:pt x="19366" y="59711"/>
                    </a:cubicBezTo>
                    <a:lnTo>
                      <a:pt x="19366" y="9683"/>
                    </a:lnTo>
                    <a:cubicBezTo>
                      <a:pt x="19366" y="4841"/>
                      <a:pt x="16138" y="0"/>
                      <a:pt x="9683" y="0"/>
                    </a:cubicBezTo>
                    <a:cubicBezTo>
                      <a:pt x="4841" y="0"/>
                      <a:pt x="0" y="3228"/>
                      <a:pt x="0" y="9683"/>
                    </a:cubicBezTo>
                    <a:lnTo>
                      <a:pt x="0" y="59711"/>
                    </a:lnTo>
                    <a:cubicBezTo>
                      <a:pt x="0" y="66166"/>
                      <a:pt x="4841" y="69393"/>
                      <a:pt x="9683" y="69393"/>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86" name="任意多边形: 形状 85"/>
              <p:cNvSpPr/>
              <p:nvPr/>
            </p:nvSpPr>
            <p:spPr>
              <a:xfrm>
                <a:off x="1271234" y="3005930"/>
                <a:ext cx="13622" cy="50835"/>
              </a:xfrm>
              <a:custGeom>
                <a:avLst/>
                <a:gdLst>
                  <a:gd name="connsiteX0" fmla="*/ 9683 w 18162"/>
                  <a:gd name="connsiteY0" fmla="*/ 0 h 67779"/>
                  <a:gd name="connsiteX1" fmla="*/ 0 w 18162"/>
                  <a:gd name="connsiteY1" fmla="*/ 9683 h 67779"/>
                  <a:gd name="connsiteX2" fmla="*/ 0 w 18162"/>
                  <a:gd name="connsiteY2" fmla="*/ 59711 h 67779"/>
                  <a:gd name="connsiteX3" fmla="*/ 9683 w 18162"/>
                  <a:gd name="connsiteY3" fmla="*/ 67780 h 67779"/>
                  <a:gd name="connsiteX4" fmla="*/ 17752 w 18162"/>
                  <a:gd name="connsiteY4" fmla="*/ 59711 h 67779"/>
                  <a:gd name="connsiteX5" fmla="*/ 17752 w 18162"/>
                  <a:gd name="connsiteY5" fmla="*/ 9683 h 67779"/>
                  <a:gd name="connsiteX6" fmla="*/ 9683 w 18162"/>
                  <a:gd name="connsiteY6" fmla="*/ 0 h 6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62" h="67779">
                    <a:moveTo>
                      <a:pt x="9683" y="0"/>
                    </a:moveTo>
                    <a:cubicBezTo>
                      <a:pt x="4841" y="0"/>
                      <a:pt x="0" y="3228"/>
                      <a:pt x="0" y="9683"/>
                    </a:cubicBezTo>
                    <a:lnTo>
                      <a:pt x="0" y="59711"/>
                    </a:lnTo>
                    <a:cubicBezTo>
                      <a:pt x="0" y="64552"/>
                      <a:pt x="4841" y="67780"/>
                      <a:pt x="9683" y="67780"/>
                    </a:cubicBezTo>
                    <a:cubicBezTo>
                      <a:pt x="14524" y="67780"/>
                      <a:pt x="17752" y="64552"/>
                      <a:pt x="17752" y="59711"/>
                    </a:cubicBezTo>
                    <a:lnTo>
                      <a:pt x="17752" y="9683"/>
                    </a:lnTo>
                    <a:cubicBezTo>
                      <a:pt x="19366" y="3228"/>
                      <a:pt x="16138" y="0"/>
                      <a:pt x="9683" y="0"/>
                    </a:cubicBezTo>
                    <a:close/>
                  </a:path>
                </a:pathLst>
              </a:custGeom>
              <a:grpFill/>
              <a:ln w="16094" cap="flat">
                <a:noFill/>
                <a:prstDash val="solid"/>
                <a:miter/>
              </a:ln>
              <a:effectLst/>
            </p:spPr>
            <p:txBody>
              <a:bodyPr lIns="68580" tIns="34290" rIns="68580" bIns="34290" rtlCol="0" anchor="ctr"/>
              <a:lstStyle/>
              <a:p>
                <a:endParaRPr lang="zh-CN" altLang="en-US" sz="1350" dirty="0">
                  <a:latin typeface="思源黑体 CN Bold" panose="020B0800000000000000" pitchFamily="34" charset="-122"/>
                  <a:ea typeface="思源黑体 CN Bold" panose="020B0800000000000000" pitchFamily="34" charset="-122"/>
                </a:endParaRPr>
              </a:p>
            </p:txBody>
          </p:sp>
          <p:sp>
            <p:nvSpPr>
              <p:cNvPr id="87" name="任意多边形: 形状 86"/>
              <p:cNvSpPr/>
              <p:nvPr/>
            </p:nvSpPr>
            <p:spPr>
              <a:xfrm>
                <a:off x="1205877" y="2981721"/>
                <a:ext cx="12340" cy="52047"/>
              </a:xfrm>
              <a:custGeom>
                <a:avLst/>
                <a:gdLst>
                  <a:gd name="connsiteX0" fmla="*/ 8069 w 16454"/>
                  <a:gd name="connsiteY0" fmla="*/ 0 h 69393"/>
                  <a:gd name="connsiteX1" fmla="*/ 0 w 16454"/>
                  <a:gd name="connsiteY1" fmla="*/ 9683 h 69393"/>
                  <a:gd name="connsiteX2" fmla="*/ 0 w 16454"/>
                  <a:gd name="connsiteY2" fmla="*/ 59711 h 69393"/>
                  <a:gd name="connsiteX3" fmla="*/ 8069 w 16454"/>
                  <a:gd name="connsiteY3" fmla="*/ 69393 h 69393"/>
                  <a:gd name="connsiteX4" fmla="*/ 16138 w 16454"/>
                  <a:gd name="connsiteY4" fmla="*/ 59711 h 69393"/>
                  <a:gd name="connsiteX5" fmla="*/ 16138 w 16454"/>
                  <a:gd name="connsiteY5" fmla="*/ 9683 h 69393"/>
                  <a:gd name="connsiteX6" fmla="*/ 8069 w 16454"/>
                  <a:gd name="connsiteY6" fmla="*/ 0 h 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54" h="69393">
                    <a:moveTo>
                      <a:pt x="8069" y="0"/>
                    </a:moveTo>
                    <a:cubicBezTo>
                      <a:pt x="3228" y="0"/>
                      <a:pt x="0" y="3228"/>
                      <a:pt x="0" y="9683"/>
                    </a:cubicBezTo>
                    <a:lnTo>
                      <a:pt x="0" y="59711"/>
                    </a:lnTo>
                    <a:cubicBezTo>
                      <a:pt x="0" y="64552"/>
                      <a:pt x="3228" y="69393"/>
                      <a:pt x="8069" y="69393"/>
                    </a:cubicBezTo>
                    <a:cubicBezTo>
                      <a:pt x="12910" y="69393"/>
                      <a:pt x="16138" y="66166"/>
                      <a:pt x="16138" y="59711"/>
                    </a:cubicBezTo>
                    <a:lnTo>
                      <a:pt x="16138" y="9683"/>
                    </a:lnTo>
                    <a:cubicBezTo>
                      <a:pt x="17752" y="4841"/>
                      <a:pt x="12910" y="0"/>
                      <a:pt x="8069" y="0"/>
                    </a:cubicBezTo>
                    <a:close/>
                  </a:path>
                </a:pathLst>
              </a:custGeom>
              <a:grpFill/>
              <a:ln w="1609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grpSp>
          <p:nvGrpSpPr>
            <p:cNvPr id="88" name="组合 87"/>
            <p:cNvGrpSpPr>
              <a:grpSpLocks noChangeAspect="1"/>
            </p:cNvGrpSpPr>
            <p:nvPr/>
          </p:nvGrpSpPr>
          <p:grpSpPr>
            <a:xfrm>
              <a:off x="6574721" y="3443717"/>
              <a:ext cx="348176" cy="350999"/>
              <a:chOff x="888850" y="3546819"/>
              <a:chExt cx="357729" cy="360645"/>
            </a:xfrm>
            <a:solidFill>
              <a:schemeClr val="bg1"/>
            </a:solidFill>
            <a:effectLst/>
          </p:grpSpPr>
          <p:sp>
            <p:nvSpPr>
              <p:cNvPr id="89" name="任意多边形: 形状 88"/>
              <p:cNvSpPr/>
              <p:nvPr/>
            </p:nvSpPr>
            <p:spPr>
              <a:xfrm>
                <a:off x="1052007" y="3604739"/>
                <a:ext cx="11384" cy="57869"/>
              </a:xfrm>
              <a:custGeom>
                <a:avLst/>
                <a:gdLst>
                  <a:gd name="connsiteX0" fmla="*/ 7589 w 15178"/>
                  <a:gd name="connsiteY0" fmla="*/ 77157 h 77156"/>
                  <a:gd name="connsiteX1" fmla="*/ 15178 w 15178"/>
                  <a:gd name="connsiteY1" fmla="*/ 69568 h 77156"/>
                  <a:gd name="connsiteX2" fmla="*/ 15178 w 15178"/>
                  <a:gd name="connsiteY2" fmla="*/ 7589 h 77156"/>
                  <a:gd name="connsiteX3" fmla="*/ 7589 w 15178"/>
                  <a:gd name="connsiteY3" fmla="*/ 0 h 77156"/>
                  <a:gd name="connsiteX4" fmla="*/ 0 w 15178"/>
                  <a:gd name="connsiteY4" fmla="*/ 7589 h 77156"/>
                  <a:gd name="connsiteX5" fmla="*/ 0 w 15178"/>
                  <a:gd name="connsiteY5" fmla="*/ 69568 h 77156"/>
                  <a:gd name="connsiteX6" fmla="*/ 7589 w 15178"/>
                  <a:gd name="connsiteY6" fmla="*/ 77157 h 7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78" h="77156">
                    <a:moveTo>
                      <a:pt x="7589" y="77157"/>
                    </a:moveTo>
                    <a:cubicBezTo>
                      <a:pt x="11384" y="77157"/>
                      <a:pt x="15178" y="73362"/>
                      <a:pt x="15178" y="69568"/>
                    </a:cubicBezTo>
                    <a:lnTo>
                      <a:pt x="15178" y="7589"/>
                    </a:lnTo>
                    <a:cubicBezTo>
                      <a:pt x="15178" y="3795"/>
                      <a:pt x="11384" y="0"/>
                      <a:pt x="7589" y="0"/>
                    </a:cubicBezTo>
                    <a:cubicBezTo>
                      <a:pt x="3795" y="0"/>
                      <a:pt x="0" y="3795"/>
                      <a:pt x="0" y="7589"/>
                    </a:cubicBezTo>
                    <a:lnTo>
                      <a:pt x="0" y="69568"/>
                    </a:lnTo>
                    <a:cubicBezTo>
                      <a:pt x="1265" y="73362"/>
                      <a:pt x="3795" y="77157"/>
                      <a:pt x="7589" y="77157"/>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0" name="任意多边形: 形状 89"/>
              <p:cNvSpPr/>
              <p:nvPr/>
            </p:nvSpPr>
            <p:spPr>
              <a:xfrm>
                <a:off x="1052007" y="3810602"/>
                <a:ext cx="11384" cy="57869"/>
              </a:xfrm>
              <a:custGeom>
                <a:avLst/>
                <a:gdLst>
                  <a:gd name="connsiteX0" fmla="*/ 7589 w 15178"/>
                  <a:gd name="connsiteY0" fmla="*/ 0 h 77156"/>
                  <a:gd name="connsiteX1" fmla="*/ 0 w 15178"/>
                  <a:gd name="connsiteY1" fmla="*/ 7589 h 77156"/>
                  <a:gd name="connsiteX2" fmla="*/ 0 w 15178"/>
                  <a:gd name="connsiteY2" fmla="*/ 69568 h 77156"/>
                  <a:gd name="connsiteX3" fmla="*/ 7589 w 15178"/>
                  <a:gd name="connsiteY3" fmla="*/ 77157 h 77156"/>
                  <a:gd name="connsiteX4" fmla="*/ 15178 w 15178"/>
                  <a:gd name="connsiteY4" fmla="*/ 69568 h 77156"/>
                  <a:gd name="connsiteX5" fmla="*/ 15178 w 15178"/>
                  <a:gd name="connsiteY5" fmla="*/ 7589 h 77156"/>
                  <a:gd name="connsiteX6" fmla="*/ 7589 w 15178"/>
                  <a:gd name="connsiteY6" fmla="*/ 0 h 7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78" h="77156">
                    <a:moveTo>
                      <a:pt x="7589" y="0"/>
                    </a:moveTo>
                    <a:cubicBezTo>
                      <a:pt x="3795" y="0"/>
                      <a:pt x="0" y="3795"/>
                      <a:pt x="0" y="7589"/>
                    </a:cubicBezTo>
                    <a:lnTo>
                      <a:pt x="0" y="69568"/>
                    </a:lnTo>
                    <a:cubicBezTo>
                      <a:pt x="0" y="73362"/>
                      <a:pt x="3795" y="77157"/>
                      <a:pt x="7589" y="77157"/>
                    </a:cubicBezTo>
                    <a:cubicBezTo>
                      <a:pt x="11384" y="77157"/>
                      <a:pt x="15178" y="74627"/>
                      <a:pt x="15178" y="69568"/>
                    </a:cubicBezTo>
                    <a:lnTo>
                      <a:pt x="15178" y="7589"/>
                    </a:lnTo>
                    <a:cubicBezTo>
                      <a:pt x="15178" y="2530"/>
                      <a:pt x="12649" y="0"/>
                      <a:pt x="7589" y="0"/>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1" name="任意多边形: 形状 90"/>
              <p:cNvSpPr/>
              <p:nvPr/>
            </p:nvSpPr>
            <p:spPr>
              <a:xfrm>
                <a:off x="1131694" y="3730913"/>
                <a:ext cx="57866" cy="11384"/>
              </a:xfrm>
              <a:custGeom>
                <a:avLst/>
                <a:gdLst>
                  <a:gd name="connsiteX0" fmla="*/ 0 w 77156"/>
                  <a:gd name="connsiteY0" fmla="*/ 7589 h 15178"/>
                  <a:gd name="connsiteX1" fmla="*/ 7589 w 77156"/>
                  <a:gd name="connsiteY1" fmla="*/ 15178 h 15178"/>
                  <a:gd name="connsiteX2" fmla="*/ 69568 w 77156"/>
                  <a:gd name="connsiteY2" fmla="*/ 15178 h 15178"/>
                  <a:gd name="connsiteX3" fmla="*/ 77157 w 77156"/>
                  <a:gd name="connsiteY3" fmla="*/ 7589 h 15178"/>
                  <a:gd name="connsiteX4" fmla="*/ 69568 w 77156"/>
                  <a:gd name="connsiteY4" fmla="*/ 0 h 15178"/>
                  <a:gd name="connsiteX5" fmla="*/ 7589 w 77156"/>
                  <a:gd name="connsiteY5" fmla="*/ 0 h 15178"/>
                  <a:gd name="connsiteX6" fmla="*/ 0 w 77156"/>
                  <a:gd name="connsiteY6" fmla="*/ 7589 h 1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56" h="15178">
                    <a:moveTo>
                      <a:pt x="0" y="7589"/>
                    </a:moveTo>
                    <a:cubicBezTo>
                      <a:pt x="0" y="11384"/>
                      <a:pt x="3795" y="15178"/>
                      <a:pt x="7589" y="15178"/>
                    </a:cubicBezTo>
                    <a:lnTo>
                      <a:pt x="69568" y="15178"/>
                    </a:lnTo>
                    <a:cubicBezTo>
                      <a:pt x="73362" y="15178"/>
                      <a:pt x="77157" y="11384"/>
                      <a:pt x="77157" y="7589"/>
                    </a:cubicBezTo>
                    <a:cubicBezTo>
                      <a:pt x="77157" y="3795"/>
                      <a:pt x="73362" y="0"/>
                      <a:pt x="69568" y="0"/>
                    </a:cubicBezTo>
                    <a:lnTo>
                      <a:pt x="7589" y="0"/>
                    </a:lnTo>
                    <a:cubicBezTo>
                      <a:pt x="3795" y="0"/>
                      <a:pt x="0" y="3795"/>
                      <a:pt x="0" y="7589"/>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2" name="任意多边形: 形状 91"/>
              <p:cNvSpPr/>
              <p:nvPr/>
            </p:nvSpPr>
            <p:spPr>
              <a:xfrm>
                <a:off x="926786" y="3730913"/>
                <a:ext cx="56917" cy="11384"/>
              </a:xfrm>
              <a:custGeom>
                <a:avLst/>
                <a:gdLst>
                  <a:gd name="connsiteX0" fmla="*/ 75892 w 75891"/>
                  <a:gd name="connsiteY0" fmla="*/ 7589 h 15178"/>
                  <a:gd name="connsiteX1" fmla="*/ 68303 w 75891"/>
                  <a:gd name="connsiteY1" fmla="*/ 0 h 15178"/>
                  <a:gd name="connsiteX2" fmla="*/ 7589 w 75891"/>
                  <a:gd name="connsiteY2" fmla="*/ 0 h 15178"/>
                  <a:gd name="connsiteX3" fmla="*/ 0 w 75891"/>
                  <a:gd name="connsiteY3" fmla="*/ 7589 h 15178"/>
                  <a:gd name="connsiteX4" fmla="*/ 7589 w 75891"/>
                  <a:gd name="connsiteY4" fmla="*/ 15178 h 15178"/>
                  <a:gd name="connsiteX5" fmla="*/ 69568 w 75891"/>
                  <a:gd name="connsiteY5" fmla="*/ 15178 h 15178"/>
                  <a:gd name="connsiteX6" fmla="*/ 75892 w 75891"/>
                  <a:gd name="connsiteY6" fmla="*/ 7589 h 15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891" h="15178">
                    <a:moveTo>
                      <a:pt x="75892" y="7589"/>
                    </a:moveTo>
                    <a:cubicBezTo>
                      <a:pt x="75892" y="3795"/>
                      <a:pt x="72097" y="0"/>
                      <a:pt x="68303" y="0"/>
                    </a:cubicBezTo>
                    <a:lnTo>
                      <a:pt x="7589" y="0"/>
                    </a:lnTo>
                    <a:cubicBezTo>
                      <a:pt x="3795" y="0"/>
                      <a:pt x="0" y="3795"/>
                      <a:pt x="0" y="7589"/>
                    </a:cubicBezTo>
                    <a:cubicBezTo>
                      <a:pt x="0" y="11384"/>
                      <a:pt x="3795" y="15178"/>
                      <a:pt x="7589" y="15178"/>
                    </a:cubicBezTo>
                    <a:lnTo>
                      <a:pt x="69568" y="15178"/>
                    </a:lnTo>
                    <a:cubicBezTo>
                      <a:pt x="73362" y="13914"/>
                      <a:pt x="75892" y="11384"/>
                      <a:pt x="75892" y="7589"/>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3" name="任意多边形: 形状 92"/>
              <p:cNvSpPr/>
              <p:nvPr/>
            </p:nvSpPr>
            <p:spPr>
              <a:xfrm>
                <a:off x="952153" y="3750835"/>
                <a:ext cx="91316" cy="90124"/>
              </a:xfrm>
              <a:custGeom>
                <a:avLst/>
                <a:gdLst>
                  <a:gd name="connsiteX0" fmla="*/ 115432 w 121756"/>
                  <a:gd name="connsiteY0" fmla="*/ 107514 h 120162"/>
                  <a:gd name="connsiteX1" fmla="*/ 14243 w 121756"/>
                  <a:gd name="connsiteY1" fmla="*/ 6324 h 120162"/>
                  <a:gd name="connsiteX2" fmla="*/ 5388 w 121756"/>
                  <a:gd name="connsiteY2" fmla="*/ 0 h 120162"/>
                  <a:gd name="connsiteX3" fmla="*/ 329 w 121756"/>
                  <a:gd name="connsiteY3" fmla="*/ 8854 h 120162"/>
                  <a:gd name="connsiteX4" fmla="*/ 112902 w 121756"/>
                  <a:gd name="connsiteY4" fmla="*/ 120162 h 120162"/>
                  <a:gd name="connsiteX5" fmla="*/ 114167 w 121756"/>
                  <a:gd name="connsiteY5" fmla="*/ 120162 h 120162"/>
                  <a:gd name="connsiteX6" fmla="*/ 121756 w 121756"/>
                  <a:gd name="connsiteY6" fmla="*/ 113838 h 120162"/>
                  <a:gd name="connsiteX7" fmla="*/ 115432 w 121756"/>
                  <a:gd name="connsiteY7" fmla="*/ 107514 h 12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0162">
                    <a:moveTo>
                      <a:pt x="115432" y="107514"/>
                    </a:moveTo>
                    <a:cubicBezTo>
                      <a:pt x="64837" y="97395"/>
                      <a:pt x="25626" y="58184"/>
                      <a:pt x="14243" y="6324"/>
                    </a:cubicBezTo>
                    <a:cubicBezTo>
                      <a:pt x="12978" y="2530"/>
                      <a:pt x="9183" y="0"/>
                      <a:pt x="5388" y="0"/>
                    </a:cubicBezTo>
                    <a:cubicBezTo>
                      <a:pt x="1594" y="1265"/>
                      <a:pt x="-936" y="5059"/>
                      <a:pt x="329" y="8854"/>
                    </a:cubicBezTo>
                    <a:cubicBezTo>
                      <a:pt x="11713" y="65773"/>
                      <a:pt x="55983" y="108778"/>
                      <a:pt x="112902" y="120162"/>
                    </a:cubicBezTo>
                    <a:cubicBezTo>
                      <a:pt x="112902" y="120162"/>
                      <a:pt x="114167" y="120162"/>
                      <a:pt x="114167" y="120162"/>
                    </a:cubicBezTo>
                    <a:cubicBezTo>
                      <a:pt x="117961" y="120162"/>
                      <a:pt x="120491" y="117632"/>
                      <a:pt x="121756" y="113838"/>
                    </a:cubicBezTo>
                    <a:cubicBezTo>
                      <a:pt x="121756" y="112573"/>
                      <a:pt x="119226" y="108778"/>
                      <a:pt x="115432" y="107514"/>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4" name="任意多边形: 形状 93"/>
              <p:cNvSpPr/>
              <p:nvPr/>
            </p:nvSpPr>
            <p:spPr>
              <a:xfrm>
                <a:off x="951451" y="3630107"/>
                <a:ext cx="91316" cy="91319"/>
              </a:xfrm>
              <a:custGeom>
                <a:avLst/>
                <a:gdLst>
                  <a:gd name="connsiteX0" fmla="*/ 6324 w 121756"/>
                  <a:gd name="connsiteY0" fmla="*/ 121756 h 121756"/>
                  <a:gd name="connsiteX1" fmla="*/ 7589 w 121756"/>
                  <a:gd name="connsiteY1" fmla="*/ 121756 h 121756"/>
                  <a:gd name="connsiteX2" fmla="*/ 15178 w 121756"/>
                  <a:gd name="connsiteY2" fmla="*/ 115432 h 121756"/>
                  <a:gd name="connsiteX3" fmla="*/ 116368 w 121756"/>
                  <a:gd name="connsiteY3" fmla="*/ 14243 h 121756"/>
                  <a:gd name="connsiteX4" fmla="*/ 121427 w 121756"/>
                  <a:gd name="connsiteY4" fmla="*/ 5388 h 121756"/>
                  <a:gd name="connsiteX5" fmla="*/ 112573 w 121756"/>
                  <a:gd name="connsiteY5" fmla="*/ 329 h 121756"/>
                  <a:gd name="connsiteX6" fmla="*/ 0 w 121756"/>
                  <a:gd name="connsiteY6" fmla="*/ 112902 h 121756"/>
                  <a:gd name="connsiteX7" fmla="*/ 6324 w 121756"/>
                  <a:gd name="connsiteY7" fmla="*/ 121756 h 121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1756">
                    <a:moveTo>
                      <a:pt x="6324" y="121756"/>
                    </a:moveTo>
                    <a:cubicBezTo>
                      <a:pt x="6324" y="121756"/>
                      <a:pt x="7589" y="121756"/>
                      <a:pt x="7589" y="121756"/>
                    </a:cubicBezTo>
                    <a:cubicBezTo>
                      <a:pt x="11384" y="121756"/>
                      <a:pt x="13914" y="119226"/>
                      <a:pt x="15178" y="115432"/>
                    </a:cubicBezTo>
                    <a:cubicBezTo>
                      <a:pt x="25297" y="64837"/>
                      <a:pt x="64508" y="24361"/>
                      <a:pt x="116368" y="14243"/>
                    </a:cubicBezTo>
                    <a:cubicBezTo>
                      <a:pt x="120162" y="12978"/>
                      <a:pt x="122692" y="9183"/>
                      <a:pt x="121427" y="5388"/>
                    </a:cubicBezTo>
                    <a:cubicBezTo>
                      <a:pt x="120162" y="1594"/>
                      <a:pt x="116368" y="-936"/>
                      <a:pt x="112573" y="329"/>
                    </a:cubicBezTo>
                    <a:cubicBezTo>
                      <a:pt x="55654" y="11713"/>
                      <a:pt x="11384" y="55983"/>
                      <a:pt x="0" y="112902"/>
                    </a:cubicBezTo>
                    <a:cubicBezTo>
                      <a:pt x="0" y="116697"/>
                      <a:pt x="2530" y="120491"/>
                      <a:pt x="6324" y="121756"/>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5" name="任意多边形: 形状 94"/>
              <p:cNvSpPr/>
              <p:nvPr/>
            </p:nvSpPr>
            <p:spPr>
              <a:xfrm>
                <a:off x="1072629" y="3751542"/>
                <a:ext cx="91316" cy="92264"/>
              </a:xfrm>
              <a:custGeom>
                <a:avLst/>
                <a:gdLst>
                  <a:gd name="connsiteX0" fmla="*/ 115432 w 121756"/>
                  <a:gd name="connsiteY0" fmla="*/ 322 h 123014"/>
                  <a:gd name="connsiteX1" fmla="*/ 106578 w 121756"/>
                  <a:gd name="connsiteY1" fmla="*/ 6647 h 123014"/>
                  <a:gd name="connsiteX2" fmla="*/ 5388 w 121756"/>
                  <a:gd name="connsiteY2" fmla="*/ 107836 h 123014"/>
                  <a:gd name="connsiteX3" fmla="*/ 329 w 121756"/>
                  <a:gd name="connsiteY3" fmla="*/ 116690 h 123014"/>
                  <a:gd name="connsiteX4" fmla="*/ 7918 w 121756"/>
                  <a:gd name="connsiteY4" fmla="*/ 123014 h 123014"/>
                  <a:gd name="connsiteX5" fmla="*/ 9183 w 121756"/>
                  <a:gd name="connsiteY5" fmla="*/ 123014 h 123014"/>
                  <a:gd name="connsiteX6" fmla="*/ 121756 w 121756"/>
                  <a:gd name="connsiteY6" fmla="*/ 11706 h 123014"/>
                  <a:gd name="connsiteX7" fmla="*/ 115432 w 121756"/>
                  <a:gd name="connsiteY7" fmla="*/ 322 h 12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756" h="123014">
                    <a:moveTo>
                      <a:pt x="115432" y="322"/>
                    </a:moveTo>
                    <a:cubicBezTo>
                      <a:pt x="111637" y="-943"/>
                      <a:pt x="107843" y="1587"/>
                      <a:pt x="106578" y="6647"/>
                    </a:cubicBezTo>
                    <a:cubicBezTo>
                      <a:pt x="96459" y="57241"/>
                      <a:pt x="55983" y="96452"/>
                      <a:pt x="5388" y="107836"/>
                    </a:cubicBezTo>
                    <a:cubicBezTo>
                      <a:pt x="1594" y="109101"/>
                      <a:pt x="-936" y="112895"/>
                      <a:pt x="329" y="116690"/>
                    </a:cubicBezTo>
                    <a:cubicBezTo>
                      <a:pt x="1594" y="120484"/>
                      <a:pt x="4124" y="123014"/>
                      <a:pt x="7918" y="123014"/>
                    </a:cubicBezTo>
                    <a:cubicBezTo>
                      <a:pt x="7918" y="123014"/>
                      <a:pt x="9183" y="123014"/>
                      <a:pt x="9183" y="123014"/>
                    </a:cubicBezTo>
                    <a:cubicBezTo>
                      <a:pt x="66102" y="111630"/>
                      <a:pt x="109107" y="67360"/>
                      <a:pt x="121756" y="11706"/>
                    </a:cubicBezTo>
                    <a:cubicBezTo>
                      <a:pt x="121756" y="5382"/>
                      <a:pt x="119226" y="322"/>
                      <a:pt x="115432" y="322"/>
                    </a:cubicBezTo>
                    <a:close/>
                  </a:path>
                </a:pathLst>
              </a:custGeom>
              <a:grpFill/>
              <a:ln w="12614"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96" name="任意多边形: 形状 95"/>
              <p:cNvSpPr/>
              <p:nvPr/>
            </p:nvSpPr>
            <p:spPr>
              <a:xfrm>
                <a:off x="888850" y="3567065"/>
                <a:ext cx="340386" cy="340399"/>
              </a:xfrm>
              <a:custGeom>
                <a:avLst/>
                <a:gdLst>
                  <a:gd name="connsiteX0" fmla="*/ 226926 w 453852"/>
                  <a:gd name="connsiteY0" fmla="*/ 15825 h 453852"/>
                  <a:gd name="connsiteX1" fmla="*/ 15825 w 453852"/>
                  <a:gd name="connsiteY1" fmla="*/ 226926 h 453852"/>
                  <a:gd name="connsiteX2" fmla="*/ 226926 w 453852"/>
                  <a:gd name="connsiteY2" fmla="*/ 438027 h 453852"/>
                  <a:gd name="connsiteX3" fmla="*/ 438027 w 453852"/>
                  <a:gd name="connsiteY3" fmla="*/ 226926 h 453852"/>
                  <a:gd name="connsiteX4" fmla="*/ 226926 w 453852"/>
                  <a:gd name="connsiteY4" fmla="*/ 15825 h 453852"/>
                  <a:gd name="connsiteX5" fmla="*/ 226926 w 453852"/>
                  <a:gd name="connsiteY5" fmla="*/ 0 h 453852"/>
                  <a:gd name="connsiteX6" fmla="*/ 453852 w 453852"/>
                  <a:gd name="connsiteY6" fmla="*/ 226926 h 453852"/>
                  <a:gd name="connsiteX7" fmla="*/ 226926 w 453852"/>
                  <a:gd name="connsiteY7" fmla="*/ 453852 h 453852"/>
                  <a:gd name="connsiteX8" fmla="*/ 0 w 453852"/>
                  <a:gd name="connsiteY8" fmla="*/ 226926 h 453852"/>
                  <a:gd name="connsiteX9" fmla="*/ 226926 w 453852"/>
                  <a:gd name="connsiteY9" fmla="*/ 0 h 453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852" h="453852">
                    <a:moveTo>
                      <a:pt x="226926" y="15825"/>
                    </a:moveTo>
                    <a:cubicBezTo>
                      <a:pt x="110338" y="15825"/>
                      <a:pt x="15825" y="110338"/>
                      <a:pt x="15825" y="226926"/>
                    </a:cubicBezTo>
                    <a:cubicBezTo>
                      <a:pt x="15825" y="343514"/>
                      <a:pt x="110338" y="438027"/>
                      <a:pt x="226926" y="438027"/>
                    </a:cubicBezTo>
                    <a:cubicBezTo>
                      <a:pt x="343514" y="438027"/>
                      <a:pt x="438027" y="343514"/>
                      <a:pt x="438027" y="226926"/>
                    </a:cubicBezTo>
                    <a:cubicBezTo>
                      <a:pt x="438027" y="110338"/>
                      <a:pt x="343514" y="15825"/>
                      <a:pt x="226926" y="15825"/>
                    </a:cubicBezTo>
                    <a:close/>
                    <a:moveTo>
                      <a:pt x="226926" y="0"/>
                    </a:moveTo>
                    <a:cubicBezTo>
                      <a:pt x="352254" y="0"/>
                      <a:pt x="453852" y="101598"/>
                      <a:pt x="453852" y="226926"/>
                    </a:cubicBezTo>
                    <a:cubicBezTo>
                      <a:pt x="453852" y="352254"/>
                      <a:pt x="352254" y="453852"/>
                      <a:pt x="226926" y="453852"/>
                    </a:cubicBezTo>
                    <a:cubicBezTo>
                      <a:pt x="101598" y="453852"/>
                      <a:pt x="0" y="352254"/>
                      <a:pt x="0" y="226926"/>
                    </a:cubicBezTo>
                    <a:cubicBezTo>
                      <a:pt x="0" y="101598"/>
                      <a:pt x="101598" y="0"/>
                      <a:pt x="226926"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sz="1350">
                  <a:latin typeface="思源黑体 CN Bold" panose="020B0800000000000000" pitchFamily="34" charset="-122"/>
                  <a:ea typeface="思源黑体 CN Bold" panose="020B0800000000000000" pitchFamily="34" charset="-122"/>
                </a:endParaRPr>
              </a:p>
            </p:txBody>
          </p:sp>
          <p:sp>
            <p:nvSpPr>
              <p:cNvPr id="97" name="任意多边形: 形状 96"/>
              <p:cNvSpPr/>
              <p:nvPr/>
            </p:nvSpPr>
            <p:spPr>
              <a:xfrm>
                <a:off x="1020181" y="3546819"/>
                <a:ext cx="226398" cy="225460"/>
              </a:xfrm>
              <a:custGeom>
                <a:avLst/>
                <a:gdLst>
                  <a:gd name="connsiteX0" fmla="*/ 54389 w 301868"/>
                  <a:gd name="connsiteY0" fmla="*/ 205739 h 300604"/>
                  <a:gd name="connsiteX1" fmla="*/ 13913 w 301868"/>
                  <a:gd name="connsiteY1" fmla="*/ 246215 h 300604"/>
                  <a:gd name="connsiteX2" fmla="*/ 54389 w 301868"/>
                  <a:gd name="connsiteY2" fmla="*/ 286690 h 300604"/>
                  <a:gd name="connsiteX3" fmla="*/ 94865 w 301868"/>
                  <a:gd name="connsiteY3" fmla="*/ 246215 h 300604"/>
                  <a:gd name="connsiteX4" fmla="*/ 87275 w 301868"/>
                  <a:gd name="connsiteY4" fmla="*/ 223447 h 300604"/>
                  <a:gd name="connsiteX5" fmla="*/ 59448 w 301868"/>
                  <a:gd name="connsiteY5" fmla="*/ 251274 h 300604"/>
                  <a:gd name="connsiteX6" fmla="*/ 54389 w 301868"/>
                  <a:gd name="connsiteY6" fmla="*/ 253804 h 300604"/>
                  <a:gd name="connsiteX7" fmla="*/ 49329 w 301868"/>
                  <a:gd name="connsiteY7" fmla="*/ 251274 h 300604"/>
                  <a:gd name="connsiteX8" fmla="*/ 49329 w 301868"/>
                  <a:gd name="connsiteY8" fmla="*/ 241155 h 300604"/>
                  <a:gd name="connsiteX9" fmla="*/ 77157 w 301868"/>
                  <a:gd name="connsiteY9" fmla="*/ 213328 h 300604"/>
                  <a:gd name="connsiteX10" fmla="*/ 54389 w 301868"/>
                  <a:gd name="connsiteY10" fmla="*/ 205739 h 300604"/>
                  <a:gd name="connsiteX11" fmla="*/ 255502 w 301868"/>
                  <a:gd name="connsiteY11" fmla="*/ 23598 h 300604"/>
                  <a:gd name="connsiteX12" fmla="*/ 237794 w 301868"/>
                  <a:gd name="connsiteY12" fmla="*/ 41307 h 300604"/>
                  <a:gd name="connsiteX13" fmla="*/ 237794 w 301868"/>
                  <a:gd name="connsiteY13" fmla="*/ 62809 h 300604"/>
                  <a:gd name="connsiteX14" fmla="*/ 259297 w 301868"/>
                  <a:gd name="connsiteY14" fmla="*/ 62809 h 300604"/>
                  <a:gd name="connsiteX15" fmla="*/ 277005 w 301868"/>
                  <a:gd name="connsiteY15" fmla="*/ 45101 h 300604"/>
                  <a:gd name="connsiteX16" fmla="*/ 263092 w 301868"/>
                  <a:gd name="connsiteY16" fmla="*/ 45101 h 300604"/>
                  <a:gd name="connsiteX17" fmla="*/ 255502 w 301868"/>
                  <a:gd name="connsiteY17" fmla="*/ 37512 h 300604"/>
                  <a:gd name="connsiteX18" fmla="*/ 266886 w 301868"/>
                  <a:gd name="connsiteY18" fmla="*/ 831 h 300604"/>
                  <a:gd name="connsiteX19" fmla="*/ 270681 w 301868"/>
                  <a:gd name="connsiteY19" fmla="*/ 7155 h 300604"/>
                  <a:gd name="connsiteX20" fmla="*/ 270681 w 301868"/>
                  <a:gd name="connsiteY20" fmla="*/ 31188 h 300604"/>
                  <a:gd name="connsiteX21" fmla="*/ 294713 w 301868"/>
                  <a:gd name="connsiteY21" fmla="*/ 31188 h 300604"/>
                  <a:gd name="connsiteX22" fmla="*/ 301038 w 301868"/>
                  <a:gd name="connsiteY22" fmla="*/ 34982 h 300604"/>
                  <a:gd name="connsiteX23" fmla="*/ 299773 w 301868"/>
                  <a:gd name="connsiteY23" fmla="*/ 42571 h 300604"/>
                  <a:gd name="connsiteX24" fmla="*/ 268151 w 301868"/>
                  <a:gd name="connsiteY24" fmla="*/ 74193 h 300604"/>
                  <a:gd name="connsiteX25" fmla="*/ 263092 w 301868"/>
                  <a:gd name="connsiteY25" fmla="*/ 76723 h 300604"/>
                  <a:gd name="connsiteX26" fmla="*/ 234000 w 301868"/>
                  <a:gd name="connsiteY26" fmla="*/ 76723 h 300604"/>
                  <a:gd name="connsiteX27" fmla="*/ 228242 w 301868"/>
                  <a:gd name="connsiteY27" fmla="*/ 82480 h 300604"/>
                  <a:gd name="connsiteX28" fmla="*/ 227023 w 301868"/>
                  <a:gd name="connsiteY28" fmla="*/ 81236 h 300604"/>
                  <a:gd name="connsiteX29" fmla="*/ 209016 w 301868"/>
                  <a:gd name="connsiteY29" fmla="*/ 101244 h 300604"/>
                  <a:gd name="connsiteX30" fmla="*/ 208702 w 301868"/>
                  <a:gd name="connsiteY30" fmla="*/ 100755 h 300604"/>
                  <a:gd name="connsiteX31" fmla="*/ 160638 w 301868"/>
                  <a:gd name="connsiteY31" fmla="*/ 148820 h 300604"/>
                  <a:gd name="connsiteX32" fmla="*/ 194789 w 301868"/>
                  <a:gd name="connsiteY32" fmla="*/ 217123 h 300604"/>
                  <a:gd name="connsiteX33" fmla="*/ 189730 w 301868"/>
                  <a:gd name="connsiteY33" fmla="*/ 225977 h 300604"/>
                  <a:gd name="connsiteX34" fmla="*/ 188465 w 301868"/>
                  <a:gd name="connsiteY34" fmla="*/ 225977 h 300604"/>
                  <a:gd name="connsiteX35" fmla="*/ 180875 w 301868"/>
                  <a:gd name="connsiteY35" fmla="*/ 219652 h 300604"/>
                  <a:gd name="connsiteX36" fmla="*/ 150519 w 301868"/>
                  <a:gd name="connsiteY36" fmla="*/ 158939 h 300604"/>
                  <a:gd name="connsiteX37" fmla="*/ 97394 w 301868"/>
                  <a:gd name="connsiteY37" fmla="*/ 212063 h 300604"/>
                  <a:gd name="connsiteX38" fmla="*/ 108778 w 301868"/>
                  <a:gd name="connsiteY38" fmla="*/ 244950 h 300604"/>
                  <a:gd name="connsiteX39" fmla="*/ 54389 w 301868"/>
                  <a:gd name="connsiteY39" fmla="*/ 300604 h 300604"/>
                  <a:gd name="connsiteX40" fmla="*/ 0 w 301868"/>
                  <a:gd name="connsiteY40" fmla="*/ 244950 h 300604"/>
                  <a:gd name="connsiteX41" fmla="*/ 54389 w 301868"/>
                  <a:gd name="connsiteY41" fmla="*/ 190561 h 300604"/>
                  <a:gd name="connsiteX42" fmla="*/ 88540 w 301868"/>
                  <a:gd name="connsiteY42" fmla="*/ 201944 h 300604"/>
                  <a:gd name="connsiteX43" fmla="*/ 140400 w 301868"/>
                  <a:gd name="connsiteY43" fmla="*/ 148820 h 300604"/>
                  <a:gd name="connsiteX44" fmla="*/ 79686 w 301868"/>
                  <a:gd name="connsiteY44" fmla="*/ 118463 h 300604"/>
                  <a:gd name="connsiteX45" fmla="*/ 74627 w 301868"/>
                  <a:gd name="connsiteY45" fmla="*/ 109609 h 300604"/>
                  <a:gd name="connsiteX46" fmla="*/ 83481 w 301868"/>
                  <a:gd name="connsiteY46" fmla="*/ 104550 h 300604"/>
                  <a:gd name="connsiteX47" fmla="*/ 151784 w 301868"/>
                  <a:gd name="connsiteY47" fmla="*/ 138701 h 300604"/>
                  <a:gd name="connsiteX48" fmla="*/ 199848 w 301868"/>
                  <a:gd name="connsiteY48" fmla="*/ 91901 h 300604"/>
                  <a:gd name="connsiteX49" fmla="*/ 198457 w 301868"/>
                  <a:gd name="connsiteY49" fmla="*/ 91014 h 300604"/>
                  <a:gd name="connsiteX50" fmla="*/ 208649 w 301868"/>
                  <a:gd name="connsiteY50" fmla="*/ 81748 h 300604"/>
                  <a:gd name="connsiteX51" fmla="*/ 208702 w 301868"/>
                  <a:gd name="connsiteY51" fmla="*/ 81782 h 300604"/>
                  <a:gd name="connsiteX52" fmla="*/ 209604 w 301868"/>
                  <a:gd name="connsiteY52" fmla="*/ 80881 h 300604"/>
                  <a:gd name="connsiteX53" fmla="*/ 216545 w 301868"/>
                  <a:gd name="connsiteY53" fmla="*/ 74570 h 300604"/>
                  <a:gd name="connsiteX54" fmla="*/ 216260 w 301868"/>
                  <a:gd name="connsiteY54" fmla="*/ 74224 h 300604"/>
                  <a:gd name="connsiteX55" fmla="*/ 223881 w 301868"/>
                  <a:gd name="connsiteY55" fmla="*/ 66604 h 300604"/>
                  <a:gd name="connsiteX56" fmla="*/ 223881 w 301868"/>
                  <a:gd name="connsiteY56" fmla="*/ 38777 h 300604"/>
                  <a:gd name="connsiteX57" fmla="*/ 226411 w 301868"/>
                  <a:gd name="connsiteY57" fmla="*/ 33717 h 300604"/>
                  <a:gd name="connsiteX58" fmla="*/ 258032 w 301868"/>
                  <a:gd name="connsiteY58" fmla="*/ 2096 h 300604"/>
                  <a:gd name="connsiteX59" fmla="*/ 266886 w 301868"/>
                  <a:gd name="connsiteY59" fmla="*/ 831 h 300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01868" h="300604">
                    <a:moveTo>
                      <a:pt x="54389" y="205739"/>
                    </a:moveTo>
                    <a:cubicBezTo>
                      <a:pt x="31621" y="205739"/>
                      <a:pt x="13913" y="223447"/>
                      <a:pt x="13913" y="246215"/>
                    </a:cubicBezTo>
                    <a:cubicBezTo>
                      <a:pt x="13913" y="268982"/>
                      <a:pt x="31621" y="286690"/>
                      <a:pt x="54389" y="286690"/>
                    </a:cubicBezTo>
                    <a:cubicBezTo>
                      <a:pt x="77157" y="286690"/>
                      <a:pt x="94865" y="268982"/>
                      <a:pt x="94865" y="246215"/>
                    </a:cubicBezTo>
                    <a:cubicBezTo>
                      <a:pt x="94865" y="238625"/>
                      <a:pt x="92335" y="229771"/>
                      <a:pt x="87275" y="223447"/>
                    </a:cubicBezTo>
                    <a:lnTo>
                      <a:pt x="59448" y="251274"/>
                    </a:lnTo>
                    <a:cubicBezTo>
                      <a:pt x="58184" y="252539"/>
                      <a:pt x="56919" y="253804"/>
                      <a:pt x="54389" y="253804"/>
                    </a:cubicBezTo>
                    <a:cubicBezTo>
                      <a:pt x="53124" y="253804"/>
                      <a:pt x="50594" y="252539"/>
                      <a:pt x="49329" y="251274"/>
                    </a:cubicBezTo>
                    <a:cubicBezTo>
                      <a:pt x="46800" y="247479"/>
                      <a:pt x="46800" y="243685"/>
                      <a:pt x="49329" y="241155"/>
                    </a:cubicBezTo>
                    <a:lnTo>
                      <a:pt x="77157" y="213328"/>
                    </a:lnTo>
                    <a:cubicBezTo>
                      <a:pt x="70832" y="208269"/>
                      <a:pt x="63243" y="205739"/>
                      <a:pt x="54389" y="205739"/>
                    </a:cubicBezTo>
                    <a:close/>
                    <a:moveTo>
                      <a:pt x="255502" y="23598"/>
                    </a:moveTo>
                    <a:lnTo>
                      <a:pt x="237794" y="41307"/>
                    </a:lnTo>
                    <a:lnTo>
                      <a:pt x="237794" y="62809"/>
                    </a:lnTo>
                    <a:lnTo>
                      <a:pt x="259297" y="62809"/>
                    </a:lnTo>
                    <a:lnTo>
                      <a:pt x="277005" y="45101"/>
                    </a:lnTo>
                    <a:lnTo>
                      <a:pt x="263092" y="45101"/>
                    </a:lnTo>
                    <a:cubicBezTo>
                      <a:pt x="259297" y="45101"/>
                      <a:pt x="255502" y="41307"/>
                      <a:pt x="255502" y="37512"/>
                    </a:cubicBezTo>
                    <a:close/>
                    <a:moveTo>
                      <a:pt x="266886" y="831"/>
                    </a:moveTo>
                    <a:cubicBezTo>
                      <a:pt x="269416" y="2096"/>
                      <a:pt x="270681" y="4625"/>
                      <a:pt x="270681" y="7155"/>
                    </a:cubicBezTo>
                    <a:lnTo>
                      <a:pt x="270681" y="31188"/>
                    </a:lnTo>
                    <a:lnTo>
                      <a:pt x="294713" y="31188"/>
                    </a:lnTo>
                    <a:cubicBezTo>
                      <a:pt x="297243" y="31188"/>
                      <a:pt x="299773" y="32452"/>
                      <a:pt x="301038" y="34982"/>
                    </a:cubicBezTo>
                    <a:cubicBezTo>
                      <a:pt x="302302" y="37512"/>
                      <a:pt x="302302" y="40042"/>
                      <a:pt x="299773" y="42571"/>
                    </a:cubicBezTo>
                    <a:lnTo>
                      <a:pt x="268151" y="74193"/>
                    </a:lnTo>
                    <a:cubicBezTo>
                      <a:pt x="266886" y="75458"/>
                      <a:pt x="265621" y="76723"/>
                      <a:pt x="263092" y="76723"/>
                    </a:cubicBezTo>
                    <a:lnTo>
                      <a:pt x="234000" y="76723"/>
                    </a:lnTo>
                    <a:lnTo>
                      <a:pt x="228242" y="82480"/>
                    </a:lnTo>
                    <a:lnTo>
                      <a:pt x="227023" y="81236"/>
                    </a:lnTo>
                    <a:lnTo>
                      <a:pt x="209016" y="101244"/>
                    </a:lnTo>
                    <a:lnTo>
                      <a:pt x="208702" y="100755"/>
                    </a:lnTo>
                    <a:lnTo>
                      <a:pt x="160638" y="148820"/>
                    </a:lnTo>
                    <a:cubicBezTo>
                      <a:pt x="177081" y="167793"/>
                      <a:pt x="189730" y="191825"/>
                      <a:pt x="194789" y="217123"/>
                    </a:cubicBezTo>
                    <a:cubicBezTo>
                      <a:pt x="196054" y="220917"/>
                      <a:pt x="193524" y="224712"/>
                      <a:pt x="189730" y="225977"/>
                    </a:cubicBezTo>
                    <a:cubicBezTo>
                      <a:pt x="189730" y="225977"/>
                      <a:pt x="188465" y="225977"/>
                      <a:pt x="188465" y="225977"/>
                    </a:cubicBezTo>
                    <a:cubicBezTo>
                      <a:pt x="184670" y="225977"/>
                      <a:pt x="180875" y="223447"/>
                      <a:pt x="180875" y="219652"/>
                    </a:cubicBezTo>
                    <a:cubicBezTo>
                      <a:pt x="175816" y="196885"/>
                      <a:pt x="165697" y="175382"/>
                      <a:pt x="150519" y="158939"/>
                    </a:cubicBezTo>
                    <a:lnTo>
                      <a:pt x="97394" y="212063"/>
                    </a:lnTo>
                    <a:cubicBezTo>
                      <a:pt x="104984" y="220917"/>
                      <a:pt x="108778" y="232301"/>
                      <a:pt x="108778" y="244950"/>
                    </a:cubicBezTo>
                    <a:cubicBezTo>
                      <a:pt x="108778" y="275307"/>
                      <a:pt x="84746" y="300604"/>
                      <a:pt x="54389" y="300604"/>
                    </a:cubicBezTo>
                    <a:cubicBezTo>
                      <a:pt x="25297" y="300604"/>
                      <a:pt x="0" y="275307"/>
                      <a:pt x="0" y="244950"/>
                    </a:cubicBezTo>
                    <a:cubicBezTo>
                      <a:pt x="0" y="214593"/>
                      <a:pt x="24032" y="190561"/>
                      <a:pt x="54389" y="190561"/>
                    </a:cubicBezTo>
                    <a:cubicBezTo>
                      <a:pt x="67038" y="190561"/>
                      <a:pt x="79686" y="194355"/>
                      <a:pt x="88540" y="201944"/>
                    </a:cubicBezTo>
                    <a:lnTo>
                      <a:pt x="140400" y="148820"/>
                    </a:lnTo>
                    <a:cubicBezTo>
                      <a:pt x="123957" y="133642"/>
                      <a:pt x="102454" y="123523"/>
                      <a:pt x="79686" y="118463"/>
                    </a:cubicBezTo>
                    <a:cubicBezTo>
                      <a:pt x="75892" y="117198"/>
                      <a:pt x="73362" y="113404"/>
                      <a:pt x="74627" y="109609"/>
                    </a:cubicBezTo>
                    <a:cubicBezTo>
                      <a:pt x="75892" y="105815"/>
                      <a:pt x="79686" y="103285"/>
                      <a:pt x="83481" y="104550"/>
                    </a:cubicBezTo>
                    <a:cubicBezTo>
                      <a:pt x="110043" y="109609"/>
                      <a:pt x="132811" y="122258"/>
                      <a:pt x="151784" y="138701"/>
                    </a:cubicBezTo>
                    <a:lnTo>
                      <a:pt x="199848" y="91901"/>
                    </a:lnTo>
                    <a:lnTo>
                      <a:pt x="198457" y="91014"/>
                    </a:lnTo>
                    <a:lnTo>
                      <a:pt x="208649" y="81748"/>
                    </a:lnTo>
                    <a:lnTo>
                      <a:pt x="208702" y="81782"/>
                    </a:lnTo>
                    <a:lnTo>
                      <a:pt x="209604" y="80881"/>
                    </a:lnTo>
                    <a:lnTo>
                      <a:pt x="216545" y="74570"/>
                    </a:lnTo>
                    <a:lnTo>
                      <a:pt x="216260" y="74224"/>
                    </a:lnTo>
                    <a:lnTo>
                      <a:pt x="223881" y="66604"/>
                    </a:lnTo>
                    <a:lnTo>
                      <a:pt x="223881" y="38777"/>
                    </a:lnTo>
                    <a:cubicBezTo>
                      <a:pt x="223881" y="37512"/>
                      <a:pt x="225146" y="34982"/>
                      <a:pt x="226411" y="33717"/>
                    </a:cubicBezTo>
                    <a:lnTo>
                      <a:pt x="258032" y="2096"/>
                    </a:lnTo>
                    <a:cubicBezTo>
                      <a:pt x="259297" y="-434"/>
                      <a:pt x="263092" y="-434"/>
                      <a:pt x="266886" y="831"/>
                    </a:cubicBezTo>
                    <a:close/>
                  </a:path>
                </a:pathLst>
              </a:custGeom>
              <a:grpFill/>
              <a:ln w="12614" cap="flat">
                <a:noFill/>
                <a:prstDash val="solid"/>
                <a:miter/>
              </a:ln>
              <a:effectLst/>
            </p:spPr>
            <p:txBody>
              <a:bodyPr lIns="68580" tIns="34290" rIns="68580" bIns="34290" rtlCol="0" anchor="ctr"/>
              <a:lstStyle/>
              <a:p>
                <a:endParaRPr lang="zh-CN" altLang="en-US" sz="1350" dirty="0">
                  <a:latin typeface="思源黑体 CN Bold" panose="020B0800000000000000" pitchFamily="34" charset="-122"/>
                  <a:ea typeface="思源黑体 CN Bold" panose="020B0800000000000000" pitchFamily="34" charset="-122"/>
                </a:endParaRPr>
              </a:p>
            </p:txBody>
          </p:sp>
        </p:grpSp>
        <p:grpSp>
          <p:nvGrpSpPr>
            <p:cNvPr id="98" name="组合 97"/>
            <p:cNvGrpSpPr>
              <a:grpSpLocks noChangeAspect="1"/>
            </p:cNvGrpSpPr>
            <p:nvPr/>
          </p:nvGrpSpPr>
          <p:grpSpPr>
            <a:xfrm>
              <a:off x="6021566" y="4335268"/>
              <a:ext cx="351149" cy="351000"/>
              <a:chOff x="1082908" y="5562345"/>
              <a:chExt cx="345486" cy="345338"/>
            </a:xfrm>
            <a:solidFill>
              <a:schemeClr val="bg1"/>
            </a:solidFill>
            <a:effectLst/>
          </p:grpSpPr>
          <p:grpSp>
            <p:nvGrpSpPr>
              <p:cNvPr id="99" name="组合 98"/>
              <p:cNvGrpSpPr/>
              <p:nvPr/>
            </p:nvGrpSpPr>
            <p:grpSpPr>
              <a:xfrm>
                <a:off x="1150350" y="5629714"/>
                <a:ext cx="210602" cy="210600"/>
                <a:chOff x="1151597" y="5628092"/>
                <a:chExt cx="210602" cy="210600"/>
              </a:xfrm>
              <a:grpFill/>
            </p:grpSpPr>
            <p:sp>
              <p:nvSpPr>
                <p:cNvPr id="101" name="任意多边形: 形状 100"/>
                <p:cNvSpPr/>
                <p:nvPr/>
              </p:nvSpPr>
              <p:spPr>
                <a:xfrm>
                  <a:off x="1194623" y="5680125"/>
                  <a:ext cx="124550" cy="150760"/>
                </a:xfrm>
                <a:custGeom>
                  <a:avLst/>
                  <a:gdLst>
                    <a:gd name="connsiteX0" fmla="*/ 49819 w 166064"/>
                    <a:gd name="connsiteY0" fmla="*/ 1133 h 201013"/>
                    <a:gd name="connsiteX1" fmla="*/ 55858 w 166064"/>
                    <a:gd name="connsiteY1" fmla="*/ 1133 h 201013"/>
                    <a:gd name="connsiteX2" fmla="*/ 58877 w 166064"/>
                    <a:gd name="connsiteY2" fmla="*/ 7172 h 201013"/>
                    <a:gd name="connsiteX3" fmla="*/ 58877 w 166064"/>
                    <a:gd name="connsiteY3" fmla="*/ 84165 h 201013"/>
                    <a:gd name="connsiteX4" fmla="*/ 110206 w 166064"/>
                    <a:gd name="connsiteY4" fmla="*/ 84165 h 201013"/>
                    <a:gd name="connsiteX5" fmla="*/ 110206 w 166064"/>
                    <a:gd name="connsiteY5" fmla="*/ 7172 h 201013"/>
                    <a:gd name="connsiteX6" fmla="*/ 113226 w 166064"/>
                    <a:gd name="connsiteY6" fmla="*/ 1133 h 201013"/>
                    <a:gd name="connsiteX7" fmla="*/ 119264 w 166064"/>
                    <a:gd name="connsiteY7" fmla="*/ 1133 h 201013"/>
                    <a:gd name="connsiteX8" fmla="*/ 166064 w 166064"/>
                    <a:gd name="connsiteY8" fmla="*/ 76617 h 201013"/>
                    <a:gd name="connsiteX9" fmla="*/ 129832 w 166064"/>
                    <a:gd name="connsiteY9" fmla="*/ 146062 h 201013"/>
                    <a:gd name="connsiteX10" fmla="*/ 129832 w 166064"/>
                    <a:gd name="connsiteY10" fmla="*/ 197828 h 201013"/>
                    <a:gd name="connsiteX11" fmla="*/ 117755 w 166064"/>
                    <a:gd name="connsiteY11" fmla="*/ 200266 h 201013"/>
                    <a:gd name="connsiteX12" fmla="*/ 117755 w 166064"/>
                    <a:gd name="connsiteY12" fmla="*/ 143043 h 201013"/>
                    <a:gd name="connsiteX13" fmla="*/ 120774 w 166064"/>
                    <a:gd name="connsiteY13" fmla="*/ 137004 h 201013"/>
                    <a:gd name="connsiteX14" fmla="*/ 153987 w 166064"/>
                    <a:gd name="connsiteY14" fmla="*/ 78127 h 201013"/>
                    <a:gd name="connsiteX15" fmla="*/ 123793 w 166064"/>
                    <a:gd name="connsiteY15" fmla="*/ 22269 h 201013"/>
                    <a:gd name="connsiteX16" fmla="*/ 123793 w 166064"/>
                    <a:gd name="connsiteY16" fmla="*/ 90204 h 201013"/>
                    <a:gd name="connsiteX17" fmla="*/ 120774 w 166064"/>
                    <a:gd name="connsiteY17" fmla="*/ 96243 h 201013"/>
                    <a:gd name="connsiteX18" fmla="*/ 48309 w 166064"/>
                    <a:gd name="connsiteY18" fmla="*/ 96243 h 201013"/>
                    <a:gd name="connsiteX19" fmla="*/ 45290 w 166064"/>
                    <a:gd name="connsiteY19" fmla="*/ 90204 h 201013"/>
                    <a:gd name="connsiteX20" fmla="*/ 45290 w 166064"/>
                    <a:gd name="connsiteY20" fmla="*/ 22269 h 201013"/>
                    <a:gd name="connsiteX21" fmla="*/ 15097 w 166064"/>
                    <a:gd name="connsiteY21" fmla="*/ 78127 h 201013"/>
                    <a:gd name="connsiteX22" fmla="*/ 48309 w 166064"/>
                    <a:gd name="connsiteY22" fmla="*/ 137004 h 201013"/>
                    <a:gd name="connsiteX23" fmla="*/ 51329 w 166064"/>
                    <a:gd name="connsiteY23" fmla="*/ 143043 h 201013"/>
                    <a:gd name="connsiteX24" fmla="*/ 51329 w 166064"/>
                    <a:gd name="connsiteY24" fmla="*/ 201013 h 201013"/>
                    <a:gd name="connsiteX25" fmla="*/ 36232 w 166064"/>
                    <a:gd name="connsiteY25" fmla="*/ 197966 h 201013"/>
                    <a:gd name="connsiteX26" fmla="*/ 36232 w 166064"/>
                    <a:gd name="connsiteY26" fmla="*/ 146062 h 201013"/>
                    <a:gd name="connsiteX27" fmla="*/ 0 w 166064"/>
                    <a:gd name="connsiteY27" fmla="*/ 76617 h 201013"/>
                    <a:gd name="connsiteX28" fmla="*/ 49819 w 166064"/>
                    <a:gd name="connsiteY28" fmla="*/ 1133 h 20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064" h="201013">
                      <a:moveTo>
                        <a:pt x="49819" y="1133"/>
                      </a:moveTo>
                      <a:cubicBezTo>
                        <a:pt x="51329" y="-377"/>
                        <a:pt x="54348" y="-377"/>
                        <a:pt x="55858" y="1133"/>
                      </a:cubicBezTo>
                      <a:cubicBezTo>
                        <a:pt x="57367" y="2643"/>
                        <a:pt x="58877" y="4152"/>
                        <a:pt x="58877" y="7172"/>
                      </a:cubicBezTo>
                      <a:lnTo>
                        <a:pt x="58877" y="84165"/>
                      </a:lnTo>
                      <a:cubicBezTo>
                        <a:pt x="75484" y="91714"/>
                        <a:pt x="93600" y="91714"/>
                        <a:pt x="110206" y="84165"/>
                      </a:cubicBezTo>
                      <a:lnTo>
                        <a:pt x="110206" y="7172"/>
                      </a:lnTo>
                      <a:cubicBezTo>
                        <a:pt x="110206" y="4152"/>
                        <a:pt x="111716" y="2643"/>
                        <a:pt x="113226" y="1133"/>
                      </a:cubicBezTo>
                      <a:cubicBezTo>
                        <a:pt x="114735" y="-377"/>
                        <a:pt x="117755" y="-377"/>
                        <a:pt x="119264" y="1133"/>
                      </a:cubicBezTo>
                      <a:cubicBezTo>
                        <a:pt x="147948" y="14720"/>
                        <a:pt x="166064" y="44914"/>
                        <a:pt x="166064" y="76617"/>
                      </a:cubicBezTo>
                      <a:cubicBezTo>
                        <a:pt x="166064" y="105301"/>
                        <a:pt x="152477" y="130965"/>
                        <a:pt x="129832" y="146062"/>
                      </a:cubicBezTo>
                      <a:lnTo>
                        <a:pt x="129832" y="197828"/>
                      </a:lnTo>
                      <a:lnTo>
                        <a:pt x="117755" y="200266"/>
                      </a:lnTo>
                      <a:lnTo>
                        <a:pt x="117755" y="143043"/>
                      </a:lnTo>
                      <a:cubicBezTo>
                        <a:pt x="117755" y="140023"/>
                        <a:pt x="119264" y="138514"/>
                        <a:pt x="120774" y="137004"/>
                      </a:cubicBezTo>
                      <a:cubicBezTo>
                        <a:pt x="141909" y="124927"/>
                        <a:pt x="153987" y="102282"/>
                        <a:pt x="153987" y="78127"/>
                      </a:cubicBezTo>
                      <a:cubicBezTo>
                        <a:pt x="153987" y="55481"/>
                        <a:pt x="141909" y="34346"/>
                        <a:pt x="123793" y="22269"/>
                      </a:cubicBezTo>
                      <a:lnTo>
                        <a:pt x="123793" y="90204"/>
                      </a:lnTo>
                      <a:cubicBezTo>
                        <a:pt x="123793" y="93223"/>
                        <a:pt x="122284" y="94733"/>
                        <a:pt x="120774" y="96243"/>
                      </a:cubicBezTo>
                      <a:cubicBezTo>
                        <a:pt x="98129" y="109830"/>
                        <a:pt x="70955" y="109830"/>
                        <a:pt x="48309" y="96243"/>
                      </a:cubicBezTo>
                      <a:cubicBezTo>
                        <a:pt x="46800" y="94733"/>
                        <a:pt x="45290" y="93223"/>
                        <a:pt x="45290" y="90204"/>
                      </a:cubicBezTo>
                      <a:lnTo>
                        <a:pt x="45290" y="22269"/>
                      </a:lnTo>
                      <a:cubicBezTo>
                        <a:pt x="27174" y="34346"/>
                        <a:pt x="15097" y="55481"/>
                        <a:pt x="15097" y="78127"/>
                      </a:cubicBezTo>
                      <a:cubicBezTo>
                        <a:pt x="15097" y="102282"/>
                        <a:pt x="27174" y="124927"/>
                        <a:pt x="48309" y="137004"/>
                      </a:cubicBezTo>
                      <a:cubicBezTo>
                        <a:pt x="49819" y="138514"/>
                        <a:pt x="51329" y="140023"/>
                        <a:pt x="51329" y="143043"/>
                      </a:cubicBezTo>
                      <a:lnTo>
                        <a:pt x="51329" y="201013"/>
                      </a:lnTo>
                      <a:lnTo>
                        <a:pt x="36232" y="197966"/>
                      </a:lnTo>
                      <a:lnTo>
                        <a:pt x="36232" y="146062"/>
                      </a:lnTo>
                      <a:cubicBezTo>
                        <a:pt x="13587" y="129456"/>
                        <a:pt x="0" y="103791"/>
                        <a:pt x="0" y="76617"/>
                      </a:cubicBezTo>
                      <a:cubicBezTo>
                        <a:pt x="0" y="44914"/>
                        <a:pt x="18116" y="16230"/>
                        <a:pt x="49819" y="1133"/>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2" name="任意多边形: 形状 101"/>
                <p:cNvSpPr/>
                <p:nvPr/>
              </p:nvSpPr>
              <p:spPr>
                <a:xfrm>
                  <a:off x="1151597" y="5628092"/>
                  <a:ext cx="210602" cy="210600"/>
                </a:xfrm>
                <a:custGeom>
                  <a:avLst/>
                  <a:gdLst>
                    <a:gd name="connsiteX0" fmla="*/ 140400 w 280800"/>
                    <a:gd name="connsiteY0" fmla="*/ 0 h 280800"/>
                    <a:gd name="connsiteX1" fmla="*/ 280800 w 280800"/>
                    <a:gd name="connsiteY1" fmla="*/ 140400 h 280800"/>
                    <a:gd name="connsiteX2" fmla="*/ 140400 w 280800"/>
                    <a:gd name="connsiteY2" fmla="*/ 280800 h 280800"/>
                    <a:gd name="connsiteX3" fmla="*/ 0 w 280800"/>
                    <a:gd name="connsiteY3" fmla="*/ 140400 h 280800"/>
                    <a:gd name="connsiteX4" fmla="*/ 140400 w 280800"/>
                    <a:gd name="connsiteY4" fmla="*/ 0 h 280800"/>
                    <a:gd name="connsiteX5" fmla="*/ 140400 w 280800"/>
                    <a:gd name="connsiteY5" fmla="*/ 15097 h 280800"/>
                    <a:gd name="connsiteX6" fmla="*/ 24910 w 280800"/>
                    <a:gd name="connsiteY6" fmla="*/ 91524 h 280800"/>
                    <a:gd name="connsiteX7" fmla="*/ 24696 w 280800"/>
                    <a:gd name="connsiteY7" fmla="*/ 92589 h 280800"/>
                    <a:gd name="connsiteX8" fmla="*/ 24672 w 280800"/>
                    <a:gd name="connsiteY8" fmla="*/ 92625 h 280800"/>
                    <a:gd name="connsiteX9" fmla="*/ 14831 w 280800"/>
                    <a:gd name="connsiteY9" fmla="*/ 141370 h 280800"/>
                    <a:gd name="connsiteX10" fmla="*/ 16428 w 280800"/>
                    <a:gd name="connsiteY10" fmla="*/ 149280 h 280800"/>
                    <a:gd name="connsiteX11" fmla="*/ 20782 w 280800"/>
                    <a:gd name="connsiteY11" fmla="*/ 178331 h 280800"/>
                    <a:gd name="connsiteX12" fmla="*/ 23392 w 280800"/>
                    <a:gd name="connsiteY12" fmla="*/ 183773 h 280800"/>
                    <a:gd name="connsiteX13" fmla="*/ 24672 w 280800"/>
                    <a:gd name="connsiteY13" fmla="*/ 190115 h 280800"/>
                    <a:gd name="connsiteX14" fmla="*/ 30770 w 280800"/>
                    <a:gd name="connsiteY14" fmla="*/ 199159 h 280800"/>
                    <a:gd name="connsiteX15" fmla="*/ 36799 w 280800"/>
                    <a:gd name="connsiteY15" fmla="*/ 211732 h 280800"/>
                    <a:gd name="connsiteX16" fmla="*/ 46181 w 280800"/>
                    <a:gd name="connsiteY16" fmla="*/ 222016 h 280800"/>
                    <a:gd name="connsiteX17" fmla="*/ 51510 w 280800"/>
                    <a:gd name="connsiteY17" fmla="*/ 229920 h 280800"/>
                    <a:gd name="connsiteX18" fmla="*/ 56398 w 280800"/>
                    <a:gd name="connsiteY18" fmla="*/ 233216 h 280800"/>
                    <a:gd name="connsiteX19" fmla="*/ 61590 w 280800"/>
                    <a:gd name="connsiteY19" fmla="*/ 238907 h 280800"/>
                    <a:gd name="connsiteX20" fmla="*/ 93600 w 280800"/>
                    <a:gd name="connsiteY20" fmla="*/ 258155 h 280800"/>
                    <a:gd name="connsiteX21" fmla="*/ 93600 w 280800"/>
                    <a:gd name="connsiteY21" fmla="*/ 257220 h 280800"/>
                    <a:gd name="connsiteX22" fmla="*/ 108697 w 280800"/>
                    <a:gd name="connsiteY22" fmla="*/ 260267 h 280800"/>
                    <a:gd name="connsiteX23" fmla="*/ 108697 w 280800"/>
                    <a:gd name="connsiteY23" fmla="*/ 262684 h 280800"/>
                    <a:gd name="connsiteX24" fmla="*/ 143419 w 280800"/>
                    <a:gd name="connsiteY24" fmla="*/ 267213 h 280800"/>
                    <a:gd name="connsiteX25" fmla="*/ 175123 w 280800"/>
                    <a:gd name="connsiteY25" fmla="*/ 262684 h 280800"/>
                    <a:gd name="connsiteX26" fmla="*/ 175123 w 280800"/>
                    <a:gd name="connsiteY26" fmla="*/ 259520 h 280800"/>
                    <a:gd name="connsiteX27" fmla="*/ 187200 w 280800"/>
                    <a:gd name="connsiteY27" fmla="*/ 257082 h 280800"/>
                    <a:gd name="connsiteX28" fmla="*/ 187200 w 280800"/>
                    <a:gd name="connsiteY28" fmla="*/ 258155 h 280800"/>
                    <a:gd name="connsiteX29" fmla="*/ 219422 w 280800"/>
                    <a:gd name="connsiteY29" fmla="*/ 238930 h 280800"/>
                    <a:gd name="connsiteX30" fmla="*/ 226462 w 280800"/>
                    <a:gd name="connsiteY30" fmla="*/ 231368 h 280800"/>
                    <a:gd name="connsiteX31" fmla="*/ 228610 w 280800"/>
                    <a:gd name="connsiteY31" fmla="*/ 229920 h 280800"/>
                    <a:gd name="connsiteX32" fmla="*/ 230709 w 280800"/>
                    <a:gd name="connsiteY32" fmla="*/ 226807 h 280800"/>
                    <a:gd name="connsiteX33" fmla="*/ 244568 w 280800"/>
                    <a:gd name="connsiteY33" fmla="*/ 211921 h 280800"/>
                    <a:gd name="connsiteX34" fmla="*/ 254597 w 280800"/>
                    <a:gd name="connsiteY34" fmla="*/ 191377 h 280800"/>
                    <a:gd name="connsiteX35" fmla="*/ 255448 w 280800"/>
                    <a:gd name="connsiteY35" fmla="*/ 190115 h 280800"/>
                    <a:gd name="connsiteX36" fmla="*/ 255614 w 280800"/>
                    <a:gd name="connsiteY36" fmla="*/ 189295 h 280800"/>
                    <a:gd name="connsiteX37" fmla="*/ 260655 w 280800"/>
                    <a:gd name="connsiteY37" fmla="*/ 178968 h 280800"/>
                    <a:gd name="connsiteX38" fmla="*/ 265703 w 280800"/>
                    <a:gd name="connsiteY38" fmla="*/ 141910 h 280800"/>
                    <a:gd name="connsiteX39" fmla="*/ 140400 w 280800"/>
                    <a:gd name="connsiteY39" fmla="*/ 15097 h 28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80800" h="280800">
                      <a:moveTo>
                        <a:pt x="140400" y="0"/>
                      </a:moveTo>
                      <a:cubicBezTo>
                        <a:pt x="217394" y="0"/>
                        <a:pt x="280800" y="63406"/>
                        <a:pt x="280800" y="140400"/>
                      </a:cubicBezTo>
                      <a:cubicBezTo>
                        <a:pt x="280800" y="217394"/>
                        <a:pt x="217394" y="280800"/>
                        <a:pt x="140400" y="280800"/>
                      </a:cubicBezTo>
                      <a:cubicBezTo>
                        <a:pt x="63406" y="280800"/>
                        <a:pt x="0" y="217394"/>
                        <a:pt x="0" y="140400"/>
                      </a:cubicBezTo>
                      <a:cubicBezTo>
                        <a:pt x="0" y="63406"/>
                        <a:pt x="63406" y="0"/>
                        <a:pt x="140400" y="0"/>
                      </a:cubicBezTo>
                      <a:close/>
                      <a:moveTo>
                        <a:pt x="140400" y="15097"/>
                      </a:moveTo>
                      <a:cubicBezTo>
                        <a:pt x="88316" y="15097"/>
                        <a:pt x="43875" y="46517"/>
                        <a:pt x="24910" y="91524"/>
                      </a:cubicBezTo>
                      <a:lnTo>
                        <a:pt x="24696" y="92589"/>
                      </a:lnTo>
                      <a:lnTo>
                        <a:pt x="24672" y="92625"/>
                      </a:lnTo>
                      <a:cubicBezTo>
                        <a:pt x="18335" y="107608"/>
                        <a:pt x="14831" y="124080"/>
                        <a:pt x="14831" y="141370"/>
                      </a:cubicBezTo>
                      <a:lnTo>
                        <a:pt x="16428" y="149280"/>
                      </a:lnTo>
                      <a:lnTo>
                        <a:pt x="20782" y="178331"/>
                      </a:lnTo>
                      <a:lnTo>
                        <a:pt x="23392" y="183773"/>
                      </a:lnTo>
                      <a:lnTo>
                        <a:pt x="24672" y="190115"/>
                      </a:lnTo>
                      <a:lnTo>
                        <a:pt x="30770" y="199159"/>
                      </a:lnTo>
                      <a:lnTo>
                        <a:pt x="36799" y="211732"/>
                      </a:lnTo>
                      <a:lnTo>
                        <a:pt x="46181" y="222016"/>
                      </a:lnTo>
                      <a:lnTo>
                        <a:pt x="51510" y="229920"/>
                      </a:lnTo>
                      <a:lnTo>
                        <a:pt x="56398" y="233216"/>
                      </a:lnTo>
                      <a:lnTo>
                        <a:pt x="61590" y="238907"/>
                      </a:lnTo>
                      <a:cubicBezTo>
                        <a:pt x="71144" y="246738"/>
                        <a:pt x="81900" y="253249"/>
                        <a:pt x="93600" y="258155"/>
                      </a:cubicBezTo>
                      <a:lnTo>
                        <a:pt x="93600" y="257220"/>
                      </a:lnTo>
                      <a:lnTo>
                        <a:pt x="108697" y="260267"/>
                      </a:lnTo>
                      <a:lnTo>
                        <a:pt x="108697" y="262684"/>
                      </a:lnTo>
                      <a:cubicBezTo>
                        <a:pt x="119265" y="264194"/>
                        <a:pt x="132852" y="267213"/>
                        <a:pt x="143419" y="267213"/>
                      </a:cubicBezTo>
                      <a:cubicBezTo>
                        <a:pt x="153987" y="267213"/>
                        <a:pt x="164555" y="265703"/>
                        <a:pt x="175123" y="262684"/>
                      </a:cubicBezTo>
                      <a:lnTo>
                        <a:pt x="175123" y="259520"/>
                      </a:lnTo>
                      <a:lnTo>
                        <a:pt x="187200" y="257082"/>
                      </a:lnTo>
                      <a:lnTo>
                        <a:pt x="187200" y="258155"/>
                      </a:lnTo>
                      <a:cubicBezTo>
                        <a:pt x="198900" y="253249"/>
                        <a:pt x="209751" y="246738"/>
                        <a:pt x="219422" y="238930"/>
                      </a:cubicBezTo>
                      <a:lnTo>
                        <a:pt x="226462" y="231368"/>
                      </a:lnTo>
                      <a:lnTo>
                        <a:pt x="228610" y="229920"/>
                      </a:lnTo>
                      <a:lnTo>
                        <a:pt x="230709" y="226807"/>
                      </a:lnTo>
                      <a:lnTo>
                        <a:pt x="244568" y="211921"/>
                      </a:lnTo>
                      <a:lnTo>
                        <a:pt x="254597" y="191377"/>
                      </a:lnTo>
                      <a:lnTo>
                        <a:pt x="255448" y="190115"/>
                      </a:lnTo>
                      <a:lnTo>
                        <a:pt x="255614" y="189295"/>
                      </a:lnTo>
                      <a:lnTo>
                        <a:pt x="260655" y="178968"/>
                      </a:lnTo>
                      <a:cubicBezTo>
                        <a:pt x="264288" y="167197"/>
                        <a:pt x="266081" y="154742"/>
                        <a:pt x="265703" y="141910"/>
                      </a:cubicBezTo>
                      <a:cubicBezTo>
                        <a:pt x="265703" y="70955"/>
                        <a:pt x="209845" y="15097"/>
                        <a:pt x="140400" y="15097"/>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sp>
            <p:nvSpPr>
              <p:cNvPr id="100" name="任意多边形: 形状 99"/>
              <p:cNvSpPr/>
              <p:nvPr/>
            </p:nvSpPr>
            <p:spPr>
              <a:xfrm>
                <a:off x="1082908" y="5562345"/>
                <a:ext cx="345486" cy="345338"/>
              </a:xfrm>
              <a:custGeom>
                <a:avLst/>
                <a:gdLst>
                  <a:gd name="connsiteX0" fmla="*/ 443845 w 460643"/>
                  <a:gd name="connsiteY0" fmla="*/ 196258 h 460451"/>
                  <a:gd name="connsiteX1" fmla="*/ 419690 w 460643"/>
                  <a:gd name="connsiteY1" fmla="*/ 196258 h 460451"/>
                  <a:gd name="connsiteX2" fmla="*/ 412142 w 460643"/>
                  <a:gd name="connsiteY2" fmla="*/ 167574 h 460451"/>
                  <a:gd name="connsiteX3" fmla="*/ 433277 w 460643"/>
                  <a:gd name="connsiteY3" fmla="*/ 155497 h 460451"/>
                  <a:gd name="connsiteX4" fmla="*/ 442335 w 460643"/>
                  <a:gd name="connsiteY4" fmla="*/ 144929 h 460451"/>
                  <a:gd name="connsiteX5" fmla="*/ 440826 w 460643"/>
                  <a:gd name="connsiteY5" fmla="*/ 131342 h 460451"/>
                  <a:gd name="connsiteX6" fmla="*/ 422710 w 460643"/>
                  <a:gd name="connsiteY6" fmla="*/ 101148 h 460451"/>
                  <a:gd name="connsiteX7" fmla="*/ 412142 w 460643"/>
                  <a:gd name="connsiteY7" fmla="*/ 92090 h 460451"/>
                  <a:gd name="connsiteX8" fmla="*/ 398555 w 460643"/>
                  <a:gd name="connsiteY8" fmla="*/ 93600 h 460451"/>
                  <a:gd name="connsiteX9" fmla="*/ 377419 w 460643"/>
                  <a:gd name="connsiteY9" fmla="*/ 105677 h 460451"/>
                  <a:gd name="connsiteX10" fmla="*/ 356284 w 460643"/>
                  <a:gd name="connsiteY10" fmla="*/ 84542 h 460451"/>
                  <a:gd name="connsiteX11" fmla="*/ 368361 w 460643"/>
                  <a:gd name="connsiteY11" fmla="*/ 63406 h 460451"/>
                  <a:gd name="connsiteX12" fmla="*/ 369871 w 460643"/>
                  <a:gd name="connsiteY12" fmla="*/ 49819 h 460451"/>
                  <a:gd name="connsiteX13" fmla="*/ 360813 w 460643"/>
                  <a:gd name="connsiteY13" fmla="*/ 39252 h 460451"/>
                  <a:gd name="connsiteX14" fmla="*/ 332129 w 460643"/>
                  <a:gd name="connsiteY14" fmla="*/ 22645 h 460451"/>
                  <a:gd name="connsiteX15" fmla="*/ 307974 w 460643"/>
                  <a:gd name="connsiteY15" fmla="*/ 28684 h 460451"/>
                  <a:gd name="connsiteX16" fmla="*/ 295897 w 460643"/>
                  <a:gd name="connsiteY16" fmla="*/ 49819 h 460451"/>
                  <a:gd name="connsiteX17" fmla="*/ 267213 w 460643"/>
                  <a:gd name="connsiteY17" fmla="*/ 42271 h 460451"/>
                  <a:gd name="connsiteX18" fmla="*/ 267213 w 460643"/>
                  <a:gd name="connsiteY18" fmla="*/ 18116 h 460451"/>
                  <a:gd name="connsiteX19" fmla="*/ 249097 w 460643"/>
                  <a:gd name="connsiteY19" fmla="*/ 0 h 460451"/>
                  <a:gd name="connsiteX20" fmla="*/ 215884 w 460643"/>
                  <a:gd name="connsiteY20" fmla="*/ 0 h 460451"/>
                  <a:gd name="connsiteX21" fmla="*/ 196258 w 460643"/>
                  <a:gd name="connsiteY21" fmla="*/ 18116 h 460451"/>
                  <a:gd name="connsiteX22" fmla="*/ 196258 w 460643"/>
                  <a:gd name="connsiteY22" fmla="*/ 42271 h 460451"/>
                  <a:gd name="connsiteX23" fmla="*/ 167574 w 460643"/>
                  <a:gd name="connsiteY23" fmla="*/ 49819 h 460451"/>
                  <a:gd name="connsiteX24" fmla="*/ 155497 w 460643"/>
                  <a:gd name="connsiteY24" fmla="*/ 28684 h 460451"/>
                  <a:gd name="connsiteX25" fmla="*/ 144929 w 460643"/>
                  <a:gd name="connsiteY25" fmla="*/ 19626 h 460451"/>
                  <a:gd name="connsiteX26" fmla="*/ 131342 w 460643"/>
                  <a:gd name="connsiteY26" fmla="*/ 21135 h 460451"/>
                  <a:gd name="connsiteX27" fmla="*/ 101148 w 460643"/>
                  <a:gd name="connsiteY27" fmla="*/ 39252 h 460451"/>
                  <a:gd name="connsiteX28" fmla="*/ 92090 w 460643"/>
                  <a:gd name="connsiteY28" fmla="*/ 49819 h 460451"/>
                  <a:gd name="connsiteX29" fmla="*/ 95110 w 460643"/>
                  <a:gd name="connsiteY29" fmla="*/ 64916 h 460451"/>
                  <a:gd name="connsiteX30" fmla="*/ 105677 w 460643"/>
                  <a:gd name="connsiteY30" fmla="*/ 84542 h 460451"/>
                  <a:gd name="connsiteX31" fmla="*/ 84542 w 460643"/>
                  <a:gd name="connsiteY31" fmla="*/ 105677 h 460451"/>
                  <a:gd name="connsiteX32" fmla="*/ 64916 w 460643"/>
                  <a:gd name="connsiteY32" fmla="*/ 95110 h 460451"/>
                  <a:gd name="connsiteX33" fmla="*/ 49819 w 460643"/>
                  <a:gd name="connsiteY33" fmla="*/ 92090 h 460451"/>
                  <a:gd name="connsiteX34" fmla="*/ 39252 w 460643"/>
                  <a:gd name="connsiteY34" fmla="*/ 101148 h 460451"/>
                  <a:gd name="connsiteX35" fmla="*/ 22645 w 460643"/>
                  <a:gd name="connsiteY35" fmla="*/ 129832 h 460451"/>
                  <a:gd name="connsiteX36" fmla="*/ 28684 w 460643"/>
                  <a:gd name="connsiteY36" fmla="*/ 153987 h 460451"/>
                  <a:gd name="connsiteX37" fmla="*/ 49819 w 460643"/>
                  <a:gd name="connsiteY37" fmla="*/ 166065 h 460451"/>
                  <a:gd name="connsiteX38" fmla="*/ 42271 w 460643"/>
                  <a:gd name="connsiteY38" fmla="*/ 194748 h 460451"/>
                  <a:gd name="connsiteX39" fmla="*/ 18116 w 460643"/>
                  <a:gd name="connsiteY39" fmla="*/ 194748 h 460451"/>
                  <a:gd name="connsiteX40" fmla="*/ 0 w 460643"/>
                  <a:gd name="connsiteY40" fmla="*/ 214374 h 460451"/>
                  <a:gd name="connsiteX41" fmla="*/ 0 w 460643"/>
                  <a:gd name="connsiteY41" fmla="*/ 247587 h 460451"/>
                  <a:gd name="connsiteX42" fmla="*/ 18116 w 460643"/>
                  <a:gd name="connsiteY42" fmla="*/ 265703 h 460451"/>
                  <a:gd name="connsiteX43" fmla="*/ 42271 w 460643"/>
                  <a:gd name="connsiteY43" fmla="*/ 265703 h 460451"/>
                  <a:gd name="connsiteX44" fmla="*/ 49819 w 460643"/>
                  <a:gd name="connsiteY44" fmla="*/ 294387 h 460451"/>
                  <a:gd name="connsiteX45" fmla="*/ 28684 w 460643"/>
                  <a:gd name="connsiteY45" fmla="*/ 306465 h 460451"/>
                  <a:gd name="connsiteX46" fmla="*/ 22645 w 460643"/>
                  <a:gd name="connsiteY46" fmla="*/ 332129 h 460451"/>
                  <a:gd name="connsiteX47" fmla="*/ 39252 w 460643"/>
                  <a:gd name="connsiteY47" fmla="*/ 360813 h 460451"/>
                  <a:gd name="connsiteX48" fmla="*/ 49819 w 460643"/>
                  <a:gd name="connsiteY48" fmla="*/ 369871 h 460451"/>
                  <a:gd name="connsiteX49" fmla="*/ 63406 w 460643"/>
                  <a:gd name="connsiteY49" fmla="*/ 368361 h 460451"/>
                  <a:gd name="connsiteX50" fmla="*/ 84542 w 460643"/>
                  <a:gd name="connsiteY50" fmla="*/ 356284 h 460451"/>
                  <a:gd name="connsiteX51" fmla="*/ 105677 w 460643"/>
                  <a:gd name="connsiteY51" fmla="*/ 377419 h 460451"/>
                  <a:gd name="connsiteX52" fmla="*/ 93600 w 460643"/>
                  <a:gd name="connsiteY52" fmla="*/ 398555 h 460451"/>
                  <a:gd name="connsiteX53" fmla="*/ 92090 w 460643"/>
                  <a:gd name="connsiteY53" fmla="*/ 412142 h 460451"/>
                  <a:gd name="connsiteX54" fmla="*/ 101148 w 460643"/>
                  <a:gd name="connsiteY54" fmla="*/ 422710 h 460451"/>
                  <a:gd name="connsiteX55" fmla="*/ 129832 w 460643"/>
                  <a:gd name="connsiteY55" fmla="*/ 439316 h 460451"/>
                  <a:gd name="connsiteX56" fmla="*/ 143419 w 460643"/>
                  <a:gd name="connsiteY56" fmla="*/ 440826 h 460451"/>
                  <a:gd name="connsiteX57" fmla="*/ 153987 w 460643"/>
                  <a:gd name="connsiteY57" fmla="*/ 431768 h 460451"/>
                  <a:gd name="connsiteX58" fmla="*/ 166065 w 460643"/>
                  <a:gd name="connsiteY58" fmla="*/ 410632 h 460451"/>
                  <a:gd name="connsiteX59" fmla="*/ 194748 w 460643"/>
                  <a:gd name="connsiteY59" fmla="*/ 418181 h 460451"/>
                  <a:gd name="connsiteX60" fmla="*/ 194748 w 460643"/>
                  <a:gd name="connsiteY60" fmla="*/ 442335 h 460451"/>
                  <a:gd name="connsiteX61" fmla="*/ 212865 w 460643"/>
                  <a:gd name="connsiteY61" fmla="*/ 460452 h 460451"/>
                  <a:gd name="connsiteX62" fmla="*/ 246077 w 460643"/>
                  <a:gd name="connsiteY62" fmla="*/ 460452 h 460451"/>
                  <a:gd name="connsiteX63" fmla="*/ 264194 w 460643"/>
                  <a:gd name="connsiteY63" fmla="*/ 442335 h 460451"/>
                  <a:gd name="connsiteX64" fmla="*/ 264194 w 460643"/>
                  <a:gd name="connsiteY64" fmla="*/ 418181 h 460451"/>
                  <a:gd name="connsiteX65" fmla="*/ 292877 w 460643"/>
                  <a:gd name="connsiteY65" fmla="*/ 410632 h 460451"/>
                  <a:gd name="connsiteX66" fmla="*/ 304955 w 460643"/>
                  <a:gd name="connsiteY66" fmla="*/ 431768 h 460451"/>
                  <a:gd name="connsiteX67" fmla="*/ 329110 w 460643"/>
                  <a:gd name="connsiteY67" fmla="*/ 437806 h 460451"/>
                  <a:gd name="connsiteX68" fmla="*/ 357794 w 460643"/>
                  <a:gd name="connsiteY68" fmla="*/ 421200 h 460451"/>
                  <a:gd name="connsiteX69" fmla="*/ 363832 w 460643"/>
                  <a:gd name="connsiteY69" fmla="*/ 395536 h 460451"/>
                  <a:gd name="connsiteX70" fmla="*/ 356284 w 460643"/>
                  <a:gd name="connsiteY70" fmla="*/ 377419 h 460451"/>
                  <a:gd name="connsiteX71" fmla="*/ 377419 w 460643"/>
                  <a:gd name="connsiteY71" fmla="*/ 356284 h 460451"/>
                  <a:gd name="connsiteX72" fmla="*/ 398555 w 460643"/>
                  <a:gd name="connsiteY72" fmla="*/ 368361 h 460451"/>
                  <a:gd name="connsiteX73" fmla="*/ 412142 w 460643"/>
                  <a:gd name="connsiteY73" fmla="*/ 369871 h 460451"/>
                  <a:gd name="connsiteX74" fmla="*/ 422710 w 460643"/>
                  <a:gd name="connsiteY74" fmla="*/ 360813 h 460451"/>
                  <a:gd name="connsiteX75" fmla="*/ 439316 w 460643"/>
                  <a:gd name="connsiteY75" fmla="*/ 332129 h 460451"/>
                  <a:gd name="connsiteX76" fmla="*/ 440826 w 460643"/>
                  <a:gd name="connsiteY76" fmla="*/ 318542 h 460451"/>
                  <a:gd name="connsiteX77" fmla="*/ 431768 w 460643"/>
                  <a:gd name="connsiteY77" fmla="*/ 307974 h 460451"/>
                  <a:gd name="connsiteX78" fmla="*/ 410632 w 460643"/>
                  <a:gd name="connsiteY78" fmla="*/ 295897 h 460451"/>
                  <a:gd name="connsiteX79" fmla="*/ 418181 w 460643"/>
                  <a:gd name="connsiteY79" fmla="*/ 267213 h 460451"/>
                  <a:gd name="connsiteX80" fmla="*/ 442335 w 460643"/>
                  <a:gd name="connsiteY80" fmla="*/ 267213 h 460451"/>
                  <a:gd name="connsiteX81" fmla="*/ 460452 w 460643"/>
                  <a:gd name="connsiteY81" fmla="*/ 249097 h 460451"/>
                  <a:gd name="connsiteX82" fmla="*/ 460452 w 460643"/>
                  <a:gd name="connsiteY82" fmla="*/ 215884 h 460451"/>
                  <a:gd name="connsiteX83" fmla="*/ 443845 w 460643"/>
                  <a:gd name="connsiteY83" fmla="*/ 196258 h 460451"/>
                  <a:gd name="connsiteX84" fmla="*/ 448374 w 460643"/>
                  <a:gd name="connsiteY84" fmla="*/ 247587 h 460451"/>
                  <a:gd name="connsiteX85" fmla="*/ 443845 w 460643"/>
                  <a:gd name="connsiteY85" fmla="*/ 252116 h 460451"/>
                  <a:gd name="connsiteX86" fmla="*/ 413652 w 460643"/>
                  <a:gd name="connsiteY86" fmla="*/ 252116 h 460451"/>
                  <a:gd name="connsiteX87" fmla="*/ 406103 w 460643"/>
                  <a:gd name="connsiteY87" fmla="*/ 258155 h 460451"/>
                  <a:gd name="connsiteX88" fmla="*/ 395536 w 460643"/>
                  <a:gd name="connsiteY88" fmla="*/ 295897 h 460451"/>
                  <a:gd name="connsiteX89" fmla="*/ 398555 w 460643"/>
                  <a:gd name="connsiteY89" fmla="*/ 304955 h 460451"/>
                  <a:gd name="connsiteX90" fmla="*/ 424219 w 460643"/>
                  <a:gd name="connsiteY90" fmla="*/ 320052 h 460451"/>
                  <a:gd name="connsiteX91" fmla="*/ 425729 w 460643"/>
                  <a:gd name="connsiteY91" fmla="*/ 323071 h 460451"/>
                  <a:gd name="connsiteX92" fmla="*/ 425729 w 460643"/>
                  <a:gd name="connsiteY92" fmla="*/ 326090 h 460451"/>
                  <a:gd name="connsiteX93" fmla="*/ 409123 w 460643"/>
                  <a:gd name="connsiteY93" fmla="*/ 354774 h 460451"/>
                  <a:gd name="connsiteX94" fmla="*/ 406103 w 460643"/>
                  <a:gd name="connsiteY94" fmla="*/ 356284 h 460451"/>
                  <a:gd name="connsiteX95" fmla="*/ 403084 w 460643"/>
                  <a:gd name="connsiteY95" fmla="*/ 356284 h 460451"/>
                  <a:gd name="connsiteX96" fmla="*/ 377419 w 460643"/>
                  <a:gd name="connsiteY96" fmla="*/ 341187 h 460451"/>
                  <a:gd name="connsiteX97" fmla="*/ 368361 w 460643"/>
                  <a:gd name="connsiteY97" fmla="*/ 342697 h 460451"/>
                  <a:gd name="connsiteX98" fmla="*/ 341187 w 460643"/>
                  <a:gd name="connsiteY98" fmla="*/ 369871 h 460451"/>
                  <a:gd name="connsiteX99" fmla="*/ 339677 w 460643"/>
                  <a:gd name="connsiteY99" fmla="*/ 378929 h 460451"/>
                  <a:gd name="connsiteX100" fmla="*/ 354774 w 460643"/>
                  <a:gd name="connsiteY100" fmla="*/ 404594 h 460451"/>
                  <a:gd name="connsiteX101" fmla="*/ 353265 w 460643"/>
                  <a:gd name="connsiteY101" fmla="*/ 410632 h 460451"/>
                  <a:gd name="connsiteX102" fmla="*/ 324581 w 460643"/>
                  <a:gd name="connsiteY102" fmla="*/ 427239 h 460451"/>
                  <a:gd name="connsiteX103" fmla="*/ 318542 w 460643"/>
                  <a:gd name="connsiteY103" fmla="*/ 425729 h 460451"/>
                  <a:gd name="connsiteX104" fmla="*/ 303445 w 460643"/>
                  <a:gd name="connsiteY104" fmla="*/ 400065 h 460451"/>
                  <a:gd name="connsiteX105" fmla="*/ 294387 w 460643"/>
                  <a:gd name="connsiteY105" fmla="*/ 397045 h 460451"/>
                  <a:gd name="connsiteX106" fmla="*/ 256645 w 460643"/>
                  <a:gd name="connsiteY106" fmla="*/ 407613 h 460451"/>
                  <a:gd name="connsiteX107" fmla="*/ 250606 w 460643"/>
                  <a:gd name="connsiteY107" fmla="*/ 415161 h 460451"/>
                  <a:gd name="connsiteX108" fmla="*/ 250606 w 460643"/>
                  <a:gd name="connsiteY108" fmla="*/ 445355 h 460451"/>
                  <a:gd name="connsiteX109" fmla="*/ 246077 w 460643"/>
                  <a:gd name="connsiteY109" fmla="*/ 449884 h 460451"/>
                  <a:gd name="connsiteX110" fmla="*/ 212865 w 460643"/>
                  <a:gd name="connsiteY110" fmla="*/ 449884 h 460451"/>
                  <a:gd name="connsiteX111" fmla="*/ 208335 w 460643"/>
                  <a:gd name="connsiteY111" fmla="*/ 445355 h 460451"/>
                  <a:gd name="connsiteX112" fmla="*/ 208335 w 460643"/>
                  <a:gd name="connsiteY112" fmla="*/ 415161 h 460451"/>
                  <a:gd name="connsiteX113" fmla="*/ 202297 w 460643"/>
                  <a:gd name="connsiteY113" fmla="*/ 407613 h 460451"/>
                  <a:gd name="connsiteX114" fmla="*/ 164555 w 460643"/>
                  <a:gd name="connsiteY114" fmla="*/ 397045 h 460451"/>
                  <a:gd name="connsiteX115" fmla="*/ 161535 w 460643"/>
                  <a:gd name="connsiteY115" fmla="*/ 397045 h 460451"/>
                  <a:gd name="connsiteX116" fmla="*/ 155497 w 460643"/>
                  <a:gd name="connsiteY116" fmla="*/ 400065 h 460451"/>
                  <a:gd name="connsiteX117" fmla="*/ 140400 w 460643"/>
                  <a:gd name="connsiteY117" fmla="*/ 425729 h 460451"/>
                  <a:gd name="connsiteX118" fmla="*/ 137381 w 460643"/>
                  <a:gd name="connsiteY118" fmla="*/ 427239 h 460451"/>
                  <a:gd name="connsiteX119" fmla="*/ 134361 w 460643"/>
                  <a:gd name="connsiteY119" fmla="*/ 427239 h 460451"/>
                  <a:gd name="connsiteX120" fmla="*/ 105677 w 460643"/>
                  <a:gd name="connsiteY120" fmla="*/ 410632 h 460451"/>
                  <a:gd name="connsiteX121" fmla="*/ 105677 w 460643"/>
                  <a:gd name="connsiteY121" fmla="*/ 407613 h 460451"/>
                  <a:gd name="connsiteX122" fmla="*/ 105677 w 460643"/>
                  <a:gd name="connsiteY122" fmla="*/ 404594 h 460451"/>
                  <a:gd name="connsiteX123" fmla="*/ 120774 w 460643"/>
                  <a:gd name="connsiteY123" fmla="*/ 378929 h 460451"/>
                  <a:gd name="connsiteX124" fmla="*/ 119265 w 460643"/>
                  <a:gd name="connsiteY124" fmla="*/ 369871 h 460451"/>
                  <a:gd name="connsiteX125" fmla="*/ 92090 w 460643"/>
                  <a:gd name="connsiteY125" fmla="*/ 342697 h 460451"/>
                  <a:gd name="connsiteX126" fmla="*/ 83032 w 460643"/>
                  <a:gd name="connsiteY126" fmla="*/ 341187 h 460451"/>
                  <a:gd name="connsiteX127" fmla="*/ 57368 w 460643"/>
                  <a:gd name="connsiteY127" fmla="*/ 356284 h 460451"/>
                  <a:gd name="connsiteX128" fmla="*/ 54348 w 460643"/>
                  <a:gd name="connsiteY128" fmla="*/ 356284 h 460451"/>
                  <a:gd name="connsiteX129" fmla="*/ 51329 w 460643"/>
                  <a:gd name="connsiteY129" fmla="*/ 354774 h 460451"/>
                  <a:gd name="connsiteX130" fmla="*/ 34723 w 460643"/>
                  <a:gd name="connsiteY130" fmla="*/ 326090 h 460451"/>
                  <a:gd name="connsiteX131" fmla="*/ 36232 w 460643"/>
                  <a:gd name="connsiteY131" fmla="*/ 320052 h 460451"/>
                  <a:gd name="connsiteX132" fmla="*/ 61897 w 460643"/>
                  <a:gd name="connsiteY132" fmla="*/ 304955 h 460451"/>
                  <a:gd name="connsiteX133" fmla="*/ 64916 w 460643"/>
                  <a:gd name="connsiteY133" fmla="*/ 295897 h 460451"/>
                  <a:gd name="connsiteX134" fmla="*/ 54348 w 460643"/>
                  <a:gd name="connsiteY134" fmla="*/ 258155 h 460451"/>
                  <a:gd name="connsiteX135" fmla="*/ 46800 w 460643"/>
                  <a:gd name="connsiteY135" fmla="*/ 252116 h 460451"/>
                  <a:gd name="connsiteX136" fmla="*/ 16606 w 460643"/>
                  <a:gd name="connsiteY136" fmla="*/ 252116 h 460451"/>
                  <a:gd name="connsiteX137" fmla="*/ 12077 w 460643"/>
                  <a:gd name="connsiteY137" fmla="*/ 247587 h 460451"/>
                  <a:gd name="connsiteX138" fmla="*/ 12077 w 460643"/>
                  <a:gd name="connsiteY138" fmla="*/ 214374 h 460451"/>
                  <a:gd name="connsiteX139" fmla="*/ 16606 w 460643"/>
                  <a:gd name="connsiteY139" fmla="*/ 209845 h 460451"/>
                  <a:gd name="connsiteX140" fmla="*/ 46800 w 460643"/>
                  <a:gd name="connsiteY140" fmla="*/ 209845 h 460451"/>
                  <a:gd name="connsiteX141" fmla="*/ 54348 w 460643"/>
                  <a:gd name="connsiteY141" fmla="*/ 203806 h 460451"/>
                  <a:gd name="connsiteX142" fmla="*/ 64916 w 460643"/>
                  <a:gd name="connsiteY142" fmla="*/ 166065 h 460451"/>
                  <a:gd name="connsiteX143" fmla="*/ 61897 w 460643"/>
                  <a:gd name="connsiteY143" fmla="*/ 157006 h 460451"/>
                  <a:gd name="connsiteX144" fmla="*/ 36232 w 460643"/>
                  <a:gd name="connsiteY144" fmla="*/ 141910 h 460451"/>
                  <a:gd name="connsiteX145" fmla="*/ 34723 w 460643"/>
                  <a:gd name="connsiteY145" fmla="*/ 137381 h 460451"/>
                  <a:gd name="connsiteX146" fmla="*/ 51329 w 460643"/>
                  <a:gd name="connsiteY146" fmla="*/ 108697 h 460451"/>
                  <a:gd name="connsiteX147" fmla="*/ 54348 w 460643"/>
                  <a:gd name="connsiteY147" fmla="*/ 105677 h 460451"/>
                  <a:gd name="connsiteX148" fmla="*/ 57368 w 460643"/>
                  <a:gd name="connsiteY148" fmla="*/ 105677 h 460451"/>
                  <a:gd name="connsiteX149" fmla="*/ 83032 w 460643"/>
                  <a:gd name="connsiteY149" fmla="*/ 120774 h 460451"/>
                  <a:gd name="connsiteX150" fmla="*/ 92090 w 460643"/>
                  <a:gd name="connsiteY150" fmla="*/ 119265 h 460451"/>
                  <a:gd name="connsiteX151" fmla="*/ 119265 w 460643"/>
                  <a:gd name="connsiteY151" fmla="*/ 92090 h 460451"/>
                  <a:gd name="connsiteX152" fmla="*/ 122284 w 460643"/>
                  <a:gd name="connsiteY152" fmla="*/ 83032 h 460451"/>
                  <a:gd name="connsiteX153" fmla="*/ 105677 w 460643"/>
                  <a:gd name="connsiteY153" fmla="*/ 57368 h 460451"/>
                  <a:gd name="connsiteX154" fmla="*/ 105677 w 460643"/>
                  <a:gd name="connsiteY154" fmla="*/ 54348 h 460451"/>
                  <a:gd name="connsiteX155" fmla="*/ 107187 w 460643"/>
                  <a:gd name="connsiteY155" fmla="*/ 51329 h 460451"/>
                  <a:gd name="connsiteX156" fmla="*/ 135871 w 460643"/>
                  <a:gd name="connsiteY156" fmla="*/ 34723 h 460451"/>
                  <a:gd name="connsiteX157" fmla="*/ 138890 w 460643"/>
                  <a:gd name="connsiteY157" fmla="*/ 34723 h 460451"/>
                  <a:gd name="connsiteX158" fmla="*/ 141910 w 460643"/>
                  <a:gd name="connsiteY158" fmla="*/ 36232 h 460451"/>
                  <a:gd name="connsiteX159" fmla="*/ 157006 w 460643"/>
                  <a:gd name="connsiteY159" fmla="*/ 61897 h 460451"/>
                  <a:gd name="connsiteX160" fmla="*/ 166065 w 460643"/>
                  <a:gd name="connsiteY160" fmla="*/ 64916 h 460451"/>
                  <a:gd name="connsiteX161" fmla="*/ 203806 w 460643"/>
                  <a:gd name="connsiteY161" fmla="*/ 54348 h 460451"/>
                  <a:gd name="connsiteX162" fmla="*/ 209845 w 460643"/>
                  <a:gd name="connsiteY162" fmla="*/ 46800 h 460451"/>
                  <a:gd name="connsiteX163" fmla="*/ 209845 w 460643"/>
                  <a:gd name="connsiteY163" fmla="*/ 16606 h 460451"/>
                  <a:gd name="connsiteX164" fmla="*/ 214374 w 460643"/>
                  <a:gd name="connsiteY164" fmla="*/ 12077 h 460451"/>
                  <a:gd name="connsiteX165" fmla="*/ 247587 w 460643"/>
                  <a:gd name="connsiteY165" fmla="*/ 12077 h 460451"/>
                  <a:gd name="connsiteX166" fmla="*/ 252116 w 460643"/>
                  <a:gd name="connsiteY166" fmla="*/ 16606 h 460451"/>
                  <a:gd name="connsiteX167" fmla="*/ 252116 w 460643"/>
                  <a:gd name="connsiteY167" fmla="*/ 46800 h 460451"/>
                  <a:gd name="connsiteX168" fmla="*/ 258155 w 460643"/>
                  <a:gd name="connsiteY168" fmla="*/ 54348 h 460451"/>
                  <a:gd name="connsiteX169" fmla="*/ 295897 w 460643"/>
                  <a:gd name="connsiteY169" fmla="*/ 64916 h 460451"/>
                  <a:gd name="connsiteX170" fmla="*/ 304955 w 460643"/>
                  <a:gd name="connsiteY170" fmla="*/ 61897 h 460451"/>
                  <a:gd name="connsiteX171" fmla="*/ 320052 w 460643"/>
                  <a:gd name="connsiteY171" fmla="*/ 36232 h 460451"/>
                  <a:gd name="connsiteX172" fmla="*/ 326090 w 460643"/>
                  <a:gd name="connsiteY172" fmla="*/ 34723 h 460451"/>
                  <a:gd name="connsiteX173" fmla="*/ 354774 w 460643"/>
                  <a:gd name="connsiteY173" fmla="*/ 51329 h 460451"/>
                  <a:gd name="connsiteX174" fmla="*/ 356284 w 460643"/>
                  <a:gd name="connsiteY174" fmla="*/ 54348 h 460451"/>
                  <a:gd name="connsiteX175" fmla="*/ 356284 w 460643"/>
                  <a:gd name="connsiteY175" fmla="*/ 57368 h 460451"/>
                  <a:gd name="connsiteX176" fmla="*/ 341187 w 460643"/>
                  <a:gd name="connsiteY176" fmla="*/ 83032 h 460451"/>
                  <a:gd name="connsiteX177" fmla="*/ 342697 w 460643"/>
                  <a:gd name="connsiteY177" fmla="*/ 92090 h 460451"/>
                  <a:gd name="connsiteX178" fmla="*/ 369871 w 460643"/>
                  <a:gd name="connsiteY178" fmla="*/ 119265 h 460451"/>
                  <a:gd name="connsiteX179" fmla="*/ 378929 w 460643"/>
                  <a:gd name="connsiteY179" fmla="*/ 120774 h 460451"/>
                  <a:gd name="connsiteX180" fmla="*/ 404594 w 460643"/>
                  <a:gd name="connsiteY180" fmla="*/ 105677 h 460451"/>
                  <a:gd name="connsiteX181" fmla="*/ 407613 w 460643"/>
                  <a:gd name="connsiteY181" fmla="*/ 105677 h 460451"/>
                  <a:gd name="connsiteX182" fmla="*/ 410632 w 460643"/>
                  <a:gd name="connsiteY182" fmla="*/ 107187 h 460451"/>
                  <a:gd name="connsiteX183" fmla="*/ 427239 w 460643"/>
                  <a:gd name="connsiteY183" fmla="*/ 135871 h 460451"/>
                  <a:gd name="connsiteX184" fmla="*/ 427239 w 460643"/>
                  <a:gd name="connsiteY184" fmla="*/ 138890 h 460451"/>
                  <a:gd name="connsiteX185" fmla="*/ 425729 w 460643"/>
                  <a:gd name="connsiteY185" fmla="*/ 141910 h 460451"/>
                  <a:gd name="connsiteX186" fmla="*/ 400065 w 460643"/>
                  <a:gd name="connsiteY186" fmla="*/ 157006 h 460451"/>
                  <a:gd name="connsiteX187" fmla="*/ 397045 w 460643"/>
                  <a:gd name="connsiteY187" fmla="*/ 166065 h 460451"/>
                  <a:gd name="connsiteX188" fmla="*/ 407613 w 460643"/>
                  <a:gd name="connsiteY188" fmla="*/ 203806 h 460451"/>
                  <a:gd name="connsiteX189" fmla="*/ 415161 w 460643"/>
                  <a:gd name="connsiteY189" fmla="*/ 209845 h 460451"/>
                  <a:gd name="connsiteX190" fmla="*/ 445355 w 460643"/>
                  <a:gd name="connsiteY190" fmla="*/ 209845 h 460451"/>
                  <a:gd name="connsiteX191" fmla="*/ 449884 w 460643"/>
                  <a:gd name="connsiteY191" fmla="*/ 214374 h 460451"/>
                  <a:gd name="connsiteX192" fmla="*/ 449884 w 460643"/>
                  <a:gd name="connsiteY192" fmla="*/ 247587 h 46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460643" h="460451">
                    <a:moveTo>
                      <a:pt x="443845" y="196258"/>
                    </a:moveTo>
                    <a:lnTo>
                      <a:pt x="419690" y="196258"/>
                    </a:lnTo>
                    <a:cubicBezTo>
                      <a:pt x="418181" y="187200"/>
                      <a:pt x="415161" y="176632"/>
                      <a:pt x="412142" y="167574"/>
                    </a:cubicBezTo>
                    <a:lnTo>
                      <a:pt x="433277" y="155497"/>
                    </a:lnTo>
                    <a:cubicBezTo>
                      <a:pt x="437806" y="152477"/>
                      <a:pt x="440826" y="149458"/>
                      <a:pt x="442335" y="144929"/>
                    </a:cubicBezTo>
                    <a:cubicBezTo>
                      <a:pt x="443845" y="140400"/>
                      <a:pt x="442335" y="135871"/>
                      <a:pt x="440826" y="131342"/>
                    </a:cubicBezTo>
                    <a:lnTo>
                      <a:pt x="422710" y="101148"/>
                    </a:lnTo>
                    <a:cubicBezTo>
                      <a:pt x="419690" y="96619"/>
                      <a:pt x="416671" y="93600"/>
                      <a:pt x="412142" y="92090"/>
                    </a:cubicBezTo>
                    <a:cubicBezTo>
                      <a:pt x="407613" y="90581"/>
                      <a:pt x="403084" y="92090"/>
                      <a:pt x="398555" y="93600"/>
                    </a:cubicBezTo>
                    <a:lnTo>
                      <a:pt x="377419" y="105677"/>
                    </a:lnTo>
                    <a:cubicBezTo>
                      <a:pt x="371381" y="98129"/>
                      <a:pt x="363832" y="90581"/>
                      <a:pt x="356284" y="84542"/>
                    </a:cubicBezTo>
                    <a:lnTo>
                      <a:pt x="368361" y="63406"/>
                    </a:lnTo>
                    <a:cubicBezTo>
                      <a:pt x="371381" y="58877"/>
                      <a:pt x="371381" y="54348"/>
                      <a:pt x="369871" y="49819"/>
                    </a:cubicBezTo>
                    <a:cubicBezTo>
                      <a:pt x="368361" y="45290"/>
                      <a:pt x="365342" y="40761"/>
                      <a:pt x="360813" y="39252"/>
                    </a:cubicBezTo>
                    <a:lnTo>
                      <a:pt x="332129" y="22645"/>
                    </a:lnTo>
                    <a:cubicBezTo>
                      <a:pt x="323071" y="18116"/>
                      <a:pt x="312503" y="21135"/>
                      <a:pt x="307974" y="28684"/>
                    </a:cubicBezTo>
                    <a:lnTo>
                      <a:pt x="295897" y="49819"/>
                    </a:lnTo>
                    <a:cubicBezTo>
                      <a:pt x="286839" y="46800"/>
                      <a:pt x="276271" y="43781"/>
                      <a:pt x="267213" y="42271"/>
                    </a:cubicBezTo>
                    <a:lnTo>
                      <a:pt x="267213" y="18116"/>
                    </a:lnTo>
                    <a:cubicBezTo>
                      <a:pt x="267213" y="7548"/>
                      <a:pt x="259665" y="0"/>
                      <a:pt x="249097" y="0"/>
                    </a:cubicBezTo>
                    <a:lnTo>
                      <a:pt x="215884" y="0"/>
                    </a:lnTo>
                    <a:cubicBezTo>
                      <a:pt x="203806" y="0"/>
                      <a:pt x="196258" y="7548"/>
                      <a:pt x="196258" y="18116"/>
                    </a:cubicBezTo>
                    <a:lnTo>
                      <a:pt x="196258" y="42271"/>
                    </a:lnTo>
                    <a:cubicBezTo>
                      <a:pt x="187200" y="43781"/>
                      <a:pt x="176632" y="46800"/>
                      <a:pt x="167574" y="49819"/>
                    </a:cubicBezTo>
                    <a:lnTo>
                      <a:pt x="155497" y="28684"/>
                    </a:lnTo>
                    <a:cubicBezTo>
                      <a:pt x="152477" y="24155"/>
                      <a:pt x="149458" y="21135"/>
                      <a:pt x="144929" y="19626"/>
                    </a:cubicBezTo>
                    <a:cubicBezTo>
                      <a:pt x="140400" y="18116"/>
                      <a:pt x="135871" y="19626"/>
                      <a:pt x="131342" y="21135"/>
                    </a:cubicBezTo>
                    <a:lnTo>
                      <a:pt x="101148" y="39252"/>
                    </a:lnTo>
                    <a:cubicBezTo>
                      <a:pt x="96619" y="42271"/>
                      <a:pt x="93600" y="45290"/>
                      <a:pt x="92090" y="49819"/>
                    </a:cubicBezTo>
                    <a:cubicBezTo>
                      <a:pt x="90581" y="54348"/>
                      <a:pt x="92090" y="60387"/>
                      <a:pt x="95110" y="64916"/>
                    </a:cubicBezTo>
                    <a:lnTo>
                      <a:pt x="105677" y="84542"/>
                    </a:lnTo>
                    <a:cubicBezTo>
                      <a:pt x="99639" y="92090"/>
                      <a:pt x="92090" y="99639"/>
                      <a:pt x="84542" y="105677"/>
                    </a:cubicBezTo>
                    <a:lnTo>
                      <a:pt x="64916" y="95110"/>
                    </a:lnTo>
                    <a:cubicBezTo>
                      <a:pt x="60387" y="92090"/>
                      <a:pt x="54348" y="90581"/>
                      <a:pt x="49819" y="92090"/>
                    </a:cubicBezTo>
                    <a:cubicBezTo>
                      <a:pt x="45290" y="93600"/>
                      <a:pt x="42271" y="96619"/>
                      <a:pt x="39252" y="101148"/>
                    </a:cubicBezTo>
                    <a:lnTo>
                      <a:pt x="22645" y="129832"/>
                    </a:lnTo>
                    <a:cubicBezTo>
                      <a:pt x="18116" y="138890"/>
                      <a:pt x="21135" y="149458"/>
                      <a:pt x="28684" y="153987"/>
                    </a:cubicBezTo>
                    <a:lnTo>
                      <a:pt x="49819" y="166065"/>
                    </a:lnTo>
                    <a:cubicBezTo>
                      <a:pt x="46800" y="175123"/>
                      <a:pt x="43781" y="185690"/>
                      <a:pt x="42271" y="194748"/>
                    </a:cubicBezTo>
                    <a:lnTo>
                      <a:pt x="18116" y="194748"/>
                    </a:lnTo>
                    <a:cubicBezTo>
                      <a:pt x="7548" y="196258"/>
                      <a:pt x="0" y="203806"/>
                      <a:pt x="0" y="214374"/>
                    </a:cubicBezTo>
                    <a:lnTo>
                      <a:pt x="0" y="247587"/>
                    </a:lnTo>
                    <a:cubicBezTo>
                      <a:pt x="0" y="258155"/>
                      <a:pt x="7548" y="265703"/>
                      <a:pt x="18116" y="265703"/>
                    </a:cubicBezTo>
                    <a:lnTo>
                      <a:pt x="42271" y="265703"/>
                    </a:lnTo>
                    <a:cubicBezTo>
                      <a:pt x="43781" y="274761"/>
                      <a:pt x="46800" y="285329"/>
                      <a:pt x="49819" y="294387"/>
                    </a:cubicBezTo>
                    <a:lnTo>
                      <a:pt x="28684" y="306465"/>
                    </a:lnTo>
                    <a:cubicBezTo>
                      <a:pt x="19626" y="310994"/>
                      <a:pt x="16606" y="323071"/>
                      <a:pt x="22645" y="332129"/>
                    </a:cubicBezTo>
                    <a:lnTo>
                      <a:pt x="39252" y="360813"/>
                    </a:lnTo>
                    <a:cubicBezTo>
                      <a:pt x="42271" y="365342"/>
                      <a:pt x="45290" y="368361"/>
                      <a:pt x="49819" y="369871"/>
                    </a:cubicBezTo>
                    <a:cubicBezTo>
                      <a:pt x="54348" y="371381"/>
                      <a:pt x="58877" y="369871"/>
                      <a:pt x="63406" y="368361"/>
                    </a:cubicBezTo>
                    <a:lnTo>
                      <a:pt x="84542" y="356284"/>
                    </a:lnTo>
                    <a:cubicBezTo>
                      <a:pt x="90581" y="363832"/>
                      <a:pt x="98129" y="371381"/>
                      <a:pt x="105677" y="377419"/>
                    </a:cubicBezTo>
                    <a:lnTo>
                      <a:pt x="93600" y="398555"/>
                    </a:lnTo>
                    <a:cubicBezTo>
                      <a:pt x="92090" y="401574"/>
                      <a:pt x="90581" y="407613"/>
                      <a:pt x="92090" y="412142"/>
                    </a:cubicBezTo>
                    <a:cubicBezTo>
                      <a:pt x="93600" y="416671"/>
                      <a:pt x="96619" y="421200"/>
                      <a:pt x="101148" y="422710"/>
                    </a:cubicBezTo>
                    <a:lnTo>
                      <a:pt x="129832" y="439316"/>
                    </a:lnTo>
                    <a:cubicBezTo>
                      <a:pt x="134361" y="442335"/>
                      <a:pt x="138890" y="442335"/>
                      <a:pt x="143419" y="440826"/>
                    </a:cubicBezTo>
                    <a:cubicBezTo>
                      <a:pt x="147948" y="439316"/>
                      <a:pt x="152477" y="436297"/>
                      <a:pt x="153987" y="431768"/>
                    </a:cubicBezTo>
                    <a:lnTo>
                      <a:pt x="166065" y="410632"/>
                    </a:lnTo>
                    <a:cubicBezTo>
                      <a:pt x="175123" y="413652"/>
                      <a:pt x="185690" y="416671"/>
                      <a:pt x="194748" y="418181"/>
                    </a:cubicBezTo>
                    <a:lnTo>
                      <a:pt x="194748" y="442335"/>
                    </a:lnTo>
                    <a:cubicBezTo>
                      <a:pt x="194748" y="452903"/>
                      <a:pt x="202297" y="460452"/>
                      <a:pt x="212865" y="460452"/>
                    </a:cubicBezTo>
                    <a:lnTo>
                      <a:pt x="246077" y="460452"/>
                    </a:lnTo>
                    <a:cubicBezTo>
                      <a:pt x="256645" y="460452"/>
                      <a:pt x="264194" y="452903"/>
                      <a:pt x="264194" y="442335"/>
                    </a:cubicBezTo>
                    <a:lnTo>
                      <a:pt x="264194" y="418181"/>
                    </a:lnTo>
                    <a:cubicBezTo>
                      <a:pt x="274761" y="416671"/>
                      <a:pt x="283819" y="413652"/>
                      <a:pt x="292877" y="410632"/>
                    </a:cubicBezTo>
                    <a:lnTo>
                      <a:pt x="304955" y="431768"/>
                    </a:lnTo>
                    <a:cubicBezTo>
                      <a:pt x="309484" y="440826"/>
                      <a:pt x="321561" y="443845"/>
                      <a:pt x="329110" y="437806"/>
                    </a:cubicBezTo>
                    <a:lnTo>
                      <a:pt x="357794" y="421200"/>
                    </a:lnTo>
                    <a:cubicBezTo>
                      <a:pt x="366852" y="416671"/>
                      <a:pt x="369871" y="404594"/>
                      <a:pt x="363832" y="395536"/>
                    </a:cubicBezTo>
                    <a:lnTo>
                      <a:pt x="356284" y="377419"/>
                    </a:lnTo>
                    <a:cubicBezTo>
                      <a:pt x="363832" y="371381"/>
                      <a:pt x="371381" y="363832"/>
                      <a:pt x="377419" y="356284"/>
                    </a:cubicBezTo>
                    <a:lnTo>
                      <a:pt x="398555" y="368361"/>
                    </a:lnTo>
                    <a:cubicBezTo>
                      <a:pt x="403084" y="371381"/>
                      <a:pt x="407613" y="371381"/>
                      <a:pt x="412142" y="369871"/>
                    </a:cubicBezTo>
                    <a:cubicBezTo>
                      <a:pt x="416671" y="368361"/>
                      <a:pt x="421200" y="365342"/>
                      <a:pt x="422710" y="360813"/>
                    </a:cubicBezTo>
                    <a:lnTo>
                      <a:pt x="439316" y="332129"/>
                    </a:lnTo>
                    <a:cubicBezTo>
                      <a:pt x="442335" y="327600"/>
                      <a:pt x="442335" y="323071"/>
                      <a:pt x="440826" y="318542"/>
                    </a:cubicBezTo>
                    <a:cubicBezTo>
                      <a:pt x="439316" y="314013"/>
                      <a:pt x="436297" y="309484"/>
                      <a:pt x="431768" y="307974"/>
                    </a:cubicBezTo>
                    <a:lnTo>
                      <a:pt x="410632" y="295897"/>
                    </a:lnTo>
                    <a:cubicBezTo>
                      <a:pt x="413652" y="286839"/>
                      <a:pt x="416671" y="276271"/>
                      <a:pt x="418181" y="267213"/>
                    </a:cubicBezTo>
                    <a:lnTo>
                      <a:pt x="442335" y="267213"/>
                    </a:lnTo>
                    <a:cubicBezTo>
                      <a:pt x="452903" y="267213"/>
                      <a:pt x="460452" y="259665"/>
                      <a:pt x="460452" y="249097"/>
                    </a:cubicBezTo>
                    <a:lnTo>
                      <a:pt x="460452" y="215884"/>
                    </a:lnTo>
                    <a:cubicBezTo>
                      <a:pt x="461961" y="203806"/>
                      <a:pt x="454413" y="196258"/>
                      <a:pt x="443845" y="196258"/>
                    </a:cubicBezTo>
                    <a:close/>
                    <a:moveTo>
                      <a:pt x="448374" y="247587"/>
                    </a:moveTo>
                    <a:cubicBezTo>
                      <a:pt x="448374" y="250606"/>
                      <a:pt x="446865" y="252116"/>
                      <a:pt x="443845" y="252116"/>
                    </a:cubicBezTo>
                    <a:lnTo>
                      <a:pt x="413652" y="252116"/>
                    </a:lnTo>
                    <a:cubicBezTo>
                      <a:pt x="410632" y="252116"/>
                      <a:pt x="407613" y="255135"/>
                      <a:pt x="406103" y="258155"/>
                    </a:cubicBezTo>
                    <a:cubicBezTo>
                      <a:pt x="404594" y="270232"/>
                      <a:pt x="400065" y="283819"/>
                      <a:pt x="395536" y="295897"/>
                    </a:cubicBezTo>
                    <a:cubicBezTo>
                      <a:pt x="394026" y="298916"/>
                      <a:pt x="395536" y="303445"/>
                      <a:pt x="398555" y="304955"/>
                    </a:cubicBezTo>
                    <a:lnTo>
                      <a:pt x="424219" y="320052"/>
                    </a:lnTo>
                    <a:cubicBezTo>
                      <a:pt x="425729" y="320052"/>
                      <a:pt x="425729" y="321561"/>
                      <a:pt x="425729" y="323071"/>
                    </a:cubicBezTo>
                    <a:cubicBezTo>
                      <a:pt x="425729" y="324581"/>
                      <a:pt x="425729" y="326090"/>
                      <a:pt x="425729" y="326090"/>
                    </a:cubicBezTo>
                    <a:lnTo>
                      <a:pt x="409123" y="354774"/>
                    </a:lnTo>
                    <a:cubicBezTo>
                      <a:pt x="409123" y="356284"/>
                      <a:pt x="407613" y="356284"/>
                      <a:pt x="406103" y="356284"/>
                    </a:cubicBezTo>
                    <a:cubicBezTo>
                      <a:pt x="404594" y="356284"/>
                      <a:pt x="404594" y="356284"/>
                      <a:pt x="403084" y="356284"/>
                    </a:cubicBezTo>
                    <a:lnTo>
                      <a:pt x="377419" y="341187"/>
                    </a:lnTo>
                    <a:cubicBezTo>
                      <a:pt x="374400" y="339677"/>
                      <a:pt x="371381" y="339677"/>
                      <a:pt x="368361" y="342697"/>
                    </a:cubicBezTo>
                    <a:cubicBezTo>
                      <a:pt x="360813" y="353265"/>
                      <a:pt x="350245" y="362323"/>
                      <a:pt x="341187" y="369871"/>
                    </a:cubicBezTo>
                    <a:cubicBezTo>
                      <a:pt x="338168" y="372890"/>
                      <a:pt x="338168" y="375910"/>
                      <a:pt x="339677" y="378929"/>
                    </a:cubicBezTo>
                    <a:lnTo>
                      <a:pt x="354774" y="404594"/>
                    </a:lnTo>
                    <a:cubicBezTo>
                      <a:pt x="356284" y="406103"/>
                      <a:pt x="354774" y="409123"/>
                      <a:pt x="353265" y="410632"/>
                    </a:cubicBezTo>
                    <a:lnTo>
                      <a:pt x="324581" y="427239"/>
                    </a:lnTo>
                    <a:cubicBezTo>
                      <a:pt x="323071" y="428748"/>
                      <a:pt x="320052" y="427239"/>
                      <a:pt x="318542" y="425729"/>
                    </a:cubicBezTo>
                    <a:lnTo>
                      <a:pt x="303445" y="400065"/>
                    </a:lnTo>
                    <a:cubicBezTo>
                      <a:pt x="301935" y="397045"/>
                      <a:pt x="297406" y="395536"/>
                      <a:pt x="294387" y="397045"/>
                    </a:cubicBezTo>
                    <a:cubicBezTo>
                      <a:pt x="282310" y="401574"/>
                      <a:pt x="268723" y="404594"/>
                      <a:pt x="256645" y="407613"/>
                    </a:cubicBezTo>
                    <a:cubicBezTo>
                      <a:pt x="253626" y="407613"/>
                      <a:pt x="250606" y="410632"/>
                      <a:pt x="250606" y="415161"/>
                    </a:cubicBezTo>
                    <a:lnTo>
                      <a:pt x="250606" y="445355"/>
                    </a:lnTo>
                    <a:cubicBezTo>
                      <a:pt x="250606" y="448374"/>
                      <a:pt x="249097" y="449884"/>
                      <a:pt x="246077" y="449884"/>
                    </a:cubicBezTo>
                    <a:lnTo>
                      <a:pt x="212865" y="449884"/>
                    </a:lnTo>
                    <a:cubicBezTo>
                      <a:pt x="209845" y="449884"/>
                      <a:pt x="208335" y="448374"/>
                      <a:pt x="208335" y="445355"/>
                    </a:cubicBezTo>
                    <a:lnTo>
                      <a:pt x="208335" y="415161"/>
                    </a:lnTo>
                    <a:cubicBezTo>
                      <a:pt x="208335" y="412142"/>
                      <a:pt x="205316" y="409123"/>
                      <a:pt x="202297" y="407613"/>
                    </a:cubicBezTo>
                    <a:cubicBezTo>
                      <a:pt x="190219" y="406103"/>
                      <a:pt x="176632" y="401574"/>
                      <a:pt x="164555" y="397045"/>
                    </a:cubicBezTo>
                    <a:cubicBezTo>
                      <a:pt x="163045" y="397045"/>
                      <a:pt x="163045" y="397045"/>
                      <a:pt x="161535" y="397045"/>
                    </a:cubicBezTo>
                    <a:cubicBezTo>
                      <a:pt x="158516" y="397045"/>
                      <a:pt x="157006" y="398555"/>
                      <a:pt x="155497" y="400065"/>
                    </a:cubicBezTo>
                    <a:lnTo>
                      <a:pt x="140400" y="425729"/>
                    </a:lnTo>
                    <a:cubicBezTo>
                      <a:pt x="140400" y="427239"/>
                      <a:pt x="138890" y="427239"/>
                      <a:pt x="137381" y="427239"/>
                    </a:cubicBezTo>
                    <a:cubicBezTo>
                      <a:pt x="135871" y="427239"/>
                      <a:pt x="135871" y="427239"/>
                      <a:pt x="134361" y="427239"/>
                    </a:cubicBezTo>
                    <a:lnTo>
                      <a:pt x="105677" y="410632"/>
                    </a:lnTo>
                    <a:cubicBezTo>
                      <a:pt x="107187" y="410632"/>
                      <a:pt x="105677" y="409123"/>
                      <a:pt x="105677" y="407613"/>
                    </a:cubicBezTo>
                    <a:cubicBezTo>
                      <a:pt x="105677" y="406103"/>
                      <a:pt x="105677" y="404594"/>
                      <a:pt x="105677" y="404594"/>
                    </a:cubicBezTo>
                    <a:lnTo>
                      <a:pt x="120774" y="378929"/>
                    </a:lnTo>
                    <a:cubicBezTo>
                      <a:pt x="122284" y="375910"/>
                      <a:pt x="122284" y="372890"/>
                      <a:pt x="119265" y="369871"/>
                    </a:cubicBezTo>
                    <a:cubicBezTo>
                      <a:pt x="108697" y="362323"/>
                      <a:pt x="99639" y="351755"/>
                      <a:pt x="92090" y="342697"/>
                    </a:cubicBezTo>
                    <a:cubicBezTo>
                      <a:pt x="90581" y="339677"/>
                      <a:pt x="86052" y="339677"/>
                      <a:pt x="83032" y="341187"/>
                    </a:cubicBezTo>
                    <a:lnTo>
                      <a:pt x="57368" y="356284"/>
                    </a:lnTo>
                    <a:cubicBezTo>
                      <a:pt x="55858" y="356284"/>
                      <a:pt x="55858" y="356284"/>
                      <a:pt x="54348" y="356284"/>
                    </a:cubicBezTo>
                    <a:cubicBezTo>
                      <a:pt x="52839" y="356284"/>
                      <a:pt x="52839" y="354774"/>
                      <a:pt x="51329" y="354774"/>
                    </a:cubicBezTo>
                    <a:lnTo>
                      <a:pt x="34723" y="326090"/>
                    </a:lnTo>
                    <a:cubicBezTo>
                      <a:pt x="33213" y="324581"/>
                      <a:pt x="34723" y="321561"/>
                      <a:pt x="36232" y="320052"/>
                    </a:cubicBezTo>
                    <a:lnTo>
                      <a:pt x="61897" y="304955"/>
                    </a:lnTo>
                    <a:cubicBezTo>
                      <a:pt x="64916" y="303445"/>
                      <a:pt x="66426" y="298916"/>
                      <a:pt x="64916" y="295897"/>
                    </a:cubicBezTo>
                    <a:cubicBezTo>
                      <a:pt x="60387" y="283819"/>
                      <a:pt x="57368" y="270232"/>
                      <a:pt x="54348" y="258155"/>
                    </a:cubicBezTo>
                    <a:cubicBezTo>
                      <a:pt x="54348" y="255135"/>
                      <a:pt x="51329" y="252116"/>
                      <a:pt x="46800" y="252116"/>
                    </a:cubicBezTo>
                    <a:lnTo>
                      <a:pt x="16606" y="252116"/>
                    </a:lnTo>
                    <a:cubicBezTo>
                      <a:pt x="13587" y="252116"/>
                      <a:pt x="12077" y="250606"/>
                      <a:pt x="12077" y="247587"/>
                    </a:cubicBezTo>
                    <a:lnTo>
                      <a:pt x="12077" y="214374"/>
                    </a:lnTo>
                    <a:cubicBezTo>
                      <a:pt x="12077" y="211355"/>
                      <a:pt x="13587" y="209845"/>
                      <a:pt x="16606" y="209845"/>
                    </a:cubicBezTo>
                    <a:lnTo>
                      <a:pt x="46800" y="209845"/>
                    </a:lnTo>
                    <a:cubicBezTo>
                      <a:pt x="49819" y="209845"/>
                      <a:pt x="52839" y="206826"/>
                      <a:pt x="54348" y="203806"/>
                    </a:cubicBezTo>
                    <a:cubicBezTo>
                      <a:pt x="57368" y="191729"/>
                      <a:pt x="60387" y="178142"/>
                      <a:pt x="64916" y="166065"/>
                    </a:cubicBezTo>
                    <a:cubicBezTo>
                      <a:pt x="66426" y="163045"/>
                      <a:pt x="64916" y="158516"/>
                      <a:pt x="61897" y="157006"/>
                    </a:cubicBezTo>
                    <a:lnTo>
                      <a:pt x="36232" y="141910"/>
                    </a:lnTo>
                    <a:cubicBezTo>
                      <a:pt x="34723" y="141910"/>
                      <a:pt x="33213" y="138890"/>
                      <a:pt x="34723" y="137381"/>
                    </a:cubicBezTo>
                    <a:lnTo>
                      <a:pt x="51329" y="108697"/>
                    </a:lnTo>
                    <a:cubicBezTo>
                      <a:pt x="51329" y="107187"/>
                      <a:pt x="52839" y="105677"/>
                      <a:pt x="54348" y="105677"/>
                    </a:cubicBezTo>
                    <a:cubicBezTo>
                      <a:pt x="55858" y="105677"/>
                      <a:pt x="55858" y="105677"/>
                      <a:pt x="57368" y="105677"/>
                    </a:cubicBezTo>
                    <a:lnTo>
                      <a:pt x="83032" y="120774"/>
                    </a:lnTo>
                    <a:cubicBezTo>
                      <a:pt x="86052" y="123794"/>
                      <a:pt x="90581" y="122284"/>
                      <a:pt x="92090" y="119265"/>
                    </a:cubicBezTo>
                    <a:cubicBezTo>
                      <a:pt x="99639" y="108697"/>
                      <a:pt x="110206" y="99639"/>
                      <a:pt x="119265" y="92090"/>
                    </a:cubicBezTo>
                    <a:cubicBezTo>
                      <a:pt x="122284" y="90581"/>
                      <a:pt x="123794" y="86052"/>
                      <a:pt x="122284" y="83032"/>
                    </a:cubicBezTo>
                    <a:lnTo>
                      <a:pt x="105677" y="57368"/>
                    </a:lnTo>
                    <a:cubicBezTo>
                      <a:pt x="105677" y="55858"/>
                      <a:pt x="105677" y="55858"/>
                      <a:pt x="105677" y="54348"/>
                    </a:cubicBezTo>
                    <a:cubicBezTo>
                      <a:pt x="105677" y="52839"/>
                      <a:pt x="107187" y="52839"/>
                      <a:pt x="107187" y="51329"/>
                    </a:cubicBezTo>
                    <a:lnTo>
                      <a:pt x="135871" y="34723"/>
                    </a:lnTo>
                    <a:cubicBezTo>
                      <a:pt x="137381" y="34723"/>
                      <a:pt x="137381" y="33213"/>
                      <a:pt x="138890" y="34723"/>
                    </a:cubicBezTo>
                    <a:cubicBezTo>
                      <a:pt x="140400" y="34723"/>
                      <a:pt x="140400" y="36232"/>
                      <a:pt x="141910" y="36232"/>
                    </a:cubicBezTo>
                    <a:lnTo>
                      <a:pt x="157006" y="61897"/>
                    </a:lnTo>
                    <a:cubicBezTo>
                      <a:pt x="158516" y="64916"/>
                      <a:pt x="163045" y="66426"/>
                      <a:pt x="166065" y="64916"/>
                    </a:cubicBezTo>
                    <a:cubicBezTo>
                      <a:pt x="178142" y="60387"/>
                      <a:pt x="191729" y="57368"/>
                      <a:pt x="203806" y="54348"/>
                    </a:cubicBezTo>
                    <a:cubicBezTo>
                      <a:pt x="206826" y="54348"/>
                      <a:pt x="209845" y="51329"/>
                      <a:pt x="209845" y="46800"/>
                    </a:cubicBezTo>
                    <a:lnTo>
                      <a:pt x="209845" y="16606"/>
                    </a:lnTo>
                    <a:cubicBezTo>
                      <a:pt x="209845" y="13587"/>
                      <a:pt x="211355" y="12077"/>
                      <a:pt x="214374" y="12077"/>
                    </a:cubicBezTo>
                    <a:lnTo>
                      <a:pt x="247587" y="12077"/>
                    </a:lnTo>
                    <a:cubicBezTo>
                      <a:pt x="250606" y="12077"/>
                      <a:pt x="252116" y="13587"/>
                      <a:pt x="252116" y="16606"/>
                    </a:cubicBezTo>
                    <a:lnTo>
                      <a:pt x="252116" y="46800"/>
                    </a:lnTo>
                    <a:cubicBezTo>
                      <a:pt x="252116" y="49819"/>
                      <a:pt x="255135" y="52839"/>
                      <a:pt x="258155" y="54348"/>
                    </a:cubicBezTo>
                    <a:cubicBezTo>
                      <a:pt x="270232" y="55858"/>
                      <a:pt x="283819" y="60387"/>
                      <a:pt x="295897" y="64916"/>
                    </a:cubicBezTo>
                    <a:cubicBezTo>
                      <a:pt x="298916" y="66426"/>
                      <a:pt x="303445" y="64916"/>
                      <a:pt x="304955" y="61897"/>
                    </a:cubicBezTo>
                    <a:lnTo>
                      <a:pt x="320052" y="36232"/>
                    </a:lnTo>
                    <a:cubicBezTo>
                      <a:pt x="321561" y="34723"/>
                      <a:pt x="323071" y="33213"/>
                      <a:pt x="326090" y="34723"/>
                    </a:cubicBezTo>
                    <a:lnTo>
                      <a:pt x="354774" y="51329"/>
                    </a:lnTo>
                    <a:cubicBezTo>
                      <a:pt x="356284" y="51329"/>
                      <a:pt x="356284" y="52839"/>
                      <a:pt x="356284" y="54348"/>
                    </a:cubicBezTo>
                    <a:cubicBezTo>
                      <a:pt x="356284" y="55858"/>
                      <a:pt x="356284" y="55858"/>
                      <a:pt x="356284" y="57368"/>
                    </a:cubicBezTo>
                    <a:lnTo>
                      <a:pt x="341187" y="83032"/>
                    </a:lnTo>
                    <a:cubicBezTo>
                      <a:pt x="339677" y="86052"/>
                      <a:pt x="339677" y="90581"/>
                      <a:pt x="342697" y="92090"/>
                    </a:cubicBezTo>
                    <a:cubicBezTo>
                      <a:pt x="353265" y="99639"/>
                      <a:pt x="362323" y="110206"/>
                      <a:pt x="369871" y="119265"/>
                    </a:cubicBezTo>
                    <a:cubicBezTo>
                      <a:pt x="371381" y="122284"/>
                      <a:pt x="375910" y="122284"/>
                      <a:pt x="378929" y="120774"/>
                    </a:cubicBezTo>
                    <a:lnTo>
                      <a:pt x="404594" y="105677"/>
                    </a:lnTo>
                    <a:cubicBezTo>
                      <a:pt x="406103" y="105677"/>
                      <a:pt x="407613" y="105677"/>
                      <a:pt x="407613" y="105677"/>
                    </a:cubicBezTo>
                    <a:cubicBezTo>
                      <a:pt x="409123" y="105677"/>
                      <a:pt x="409123" y="107187"/>
                      <a:pt x="410632" y="107187"/>
                    </a:cubicBezTo>
                    <a:lnTo>
                      <a:pt x="427239" y="135871"/>
                    </a:lnTo>
                    <a:cubicBezTo>
                      <a:pt x="427239" y="137381"/>
                      <a:pt x="427239" y="137381"/>
                      <a:pt x="427239" y="138890"/>
                    </a:cubicBezTo>
                    <a:cubicBezTo>
                      <a:pt x="427239" y="140400"/>
                      <a:pt x="425729" y="140400"/>
                      <a:pt x="425729" y="141910"/>
                    </a:cubicBezTo>
                    <a:lnTo>
                      <a:pt x="400065" y="157006"/>
                    </a:lnTo>
                    <a:cubicBezTo>
                      <a:pt x="397045" y="158516"/>
                      <a:pt x="395536" y="163045"/>
                      <a:pt x="397045" y="166065"/>
                    </a:cubicBezTo>
                    <a:cubicBezTo>
                      <a:pt x="401574" y="178142"/>
                      <a:pt x="404594" y="191729"/>
                      <a:pt x="407613" y="203806"/>
                    </a:cubicBezTo>
                    <a:cubicBezTo>
                      <a:pt x="407613" y="206826"/>
                      <a:pt x="410632" y="209845"/>
                      <a:pt x="415161" y="209845"/>
                    </a:cubicBezTo>
                    <a:lnTo>
                      <a:pt x="445355" y="209845"/>
                    </a:lnTo>
                    <a:cubicBezTo>
                      <a:pt x="448374" y="209845"/>
                      <a:pt x="449884" y="211355"/>
                      <a:pt x="449884" y="214374"/>
                    </a:cubicBezTo>
                    <a:lnTo>
                      <a:pt x="449884" y="247587"/>
                    </a:ln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grpSp>
          <p:nvGrpSpPr>
            <p:cNvPr id="103" name="组合 102"/>
            <p:cNvGrpSpPr>
              <a:grpSpLocks noChangeAspect="1"/>
            </p:cNvGrpSpPr>
            <p:nvPr/>
          </p:nvGrpSpPr>
          <p:grpSpPr>
            <a:xfrm>
              <a:off x="4991780" y="4325352"/>
              <a:ext cx="374986" cy="302252"/>
              <a:chOff x="1410324" y="4465962"/>
              <a:chExt cx="353504" cy="284925"/>
            </a:xfrm>
            <a:solidFill>
              <a:schemeClr val="bg1"/>
            </a:solidFill>
            <a:effectLst/>
          </p:grpSpPr>
          <p:sp>
            <p:nvSpPr>
              <p:cNvPr id="104" name="任意多边形: 形状 103"/>
              <p:cNvSpPr/>
              <p:nvPr/>
            </p:nvSpPr>
            <p:spPr>
              <a:xfrm>
                <a:off x="1463663" y="4714755"/>
                <a:ext cx="245191" cy="36132"/>
              </a:xfrm>
              <a:custGeom>
                <a:avLst/>
                <a:gdLst>
                  <a:gd name="connsiteX0" fmla="*/ 312115 w 326911"/>
                  <a:gd name="connsiteY0" fmla="*/ 4129 h 48176"/>
                  <a:gd name="connsiteX1" fmla="*/ 305232 w 326911"/>
                  <a:gd name="connsiteY1" fmla="*/ 0 h 48176"/>
                  <a:gd name="connsiteX2" fmla="*/ 24432 w 326911"/>
                  <a:gd name="connsiteY2" fmla="*/ 0 h 48176"/>
                  <a:gd name="connsiteX3" fmla="*/ 17550 w 326911"/>
                  <a:gd name="connsiteY3" fmla="*/ 4129 h 48176"/>
                  <a:gd name="connsiteX4" fmla="*/ 1032 w 326911"/>
                  <a:gd name="connsiteY4" fmla="*/ 38541 h 48176"/>
                  <a:gd name="connsiteX5" fmla="*/ 1032 w 326911"/>
                  <a:gd name="connsiteY5" fmla="*/ 45423 h 48176"/>
                  <a:gd name="connsiteX6" fmla="*/ 6538 w 326911"/>
                  <a:gd name="connsiteY6" fmla="*/ 48176 h 48176"/>
                  <a:gd name="connsiteX7" fmla="*/ 320374 w 326911"/>
                  <a:gd name="connsiteY7" fmla="*/ 48176 h 48176"/>
                  <a:gd name="connsiteX8" fmla="*/ 325879 w 326911"/>
                  <a:gd name="connsiteY8" fmla="*/ 45423 h 48176"/>
                  <a:gd name="connsiteX9" fmla="*/ 325879 w 326911"/>
                  <a:gd name="connsiteY9" fmla="*/ 38541 h 48176"/>
                  <a:gd name="connsiteX10" fmla="*/ 312115 w 326911"/>
                  <a:gd name="connsiteY10" fmla="*/ 4129 h 48176"/>
                  <a:gd name="connsiteX11" fmla="*/ 18926 w 326911"/>
                  <a:gd name="connsiteY11" fmla="*/ 34412 h 48176"/>
                  <a:gd name="connsiteX12" fmla="*/ 28562 w 326911"/>
                  <a:gd name="connsiteY12" fmla="*/ 13765 h 48176"/>
                  <a:gd name="connsiteX13" fmla="*/ 301103 w 326911"/>
                  <a:gd name="connsiteY13" fmla="*/ 13765 h 48176"/>
                  <a:gd name="connsiteX14" fmla="*/ 310738 w 326911"/>
                  <a:gd name="connsiteY14" fmla="*/ 34412 h 48176"/>
                  <a:gd name="connsiteX15" fmla="*/ 18926 w 326911"/>
                  <a:gd name="connsiteY15" fmla="*/ 34412 h 48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6911" h="48176">
                    <a:moveTo>
                      <a:pt x="312115" y="4129"/>
                    </a:moveTo>
                    <a:cubicBezTo>
                      <a:pt x="310738" y="1376"/>
                      <a:pt x="307985" y="0"/>
                      <a:pt x="305232" y="0"/>
                    </a:cubicBezTo>
                    <a:lnTo>
                      <a:pt x="24432" y="0"/>
                    </a:lnTo>
                    <a:cubicBezTo>
                      <a:pt x="21679" y="0"/>
                      <a:pt x="18926" y="1376"/>
                      <a:pt x="17550" y="4129"/>
                    </a:cubicBezTo>
                    <a:lnTo>
                      <a:pt x="1032" y="38541"/>
                    </a:lnTo>
                    <a:cubicBezTo>
                      <a:pt x="-344" y="41294"/>
                      <a:pt x="-344" y="44047"/>
                      <a:pt x="1032" y="45423"/>
                    </a:cubicBezTo>
                    <a:cubicBezTo>
                      <a:pt x="2409" y="46800"/>
                      <a:pt x="5162" y="48176"/>
                      <a:pt x="6538" y="48176"/>
                    </a:cubicBezTo>
                    <a:lnTo>
                      <a:pt x="320374" y="48176"/>
                    </a:lnTo>
                    <a:cubicBezTo>
                      <a:pt x="323126" y="48176"/>
                      <a:pt x="324503" y="46800"/>
                      <a:pt x="325879" y="45423"/>
                    </a:cubicBezTo>
                    <a:cubicBezTo>
                      <a:pt x="327256" y="44047"/>
                      <a:pt x="327256" y="41294"/>
                      <a:pt x="325879" y="38541"/>
                    </a:cubicBezTo>
                    <a:lnTo>
                      <a:pt x="312115" y="4129"/>
                    </a:lnTo>
                    <a:close/>
                    <a:moveTo>
                      <a:pt x="18926" y="34412"/>
                    </a:moveTo>
                    <a:lnTo>
                      <a:pt x="28562" y="13765"/>
                    </a:lnTo>
                    <a:lnTo>
                      <a:pt x="301103" y="13765"/>
                    </a:lnTo>
                    <a:lnTo>
                      <a:pt x="310738" y="34412"/>
                    </a:lnTo>
                    <a:lnTo>
                      <a:pt x="18926" y="34412"/>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5" name="任意多边形: 形状 104"/>
              <p:cNvSpPr/>
              <p:nvPr/>
            </p:nvSpPr>
            <p:spPr>
              <a:xfrm>
                <a:off x="1448554" y="4530592"/>
                <a:ext cx="275797" cy="167644"/>
              </a:xfrm>
              <a:custGeom>
                <a:avLst/>
                <a:gdLst>
                  <a:gd name="connsiteX0" fmla="*/ 189265 w 367718"/>
                  <a:gd name="connsiteY0" fmla="*/ 0 h 223529"/>
                  <a:gd name="connsiteX1" fmla="*/ 202419 w 367718"/>
                  <a:gd name="connsiteY1" fmla="*/ 17470 h 223529"/>
                  <a:gd name="connsiteX2" fmla="*/ 201494 w 367718"/>
                  <a:gd name="connsiteY2" fmla="*/ 17059 h 223529"/>
                  <a:gd name="connsiteX3" fmla="*/ 252424 w 367718"/>
                  <a:gd name="connsiteY3" fmla="*/ 113412 h 223529"/>
                  <a:gd name="connsiteX4" fmla="*/ 324000 w 367718"/>
                  <a:gd name="connsiteY4" fmla="*/ 76247 h 223529"/>
                  <a:gd name="connsiteX5" fmla="*/ 325333 w 367718"/>
                  <a:gd name="connsiteY5" fmla="*/ 69249 h 223529"/>
                  <a:gd name="connsiteX6" fmla="*/ 342150 w 367718"/>
                  <a:gd name="connsiteY6" fmla="*/ 66626 h 223529"/>
                  <a:gd name="connsiteX7" fmla="*/ 341894 w 367718"/>
                  <a:gd name="connsiteY7" fmla="*/ 67988 h 223529"/>
                  <a:gd name="connsiteX8" fmla="*/ 345738 w 367718"/>
                  <a:gd name="connsiteY8" fmla="*/ 66066 h 223529"/>
                  <a:gd name="connsiteX9" fmla="*/ 354048 w 367718"/>
                  <a:gd name="connsiteY9" fmla="*/ 64770 h 223529"/>
                  <a:gd name="connsiteX10" fmla="*/ 367718 w 367718"/>
                  <a:gd name="connsiteY10" fmla="*/ 76083 h 223529"/>
                  <a:gd name="connsiteX11" fmla="*/ 365294 w 367718"/>
                  <a:gd name="connsiteY11" fmla="*/ 74871 h 223529"/>
                  <a:gd name="connsiteX12" fmla="*/ 329506 w 367718"/>
                  <a:gd name="connsiteY12" fmla="*/ 218023 h 223529"/>
                  <a:gd name="connsiteX13" fmla="*/ 322624 w 367718"/>
                  <a:gd name="connsiteY13" fmla="*/ 223529 h 223529"/>
                  <a:gd name="connsiteX14" fmla="*/ 184977 w 367718"/>
                  <a:gd name="connsiteY14" fmla="*/ 223529 h 223529"/>
                  <a:gd name="connsiteX15" fmla="*/ 47330 w 367718"/>
                  <a:gd name="connsiteY15" fmla="*/ 223529 h 223529"/>
                  <a:gd name="connsiteX16" fmla="*/ 40447 w 367718"/>
                  <a:gd name="connsiteY16" fmla="*/ 218023 h 223529"/>
                  <a:gd name="connsiteX17" fmla="*/ 4659 w 367718"/>
                  <a:gd name="connsiteY17" fmla="*/ 74871 h 223529"/>
                  <a:gd name="connsiteX18" fmla="*/ 0 w 367718"/>
                  <a:gd name="connsiteY18" fmla="*/ 76833 h 223529"/>
                  <a:gd name="connsiteX19" fmla="*/ 5433 w 367718"/>
                  <a:gd name="connsiteY19" fmla="*/ 66675 h 223529"/>
                  <a:gd name="connsiteX20" fmla="*/ 25631 w 367718"/>
                  <a:gd name="connsiteY20" fmla="*/ 66087 h 223529"/>
                  <a:gd name="connsiteX21" fmla="*/ 32188 w 367718"/>
                  <a:gd name="connsiteY21" fmla="*/ 69365 h 223529"/>
                  <a:gd name="connsiteX22" fmla="*/ 31541 w 367718"/>
                  <a:gd name="connsiteY22" fmla="*/ 65915 h 223529"/>
                  <a:gd name="connsiteX23" fmla="*/ 46612 w 367718"/>
                  <a:gd name="connsiteY23" fmla="*/ 65476 h 223529"/>
                  <a:gd name="connsiteX24" fmla="*/ 50083 w 367718"/>
                  <a:gd name="connsiteY24" fmla="*/ 77624 h 223529"/>
                  <a:gd name="connsiteX25" fmla="*/ 120283 w 367718"/>
                  <a:gd name="connsiteY25" fmla="*/ 114788 h 223529"/>
                  <a:gd name="connsiteX26" fmla="*/ 171212 w 367718"/>
                  <a:gd name="connsiteY26" fmla="*/ 18436 h 223529"/>
                  <a:gd name="connsiteX27" fmla="*/ 158824 w 367718"/>
                  <a:gd name="connsiteY27" fmla="*/ 23941 h 223529"/>
                  <a:gd name="connsiteX28" fmla="*/ 157105 w 367718"/>
                  <a:gd name="connsiteY28" fmla="*/ 23941 h 223529"/>
                  <a:gd name="connsiteX29" fmla="*/ 189265 w 367718"/>
                  <a:gd name="connsiteY29" fmla="*/ 0 h 223529"/>
                  <a:gd name="connsiteX30" fmla="*/ 184977 w 367718"/>
                  <a:gd name="connsiteY30" fmla="*/ 17059 h 223529"/>
                  <a:gd name="connsiteX31" fmla="*/ 127165 w 367718"/>
                  <a:gd name="connsiteY31" fmla="*/ 127177 h 223529"/>
                  <a:gd name="connsiteX32" fmla="*/ 117530 w 367718"/>
                  <a:gd name="connsiteY32" fmla="*/ 129929 h 223529"/>
                  <a:gd name="connsiteX33" fmla="*/ 22553 w 367718"/>
                  <a:gd name="connsiteY33" fmla="*/ 80377 h 223529"/>
                  <a:gd name="connsiteX34" fmla="*/ 19800 w 367718"/>
                  <a:gd name="connsiteY34" fmla="*/ 79000 h 223529"/>
                  <a:gd name="connsiteX35" fmla="*/ 52835 w 367718"/>
                  <a:gd name="connsiteY35" fmla="*/ 209765 h 223529"/>
                  <a:gd name="connsiteX36" fmla="*/ 184977 w 367718"/>
                  <a:gd name="connsiteY36" fmla="*/ 209765 h 223529"/>
                  <a:gd name="connsiteX37" fmla="*/ 317118 w 367718"/>
                  <a:gd name="connsiteY37" fmla="*/ 209765 h 223529"/>
                  <a:gd name="connsiteX38" fmla="*/ 350153 w 367718"/>
                  <a:gd name="connsiteY38" fmla="*/ 79000 h 223529"/>
                  <a:gd name="connsiteX39" fmla="*/ 332259 w 367718"/>
                  <a:gd name="connsiteY39" fmla="*/ 88635 h 223529"/>
                  <a:gd name="connsiteX40" fmla="*/ 252424 w 367718"/>
                  <a:gd name="connsiteY40" fmla="*/ 129929 h 223529"/>
                  <a:gd name="connsiteX41" fmla="*/ 242788 w 367718"/>
                  <a:gd name="connsiteY41" fmla="*/ 127177 h 223529"/>
                  <a:gd name="connsiteX42" fmla="*/ 184977 w 367718"/>
                  <a:gd name="connsiteY42" fmla="*/ 17059 h 223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67718" h="223529">
                    <a:moveTo>
                      <a:pt x="189265" y="0"/>
                    </a:moveTo>
                    <a:lnTo>
                      <a:pt x="202419" y="17470"/>
                    </a:lnTo>
                    <a:lnTo>
                      <a:pt x="201494" y="17059"/>
                    </a:lnTo>
                    <a:lnTo>
                      <a:pt x="252424" y="113412"/>
                    </a:lnTo>
                    <a:lnTo>
                      <a:pt x="324000" y="76247"/>
                    </a:lnTo>
                    <a:lnTo>
                      <a:pt x="325333" y="69249"/>
                    </a:lnTo>
                    <a:lnTo>
                      <a:pt x="342150" y="66626"/>
                    </a:lnTo>
                    <a:lnTo>
                      <a:pt x="341894" y="67988"/>
                    </a:lnTo>
                    <a:lnTo>
                      <a:pt x="345738" y="66066"/>
                    </a:lnTo>
                    <a:lnTo>
                      <a:pt x="354048" y="64770"/>
                    </a:lnTo>
                    <a:lnTo>
                      <a:pt x="367718" y="76083"/>
                    </a:lnTo>
                    <a:lnTo>
                      <a:pt x="365294" y="74871"/>
                    </a:lnTo>
                    <a:lnTo>
                      <a:pt x="329506" y="218023"/>
                    </a:lnTo>
                    <a:cubicBezTo>
                      <a:pt x="328130" y="220776"/>
                      <a:pt x="325377" y="223529"/>
                      <a:pt x="322624" y="223529"/>
                    </a:cubicBezTo>
                    <a:lnTo>
                      <a:pt x="184977" y="223529"/>
                    </a:lnTo>
                    <a:lnTo>
                      <a:pt x="47330" y="223529"/>
                    </a:lnTo>
                    <a:cubicBezTo>
                      <a:pt x="44577" y="223529"/>
                      <a:pt x="41824" y="220776"/>
                      <a:pt x="40447" y="218023"/>
                    </a:cubicBezTo>
                    <a:lnTo>
                      <a:pt x="4659" y="74871"/>
                    </a:lnTo>
                    <a:lnTo>
                      <a:pt x="0" y="76833"/>
                    </a:lnTo>
                    <a:lnTo>
                      <a:pt x="5433" y="66675"/>
                    </a:lnTo>
                    <a:lnTo>
                      <a:pt x="25631" y="66087"/>
                    </a:lnTo>
                    <a:lnTo>
                      <a:pt x="32188" y="69365"/>
                    </a:lnTo>
                    <a:lnTo>
                      <a:pt x="31541" y="65915"/>
                    </a:lnTo>
                    <a:lnTo>
                      <a:pt x="46612" y="65476"/>
                    </a:lnTo>
                    <a:lnTo>
                      <a:pt x="50083" y="77624"/>
                    </a:lnTo>
                    <a:lnTo>
                      <a:pt x="120283" y="114788"/>
                    </a:lnTo>
                    <a:lnTo>
                      <a:pt x="171212" y="18436"/>
                    </a:lnTo>
                    <a:lnTo>
                      <a:pt x="158824" y="23941"/>
                    </a:lnTo>
                    <a:lnTo>
                      <a:pt x="157105" y="23941"/>
                    </a:lnTo>
                    <a:lnTo>
                      <a:pt x="189265" y="0"/>
                    </a:lnTo>
                    <a:close/>
                    <a:moveTo>
                      <a:pt x="184977" y="17059"/>
                    </a:moveTo>
                    <a:lnTo>
                      <a:pt x="127165" y="127177"/>
                    </a:lnTo>
                    <a:cubicBezTo>
                      <a:pt x="125788" y="129929"/>
                      <a:pt x="121659" y="131306"/>
                      <a:pt x="117530" y="129929"/>
                    </a:cubicBezTo>
                    <a:lnTo>
                      <a:pt x="22553" y="80377"/>
                    </a:lnTo>
                    <a:lnTo>
                      <a:pt x="19800" y="79000"/>
                    </a:lnTo>
                    <a:lnTo>
                      <a:pt x="52835" y="209765"/>
                    </a:lnTo>
                    <a:lnTo>
                      <a:pt x="184977" y="209765"/>
                    </a:lnTo>
                    <a:lnTo>
                      <a:pt x="317118" y="209765"/>
                    </a:lnTo>
                    <a:lnTo>
                      <a:pt x="350153" y="79000"/>
                    </a:lnTo>
                    <a:lnTo>
                      <a:pt x="332259" y="88635"/>
                    </a:lnTo>
                    <a:lnTo>
                      <a:pt x="252424" y="129929"/>
                    </a:lnTo>
                    <a:cubicBezTo>
                      <a:pt x="248294" y="132682"/>
                      <a:pt x="244165" y="131306"/>
                      <a:pt x="242788" y="127177"/>
                    </a:cubicBezTo>
                    <a:lnTo>
                      <a:pt x="184977" y="17059"/>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6" name="任意多边形: 形状 105"/>
              <p:cNvSpPr/>
              <p:nvPr/>
            </p:nvSpPr>
            <p:spPr>
              <a:xfrm>
                <a:off x="1545565" y="4465962"/>
                <a:ext cx="86543" cy="82586"/>
              </a:xfrm>
              <a:custGeom>
                <a:avLst/>
                <a:gdLst>
                  <a:gd name="connsiteX0" fmla="*/ 57178 w 115387"/>
                  <a:gd name="connsiteY0" fmla="*/ 0 h 110117"/>
                  <a:gd name="connsiteX1" fmla="*/ 63888 w 115387"/>
                  <a:gd name="connsiteY1" fmla="*/ 4129 h 110117"/>
                  <a:gd name="connsiteX2" fmla="*/ 77653 w 115387"/>
                  <a:gd name="connsiteY2" fmla="*/ 33035 h 110117"/>
                  <a:gd name="connsiteX3" fmla="*/ 109312 w 115387"/>
                  <a:gd name="connsiteY3" fmla="*/ 37165 h 110117"/>
                  <a:gd name="connsiteX4" fmla="*/ 114818 w 115387"/>
                  <a:gd name="connsiteY4" fmla="*/ 42671 h 110117"/>
                  <a:gd name="connsiteX5" fmla="*/ 113441 w 115387"/>
                  <a:gd name="connsiteY5" fmla="*/ 49553 h 110117"/>
                  <a:gd name="connsiteX6" fmla="*/ 90041 w 115387"/>
                  <a:gd name="connsiteY6" fmla="*/ 71576 h 110117"/>
                  <a:gd name="connsiteX7" fmla="*/ 95547 w 115387"/>
                  <a:gd name="connsiteY7" fmla="*/ 103235 h 110117"/>
                  <a:gd name="connsiteX8" fmla="*/ 91418 w 115387"/>
                  <a:gd name="connsiteY8" fmla="*/ 108741 h 110117"/>
                  <a:gd name="connsiteX9" fmla="*/ 87288 w 115387"/>
                  <a:gd name="connsiteY9" fmla="*/ 110117 h 110117"/>
                  <a:gd name="connsiteX10" fmla="*/ 84536 w 115387"/>
                  <a:gd name="connsiteY10" fmla="*/ 108741 h 110117"/>
                  <a:gd name="connsiteX11" fmla="*/ 73072 w 115387"/>
                  <a:gd name="connsiteY11" fmla="*/ 103646 h 110117"/>
                  <a:gd name="connsiteX12" fmla="*/ 59918 w 115387"/>
                  <a:gd name="connsiteY12" fmla="*/ 86176 h 110117"/>
                  <a:gd name="connsiteX13" fmla="*/ 27758 w 115387"/>
                  <a:gd name="connsiteY13" fmla="*/ 110117 h 110117"/>
                  <a:gd name="connsiteX14" fmla="*/ 22594 w 115387"/>
                  <a:gd name="connsiteY14" fmla="*/ 110117 h 110117"/>
                  <a:gd name="connsiteX15" fmla="*/ 19841 w 115387"/>
                  <a:gd name="connsiteY15" fmla="*/ 103235 h 110117"/>
                  <a:gd name="connsiteX16" fmla="*/ 25347 w 115387"/>
                  <a:gd name="connsiteY16" fmla="*/ 71576 h 110117"/>
                  <a:gd name="connsiteX17" fmla="*/ 1947 w 115387"/>
                  <a:gd name="connsiteY17" fmla="*/ 49553 h 110117"/>
                  <a:gd name="connsiteX18" fmla="*/ 571 w 115387"/>
                  <a:gd name="connsiteY18" fmla="*/ 42671 h 110117"/>
                  <a:gd name="connsiteX19" fmla="*/ 6077 w 115387"/>
                  <a:gd name="connsiteY19" fmla="*/ 37165 h 110117"/>
                  <a:gd name="connsiteX20" fmla="*/ 37736 w 115387"/>
                  <a:gd name="connsiteY20" fmla="*/ 33035 h 110117"/>
                  <a:gd name="connsiteX21" fmla="*/ 51500 w 115387"/>
                  <a:gd name="connsiteY21" fmla="*/ 4129 h 110117"/>
                  <a:gd name="connsiteX22" fmla="*/ 57178 w 115387"/>
                  <a:gd name="connsiteY22" fmla="*/ 0 h 110117"/>
                  <a:gd name="connsiteX23" fmla="*/ 55630 w 115387"/>
                  <a:gd name="connsiteY23" fmla="*/ 22023 h 110117"/>
                  <a:gd name="connsiteX24" fmla="*/ 45994 w 115387"/>
                  <a:gd name="connsiteY24" fmla="*/ 41294 h 110117"/>
                  <a:gd name="connsiteX25" fmla="*/ 40488 w 115387"/>
                  <a:gd name="connsiteY25" fmla="*/ 45423 h 110117"/>
                  <a:gd name="connsiteX26" fmla="*/ 19841 w 115387"/>
                  <a:gd name="connsiteY26" fmla="*/ 48176 h 110117"/>
                  <a:gd name="connsiteX27" fmla="*/ 34983 w 115387"/>
                  <a:gd name="connsiteY27" fmla="*/ 63318 h 110117"/>
                  <a:gd name="connsiteX28" fmla="*/ 39112 w 115387"/>
                  <a:gd name="connsiteY28" fmla="*/ 68823 h 110117"/>
                  <a:gd name="connsiteX29" fmla="*/ 34983 w 115387"/>
                  <a:gd name="connsiteY29" fmla="*/ 90847 h 110117"/>
                  <a:gd name="connsiteX30" fmla="*/ 54253 w 115387"/>
                  <a:gd name="connsiteY30" fmla="*/ 81212 h 110117"/>
                  <a:gd name="connsiteX31" fmla="*/ 55630 w 115387"/>
                  <a:gd name="connsiteY31" fmla="*/ 81212 h 110117"/>
                  <a:gd name="connsiteX32" fmla="*/ 57006 w 115387"/>
                  <a:gd name="connsiteY32" fmla="*/ 81212 h 110117"/>
                  <a:gd name="connsiteX33" fmla="*/ 58383 w 115387"/>
                  <a:gd name="connsiteY33" fmla="*/ 81212 h 110117"/>
                  <a:gd name="connsiteX34" fmla="*/ 59759 w 115387"/>
                  <a:gd name="connsiteY34" fmla="*/ 81212 h 110117"/>
                  <a:gd name="connsiteX35" fmla="*/ 80406 w 115387"/>
                  <a:gd name="connsiteY35" fmla="*/ 92223 h 110117"/>
                  <a:gd name="connsiteX36" fmla="*/ 76277 w 115387"/>
                  <a:gd name="connsiteY36" fmla="*/ 70200 h 110117"/>
                  <a:gd name="connsiteX37" fmla="*/ 77653 w 115387"/>
                  <a:gd name="connsiteY37" fmla="*/ 63318 h 110117"/>
                  <a:gd name="connsiteX38" fmla="*/ 92794 w 115387"/>
                  <a:gd name="connsiteY38" fmla="*/ 48176 h 110117"/>
                  <a:gd name="connsiteX39" fmla="*/ 70771 w 115387"/>
                  <a:gd name="connsiteY39" fmla="*/ 45423 h 110117"/>
                  <a:gd name="connsiteX40" fmla="*/ 65265 w 115387"/>
                  <a:gd name="connsiteY40" fmla="*/ 41294 h 110117"/>
                  <a:gd name="connsiteX41" fmla="*/ 55630 w 115387"/>
                  <a:gd name="connsiteY41" fmla="*/ 22023 h 11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5387" h="110117">
                    <a:moveTo>
                      <a:pt x="57178" y="0"/>
                    </a:moveTo>
                    <a:cubicBezTo>
                      <a:pt x="59759" y="0"/>
                      <a:pt x="62512" y="1377"/>
                      <a:pt x="63888" y="4129"/>
                    </a:cubicBezTo>
                    <a:lnTo>
                      <a:pt x="77653" y="33035"/>
                    </a:lnTo>
                    <a:lnTo>
                      <a:pt x="109312" y="37165"/>
                    </a:lnTo>
                    <a:cubicBezTo>
                      <a:pt x="112065" y="38541"/>
                      <a:pt x="113441" y="39918"/>
                      <a:pt x="114818" y="42671"/>
                    </a:cubicBezTo>
                    <a:cubicBezTo>
                      <a:pt x="116194" y="45423"/>
                      <a:pt x="114818" y="48176"/>
                      <a:pt x="113441" y="49553"/>
                    </a:cubicBezTo>
                    <a:lnTo>
                      <a:pt x="90041" y="71576"/>
                    </a:lnTo>
                    <a:lnTo>
                      <a:pt x="95547" y="103235"/>
                    </a:lnTo>
                    <a:cubicBezTo>
                      <a:pt x="95547" y="105988"/>
                      <a:pt x="94171" y="108741"/>
                      <a:pt x="91418" y="108741"/>
                    </a:cubicBezTo>
                    <a:cubicBezTo>
                      <a:pt x="90041" y="110117"/>
                      <a:pt x="88665" y="110117"/>
                      <a:pt x="87288" y="110117"/>
                    </a:cubicBezTo>
                    <a:cubicBezTo>
                      <a:pt x="87288" y="110117"/>
                      <a:pt x="85912" y="108741"/>
                      <a:pt x="84536" y="108741"/>
                    </a:cubicBezTo>
                    <a:lnTo>
                      <a:pt x="73072" y="103646"/>
                    </a:lnTo>
                    <a:lnTo>
                      <a:pt x="59918" y="86176"/>
                    </a:lnTo>
                    <a:lnTo>
                      <a:pt x="27758" y="110117"/>
                    </a:lnTo>
                    <a:lnTo>
                      <a:pt x="22594" y="110117"/>
                    </a:lnTo>
                    <a:cubicBezTo>
                      <a:pt x="19841" y="108741"/>
                      <a:pt x="19841" y="105988"/>
                      <a:pt x="19841" y="103235"/>
                    </a:cubicBezTo>
                    <a:lnTo>
                      <a:pt x="25347" y="71576"/>
                    </a:lnTo>
                    <a:lnTo>
                      <a:pt x="1947" y="49553"/>
                    </a:lnTo>
                    <a:cubicBezTo>
                      <a:pt x="571" y="48176"/>
                      <a:pt x="-806" y="45423"/>
                      <a:pt x="571" y="42671"/>
                    </a:cubicBezTo>
                    <a:cubicBezTo>
                      <a:pt x="571" y="39918"/>
                      <a:pt x="3324" y="37165"/>
                      <a:pt x="6077" y="37165"/>
                    </a:cubicBezTo>
                    <a:lnTo>
                      <a:pt x="37736" y="33035"/>
                    </a:lnTo>
                    <a:lnTo>
                      <a:pt x="51500" y="4129"/>
                    </a:lnTo>
                    <a:cubicBezTo>
                      <a:pt x="52189" y="1377"/>
                      <a:pt x="54598" y="0"/>
                      <a:pt x="57178" y="0"/>
                    </a:cubicBezTo>
                    <a:close/>
                    <a:moveTo>
                      <a:pt x="55630" y="22023"/>
                    </a:moveTo>
                    <a:lnTo>
                      <a:pt x="45994" y="41294"/>
                    </a:lnTo>
                    <a:cubicBezTo>
                      <a:pt x="44618" y="44047"/>
                      <a:pt x="43241" y="45423"/>
                      <a:pt x="40488" y="45423"/>
                    </a:cubicBezTo>
                    <a:lnTo>
                      <a:pt x="19841" y="48176"/>
                    </a:lnTo>
                    <a:lnTo>
                      <a:pt x="34983" y="63318"/>
                    </a:lnTo>
                    <a:cubicBezTo>
                      <a:pt x="36359" y="64694"/>
                      <a:pt x="37736" y="67447"/>
                      <a:pt x="39112" y="68823"/>
                    </a:cubicBezTo>
                    <a:lnTo>
                      <a:pt x="34983" y="90847"/>
                    </a:lnTo>
                    <a:lnTo>
                      <a:pt x="54253" y="81212"/>
                    </a:lnTo>
                    <a:cubicBezTo>
                      <a:pt x="55630" y="81212"/>
                      <a:pt x="55630" y="81212"/>
                      <a:pt x="55630" y="81212"/>
                    </a:cubicBezTo>
                    <a:cubicBezTo>
                      <a:pt x="55630" y="81212"/>
                      <a:pt x="57006" y="81212"/>
                      <a:pt x="57006" y="81212"/>
                    </a:cubicBezTo>
                    <a:cubicBezTo>
                      <a:pt x="57006" y="81212"/>
                      <a:pt x="58383" y="81212"/>
                      <a:pt x="58383" y="81212"/>
                    </a:cubicBezTo>
                    <a:cubicBezTo>
                      <a:pt x="59759" y="81212"/>
                      <a:pt x="59759" y="81212"/>
                      <a:pt x="59759" y="81212"/>
                    </a:cubicBezTo>
                    <a:lnTo>
                      <a:pt x="80406" y="92223"/>
                    </a:lnTo>
                    <a:lnTo>
                      <a:pt x="76277" y="70200"/>
                    </a:lnTo>
                    <a:cubicBezTo>
                      <a:pt x="74900" y="67447"/>
                      <a:pt x="76277" y="64694"/>
                      <a:pt x="77653" y="63318"/>
                    </a:cubicBezTo>
                    <a:lnTo>
                      <a:pt x="92794" y="48176"/>
                    </a:lnTo>
                    <a:lnTo>
                      <a:pt x="70771" y="45423"/>
                    </a:lnTo>
                    <a:cubicBezTo>
                      <a:pt x="68018" y="45423"/>
                      <a:pt x="66641" y="44047"/>
                      <a:pt x="65265" y="41294"/>
                    </a:cubicBezTo>
                    <a:lnTo>
                      <a:pt x="55630" y="22023"/>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7" name="任意多边形: 形状 106"/>
              <p:cNvSpPr/>
              <p:nvPr/>
            </p:nvSpPr>
            <p:spPr>
              <a:xfrm>
                <a:off x="1410324" y="4512410"/>
                <a:ext cx="88607" cy="83360"/>
              </a:xfrm>
              <a:custGeom>
                <a:avLst/>
                <a:gdLst>
                  <a:gd name="connsiteX0" fmla="*/ 59759 w 118140"/>
                  <a:gd name="connsiteY0" fmla="*/ 0 h 111149"/>
                  <a:gd name="connsiteX1" fmla="*/ 66641 w 118140"/>
                  <a:gd name="connsiteY1" fmla="*/ 4129 h 111149"/>
                  <a:gd name="connsiteX2" fmla="*/ 80405 w 118140"/>
                  <a:gd name="connsiteY2" fmla="*/ 33035 h 111149"/>
                  <a:gd name="connsiteX3" fmla="*/ 112064 w 118140"/>
                  <a:gd name="connsiteY3" fmla="*/ 37165 h 111149"/>
                  <a:gd name="connsiteX4" fmla="*/ 117570 w 118140"/>
                  <a:gd name="connsiteY4" fmla="*/ 44047 h 111149"/>
                  <a:gd name="connsiteX5" fmla="*/ 116194 w 118140"/>
                  <a:gd name="connsiteY5" fmla="*/ 50929 h 111149"/>
                  <a:gd name="connsiteX6" fmla="*/ 92794 w 118140"/>
                  <a:gd name="connsiteY6" fmla="*/ 72953 h 111149"/>
                  <a:gd name="connsiteX7" fmla="*/ 97582 w 118140"/>
                  <a:gd name="connsiteY7" fmla="*/ 89711 h 111149"/>
                  <a:gd name="connsiteX8" fmla="*/ 82511 w 118140"/>
                  <a:gd name="connsiteY8" fmla="*/ 90150 h 111149"/>
                  <a:gd name="connsiteX9" fmla="*/ 79029 w 118140"/>
                  <a:gd name="connsiteY9" fmla="*/ 71576 h 111149"/>
                  <a:gd name="connsiteX10" fmla="*/ 80405 w 118140"/>
                  <a:gd name="connsiteY10" fmla="*/ 64694 h 111149"/>
                  <a:gd name="connsiteX11" fmla="*/ 96923 w 118140"/>
                  <a:gd name="connsiteY11" fmla="*/ 49553 h 111149"/>
                  <a:gd name="connsiteX12" fmla="*/ 74900 w 118140"/>
                  <a:gd name="connsiteY12" fmla="*/ 46800 h 111149"/>
                  <a:gd name="connsiteX13" fmla="*/ 69394 w 118140"/>
                  <a:gd name="connsiteY13" fmla="*/ 42671 h 111149"/>
                  <a:gd name="connsiteX14" fmla="*/ 59758 w 118140"/>
                  <a:gd name="connsiteY14" fmla="*/ 23400 h 111149"/>
                  <a:gd name="connsiteX15" fmla="*/ 50123 w 118140"/>
                  <a:gd name="connsiteY15" fmla="*/ 42671 h 111149"/>
                  <a:gd name="connsiteX16" fmla="*/ 44617 w 118140"/>
                  <a:gd name="connsiteY16" fmla="*/ 46800 h 111149"/>
                  <a:gd name="connsiteX17" fmla="*/ 22594 w 118140"/>
                  <a:gd name="connsiteY17" fmla="*/ 49553 h 111149"/>
                  <a:gd name="connsiteX18" fmla="*/ 39111 w 118140"/>
                  <a:gd name="connsiteY18" fmla="*/ 64694 h 111149"/>
                  <a:gd name="connsiteX19" fmla="*/ 43241 w 118140"/>
                  <a:gd name="connsiteY19" fmla="*/ 71576 h 111149"/>
                  <a:gd name="connsiteX20" fmla="*/ 39111 w 118140"/>
                  <a:gd name="connsiteY20" fmla="*/ 93600 h 111149"/>
                  <a:gd name="connsiteX21" fmla="*/ 58382 w 118140"/>
                  <a:gd name="connsiteY21" fmla="*/ 83965 h 111149"/>
                  <a:gd name="connsiteX22" fmla="*/ 59758 w 118140"/>
                  <a:gd name="connsiteY22" fmla="*/ 83965 h 111149"/>
                  <a:gd name="connsiteX23" fmla="*/ 61135 w 118140"/>
                  <a:gd name="connsiteY23" fmla="*/ 83965 h 111149"/>
                  <a:gd name="connsiteX24" fmla="*/ 62511 w 118140"/>
                  <a:gd name="connsiteY24" fmla="*/ 83965 h 111149"/>
                  <a:gd name="connsiteX25" fmla="*/ 63888 w 118140"/>
                  <a:gd name="connsiteY25" fmla="*/ 83965 h 111149"/>
                  <a:gd name="connsiteX26" fmla="*/ 76601 w 118140"/>
                  <a:gd name="connsiteY26" fmla="*/ 90322 h 111149"/>
                  <a:gd name="connsiteX27" fmla="*/ 56403 w 118140"/>
                  <a:gd name="connsiteY27" fmla="*/ 90910 h 111149"/>
                  <a:gd name="connsiteX28" fmla="*/ 50970 w 118140"/>
                  <a:gd name="connsiteY28" fmla="*/ 101068 h 111149"/>
                  <a:gd name="connsiteX29" fmla="*/ 29476 w 118140"/>
                  <a:gd name="connsiteY29" fmla="*/ 110117 h 111149"/>
                  <a:gd name="connsiteX30" fmla="*/ 22594 w 118140"/>
                  <a:gd name="connsiteY30" fmla="*/ 110117 h 111149"/>
                  <a:gd name="connsiteX31" fmla="*/ 19841 w 118140"/>
                  <a:gd name="connsiteY31" fmla="*/ 103235 h 111149"/>
                  <a:gd name="connsiteX32" fmla="*/ 25347 w 118140"/>
                  <a:gd name="connsiteY32" fmla="*/ 71576 h 111149"/>
                  <a:gd name="connsiteX33" fmla="*/ 1947 w 118140"/>
                  <a:gd name="connsiteY33" fmla="*/ 49553 h 111149"/>
                  <a:gd name="connsiteX34" fmla="*/ 570 w 118140"/>
                  <a:gd name="connsiteY34" fmla="*/ 42671 h 111149"/>
                  <a:gd name="connsiteX35" fmla="*/ 6076 w 118140"/>
                  <a:gd name="connsiteY35" fmla="*/ 37165 h 111149"/>
                  <a:gd name="connsiteX36" fmla="*/ 39111 w 118140"/>
                  <a:gd name="connsiteY36" fmla="*/ 33035 h 111149"/>
                  <a:gd name="connsiteX37" fmla="*/ 52876 w 118140"/>
                  <a:gd name="connsiteY37" fmla="*/ 4129 h 111149"/>
                  <a:gd name="connsiteX38" fmla="*/ 59759 w 118140"/>
                  <a:gd name="connsiteY38" fmla="*/ 0 h 111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18140" h="111149">
                    <a:moveTo>
                      <a:pt x="59759" y="0"/>
                    </a:moveTo>
                    <a:cubicBezTo>
                      <a:pt x="62512" y="0"/>
                      <a:pt x="65265" y="1377"/>
                      <a:pt x="66641" y="4129"/>
                    </a:cubicBezTo>
                    <a:lnTo>
                      <a:pt x="80405" y="33035"/>
                    </a:lnTo>
                    <a:lnTo>
                      <a:pt x="112064" y="37165"/>
                    </a:lnTo>
                    <a:cubicBezTo>
                      <a:pt x="114817" y="38541"/>
                      <a:pt x="116194" y="41294"/>
                      <a:pt x="117570" y="44047"/>
                    </a:cubicBezTo>
                    <a:cubicBezTo>
                      <a:pt x="118947" y="46800"/>
                      <a:pt x="117570" y="49553"/>
                      <a:pt x="116194" y="50929"/>
                    </a:cubicBezTo>
                    <a:lnTo>
                      <a:pt x="92794" y="72953"/>
                    </a:lnTo>
                    <a:lnTo>
                      <a:pt x="97582" y="89711"/>
                    </a:lnTo>
                    <a:lnTo>
                      <a:pt x="82511" y="90150"/>
                    </a:lnTo>
                    <a:lnTo>
                      <a:pt x="79029" y="71576"/>
                    </a:lnTo>
                    <a:cubicBezTo>
                      <a:pt x="77653" y="68823"/>
                      <a:pt x="79029" y="66071"/>
                      <a:pt x="80405" y="64694"/>
                    </a:cubicBezTo>
                    <a:lnTo>
                      <a:pt x="96923" y="49553"/>
                    </a:lnTo>
                    <a:lnTo>
                      <a:pt x="74900" y="46800"/>
                    </a:lnTo>
                    <a:cubicBezTo>
                      <a:pt x="72147" y="46800"/>
                      <a:pt x="70770" y="45423"/>
                      <a:pt x="69394" y="42671"/>
                    </a:cubicBezTo>
                    <a:lnTo>
                      <a:pt x="59758" y="23400"/>
                    </a:lnTo>
                    <a:lnTo>
                      <a:pt x="50123" y="42671"/>
                    </a:lnTo>
                    <a:cubicBezTo>
                      <a:pt x="48747" y="45423"/>
                      <a:pt x="47370" y="46800"/>
                      <a:pt x="44617" y="46800"/>
                    </a:cubicBezTo>
                    <a:lnTo>
                      <a:pt x="22594" y="49553"/>
                    </a:lnTo>
                    <a:lnTo>
                      <a:pt x="39111" y="64694"/>
                    </a:lnTo>
                    <a:cubicBezTo>
                      <a:pt x="40488" y="66071"/>
                      <a:pt x="40488" y="68823"/>
                      <a:pt x="43241" y="71576"/>
                    </a:cubicBezTo>
                    <a:lnTo>
                      <a:pt x="39111" y="93600"/>
                    </a:lnTo>
                    <a:lnTo>
                      <a:pt x="58382" y="83965"/>
                    </a:lnTo>
                    <a:cubicBezTo>
                      <a:pt x="58382" y="83965"/>
                      <a:pt x="59758" y="83965"/>
                      <a:pt x="59758" y="83965"/>
                    </a:cubicBezTo>
                    <a:cubicBezTo>
                      <a:pt x="61135" y="83965"/>
                      <a:pt x="61135" y="83965"/>
                      <a:pt x="61135" y="83965"/>
                    </a:cubicBezTo>
                    <a:cubicBezTo>
                      <a:pt x="62511" y="83965"/>
                      <a:pt x="62511" y="83965"/>
                      <a:pt x="62511" y="83965"/>
                    </a:cubicBezTo>
                    <a:cubicBezTo>
                      <a:pt x="62511" y="83965"/>
                      <a:pt x="63888" y="83965"/>
                      <a:pt x="63888" y="83965"/>
                    </a:cubicBezTo>
                    <a:lnTo>
                      <a:pt x="76601" y="90322"/>
                    </a:lnTo>
                    <a:lnTo>
                      <a:pt x="56403" y="90910"/>
                    </a:lnTo>
                    <a:lnTo>
                      <a:pt x="50970" y="101068"/>
                    </a:lnTo>
                    <a:lnTo>
                      <a:pt x="29476" y="110117"/>
                    </a:lnTo>
                    <a:cubicBezTo>
                      <a:pt x="28100" y="111494"/>
                      <a:pt x="25347" y="111494"/>
                      <a:pt x="22594" y="110117"/>
                    </a:cubicBezTo>
                    <a:cubicBezTo>
                      <a:pt x="19841" y="108741"/>
                      <a:pt x="19841" y="105988"/>
                      <a:pt x="19841" y="103235"/>
                    </a:cubicBezTo>
                    <a:lnTo>
                      <a:pt x="25347" y="71576"/>
                    </a:lnTo>
                    <a:lnTo>
                      <a:pt x="1947" y="49553"/>
                    </a:lnTo>
                    <a:cubicBezTo>
                      <a:pt x="570" y="48176"/>
                      <a:pt x="-806" y="45423"/>
                      <a:pt x="570" y="42671"/>
                    </a:cubicBezTo>
                    <a:cubicBezTo>
                      <a:pt x="1947" y="39918"/>
                      <a:pt x="3323" y="38541"/>
                      <a:pt x="6076" y="37165"/>
                    </a:cubicBezTo>
                    <a:lnTo>
                      <a:pt x="39111" y="33035"/>
                    </a:lnTo>
                    <a:lnTo>
                      <a:pt x="52876" y="4129"/>
                    </a:lnTo>
                    <a:cubicBezTo>
                      <a:pt x="54253" y="1377"/>
                      <a:pt x="57006" y="0"/>
                      <a:pt x="59759" y="0"/>
                    </a:cubicBez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8" name="任意多边形: 形状 107"/>
              <p:cNvSpPr/>
              <p:nvPr/>
            </p:nvSpPr>
            <p:spPr>
              <a:xfrm>
                <a:off x="1676680" y="4512411"/>
                <a:ext cx="87148" cy="84651"/>
              </a:xfrm>
              <a:custGeom>
                <a:avLst/>
                <a:gdLst>
                  <a:gd name="connsiteX0" fmla="*/ 57178 w 116194"/>
                  <a:gd name="connsiteY0" fmla="*/ 0 h 112870"/>
                  <a:gd name="connsiteX1" fmla="*/ 63888 w 116194"/>
                  <a:gd name="connsiteY1" fmla="*/ 4129 h 112870"/>
                  <a:gd name="connsiteX2" fmla="*/ 77653 w 116194"/>
                  <a:gd name="connsiteY2" fmla="*/ 33035 h 112870"/>
                  <a:gd name="connsiteX3" fmla="*/ 110688 w 116194"/>
                  <a:gd name="connsiteY3" fmla="*/ 37165 h 112870"/>
                  <a:gd name="connsiteX4" fmla="*/ 116194 w 116194"/>
                  <a:gd name="connsiteY4" fmla="*/ 42671 h 112870"/>
                  <a:gd name="connsiteX5" fmla="*/ 113441 w 116194"/>
                  <a:gd name="connsiteY5" fmla="*/ 50929 h 112870"/>
                  <a:gd name="connsiteX6" fmla="*/ 90041 w 116194"/>
                  <a:gd name="connsiteY6" fmla="*/ 72953 h 112870"/>
                  <a:gd name="connsiteX7" fmla="*/ 95547 w 116194"/>
                  <a:gd name="connsiteY7" fmla="*/ 104612 h 112870"/>
                  <a:gd name="connsiteX8" fmla="*/ 92794 w 116194"/>
                  <a:gd name="connsiteY8" fmla="*/ 111494 h 112870"/>
                  <a:gd name="connsiteX9" fmla="*/ 88665 w 116194"/>
                  <a:gd name="connsiteY9" fmla="*/ 112870 h 112870"/>
                  <a:gd name="connsiteX10" fmla="*/ 85912 w 116194"/>
                  <a:gd name="connsiteY10" fmla="*/ 111494 h 112870"/>
                  <a:gd name="connsiteX11" fmla="*/ 63559 w 116194"/>
                  <a:gd name="connsiteY11" fmla="*/ 100318 h 112870"/>
                  <a:gd name="connsiteX12" fmla="*/ 49889 w 116194"/>
                  <a:gd name="connsiteY12" fmla="*/ 89005 h 112870"/>
                  <a:gd name="connsiteX13" fmla="*/ 41579 w 116194"/>
                  <a:gd name="connsiteY13" fmla="*/ 90301 h 112870"/>
                  <a:gd name="connsiteX14" fmla="*/ 57006 w 116194"/>
                  <a:gd name="connsiteY14" fmla="*/ 82588 h 112870"/>
                  <a:gd name="connsiteX15" fmla="*/ 58382 w 116194"/>
                  <a:gd name="connsiteY15" fmla="*/ 82588 h 112870"/>
                  <a:gd name="connsiteX16" fmla="*/ 59759 w 116194"/>
                  <a:gd name="connsiteY16" fmla="*/ 82588 h 112870"/>
                  <a:gd name="connsiteX17" fmla="*/ 61135 w 116194"/>
                  <a:gd name="connsiteY17" fmla="*/ 82588 h 112870"/>
                  <a:gd name="connsiteX18" fmla="*/ 80406 w 116194"/>
                  <a:gd name="connsiteY18" fmla="*/ 92223 h 112870"/>
                  <a:gd name="connsiteX19" fmla="*/ 76276 w 116194"/>
                  <a:gd name="connsiteY19" fmla="*/ 70200 h 112870"/>
                  <a:gd name="connsiteX20" fmla="*/ 77653 w 116194"/>
                  <a:gd name="connsiteY20" fmla="*/ 64694 h 112870"/>
                  <a:gd name="connsiteX21" fmla="*/ 94171 w 116194"/>
                  <a:gd name="connsiteY21" fmla="*/ 49553 h 112870"/>
                  <a:gd name="connsiteX22" fmla="*/ 72147 w 116194"/>
                  <a:gd name="connsiteY22" fmla="*/ 46800 h 112870"/>
                  <a:gd name="connsiteX23" fmla="*/ 66641 w 116194"/>
                  <a:gd name="connsiteY23" fmla="*/ 42671 h 112870"/>
                  <a:gd name="connsiteX24" fmla="*/ 57006 w 116194"/>
                  <a:gd name="connsiteY24" fmla="*/ 23400 h 112870"/>
                  <a:gd name="connsiteX25" fmla="*/ 47371 w 116194"/>
                  <a:gd name="connsiteY25" fmla="*/ 42671 h 112870"/>
                  <a:gd name="connsiteX26" fmla="*/ 41865 w 116194"/>
                  <a:gd name="connsiteY26" fmla="*/ 46800 h 112870"/>
                  <a:gd name="connsiteX27" fmla="*/ 25347 w 116194"/>
                  <a:gd name="connsiteY27" fmla="*/ 49553 h 112870"/>
                  <a:gd name="connsiteX28" fmla="*/ 40488 w 116194"/>
                  <a:gd name="connsiteY28" fmla="*/ 64694 h 112870"/>
                  <a:gd name="connsiteX29" fmla="*/ 41865 w 116194"/>
                  <a:gd name="connsiteY29" fmla="*/ 70200 h 112870"/>
                  <a:gd name="connsiteX30" fmla="*/ 37991 w 116194"/>
                  <a:gd name="connsiteY30" fmla="*/ 90861 h 112870"/>
                  <a:gd name="connsiteX31" fmla="*/ 21174 w 116194"/>
                  <a:gd name="connsiteY31" fmla="*/ 93484 h 112870"/>
                  <a:gd name="connsiteX32" fmla="*/ 25347 w 116194"/>
                  <a:gd name="connsiteY32" fmla="*/ 71576 h 112870"/>
                  <a:gd name="connsiteX33" fmla="*/ 1947 w 116194"/>
                  <a:gd name="connsiteY33" fmla="*/ 49553 h 112870"/>
                  <a:gd name="connsiteX34" fmla="*/ 571 w 116194"/>
                  <a:gd name="connsiteY34" fmla="*/ 42671 h 112870"/>
                  <a:gd name="connsiteX35" fmla="*/ 6076 w 116194"/>
                  <a:gd name="connsiteY35" fmla="*/ 37165 h 112870"/>
                  <a:gd name="connsiteX36" fmla="*/ 37735 w 116194"/>
                  <a:gd name="connsiteY36" fmla="*/ 33035 h 112870"/>
                  <a:gd name="connsiteX37" fmla="*/ 51500 w 116194"/>
                  <a:gd name="connsiteY37" fmla="*/ 4129 h 112870"/>
                  <a:gd name="connsiteX38" fmla="*/ 57178 w 116194"/>
                  <a:gd name="connsiteY38" fmla="*/ 0 h 11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16194" h="112870">
                    <a:moveTo>
                      <a:pt x="57178" y="0"/>
                    </a:moveTo>
                    <a:cubicBezTo>
                      <a:pt x="59759" y="0"/>
                      <a:pt x="62512" y="1377"/>
                      <a:pt x="63888" y="4129"/>
                    </a:cubicBezTo>
                    <a:lnTo>
                      <a:pt x="77653" y="33035"/>
                    </a:lnTo>
                    <a:lnTo>
                      <a:pt x="110688" y="37165"/>
                    </a:lnTo>
                    <a:cubicBezTo>
                      <a:pt x="113441" y="38541"/>
                      <a:pt x="114818" y="39918"/>
                      <a:pt x="116194" y="42671"/>
                    </a:cubicBezTo>
                    <a:cubicBezTo>
                      <a:pt x="116194" y="45423"/>
                      <a:pt x="116194" y="48176"/>
                      <a:pt x="113441" y="50929"/>
                    </a:cubicBezTo>
                    <a:lnTo>
                      <a:pt x="90041" y="72953"/>
                    </a:lnTo>
                    <a:lnTo>
                      <a:pt x="95547" y="104612"/>
                    </a:lnTo>
                    <a:cubicBezTo>
                      <a:pt x="95547" y="107365"/>
                      <a:pt x="95547" y="110117"/>
                      <a:pt x="92794" y="111494"/>
                    </a:cubicBezTo>
                    <a:cubicBezTo>
                      <a:pt x="91418" y="112870"/>
                      <a:pt x="90041" y="112870"/>
                      <a:pt x="88665" y="112870"/>
                    </a:cubicBezTo>
                    <a:cubicBezTo>
                      <a:pt x="88665" y="112870"/>
                      <a:pt x="87288" y="111494"/>
                      <a:pt x="85912" y="111494"/>
                    </a:cubicBezTo>
                    <a:lnTo>
                      <a:pt x="63559" y="100318"/>
                    </a:lnTo>
                    <a:lnTo>
                      <a:pt x="49889" y="89005"/>
                    </a:lnTo>
                    <a:lnTo>
                      <a:pt x="41579" y="90301"/>
                    </a:lnTo>
                    <a:lnTo>
                      <a:pt x="57006" y="82588"/>
                    </a:lnTo>
                    <a:cubicBezTo>
                      <a:pt x="57006" y="82588"/>
                      <a:pt x="58382" y="82588"/>
                      <a:pt x="58382" y="82588"/>
                    </a:cubicBezTo>
                    <a:cubicBezTo>
                      <a:pt x="58382" y="82588"/>
                      <a:pt x="59759" y="82588"/>
                      <a:pt x="59759" y="82588"/>
                    </a:cubicBezTo>
                    <a:cubicBezTo>
                      <a:pt x="59759" y="82588"/>
                      <a:pt x="61135" y="82588"/>
                      <a:pt x="61135" y="82588"/>
                    </a:cubicBezTo>
                    <a:lnTo>
                      <a:pt x="80406" y="92223"/>
                    </a:lnTo>
                    <a:lnTo>
                      <a:pt x="76276" y="70200"/>
                    </a:lnTo>
                    <a:cubicBezTo>
                      <a:pt x="74900" y="68823"/>
                      <a:pt x="76276" y="66071"/>
                      <a:pt x="77653" y="64694"/>
                    </a:cubicBezTo>
                    <a:lnTo>
                      <a:pt x="94171" y="49553"/>
                    </a:lnTo>
                    <a:lnTo>
                      <a:pt x="72147" y="46800"/>
                    </a:lnTo>
                    <a:cubicBezTo>
                      <a:pt x="69394" y="46800"/>
                      <a:pt x="68018" y="45423"/>
                      <a:pt x="66641" y="42671"/>
                    </a:cubicBezTo>
                    <a:lnTo>
                      <a:pt x="57006" y="23400"/>
                    </a:lnTo>
                    <a:lnTo>
                      <a:pt x="47371" y="42671"/>
                    </a:lnTo>
                    <a:cubicBezTo>
                      <a:pt x="45994" y="45423"/>
                      <a:pt x="44618" y="46800"/>
                      <a:pt x="41865" y="46800"/>
                    </a:cubicBezTo>
                    <a:lnTo>
                      <a:pt x="25347" y="49553"/>
                    </a:lnTo>
                    <a:lnTo>
                      <a:pt x="40488" y="64694"/>
                    </a:lnTo>
                    <a:cubicBezTo>
                      <a:pt x="41865" y="66071"/>
                      <a:pt x="41865" y="67447"/>
                      <a:pt x="41865" y="70200"/>
                    </a:cubicBezTo>
                    <a:lnTo>
                      <a:pt x="37991" y="90861"/>
                    </a:lnTo>
                    <a:lnTo>
                      <a:pt x="21174" y="93484"/>
                    </a:lnTo>
                    <a:lnTo>
                      <a:pt x="25347" y="71576"/>
                    </a:lnTo>
                    <a:lnTo>
                      <a:pt x="1947" y="49553"/>
                    </a:lnTo>
                    <a:cubicBezTo>
                      <a:pt x="571" y="48176"/>
                      <a:pt x="-806" y="45423"/>
                      <a:pt x="571" y="42671"/>
                    </a:cubicBezTo>
                    <a:cubicBezTo>
                      <a:pt x="571" y="39918"/>
                      <a:pt x="3324" y="37165"/>
                      <a:pt x="6076" y="37165"/>
                    </a:cubicBezTo>
                    <a:lnTo>
                      <a:pt x="37735" y="33035"/>
                    </a:lnTo>
                    <a:lnTo>
                      <a:pt x="51500" y="4129"/>
                    </a:lnTo>
                    <a:cubicBezTo>
                      <a:pt x="52188" y="1377"/>
                      <a:pt x="54597" y="0"/>
                      <a:pt x="57178" y="0"/>
                    </a:cubicBez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09" name="任意多边形: 形状 108"/>
              <p:cNvSpPr/>
              <p:nvPr/>
            </p:nvSpPr>
            <p:spPr>
              <a:xfrm>
                <a:off x="1467780" y="4580022"/>
                <a:ext cx="4918" cy="2588"/>
              </a:xfrm>
              <a:custGeom>
                <a:avLst/>
                <a:gdLst>
                  <a:gd name="connsiteX0" fmla="*/ 5910 w 6557"/>
                  <a:gd name="connsiteY0" fmla="*/ 0 h 3450"/>
                  <a:gd name="connsiteX1" fmla="*/ 6557 w 6557"/>
                  <a:gd name="connsiteY1" fmla="*/ 3450 h 3450"/>
                  <a:gd name="connsiteX2" fmla="*/ 0 w 6557"/>
                  <a:gd name="connsiteY2" fmla="*/ 172 h 3450"/>
                  <a:gd name="connsiteX3" fmla="*/ 5910 w 6557"/>
                  <a:gd name="connsiteY3" fmla="*/ 0 h 3450"/>
                </a:gdLst>
                <a:ahLst/>
                <a:cxnLst>
                  <a:cxn ang="0">
                    <a:pos x="connsiteX0" y="connsiteY0"/>
                  </a:cxn>
                  <a:cxn ang="0">
                    <a:pos x="connsiteX1" y="connsiteY1"/>
                  </a:cxn>
                  <a:cxn ang="0">
                    <a:pos x="connsiteX2" y="connsiteY2"/>
                  </a:cxn>
                  <a:cxn ang="0">
                    <a:pos x="connsiteX3" y="connsiteY3"/>
                  </a:cxn>
                </a:cxnLst>
                <a:rect l="l" t="t" r="r" b="b"/>
                <a:pathLst>
                  <a:path w="6557" h="3450">
                    <a:moveTo>
                      <a:pt x="5910" y="0"/>
                    </a:moveTo>
                    <a:lnTo>
                      <a:pt x="6557" y="3450"/>
                    </a:lnTo>
                    <a:lnTo>
                      <a:pt x="0" y="172"/>
                    </a:lnTo>
                    <a:lnTo>
                      <a:pt x="5910" y="0"/>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0" name="任意多边形: 形状 109"/>
              <p:cNvSpPr/>
              <p:nvPr/>
            </p:nvSpPr>
            <p:spPr>
              <a:xfrm>
                <a:off x="1704984" y="4580137"/>
                <a:ext cx="2884" cy="1441"/>
              </a:xfrm>
              <a:custGeom>
                <a:avLst/>
                <a:gdLst>
                  <a:gd name="connsiteX0" fmla="*/ 3844 w 3844"/>
                  <a:gd name="connsiteY0" fmla="*/ 0 h 1922"/>
                  <a:gd name="connsiteX1" fmla="*/ 0 w 3844"/>
                  <a:gd name="connsiteY1" fmla="*/ 1922 h 1922"/>
                  <a:gd name="connsiteX2" fmla="*/ 256 w 3844"/>
                  <a:gd name="connsiteY2" fmla="*/ 560 h 1922"/>
                  <a:gd name="connsiteX3" fmla="*/ 3844 w 3844"/>
                  <a:gd name="connsiteY3" fmla="*/ 0 h 1922"/>
                </a:gdLst>
                <a:ahLst/>
                <a:cxnLst>
                  <a:cxn ang="0">
                    <a:pos x="connsiteX0" y="connsiteY0"/>
                  </a:cxn>
                  <a:cxn ang="0">
                    <a:pos x="connsiteX1" y="connsiteY1"/>
                  </a:cxn>
                  <a:cxn ang="0">
                    <a:pos x="connsiteX2" y="connsiteY2"/>
                  </a:cxn>
                  <a:cxn ang="0">
                    <a:pos x="connsiteX3" y="connsiteY3"/>
                  </a:cxn>
                </a:cxnLst>
                <a:rect l="l" t="t" r="r" b="b"/>
                <a:pathLst>
                  <a:path w="3844" h="1922">
                    <a:moveTo>
                      <a:pt x="3844" y="0"/>
                    </a:moveTo>
                    <a:lnTo>
                      <a:pt x="0" y="1922"/>
                    </a:lnTo>
                    <a:lnTo>
                      <a:pt x="256" y="560"/>
                    </a:lnTo>
                    <a:lnTo>
                      <a:pt x="3844" y="0"/>
                    </a:lnTo>
                    <a:close/>
                  </a:path>
                </a:pathLst>
              </a:custGeom>
              <a:grpFill/>
              <a:ln w="13727"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grpSp>
          <p:nvGrpSpPr>
            <p:cNvPr id="111" name="图形 22"/>
            <p:cNvGrpSpPr/>
            <p:nvPr/>
          </p:nvGrpSpPr>
          <p:grpSpPr>
            <a:xfrm>
              <a:off x="4479222" y="3375947"/>
              <a:ext cx="352132" cy="353260"/>
              <a:chOff x="1595314" y="7030237"/>
              <a:chExt cx="352132" cy="353260"/>
            </a:xfrm>
            <a:solidFill>
              <a:schemeClr val="bg1"/>
            </a:solidFill>
            <a:effectLst/>
          </p:grpSpPr>
          <p:sp>
            <p:nvSpPr>
              <p:cNvPr id="112" name="任意多边形: 形状 111"/>
              <p:cNvSpPr/>
              <p:nvPr/>
            </p:nvSpPr>
            <p:spPr>
              <a:xfrm>
                <a:off x="1902156" y="7161579"/>
                <a:ext cx="45290" cy="89447"/>
              </a:xfrm>
              <a:custGeom>
                <a:avLst/>
                <a:gdLst>
                  <a:gd name="connsiteX0" fmla="*/ 30194 w 60387"/>
                  <a:gd name="connsiteY0" fmla="*/ 52838 h 119263"/>
                  <a:gd name="connsiteX1" fmla="*/ 15097 w 60387"/>
                  <a:gd name="connsiteY1" fmla="*/ 39251 h 119263"/>
                  <a:gd name="connsiteX2" fmla="*/ 30194 w 60387"/>
                  <a:gd name="connsiteY2" fmla="*/ 25664 h 119263"/>
                  <a:gd name="connsiteX3" fmla="*/ 45290 w 60387"/>
                  <a:gd name="connsiteY3" fmla="*/ 39251 h 119263"/>
                  <a:gd name="connsiteX4" fmla="*/ 52839 w 60387"/>
                  <a:gd name="connsiteY4" fmla="*/ 46800 h 119263"/>
                  <a:gd name="connsiteX5" fmla="*/ 60387 w 60387"/>
                  <a:gd name="connsiteY5" fmla="*/ 39251 h 119263"/>
                  <a:gd name="connsiteX6" fmla="*/ 37742 w 60387"/>
                  <a:gd name="connsiteY6" fmla="*/ 12077 h 119263"/>
                  <a:gd name="connsiteX7" fmla="*/ 37742 w 60387"/>
                  <a:gd name="connsiteY7" fmla="*/ 7548 h 119263"/>
                  <a:gd name="connsiteX8" fmla="*/ 30194 w 60387"/>
                  <a:gd name="connsiteY8" fmla="*/ 0 h 119263"/>
                  <a:gd name="connsiteX9" fmla="*/ 22645 w 60387"/>
                  <a:gd name="connsiteY9" fmla="*/ 7548 h 119263"/>
                  <a:gd name="connsiteX10" fmla="*/ 22645 w 60387"/>
                  <a:gd name="connsiteY10" fmla="*/ 12077 h 119263"/>
                  <a:gd name="connsiteX11" fmla="*/ 0 w 60387"/>
                  <a:gd name="connsiteY11" fmla="*/ 39251 h 119263"/>
                  <a:gd name="connsiteX12" fmla="*/ 30194 w 60387"/>
                  <a:gd name="connsiteY12" fmla="*/ 66425 h 119263"/>
                  <a:gd name="connsiteX13" fmla="*/ 45290 w 60387"/>
                  <a:gd name="connsiteY13" fmla="*/ 80012 h 119263"/>
                  <a:gd name="connsiteX14" fmla="*/ 30194 w 60387"/>
                  <a:gd name="connsiteY14" fmla="*/ 93599 h 119263"/>
                  <a:gd name="connsiteX15" fmla="*/ 15097 w 60387"/>
                  <a:gd name="connsiteY15" fmla="*/ 80012 h 119263"/>
                  <a:gd name="connsiteX16" fmla="*/ 7548 w 60387"/>
                  <a:gd name="connsiteY16" fmla="*/ 72464 h 119263"/>
                  <a:gd name="connsiteX17" fmla="*/ 0 w 60387"/>
                  <a:gd name="connsiteY17" fmla="*/ 80012 h 119263"/>
                  <a:gd name="connsiteX18" fmla="*/ 22645 w 60387"/>
                  <a:gd name="connsiteY18" fmla="*/ 107186 h 119263"/>
                  <a:gd name="connsiteX19" fmla="*/ 22645 w 60387"/>
                  <a:gd name="connsiteY19" fmla="*/ 111715 h 119263"/>
                  <a:gd name="connsiteX20" fmla="*/ 30194 w 60387"/>
                  <a:gd name="connsiteY20" fmla="*/ 119263 h 119263"/>
                  <a:gd name="connsiteX21" fmla="*/ 37742 w 60387"/>
                  <a:gd name="connsiteY21" fmla="*/ 111715 h 119263"/>
                  <a:gd name="connsiteX22" fmla="*/ 37742 w 60387"/>
                  <a:gd name="connsiteY22" fmla="*/ 107186 h 119263"/>
                  <a:gd name="connsiteX23" fmla="*/ 60387 w 60387"/>
                  <a:gd name="connsiteY23" fmla="*/ 80012 h 119263"/>
                  <a:gd name="connsiteX24" fmla="*/ 30194 w 60387"/>
                  <a:gd name="connsiteY24" fmla="*/ 52838 h 119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87" h="119263">
                    <a:moveTo>
                      <a:pt x="30194" y="52838"/>
                    </a:moveTo>
                    <a:cubicBezTo>
                      <a:pt x="19626" y="52838"/>
                      <a:pt x="15097" y="48309"/>
                      <a:pt x="15097" y="39251"/>
                    </a:cubicBezTo>
                    <a:cubicBezTo>
                      <a:pt x="15097" y="31703"/>
                      <a:pt x="22645" y="25664"/>
                      <a:pt x="30194" y="25664"/>
                    </a:cubicBezTo>
                    <a:cubicBezTo>
                      <a:pt x="39252" y="25664"/>
                      <a:pt x="45290" y="31703"/>
                      <a:pt x="45290" y="39251"/>
                    </a:cubicBezTo>
                    <a:cubicBezTo>
                      <a:pt x="45290" y="43780"/>
                      <a:pt x="48310" y="46800"/>
                      <a:pt x="52839" y="46800"/>
                    </a:cubicBezTo>
                    <a:cubicBezTo>
                      <a:pt x="57368" y="46800"/>
                      <a:pt x="60387" y="43780"/>
                      <a:pt x="60387" y="39251"/>
                    </a:cubicBezTo>
                    <a:cubicBezTo>
                      <a:pt x="60387" y="25664"/>
                      <a:pt x="51329" y="15097"/>
                      <a:pt x="37742" y="12077"/>
                    </a:cubicBezTo>
                    <a:lnTo>
                      <a:pt x="37742" y="7548"/>
                    </a:lnTo>
                    <a:cubicBezTo>
                      <a:pt x="37742" y="3019"/>
                      <a:pt x="34723" y="0"/>
                      <a:pt x="30194" y="0"/>
                    </a:cubicBezTo>
                    <a:cubicBezTo>
                      <a:pt x="25664" y="0"/>
                      <a:pt x="22645" y="3019"/>
                      <a:pt x="22645" y="7548"/>
                    </a:cubicBezTo>
                    <a:lnTo>
                      <a:pt x="22645" y="12077"/>
                    </a:lnTo>
                    <a:cubicBezTo>
                      <a:pt x="9058" y="15097"/>
                      <a:pt x="0" y="25664"/>
                      <a:pt x="0" y="39251"/>
                    </a:cubicBezTo>
                    <a:cubicBezTo>
                      <a:pt x="0" y="52838"/>
                      <a:pt x="7548" y="66425"/>
                      <a:pt x="30194" y="66425"/>
                    </a:cubicBezTo>
                    <a:cubicBezTo>
                      <a:pt x="40761" y="66425"/>
                      <a:pt x="45290" y="70954"/>
                      <a:pt x="45290" y="80012"/>
                    </a:cubicBezTo>
                    <a:cubicBezTo>
                      <a:pt x="45290" y="87561"/>
                      <a:pt x="37742" y="93599"/>
                      <a:pt x="30194" y="93599"/>
                    </a:cubicBezTo>
                    <a:cubicBezTo>
                      <a:pt x="21135" y="93599"/>
                      <a:pt x="15097" y="87561"/>
                      <a:pt x="15097" y="80012"/>
                    </a:cubicBezTo>
                    <a:cubicBezTo>
                      <a:pt x="15097" y="75483"/>
                      <a:pt x="12077" y="72464"/>
                      <a:pt x="7548" y="72464"/>
                    </a:cubicBezTo>
                    <a:cubicBezTo>
                      <a:pt x="3019" y="72464"/>
                      <a:pt x="0" y="75483"/>
                      <a:pt x="0" y="80012"/>
                    </a:cubicBezTo>
                    <a:cubicBezTo>
                      <a:pt x="0" y="93599"/>
                      <a:pt x="10568" y="104167"/>
                      <a:pt x="22645" y="107186"/>
                    </a:cubicBezTo>
                    <a:lnTo>
                      <a:pt x="22645" y="111715"/>
                    </a:lnTo>
                    <a:cubicBezTo>
                      <a:pt x="22645" y="116244"/>
                      <a:pt x="25664" y="119263"/>
                      <a:pt x="30194" y="119263"/>
                    </a:cubicBezTo>
                    <a:cubicBezTo>
                      <a:pt x="34723" y="119263"/>
                      <a:pt x="37742" y="116244"/>
                      <a:pt x="37742" y="111715"/>
                    </a:cubicBezTo>
                    <a:lnTo>
                      <a:pt x="37742" y="107186"/>
                    </a:lnTo>
                    <a:cubicBezTo>
                      <a:pt x="51329" y="104167"/>
                      <a:pt x="60387" y="93599"/>
                      <a:pt x="60387" y="80012"/>
                    </a:cubicBezTo>
                    <a:cubicBezTo>
                      <a:pt x="60387" y="67935"/>
                      <a:pt x="52839" y="52838"/>
                      <a:pt x="30194" y="52838"/>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3" name="任意多边形: 形状 112"/>
              <p:cNvSpPr/>
              <p:nvPr/>
            </p:nvSpPr>
            <p:spPr>
              <a:xfrm>
                <a:off x="1595314" y="7162711"/>
                <a:ext cx="45290" cy="89447"/>
              </a:xfrm>
              <a:custGeom>
                <a:avLst/>
                <a:gdLst>
                  <a:gd name="connsiteX0" fmla="*/ 60387 w 60387"/>
                  <a:gd name="connsiteY0" fmla="*/ 80012 h 119263"/>
                  <a:gd name="connsiteX1" fmla="*/ 30194 w 60387"/>
                  <a:gd name="connsiteY1" fmla="*/ 52838 h 119263"/>
                  <a:gd name="connsiteX2" fmla="*/ 15097 w 60387"/>
                  <a:gd name="connsiteY2" fmla="*/ 39251 h 119263"/>
                  <a:gd name="connsiteX3" fmla="*/ 30194 w 60387"/>
                  <a:gd name="connsiteY3" fmla="*/ 25664 h 119263"/>
                  <a:gd name="connsiteX4" fmla="*/ 45290 w 60387"/>
                  <a:gd name="connsiteY4" fmla="*/ 39251 h 119263"/>
                  <a:gd name="connsiteX5" fmla="*/ 52839 w 60387"/>
                  <a:gd name="connsiteY5" fmla="*/ 46800 h 119263"/>
                  <a:gd name="connsiteX6" fmla="*/ 60387 w 60387"/>
                  <a:gd name="connsiteY6" fmla="*/ 39251 h 119263"/>
                  <a:gd name="connsiteX7" fmla="*/ 37742 w 60387"/>
                  <a:gd name="connsiteY7" fmla="*/ 12077 h 119263"/>
                  <a:gd name="connsiteX8" fmla="*/ 37742 w 60387"/>
                  <a:gd name="connsiteY8" fmla="*/ 7548 h 119263"/>
                  <a:gd name="connsiteX9" fmla="*/ 30194 w 60387"/>
                  <a:gd name="connsiteY9" fmla="*/ 0 h 119263"/>
                  <a:gd name="connsiteX10" fmla="*/ 22645 w 60387"/>
                  <a:gd name="connsiteY10" fmla="*/ 7548 h 119263"/>
                  <a:gd name="connsiteX11" fmla="*/ 22645 w 60387"/>
                  <a:gd name="connsiteY11" fmla="*/ 12077 h 119263"/>
                  <a:gd name="connsiteX12" fmla="*/ 0 w 60387"/>
                  <a:gd name="connsiteY12" fmla="*/ 37742 h 119263"/>
                  <a:gd name="connsiteX13" fmla="*/ 30194 w 60387"/>
                  <a:gd name="connsiteY13" fmla="*/ 64916 h 119263"/>
                  <a:gd name="connsiteX14" fmla="*/ 45290 w 60387"/>
                  <a:gd name="connsiteY14" fmla="*/ 78503 h 119263"/>
                  <a:gd name="connsiteX15" fmla="*/ 30194 w 60387"/>
                  <a:gd name="connsiteY15" fmla="*/ 92090 h 119263"/>
                  <a:gd name="connsiteX16" fmla="*/ 15097 w 60387"/>
                  <a:gd name="connsiteY16" fmla="*/ 78503 h 119263"/>
                  <a:gd name="connsiteX17" fmla="*/ 7548 w 60387"/>
                  <a:gd name="connsiteY17" fmla="*/ 70954 h 119263"/>
                  <a:gd name="connsiteX18" fmla="*/ 0 w 60387"/>
                  <a:gd name="connsiteY18" fmla="*/ 80012 h 119263"/>
                  <a:gd name="connsiteX19" fmla="*/ 22645 w 60387"/>
                  <a:gd name="connsiteY19" fmla="*/ 107186 h 119263"/>
                  <a:gd name="connsiteX20" fmla="*/ 22645 w 60387"/>
                  <a:gd name="connsiteY20" fmla="*/ 111715 h 119263"/>
                  <a:gd name="connsiteX21" fmla="*/ 30194 w 60387"/>
                  <a:gd name="connsiteY21" fmla="*/ 119264 h 119263"/>
                  <a:gd name="connsiteX22" fmla="*/ 37742 w 60387"/>
                  <a:gd name="connsiteY22" fmla="*/ 111715 h 119263"/>
                  <a:gd name="connsiteX23" fmla="*/ 37742 w 60387"/>
                  <a:gd name="connsiteY23" fmla="*/ 107186 h 119263"/>
                  <a:gd name="connsiteX24" fmla="*/ 60387 w 60387"/>
                  <a:gd name="connsiteY24" fmla="*/ 80012 h 119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387" h="119263">
                    <a:moveTo>
                      <a:pt x="60387" y="80012"/>
                    </a:moveTo>
                    <a:cubicBezTo>
                      <a:pt x="60387" y="66425"/>
                      <a:pt x="52839" y="52838"/>
                      <a:pt x="30194" y="52838"/>
                    </a:cubicBezTo>
                    <a:cubicBezTo>
                      <a:pt x="19626" y="52838"/>
                      <a:pt x="15097" y="48309"/>
                      <a:pt x="15097" y="39251"/>
                    </a:cubicBezTo>
                    <a:cubicBezTo>
                      <a:pt x="15097" y="31703"/>
                      <a:pt x="22645" y="25664"/>
                      <a:pt x="30194" y="25664"/>
                    </a:cubicBezTo>
                    <a:cubicBezTo>
                      <a:pt x="37742" y="25664"/>
                      <a:pt x="45290" y="31703"/>
                      <a:pt x="45290" y="39251"/>
                    </a:cubicBezTo>
                    <a:cubicBezTo>
                      <a:pt x="45290" y="43780"/>
                      <a:pt x="48310" y="46800"/>
                      <a:pt x="52839" y="46800"/>
                    </a:cubicBezTo>
                    <a:cubicBezTo>
                      <a:pt x="57368" y="46800"/>
                      <a:pt x="60387" y="43780"/>
                      <a:pt x="60387" y="39251"/>
                    </a:cubicBezTo>
                    <a:cubicBezTo>
                      <a:pt x="60387" y="25664"/>
                      <a:pt x="49819" y="15097"/>
                      <a:pt x="37742" y="12077"/>
                    </a:cubicBezTo>
                    <a:lnTo>
                      <a:pt x="37742" y="7548"/>
                    </a:lnTo>
                    <a:cubicBezTo>
                      <a:pt x="37742" y="3019"/>
                      <a:pt x="34723" y="0"/>
                      <a:pt x="30194" y="0"/>
                    </a:cubicBezTo>
                    <a:cubicBezTo>
                      <a:pt x="25665" y="0"/>
                      <a:pt x="22645" y="3019"/>
                      <a:pt x="22645" y="7548"/>
                    </a:cubicBezTo>
                    <a:lnTo>
                      <a:pt x="22645" y="12077"/>
                    </a:lnTo>
                    <a:cubicBezTo>
                      <a:pt x="10568" y="13587"/>
                      <a:pt x="0" y="24155"/>
                      <a:pt x="0" y="37742"/>
                    </a:cubicBezTo>
                    <a:cubicBezTo>
                      <a:pt x="0" y="51329"/>
                      <a:pt x="7548" y="64916"/>
                      <a:pt x="30194" y="64916"/>
                    </a:cubicBezTo>
                    <a:cubicBezTo>
                      <a:pt x="40761" y="64916"/>
                      <a:pt x="45290" y="69445"/>
                      <a:pt x="45290" y="78503"/>
                    </a:cubicBezTo>
                    <a:cubicBezTo>
                      <a:pt x="45290" y="86051"/>
                      <a:pt x="37742" y="92090"/>
                      <a:pt x="30194" y="92090"/>
                    </a:cubicBezTo>
                    <a:cubicBezTo>
                      <a:pt x="22645" y="92090"/>
                      <a:pt x="15097" y="86051"/>
                      <a:pt x="15097" y="78503"/>
                    </a:cubicBezTo>
                    <a:cubicBezTo>
                      <a:pt x="15097" y="73974"/>
                      <a:pt x="12077" y="70954"/>
                      <a:pt x="7548" y="70954"/>
                    </a:cubicBezTo>
                    <a:cubicBezTo>
                      <a:pt x="3019" y="72464"/>
                      <a:pt x="0" y="75483"/>
                      <a:pt x="0" y="80012"/>
                    </a:cubicBezTo>
                    <a:cubicBezTo>
                      <a:pt x="0" y="93599"/>
                      <a:pt x="10568" y="104167"/>
                      <a:pt x="22645" y="107186"/>
                    </a:cubicBezTo>
                    <a:lnTo>
                      <a:pt x="22645" y="111715"/>
                    </a:lnTo>
                    <a:cubicBezTo>
                      <a:pt x="22645" y="116244"/>
                      <a:pt x="25665" y="119264"/>
                      <a:pt x="30194" y="119264"/>
                    </a:cubicBezTo>
                    <a:cubicBezTo>
                      <a:pt x="34723" y="119264"/>
                      <a:pt x="37742" y="116244"/>
                      <a:pt x="37742" y="111715"/>
                    </a:cubicBezTo>
                    <a:lnTo>
                      <a:pt x="37742" y="107186"/>
                    </a:lnTo>
                    <a:cubicBezTo>
                      <a:pt x="49819" y="102657"/>
                      <a:pt x="60387" y="92090"/>
                      <a:pt x="60387" y="80012"/>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4" name="任意多边形: 形状 113"/>
              <p:cNvSpPr/>
              <p:nvPr/>
            </p:nvSpPr>
            <p:spPr>
              <a:xfrm>
                <a:off x="1727789" y="7338208"/>
                <a:ext cx="89448" cy="45289"/>
              </a:xfrm>
              <a:custGeom>
                <a:avLst/>
                <a:gdLst>
                  <a:gd name="connsiteX0" fmla="*/ 111716 w 119264"/>
                  <a:gd name="connsiteY0" fmla="*/ 22645 h 60386"/>
                  <a:gd name="connsiteX1" fmla="*/ 107187 w 119264"/>
                  <a:gd name="connsiteY1" fmla="*/ 22645 h 60386"/>
                  <a:gd name="connsiteX2" fmla="*/ 80013 w 119264"/>
                  <a:gd name="connsiteY2" fmla="*/ 0 h 60386"/>
                  <a:gd name="connsiteX3" fmla="*/ 52839 w 119264"/>
                  <a:gd name="connsiteY3" fmla="*/ 30193 h 60386"/>
                  <a:gd name="connsiteX4" fmla="*/ 39252 w 119264"/>
                  <a:gd name="connsiteY4" fmla="*/ 45290 h 60386"/>
                  <a:gd name="connsiteX5" fmla="*/ 25665 w 119264"/>
                  <a:gd name="connsiteY5" fmla="*/ 30193 h 60386"/>
                  <a:gd name="connsiteX6" fmla="*/ 39252 w 119264"/>
                  <a:gd name="connsiteY6" fmla="*/ 15097 h 60386"/>
                  <a:gd name="connsiteX7" fmla="*/ 46800 w 119264"/>
                  <a:gd name="connsiteY7" fmla="*/ 7548 h 60386"/>
                  <a:gd name="connsiteX8" fmla="*/ 39252 w 119264"/>
                  <a:gd name="connsiteY8" fmla="*/ 0 h 60386"/>
                  <a:gd name="connsiteX9" fmla="*/ 12077 w 119264"/>
                  <a:gd name="connsiteY9" fmla="*/ 22645 h 60386"/>
                  <a:gd name="connsiteX10" fmla="*/ 7548 w 119264"/>
                  <a:gd name="connsiteY10" fmla="*/ 22645 h 60386"/>
                  <a:gd name="connsiteX11" fmla="*/ 0 w 119264"/>
                  <a:gd name="connsiteY11" fmla="*/ 30193 h 60386"/>
                  <a:gd name="connsiteX12" fmla="*/ 7548 w 119264"/>
                  <a:gd name="connsiteY12" fmla="*/ 37742 h 60386"/>
                  <a:gd name="connsiteX13" fmla="*/ 12077 w 119264"/>
                  <a:gd name="connsiteY13" fmla="*/ 37742 h 60386"/>
                  <a:gd name="connsiteX14" fmla="*/ 39252 w 119264"/>
                  <a:gd name="connsiteY14" fmla="*/ 60387 h 60386"/>
                  <a:gd name="connsiteX15" fmla="*/ 66426 w 119264"/>
                  <a:gd name="connsiteY15" fmla="*/ 30193 h 60386"/>
                  <a:gd name="connsiteX16" fmla="*/ 80013 w 119264"/>
                  <a:gd name="connsiteY16" fmla="*/ 15097 h 60386"/>
                  <a:gd name="connsiteX17" fmla="*/ 93600 w 119264"/>
                  <a:gd name="connsiteY17" fmla="*/ 30193 h 60386"/>
                  <a:gd name="connsiteX18" fmla="*/ 80013 w 119264"/>
                  <a:gd name="connsiteY18" fmla="*/ 45290 h 60386"/>
                  <a:gd name="connsiteX19" fmla="*/ 72465 w 119264"/>
                  <a:gd name="connsiteY19" fmla="*/ 52838 h 60386"/>
                  <a:gd name="connsiteX20" fmla="*/ 80013 w 119264"/>
                  <a:gd name="connsiteY20" fmla="*/ 60387 h 60386"/>
                  <a:gd name="connsiteX21" fmla="*/ 107187 w 119264"/>
                  <a:gd name="connsiteY21" fmla="*/ 37742 h 60386"/>
                  <a:gd name="connsiteX22" fmla="*/ 111716 w 119264"/>
                  <a:gd name="connsiteY22" fmla="*/ 37742 h 60386"/>
                  <a:gd name="connsiteX23" fmla="*/ 119265 w 119264"/>
                  <a:gd name="connsiteY23" fmla="*/ 30193 h 60386"/>
                  <a:gd name="connsiteX24" fmla="*/ 111716 w 119264"/>
                  <a:gd name="connsiteY24" fmla="*/ 22645 h 60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9264" h="60386">
                    <a:moveTo>
                      <a:pt x="111716" y="22645"/>
                    </a:moveTo>
                    <a:lnTo>
                      <a:pt x="107187" y="22645"/>
                    </a:lnTo>
                    <a:cubicBezTo>
                      <a:pt x="104168" y="9058"/>
                      <a:pt x="93600" y="0"/>
                      <a:pt x="80013" y="0"/>
                    </a:cubicBezTo>
                    <a:cubicBezTo>
                      <a:pt x="66426" y="0"/>
                      <a:pt x="52839" y="7548"/>
                      <a:pt x="52839" y="30193"/>
                    </a:cubicBezTo>
                    <a:cubicBezTo>
                      <a:pt x="52839" y="40761"/>
                      <a:pt x="48310" y="45290"/>
                      <a:pt x="39252" y="45290"/>
                    </a:cubicBezTo>
                    <a:cubicBezTo>
                      <a:pt x="31703" y="45290"/>
                      <a:pt x="25665" y="37742"/>
                      <a:pt x="25665" y="30193"/>
                    </a:cubicBezTo>
                    <a:cubicBezTo>
                      <a:pt x="25665" y="21135"/>
                      <a:pt x="31703" y="15097"/>
                      <a:pt x="39252" y="15097"/>
                    </a:cubicBezTo>
                    <a:cubicBezTo>
                      <a:pt x="43781" y="15097"/>
                      <a:pt x="46800" y="12077"/>
                      <a:pt x="46800" y="7548"/>
                    </a:cubicBezTo>
                    <a:cubicBezTo>
                      <a:pt x="46800" y="3019"/>
                      <a:pt x="43781" y="0"/>
                      <a:pt x="39252" y="0"/>
                    </a:cubicBezTo>
                    <a:cubicBezTo>
                      <a:pt x="25665" y="0"/>
                      <a:pt x="15097" y="9058"/>
                      <a:pt x="12077" y="22645"/>
                    </a:cubicBezTo>
                    <a:lnTo>
                      <a:pt x="7548" y="22645"/>
                    </a:lnTo>
                    <a:cubicBezTo>
                      <a:pt x="3019" y="22645"/>
                      <a:pt x="0" y="25664"/>
                      <a:pt x="0" y="30193"/>
                    </a:cubicBezTo>
                    <a:cubicBezTo>
                      <a:pt x="0" y="34722"/>
                      <a:pt x="3019" y="37742"/>
                      <a:pt x="7548" y="37742"/>
                    </a:cubicBezTo>
                    <a:lnTo>
                      <a:pt x="12077" y="37742"/>
                    </a:lnTo>
                    <a:cubicBezTo>
                      <a:pt x="15097" y="51329"/>
                      <a:pt x="25665" y="60387"/>
                      <a:pt x="39252" y="60387"/>
                    </a:cubicBezTo>
                    <a:cubicBezTo>
                      <a:pt x="52839" y="60387"/>
                      <a:pt x="66426" y="52838"/>
                      <a:pt x="66426" y="30193"/>
                    </a:cubicBezTo>
                    <a:cubicBezTo>
                      <a:pt x="66426" y="19626"/>
                      <a:pt x="70955" y="15097"/>
                      <a:pt x="80013" y="15097"/>
                    </a:cubicBezTo>
                    <a:cubicBezTo>
                      <a:pt x="87561" y="15097"/>
                      <a:pt x="93600" y="22645"/>
                      <a:pt x="93600" y="30193"/>
                    </a:cubicBezTo>
                    <a:cubicBezTo>
                      <a:pt x="93600" y="39251"/>
                      <a:pt x="87561" y="45290"/>
                      <a:pt x="80013" y="45290"/>
                    </a:cubicBezTo>
                    <a:cubicBezTo>
                      <a:pt x="75484" y="45290"/>
                      <a:pt x="72465" y="48309"/>
                      <a:pt x="72465" y="52838"/>
                    </a:cubicBezTo>
                    <a:cubicBezTo>
                      <a:pt x="72465" y="57367"/>
                      <a:pt x="75484" y="60387"/>
                      <a:pt x="80013" y="60387"/>
                    </a:cubicBezTo>
                    <a:cubicBezTo>
                      <a:pt x="93600" y="60387"/>
                      <a:pt x="104168" y="51329"/>
                      <a:pt x="107187" y="37742"/>
                    </a:cubicBezTo>
                    <a:lnTo>
                      <a:pt x="111716" y="37742"/>
                    </a:lnTo>
                    <a:cubicBezTo>
                      <a:pt x="116245" y="37742"/>
                      <a:pt x="119265" y="34722"/>
                      <a:pt x="119265" y="30193"/>
                    </a:cubicBezTo>
                    <a:cubicBezTo>
                      <a:pt x="119265" y="25664"/>
                      <a:pt x="114735" y="22645"/>
                      <a:pt x="111716" y="22645"/>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5" name="任意多边形: 形状 114"/>
              <p:cNvSpPr/>
              <p:nvPr/>
            </p:nvSpPr>
            <p:spPr>
              <a:xfrm>
                <a:off x="1726656" y="7030237"/>
                <a:ext cx="89448" cy="45289"/>
              </a:xfrm>
              <a:custGeom>
                <a:avLst/>
                <a:gdLst>
                  <a:gd name="connsiteX0" fmla="*/ 7548 w 119264"/>
                  <a:gd name="connsiteY0" fmla="*/ 37742 h 60386"/>
                  <a:gd name="connsiteX1" fmla="*/ 12077 w 119264"/>
                  <a:gd name="connsiteY1" fmla="*/ 37742 h 60386"/>
                  <a:gd name="connsiteX2" fmla="*/ 39252 w 119264"/>
                  <a:gd name="connsiteY2" fmla="*/ 60387 h 60386"/>
                  <a:gd name="connsiteX3" fmla="*/ 66426 w 119264"/>
                  <a:gd name="connsiteY3" fmla="*/ 30193 h 60386"/>
                  <a:gd name="connsiteX4" fmla="*/ 80013 w 119264"/>
                  <a:gd name="connsiteY4" fmla="*/ 15097 h 60386"/>
                  <a:gd name="connsiteX5" fmla="*/ 93600 w 119264"/>
                  <a:gd name="connsiteY5" fmla="*/ 30193 h 60386"/>
                  <a:gd name="connsiteX6" fmla="*/ 80013 w 119264"/>
                  <a:gd name="connsiteY6" fmla="*/ 45290 h 60386"/>
                  <a:gd name="connsiteX7" fmla="*/ 72465 w 119264"/>
                  <a:gd name="connsiteY7" fmla="*/ 52838 h 60386"/>
                  <a:gd name="connsiteX8" fmla="*/ 80013 w 119264"/>
                  <a:gd name="connsiteY8" fmla="*/ 60387 h 60386"/>
                  <a:gd name="connsiteX9" fmla="*/ 107187 w 119264"/>
                  <a:gd name="connsiteY9" fmla="*/ 37742 h 60386"/>
                  <a:gd name="connsiteX10" fmla="*/ 111716 w 119264"/>
                  <a:gd name="connsiteY10" fmla="*/ 37742 h 60386"/>
                  <a:gd name="connsiteX11" fmla="*/ 119265 w 119264"/>
                  <a:gd name="connsiteY11" fmla="*/ 30193 h 60386"/>
                  <a:gd name="connsiteX12" fmla="*/ 111716 w 119264"/>
                  <a:gd name="connsiteY12" fmla="*/ 22645 h 60386"/>
                  <a:gd name="connsiteX13" fmla="*/ 107187 w 119264"/>
                  <a:gd name="connsiteY13" fmla="*/ 22645 h 60386"/>
                  <a:gd name="connsiteX14" fmla="*/ 80013 w 119264"/>
                  <a:gd name="connsiteY14" fmla="*/ 0 h 60386"/>
                  <a:gd name="connsiteX15" fmla="*/ 52839 w 119264"/>
                  <a:gd name="connsiteY15" fmla="*/ 30193 h 60386"/>
                  <a:gd name="connsiteX16" fmla="*/ 39252 w 119264"/>
                  <a:gd name="connsiteY16" fmla="*/ 45290 h 60386"/>
                  <a:gd name="connsiteX17" fmla="*/ 25665 w 119264"/>
                  <a:gd name="connsiteY17" fmla="*/ 30193 h 60386"/>
                  <a:gd name="connsiteX18" fmla="*/ 39252 w 119264"/>
                  <a:gd name="connsiteY18" fmla="*/ 15097 h 60386"/>
                  <a:gd name="connsiteX19" fmla="*/ 46800 w 119264"/>
                  <a:gd name="connsiteY19" fmla="*/ 7548 h 60386"/>
                  <a:gd name="connsiteX20" fmla="*/ 39252 w 119264"/>
                  <a:gd name="connsiteY20" fmla="*/ 0 h 60386"/>
                  <a:gd name="connsiteX21" fmla="*/ 12077 w 119264"/>
                  <a:gd name="connsiteY21" fmla="*/ 22645 h 60386"/>
                  <a:gd name="connsiteX22" fmla="*/ 7548 w 119264"/>
                  <a:gd name="connsiteY22" fmla="*/ 22645 h 60386"/>
                  <a:gd name="connsiteX23" fmla="*/ 0 w 119264"/>
                  <a:gd name="connsiteY23" fmla="*/ 30193 h 60386"/>
                  <a:gd name="connsiteX24" fmla="*/ 7548 w 119264"/>
                  <a:gd name="connsiteY24" fmla="*/ 37742 h 60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9264" h="60386">
                    <a:moveTo>
                      <a:pt x="7548" y="37742"/>
                    </a:moveTo>
                    <a:lnTo>
                      <a:pt x="12077" y="37742"/>
                    </a:lnTo>
                    <a:cubicBezTo>
                      <a:pt x="15097" y="49819"/>
                      <a:pt x="25665" y="60387"/>
                      <a:pt x="39252" y="60387"/>
                    </a:cubicBezTo>
                    <a:cubicBezTo>
                      <a:pt x="52839" y="60387"/>
                      <a:pt x="66426" y="52838"/>
                      <a:pt x="66426" y="30193"/>
                    </a:cubicBezTo>
                    <a:cubicBezTo>
                      <a:pt x="66426" y="19626"/>
                      <a:pt x="70955" y="15097"/>
                      <a:pt x="80013" y="15097"/>
                    </a:cubicBezTo>
                    <a:cubicBezTo>
                      <a:pt x="87561" y="15097"/>
                      <a:pt x="93600" y="22645"/>
                      <a:pt x="93600" y="30193"/>
                    </a:cubicBezTo>
                    <a:cubicBezTo>
                      <a:pt x="93600" y="39251"/>
                      <a:pt x="87561" y="45290"/>
                      <a:pt x="80013" y="45290"/>
                    </a:cubicBezTo>
                    <a:cubicBezTo>
                      <a:pt x="75484" y="45290"/>
                      <a:pt x="72465" y="48309"/>
                      <a:pt x="72465" y="52838"/>
                    </a:cubicBezTo>
                    <a:cubicBezTo>
                      <a:pt x="72465" y="57367"/>
                      <a:pt x="75484" y="60387"/>
                      <a:pt x="80013" y="60387"/>
                    </a:cubicBezTo>
                    <a:cubicBezTo>
                      <a:pt x="93600" y="60387"/>
                      <a:pt x="104168" y="51329"/>
                      <a:pt x="107187" y="37742"/>
                    </a:cubicBezTo>
                    <a:lnTo>
                      <a:pt x="111716" y="37742"/>
                    </a:lnTo>
                    <a:cubicBezTo>
                      <a:pt x="116245" y="37742"/>
                      <a:pt x="119265" y="34722"/>
                      <a:pt x="119265" y="30193"/>
                    </a:cubicBezTo>
                    <a:cubicBezTo>
                      <a:pt x="119265" y="25664"/>
                      <a:pt x="116245" y="22645"/>
                      <a:pt x="111716" y="22645"/>
                    </a:cubicBezTo>
                    <a:lnTo>
                      <a:pt x="107187" y="22645"/>
                    </a:lnTo>
                    <a:cubicBezTo>
                      <a:pt x="104168" y="10568"/>
                      <a:pt x="93600" y="0"/>
                      <a:pt x="80013" y="0"/>
                    </a:cubicBezTo>
                    <a:cubicBezTo>
                      <a:pt x="66426" y="0"/>
                      <a:pt x="52839" y="7548"/>
                      <a:pt x="52839" y="30193"/>
                    </a:cubicBezTo>
                    <a:cubicBezTo>
                      <a:pt x="52839" y="40761"/>
                      <a:pt x="48310" y="45290"/>
                      <a:pt x="39252" y="45290"/>
                    </a:cubicBezTo>
                    <a:cubicBezTo>
                      <a:pt x="31703" y="45290"/>
                      <a:pt x="25665" y="37742"/>
                      <a:pt x="25665" y="30193"/>
                    </a:cubicBezTo>
                    <a:cubicBezTo>
                      <a:pt x="25665" y="21135"/>
                      <a:pt x="31703" y="15097"/>
                      <a:pt x="39252" y="15097"/>
                    </a:cubicBezTo>
                    <a:cubicBezTo>
                      <a:pt x="43781" y="15097"/>
                      <a:pt x="46800" y="12077"/>
                      <a:pt x="46800" y="7548"/>
                    </a:cubicBezTo>
                    <a:cubicBezTo>
                      <a:pt x="46800" y="3019"/>
                      <a:pt x="43781" y="0"/>
                      <a:pt x="39252" y="0"/>
                    </a:cubicBezTo>
                    <a:cubicBezTo>
                      <a:pt x="25665" y="0"/>
                      <a:pt x="15097" y="10568"/>
                      <a:pt x="12077" y="22645"/>
                    </a:cubicBezTo>
                    <a:lnTo>
                      <a:pt x="7548" y="22645"/>
                    </a:lnTo>
                    <a:cubicBezTo>
                      <a:pt x="3019" y="22645"/>
                      <a:pt x="0" y="25664"/>
                      <a:pt x="0" y="30193"/>
                    </a:cubicBezTo>
                    <a:cubicBezTo>
                      <a:pt x="0" y="34722"/>
                      <a:pt x="3019" y="37742"/>
                      <a:pt x="7548" y="37742"/>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6" name="任意多边形: 形状 115"/>
              <p:cNvSpPr/>
              <p:nvPr/>
            </p:nvSpPr>
            <p:spPr>
              <a:xfrm>
                <a:off x="1629672" y="7282162"/>
                <a:ext cx="65849" cy="66236"/>
              </a:xfrm>
              <a:custGeom>
                <a:avLst/>
                <a:gdLst>
                  <a:gd name="connsiteX0" fmla="*/ 82514 w 87798"/>
                  <a:gd name="connsiteY0" fmla="*/ 73219 h 88315"/>
                  <a:gd name="connsiteX1" fmla="*/ 87043 w 87798"/>
                  <a:gd name="connsiteY1" fmla="*/ 58122 h 88315"/>
                  <a:gd name="connsiteX2" fmla="*/ 79495 w 87798"/>
                  <a:gd name="connsiteY2" fmla="*/ 36987 h 88315"/>
                  <a:gd name="connsiteX3" fmla="*/ 38734 w 87798"/>
                  <a:gd name="connsiteY3" fmla="*/ 38496 h 88315"/>
                  <a:gd name="connsiteX4" fmla="*/ 17598 w 87798"/>
                  <a:gd name="connsiteY4" fmla="*/ 40006 h 88315"/>
                  <a:gd name="connsiteX5" fmla="*/ 14579 w 87798"/>
                  <a:gd name="connsiteY5" fmla="*/ 30948 h 88315"/>
                  <a:gd name="connsiteX6" fmla="*/ 19108 w 87798"/>
                  <a:gd name="connsiteY6" fmla="*/ 20380 h 88315"/>
                  <a:gd name="connsiteX7" fmla="*/ 29676 w 87798"/>
                  <a:gd name="connsiteY7" fmla="*/ 15851 h 88315"/>
                  <a:gd name="connsiteX8" fmla="*/ 40243 w 87798"/>
                  <a:gd name="connsiteY8" fmla="*/ 18871 h 88315"/>
                  <a:gd name="connsiteX9" fmla="*/ 50811 w 87798"/>
                  <a:gd name="connsiteY9" fmla="*/ 18871 h 88315"/>
                  <a:gd name="connsiteX10" fmla="*/ 50811 w 87798"/>
                  <a:gd name="connsiteY10" fmla="*/ 8303 h 88315"/>
                  <a:gd name="connsiteX11" fmla="*/ 29676 w 87798"/>
                  <a:gd name="connsiteY11" fmla="*/ 755 h 88315"/>
                  <a:gd name="connsiteX12" fmla="*/ 14579 w 87798"/>
                  <a:gd name="connsiteY12" fmla="*/ 5284 h 88315"/>
                  <a:gd name="connsiteX13" fmla="*/ 11559 w 87798"/>
                  <a:gd name="connsiteY13" fmla="*/ 2264 h 88315"/>
                  <a:gd name="connsiteX14" fmla="*/ 992 w 87798"/>
                  <a:gd name="connsiteY14" fmla="*/ 2264 h 88315"/>
                  <a:gd name="connsiteX15" fmla="*/ 2501 w 87798"/>
                  <a:gd name="connsiteY15" fmla="*/ 11322 h 88315"/>
                  <a:gd name="connsiteX16" fmla="*/ 5521 w 87798"/>
                  <a:gd name="connsiteY16" fmla="*/ 14342 h 88315"/>
                  <a:gd name="connsiteX17" fmla="*/ 992 w 87798"/>
                  <a:gd name="connsiteY17" fmla="*/ 29438 h 88315"/>
                  <a:gd name="connsiteX18" fmla="*/ 8540 w 87798"/>
                  <a:gd name="connsiteY18" fmla="*/ 50574 h 88315"/>
                  <a:gd name="connsiteX19" fmla="*/ 49301 w 87798"/>
                  <a:gd name="connsiteY19" fmla="*/ 49064 h 88315"/>
                  <a:gd name="connsiteX20" fmla="*/ 70437 w 87798"/>
                  <a:gd name="connsiteY20" fmla="*/ 47554 h 88315"/>
                  <a:gd name="connsiteX21" fmla="*/ 73456 w 87798"/>
                  <a:gd name="connsiteY21" fmla="*/ 56612 h 88315"/>
                  <a:gd name="connsiteX22" fmla="*/ 68927 w 87798"/>
                  <a:gd name="connsiteY22" fmla="*/ 67180 h 88315"/>
                  <a:gd name="connsiteX23" fmla="*/ 47792 w 87798"/>
                  <a:gd name="connsiteY23" fmla="*/ 68690 h 88315"/>
                  <a:gd name="connsiteX24" fmla="*/ 37224 w 87798"/>
                  <a:gd name="connsiteY24" fmla="*/ 68690 h 88315"/>
                  <a:gd name="connsiteX25" fmla="*/ 37224 w 87798"/>
                  <a:gd name="connsiteY25" fmla="*/ 79257 h 88315"/>
                  <a:gd name="connsiteX26" fmla="*/ 56850 w 87798"/>
                  <a:gd name="connsiteY26" fmla="*/ 86806 h 88315"/>
                  <a:gd name="connsiteX27" fmla="*/ 73456 w 87798"/>
                  <a:gd name="connsiteY27" fmla="*/ 82277 h 88315"/>
                  <a:gd name="connsiteX28" fmla="*/ 76476 w 87798"/>
                  <a:gd name="connsiteY28" fmla="*/ 86806 h 88315"/>
                  <a:gd name="connsiteX29" fmla="*/ 81005 w 87798"/>
                  <a:gd name="connsiteY29" fmla="*/ 88315 h 88315"/>
                  <a:gd name="connsiteX30" fmla="*/ 85534 w 87798"/>
                  <a:gd name="connsiteY30" fmla="*/ 86806 h 88315"/>
                  <a:gd name="connsiteX31" fmla="*/ 85534 w 87798"/>
                  <a:gd name="connsiteY31" fmla="*/ 76238 h 88315"/>
                  <a:gd name="connsiteX32" fmla="*/ 82514 w 87798"/>
                  <a:gd name="connsiteY32" fmla="*/ 73219 h 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7798" h="88315">
                    <a:moveTo>
                      <a:pt x="82514" y="73219"/>
                    </a:moveTo>
                    <a:cubicBezTo>
                      <a:pt x="85534" y="68690"/>
                      <a:pt x="87043" y="64161"/>
                      <a:pt x="87043" y="58122"/>
                    </a:cubicBezTo>
                    <a:cubicBezTo>
                      <a:pt x="87043" y="50574"/>
                      <a:pt x="84024" y="43025"/>
                      <a:pt x="79495" y="36987"/>
                    </a:cubicBezTo>
                    <a:cubicBezTo>
                      <a:pt x="70437" y="27929"/>
                      <a:pt x="53830" y="23400"/>
                      <a:pt x="38734" y="38496"/>
                    </a:cubicBezTo>
                    <a:cubicBezTo>
                      <a:pt x="31185" y="46045"/>
                      <a:pt x="25146" y="46045"/>
                      <a:pt x="17598" y="40006"/>
                    </a:cubicBezTo>
                    <a:cubicBezTo>
                      <a:pt x="16088" y="38496"/>
                      <a:pt x="14579" y="33967"/>
                      <a:pt x="14579" y="30948"/>
                    </a:cubicBezTo>
                    <a:cubicBezTo>
                      <a:pt x="14579" y="26419"/>
                      <a:pt x="16088" y="23400"/>
                      <a:pt x="19108" y="20380"/>
                    </a:cubicBezTo>
                    <a:cubicBezTo>
                      <a:pt x="22127" y="17361"/>
                      <a:pt x="26656" y="15851"/>
                      <a:pt x="29676" y="15851"/>
                    </a:cubicBezTo>
                    <a:cubicBezTo>
                      <a:pt x="34205" y="15851"/>
                      <a:pt x="37224" y="17361"/>
                      <a:pt x="40243" y="18871"/>
                    </a:cubicBezTo>
                    <a:cubicBezTo>
                      <a:pt x="43263" y="21890"/>
                      <a:pt x="47792" y="21890"/>
                      <a:pt x="50811" y="18871"/>
                    </a:cubicBezTo>
                    <a:cubicBezTo>
                      <a:pt x="53830" y="15851"/>
                      <a:pt x="53830" y="11322"/>
                      <a:pt x="50811" y="8303"/>
                    </a:cubicBezTo>
                    <a:cubicBezTo>
                      <a:pt x="44772" y="2264"/>
                      <a:pt x="38734" y="755"/>
                      <a:pt x="29676" y="755"/>
                    </a:cubicBezTo>
                    <a:cubicBezTo>
                      <a:pt x="25146" y="755"/>
                      <a:pt x="19108" y="2264"/>
                      <a:pt x="14579" y="5284"/>
                    </a:cubicBezTo>
                    <a:lnTo>
                      <a:pt x="11559" y="2264"/>
                    </a:lnTo>
                    <a:cubicBezTo>
                      <a:pt x="8540" y="-755"/>
                      <a:pt x="4011" y="-755"/>
                      <a:pt x="992" y="2264"/>
                    </a:cubicBezTo>
                    <a:cubicBezTo>
                      <a:pt x="-518" y="3774"/>
                      <a:pt x="-518" y="8303"/>
                      <a:pt x="2501" y="11322"/>
                    </a:cubicBezTo>
                    <a:lnTo>
                      <a:pt x="5521" y="14342"/>
                    </a:lnTo>
                    <a:cubicBezTo>
                      <a:pt x="2501" y="18871"/>
                      <a:pt x="992" y="23400"/>
                      <a:pt x="992" y="29438"/>
                    </a:cubicBezTo>
                    <a:cubicBezTo>
                      <a:pt x="992" y="36987"/>
                      <a:pt x="4011" y="44535"/>
                      <a:pt x="8540" y="50574"/>
                    </a:cubicBezTo>
                    <a:cubicBezTo>
                      <a:pt x="17598" y="59632"/>
                      <a:pt x="34205" y="64161"/>
                      <a:pt x="49301" y="49064"/>
                    </a:cubicBezTo>
                    <a:cubicBezTo>
                      <a:pt x="56850" y="41516"/>
                      <a:pt x="62888" y="41516"/>
                      <a:pt x="70437" y="47554"/>
                    </a:cubicBezTo>
                    <a:cubicBezTo>
                      <a:pt x="73456" y="50574"/>
                      <a:pt x="74966" y="53593"/>
                      <a:pt x="73456" y="56612"/>
                    </a:cubicBezTo>
                    <a:cubicBezTo>
                      <a:pt x="73456" y="61141"/>
                      <a:pt x="71946" y="64161"/>
                      <a:pt x="68927" y="67180"/>
                    </a:cubicBezTo>
                    <a:cubicBezTo>
                      <a:pt x="62888" y="73219"/>
                      <a:pt x="53830" y="73219"/>
                      <a:pt x="47792" y="68690"/>
                    </a:cubicBezTo>
                    <a:cubicBezTo>
                      <a:pt x="44772" y="65670"/>
                      <a:pt x="40243" y="65670"/>
                      <a:pt x="37224" y="68690"/>
                    </a:cubicBezTo>
                    <a:cubicBezTo>
                      <a:pt x="34205" y="71709"/>
                      <a:pt x="34205" y="76238"/>
                      <a:pt x="37224" y="79257"/>
                    </a:cubicBezTo>
                    <a:cubicBezTo>
                      <a:pt x="41753" y="83786"/>
                      <a:pt x="49301" y="86806"/>
                      <a:pt x="56850" y="86806"/>
                    </a:cubicBezTo>
                    <a:cubicBezTo>
                      <a:pt x="62888" y="86806"/>
                      <a:pt x="67417" y="85296"/>
                      <a:pt x="73456" y="82277"/>
                    </a:cubicBezTo>
                    <a:lnTo>
                      <a:pt x="76476" y="86806"/>
                    </a:lnTo>
                    <a:cubicBezTo>
                      <a:pt x="77985" y="88315"/>
                      <a:pt x="79495" y="88315"/>
                      <a:pt x="81005" y="88315"/>
                    </a:cubicBezTo>
                    <a:cubicBezTo>
                      <a:pt x="82514" y="88315"/>
                      <a:pt x="84024" y="88315"/>
                      <a:pt x="85534" y="86806"/>
                    </a:cubicBezTo>
                    <a:cubicBezTo>
                      <a:pt x="88553" y="83786"/>
                      <a:pt x="88553" y="79257"/>
                      <a:pt x="85534" y="76238"/>
                    </a:cubicBezTo>
                    <a:lnTo>
                      <a:pt x="82514" y="73219"/>
                    </a:ln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7" name="任意多边形: 形状 116"/>
              <p:cNvSpPr/>
              <p:nvPr/>
            </p:nvSpPr>
            <p:spPr>
              <a:xfrm>
                <a:off x="1846109" y="7063639"/>
                <a:ext cx="66802" cy="66236"/>
              </a:xfrm>
              <a:custGeom>
                <a:avLst/>
                <a:gdLst>
                  <a:gd name="connsiteX0" fmla="*/ 6794 w 89070"/>
                  <a:gd name="connsiteY0" fmla="*/ 17361 h 88315"/>
                  <a:gd name="connsiteX1" fmla="*/ 9813 w 89070"/>
                  <a:gd name="connsiteY1" fmla="*/ 52083 h 88315"/>
                  <a:gd name="connsiteX2" fmla="*/ 29439 w 89070"/>
                  <a:gd name="connsiteY2" fmla="*/ 61141 h 88315"/>
                  <a:gd name="connsiteX3" fmla="*/ 50574 w 89070"/>
                  <a:gd name="connsiteY3" fmla="*/ 50574 h 88315"/>
                  <a:gd name="connsiteX4" fmla="*/ 71710 w 89070"/>
                  <a:gd name="connsiteY4" fmla="*/ 49064 h 88315"/>
                  <a:gd name="connsiteX5" fmla="*/ 74729 w 89070"/>
                  <a:gd name="connsiteY5" fmla="*/ 58122 h 88315"/>
                  <a:gd name="connsiteX6" fmla="*/ 70200 w 89070"/>
                  <a:gd name="connsiteY6" fmla="*/ 68690 h 88315"/>
                  <a:gd name="connsiteX7" fmla="*/ 49065 w 89070"/>
                  <a:gd name="connsiteY7" fmla="*/ 70199 h 88315"/>
                  <a:gd name="connsiteX8" fmla="*/ 38497 w 89070"/>
                  <a:gd name="connsiteY8" fmla="*/ 70199 h 88315"/>
                  <a:gd name="connsiteX9" fmla="*/ 38497 w 89070"/>
                  <a:gd name="connsiteY9" fmla="*/ 80767 h 88315"/>
                  <a:gd name="connsiteX10" fmla="*/ 58123 w 89070"/>
                  <a:gd name="connsiteY10" fmla="*/ 88315 h 88315"/>
                  <a:gd name="connsiteX11" fmla="*/ 74729 w 89070"/>
                  <a:gd name="connsiteY11" fmla="*/ 83786 h 88315"/>
                  <a:gd name="connsiteX12" fmla="*/ 77748 w 89070"/>
                  <a:gd name="connsiteY12" fmla="*/ 86806 h 88315"/>
                  <a:gd name="connsiteX13" fmla="*/ 82277 w 89070"/>
                  <a:gd name="connsiteY13" fmla="*/ 88315 h 88315"/>
                  <a:gd name="connsiteX14" fmla="*/ 86806 w 89070"/>
                  <a:gd name="connsiteY14" fmla="*/ 86806 h 88315"/>
                  <a:gd name="connsiteX15" fmla="*/ 86806 w 89070"/>
                  <a:gd name="connsiteY15" fmla="*/ 76238 h 88315"/>
                  <a:gd name="connsiteX16" fmla="*/ 83787 w 89070"/>
                  <a:gd name="connsiteY16" fmla="*/ 73219 h 88315"/>
                  <a:gd name="connsiteX17" fmla="*/ 88316 w 89070"/>
                  <a:gd name="connsiteY17" fmla="*/ 58122 h 88315"/>
                  <a:gd name="connsiteX18" fmla="*/ 80768 w 89070"/>
                  <a:gd name="connsiteY18" fmla="*/ 36987 h 88315"/>
                  <a:gd name="connsiteX19" fmla="*/ 40006 w 89070"/>
                  <a:gd name="connsiteY19" fmla="*/ 38496 h 88315"/>
                  <a:gd name="connsiteX20" fmla="*/ 29439 w 89070"/>
                  <a:gd name="connsiteY20" fmla="*/ 46045 h 88315"/>
                  <a:gd name="connsiteX21" fmla="*/ 20381 w 89070"/>
                  <a:gd name="connsiteY21" fmla="*/ 41516 h 88315"/>
                  <a:gd name="connsiteX22" fmla="*/ 21890 w 89070"/>
                  <a:gd name="connsiteY22" fmla="*/ 20380 h 88315"/>
                  <a:gd name="connsiteX23" fmla="*/ 32458 w 89070"/>
                  <a:gd name="connsiteY23" fmla="*/ 15851 h 88315"/>
                  <a:gd name="connsiteX24" fmla="*/ 41516 w 89070"/>
                  <a:gd name="connsiteY24" fmla="*/ 18871 h 88315"/>
                  <a:gd name="connsiteX25" fmla="*/ 52084 w 89070"/>
                  <a:gd name="connsiteY25" fmla="*/ 18871 h 88315"/>
                  <a:gd name="connsiteX26" fmla="*/ 52084 w 89070"/>
                  <a:gd name="connsiteY26" fmla="*/ 8303 h 88315"/>
                  <a:gd name="connsiteX27" fmla="*/ 17361 w 89070"/>
                  <a:gd name="connsiteY27" fmla="*/ 6793 h 88315"/>
                  <a:gd name="connsiteX28" fmla="*/ 12832 w 89070"/>
                  <a:gd name="connsiteY28" fmla="*/ 2264 h 88315"/>
                  <a:gd name="connsiteX29" fmla="*/ 2265 w 89070"/>
                  <a:gd name="connsiteY29" fmla="*/ 2264 h 88315"/>
                  <a:gd name="connsiteX30" fmla="*/ 2265 w 89070"/>
                  <a:gd name="connsiteY30" fmla="*/ 12832 h 88315"/>
                  <a:gd name="connsiteX31" fmla="*/ 6794 w 89070"/>
                  <a:gd name="connsiteY31" fmla="*/ 17361 h 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9070" h="88315">
                    <a:moveTo>
                      <a:pt x="6794" y="17361"/>
                    </a:moveTo>
                    <a:cubicBezTo>
                      <a:pt x="-755" y="29438"/>
                      <a:pt x="755" y="43025"/>
                      <a:pt x="9813" y="52083"/>
                    </a:cubicBezTo>
                    <a:cubicBezTo>
                      <a:pt x="15852" y="58122"/>
                      <a:pt x="21890" y="61141"/>
                      <a:pt x="29439" y="61141"/>
                    </a:cubicBezTo>
                    <a:cubicBezTo>
                      <a:pt x="35477" y="61141"/>
                      <a:pt x="43026" y="59632"/>
                      <a:pt x="50574" y="50574"/>
                    </a:cubicBezTo>
                    <a:cubicBezTo>
                      <a:pt x="58123" y="43025"/>
                      <a:pt x="64161" y="43025"/>
                      <a:pt x="71710" y="49064"/>
                    </a:cubicBezTo>
                    <a:cubicBezTo>
                      <a:pt x="74729" y="52083"/>
                      <a:pt x="74729" y="55103"/>
                      <a:pt x="74729" y="58122"/>
                    </a:cubicBezTo>
                    <a:cubicBezTo>
                      <a:pt x="74729" y="62651"/>
                      <a:pt x="73219" y="65670"/>
                      <a:pt x="70200" y="68690"/>
                    </a:cubicBezTo>
                    <a:cubicBezTo>
                      <a:pt x="64161" y="74728"/>
                      <a:pt x="55103" y="74728"/>
                      <a:pt x="49065" y="70199"/>
                    </a:cubicBezTo>
                    <a:cubicBezTo>
                      <a:pt x="46045" y="67180"/>
                      <a:pt x="41516" y="67180"/>
                      <a:pt x="38497" y="70199"/>
                    </a:cubicBezTo>
                    <a:cubicBezTo>
                      <a:pt x="35477" y="73219"/>
                      <a:pt x="35477" y="77748"/>
                      <a:pt x="38497" y="80767"/>
                    </a:cubicBezTo>
                    <a:cubicBezTo>
                      <a:pt x="43026" y="85296"/>
                      <a:pt x="50574" y="88315"/>
                      <a:pt x="58123" y="88315"/>
                    </a:cubicBezTo>
                    <a:cubicBezTo>
                      <a:pt x="64161" y="88315"/>
                      <a:pt x="68690" y="86806"/>
                      <a:pt x="74729" y="83786"/>
                    </a:cubicBezTo>
                    <a:lnTo>
                      <a:pt x="77748" y="86806"/>
                    </a:lnTo>
                    <a:cubicBezTo>
                      <a:pt x="79258" y="88315"/>
                      <a:pt x="80768" y="88315"/>
                      <a:pt x="82277" y="88315"/>
                    </a:cubicBezTo>
                    <a:cubicBezTo>
                      <a:pt x="83787" y="88315"/>
                      <a:pt x="85297" y="88315"/>
                      <a:pt x="86806" y="86806"/>
                    </a:cubicBezTo>
                    <a:cubicBezTo>
                      <a:pt x="89826" y="83786"/>
                      <a:pt x="89826" y="79257"/>
                      <a:pt x="86806" y="76238"/>
                    </a:cubicBezTo>
                    <a:lnTo>
                      <a:pt x="83787" y="73219"/>
                    </a:lnTo>
                    <a:cubicBezTo>
                      <a:pt x="86806" y="68690"/>
                      <a:pt x="88316" y="64161"/>
                      <a:pt x="88316" y="58122"/>
                    </a:cubicBezTo>
                    <a:cubicBezTo>
                      <a:pt x="88316" y="50574"/>
                      <a:pt x="85297" y="43025"/>
                      <a:pt x="80768" y="36987"/>
                    </a:cubicBezTo>
                    <a:cubicBezTo>
                      <a:pt x="71710" y="27929"/>
                      <a:pt x="55103" y="23400"/>
                      <a:pt x="40006" y="38496"/>
                    </a:cubicBezTo>
                    <a:cubicBezTo>
                      <a:pt x="36987" y="44535"/>
                      <a:pt x="32458" y="46045"/>
                      <a:pt x="29439" y="46045"/>
                    </a:cubicBezTo>
                    <a:cubicBezTo>
                      <a:pt x="24910" y="46045"/>
                      <a:pt x="21890" y="43025"/>
                      <a:pt x="20381" y="41516"/>
                    </a:cubicBezTo>
                    <a:cubicBezTo>
                      <a:pt x="14342" y="36987"/>
                      <a:pt x="15852" y="26419"/>
                      <a:pt x="21890" y="20380"/>
                    </a:cubicBezTo>
                    <a:cubicBezTo>
                      <a:pt x="24910" y="18871"/>
                      <a:pt x="27929" y="15851"/>
                      <a:pt x="32458" y="15851"/>
                    </a:cubicBezTo>
                    <a:cubicBezTo>
                      <a:pt x="36987" y="15851"/>
                      <a:pt x="40006" y="17361"/>
                      <a:pt x="41516" y="18871"/>
                    </a:cubicBezTo>
                    <a:cubicBezTo>
                      <a:pt x="44535" y="21890"/>
                      <a:pt x="49065" y="21890"/>
                      <a:pt x="52084" y="18871"/>
                    </a:cubicBezTo>
                    <a:cubicBezTo>
                      <a:pt x="55103" y="15851"/>
                      <a:pt x="55103" y="11322"/>
                      <a:pt x="52084" y="8303"/>
                    </a:cubicBezTo>
                    <a:cubicBezTo>
                      <a:pt x="43026" y="755"/>
                      <a:pt x="27929" y="-755"/>
                      <a:pt x="17361" y="6793"/>
                    </a:cubicBezTo>
                    <a:lnTo>
                      <a:pt x="12832" y="2264"/>
                    </a:lnTo>
                    <a:cubicBezTo>
                      <a:pt x="9813" y="-755"/>
                      <a:pt x="5284" y="-755"/>
                      <a:pt x="2265" y="2264"/>
                    </a:cubicBezTo>
                    <a:cubicBezTo>
                      <a:pt x="-755" y="5284"/>
                      <a:pt x="-755" y="9813"/>
                      <a:pt x="2265" y="12832"/>
                    </a:cubicBezTo>
                    <a:lnTo>
                      <a:pt x="6794" y="17361"/>
                    </a:ln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8" name="任意多边形: 形状 117"/>
              <p:cNvSpPr/>
              <p:nvPr/>
            </p:nvSpPr>
            <p:spPr>
              <a:xfrm>
                <a:off x="1629849" y="7064488"/>
                <a:ext cx="66802" cy="66519"/>
              </a:xfrm>
              <a:custGeom>
                <a:avLst/>
                <a:gdLst>
                  <a:gd name="connsiteX0" fmla="*/ 76239 w 89070"/>
                  <a:gd name="connsiteY0" fmla="*/ 1132 h 88692"/>
                  <a:gd name="connsiteX1" fmla="*/ 73219 w 89070"/>
                  <a:gd name="connsiteY1" fmla="*/ 5661 h 88692"/>
                  <a:gd name="connsiteX2" fmla="*/ 36987 w 89070"/>
                  <a:gd name="connsiteY2" fmla="*/ 8681 h 88692"/>
                  <a:gd name="connsiteX3" fmla="*/ 38497 w 89070"/>
                  <a:gd name="connsiteY3" fmla="*/ 49442 h 88692"/>
                  <a:gd name="connsiteX4" fmla="*/ 44535 w 89070"/>
                  <a:gd name="connsiteY4" fmla="*/ 61519 h 88692"/>
                  <a:gd name="connsiteX5" fmla="*/ 40006 w 89070"/>
                  <a:gd name="connsiteY5" fmla="*/ 70577 h 88692"/>
                  <a:gd name="connsiteX6" fmla="*/ 30948 w 89070"/>
                  <a:gd name="connsiteY6" fmla="*/ 73596 h 88692"/>
                  <a:gd name="connsiteX7" fmla="*/ 20381 w 89070"/>
                  <a:gd name="connsiteY7" fmla="*/ 69067 h 88692"/>
                  <a:gd name="connsiteX8" fmla="*/ 18871 w 89070"/>
                  <a:gd name="connsiteY8" fmla="*/ 47932 h 88692"/>
                  <a:gd name="connsiteX9" fmla="*/ 18871 w 89070"/>
                  <a:gd name="connsiteY9" fmla="*/ 37364 h 88692"/>
                  <a:gd name="connsiteX10" fmla="*/ 8303 w 89070"/>
                  <a:gd name="connsiteY10" fmla="*/ 37364 h 88692"/>
                  <a:gd name="connsiteX11" fmla="*/ 5284 w 89070"/>
                  <a:gd name="connsiteY11" fmla="*/ 73596 h 88692"/>
                  <a:gd name="connsiteX12" fmla="*/ 2265 w 89070"/>
                  <a:gd name="connsiteY12" fmla="*/ 76615 h 88692"/>
                  <a:gd name="connsiteX13" fmla="*/ 2265 w 89070"/>
                  <a:gd name="connsiteY13" fmla="*/ 87183 h 88692"/>
                  <a:gd name="connsiteX14" fmla="*/ 6794 w 89070"/>
                  <a:gd name="connsiteY14" fmla="*/ 88693 h 88692"/>
                  <a:gd name="connsiteX15" fmla="*/ 11323 w 89070"/>
                  <a:gd name="connsiteY15" fmla="*/ 87183 h 88692"/>
                  <a:gd name="connsiteX16" fmla="*/ 14342 w 89070"/>
                  <a:gd name="connsiteY16" fmla="*/ 82654 h 88692"/>
                  <a:gd name="connsiteX17" fmla="*/ 29439 w 89070"/>
                  <a:gd name="connsiteY17" fmla="*/ 87183 h 88692"/>
                  <a:gd name="connsiteX18" fmla="*/ 30948 w 89070"/>
                  <a:gd name="connsiteY18" fmla="*/ 87183 h 88692"/>
                  <a:gd name="connsiteX19" fmla="*/ 50574 w 89070"/>
                  <a:gd name="connsiteY19" fmla="*/ 79635 h 88692"/>
                  <a:gd name="connsiteX20" fmla="*/ 59632 w 89070"/>
                  <a:gd name="connsiteY20" fmla="*/ 61519 h 88692"/>
                  <a:gd name="connsiteX21" fmla="*/ 49065 w 89070"/>
                  <a:gd name="connsiteY21" fmla="*/ 40384 h 88692"/>
                  <a:gd name="connsiteX22" fmla="*/ 43026 w 89070"/>
                  <a:gd name="connsiteY22" fmla="*/ 28306 h 88692"/>
                  <a:gd name="connsiteX23" fmla="*/ 47555 w 89070"/>
                  <a:gd name="connsiteY23" fmla="*/ 19248 h 88692"/>
                  <a:gd name="connsiteX24" fmla="*/ 68690 w 89070"/>
                  <a:gd name="connsiteY24" fmla="*/ 20758 h 88692"/>
                  <a:gd name="connsiteX25" fmla="*/ 73219 w 89070"/>
                  <a:gd name="connsiteY25" fmla="*/ 31326 h 88692"/>
                  <a:gd name="connsiteX26" fmla="*/ 70200 w 89070"/>
                  <a:gd name="connsiteY26" fmla="*/ 41893 h 88692"/>
                  <a:gd name="connsiteX27" fmla="*/ 70200 w 89070"/>
                  <a:gd name="connsiteY27" fmla="*/ 52461 h 88692"/>
                  <a:gd name="connsiteX28" fmla="*/ 80768 w 89070"/>
                  <a:gd name="connsiteY28" fmla="*/ 52461 h 88692"/>
                  <a:gd name="connsiteX29" fmla="*/ 88316 w 89070"/>
                  <a:gd name="connsiteY29" fmla="*/ 29816 h 88692"/>
                  <a:gd name="connsiteX30" fmla="*/ 83787 w 89070"/>
                  <a:gd name="connsiteY30" fmla="*/ 14719 h 88692"/>
                  <a:gd name="connsiteX31" fmla="*/ 86806 w 89070"/>
                  <a:gd name="connsiteY31" fmla="*/ 11700 h 88692"/>
                  <a:gd name="connsiteX32" fmla="*/ 86806 w 89070"/>
                  <a:gd name="connsiteY32" fmla="*/ 1132 h 88692"/>
                  <a:gd name="connsiteX33" fmla="*/ 76239 w 89070"/>
                  <a:gd name="connsiteY33" fmla="*/ 1132 h 88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9070" h="88692">
                    <a:moveTo>
                      <a:pt x="76239" y="1132"/>
                    </a:moveTo>
                    <a:lnTo>
                      <a:pt x="73219" y="5661"/>
                    </a:lnTo>
                    <a:cubicBezTo>
                      <a:pt x="61142" y="-1887"/>
                      <a:pt x="46045" y="-377"/>
                      <a:pt x="36987" y="8681"/>
                    </a:cubicBezTo>
                    <a:cubicBezTo>
                      <a:pt x="27929" y="17739"/>
                      <a:pt x="23400" y="34345"/>
                      <a:pt x="38497" y="49442"/>
                    </a:cubicBezTo>
                    <a:cubicBezTo>
                      <a:pt x="43026" y="53971"/>
                      <a:pt x="44535" y="56990"/>
                      <a:pt x="44535" y="61519"/>
                    </a:cubicBezTo>
                    <a:cubicBezTo>
                      <a:pt x="44535" y="66048"/>
                      <a:pt x="41516" y="69067"/>
                      <a:pt x="40006" y="70577"/>
                    </a:cubicBezTo>
                    <a:cubicBezTo>
                      <a:pt x="38497" y="73596"/>
                      <a:pt x="33968" y="73596"/>
                      <a:pt x="30948" y="73596"/>
                    </a:cubicBezTo>
                    <a:cubicBezTo>
                      <a:pt x="26419" y="73596"/>
                      <a:pt x="23400" y="72086"/>
                      <a:pt x="20381" y="69067"/>
                    </a:cubicBezTo>
                    <a:cubicBezTo>
                      <a:pt x="14342" y="63028"/>
                      <a:pt x="14342" y="53971"/>
                      <a:pt x="18871" y="47932"/>
                    </a:cubicBezTo>
                    <a:cubicBezTo>
                      <a:pt x="21890" y="44913"/>
                      <a:pt x="21890" y="40384"/>
                      <a:pt x="18871" y="37364"/>
                    </a:cubicBezTo>
                    <a:cubicBezTo>
                      <a:pt x="15852" y="34345"/>
                      <a:pt x="11323" y="34345"/>
                      <a:pt x="8303" y="37364"/>
                    </a:cubicBezTo>
                    <a:cubicBezTo>
                      <a:pt x="-755" y="46422"/>
                      <a:pt x="-2265" y="61519"/>
                      <a:pt x="5284" y="73596"/>
                    </a:cubicBezTo>
                    <a:lnTo>
                      <a:pt x="2265" y="76615"/>
                    </a:lnTo>
                    <a:cubicBezTo>
                      <a:pt x="-755" y="79635"/>
                      <a:pt x="-755" y="84164"/>
                      <a:pt x="2265" y="87183"/>
                    </a:cubicBezTo>
                    <a:cubicBezTo>
                      <a:pt x="3774" y="88693"/>
                      <a:pt x="5284" y="88693"/>
                      <a:pt x="6794" y="88693"/>
                    </a:cubicBezTo>
                    <a:cubicBezTo>
                      <a:pt x="8303" y="88693"/>
                      <a:pt x="9813" y="88693"/>
                      <a:pt x="11323" y="87183"/>
                    </a:cubicBezTo>
                    <a:lnTo>
                      <a:pt x="14342" y="82654"/>
                    </a:lnTo>
                    <a:cubicBezTo>
                      <a:pt x="18871" y="85673"/>
                      <a:pt x="23400" y="87183"/>
                      <a:pt x="29439" y="87183"/>
                    </a:cubicBezTo>
                    <a:cubicBezTo>
                      <a:pt x="29439" y="87183"/>
                      <a:pt x="30948" y="87183"/>
                      <a:pt x="30948" y="87183"/>
                    </a:cubicBezTo>
                    <a:cubicBezTo>
                      <a:pt x="38497" y="87183"/>
                      <a:pt x="44535" y="84164"/>
                      <a:pt x="50574" y="79635"/>
                    </a:cubicBezTo>
                    <a:cubicBezTo>
                      <a:pt x="56613" y="75106"/>
                      <a:pt x="59632" y="67557"/>
                      <a:pt x="59632" y="61519"/>
                    </a:cubicBezTo>
                    <a:cubicBezTo>
                      <a:pt x="59632" y="56990"/>
                      <a:pt x="58123" y="47932"/>
                      <a:pt x="49065" y="40384"/>
                    </a:cubicBezTo>
                    <a:cubicBezTo>
                      <a:pt x="44535" y="35855"/>
                      <a:pt x="43026" y="31326"/>
                      <a:pt x="43026" y="28306"/>
                    </a:cubicBezTo>
                    <a:cubicBezTo>
                      <a:pt x="43026" y="23777"/>
                      <a:pt x="46045" y="20758"/>
                      <a:pt x="47555" y="19248"/>
                    </a:cubicBezTo>
                    <a:cubicBezTo>
                      <a:pt x="53594" y="13210"/>
                      <a:pt x="62652" y="14719"/>
                      <a:pt x="68690" y="20758"/>
                    </a:cubicBezTo>
                    <a:cubicBezTo>
                      <a:pt x="71710" y="23777"/>
                      <a:pt x="73219" y="28306"/>
                      <a:pt x="73219" y="31326"/>
                    </a:cubicBezTo>
                    <a:cubicBezTo>
                      <a:pt x="73219" y="35855"/>
                      <a:pt x="71710" y="38874"/>
                      <a:pt x="70200" y="41893"/>
                    </a:cubicBezTo>
                    <a:cubicBezTo>
                      <a:pt x="67181" y="44913"/>
                      <a:pt x="67181" y="49442"/>
                      <a:pt x="70200" y="52461"/>
                    </a:cubicBezTo>
                    <a:cubicBezTo>
                      <a:pt x="73219" y="55480"/>
                      <a:pt x="77748" y="55480"/>
                      <a:pt x="80768" y="52461"/>
                    </a:cubicBezTo>
                    <a:cubicBezTo>
                      <a:pt x="85297" y="44913"/>
                      <a:pt x="88316" y="38874"/>
                      <a:pt x="88316" y="29816"/>
                    </a:cubicBezTo>
                    <a:cubicBezTo>
                      <a:pt x="88316" y="23777"/>
                      <a:pt x="86806" y="19248"/>
                      <a:pt x="83787" y="14719"/>
                    </a:cubicBezTo>
                    <a:lnTo>
                      <a:pt x="86806" y="11700"/>
                    </a:lnTo>
                    <a:cubicBezTo>
                      <a:pt x="89826" y="8681"/>
                      <a:pt x="89826" y="4152"/>
                      <a:pt x="86806" y="1132"/>
                    </a:cubicBezTo>
                    <a:cubicBezTo>
                      <a:pt x="83787" y="-377"/>
                      <a:pt x="79258" y="-377"/>
                      <a:pt x="76239" y="1132"/>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19" name="任意多边形: 形状 118"/>
              <p:cNvSpPr/>
              <p:nvPr/>
            </p:nvSpPr>
            <p:spPr>
              <a:xfrm>
                <a:off x="1847242" y="7282162"/>
                <a:ext cx="66802" cy="67369"/>
              </a:xfrm>
              <a:custGeom>
                <a:avLst/>
                <a:gdLst>
                  <a:gd name="connsiteX0" fmla="*/ 86806 w 89070"/>
                  <a:gd name="connsiteY0" fmla="*/ 2264 h 89825"/>
                  <a:gd name="connsiteX1" fmla="*/ 76239 w 89070"/>
                  <a:gd name="connsiteY1" fmla="*/ 2264 h 89825"/>
                  <a:gd name="connsiteX2" fmla="*/ 73219 w 89070"/>
                  <a:gd name="connsiteY2" fmla="*/ 5284 h 89825"/>
                  <a:gd name="connsiteX3" fmla="*/ 58123 w 89070"/>
                  <a:gd name="connsiteY3" fmla="*/ 755 h 89825"/>
                  <a:gd name="connsiteX4" fmla="*/ 36987 w 89070"/>
                  <a:gd name="connsiteY4" fmla="*/ 8303 h 89825"/>
                  <a:gd name="connsiteX5" fmla="*/ 38497 w 89070"/>
                  <a:gd name="connsiteY5" fmla="*/ 49064 h 89825"/>
                  <a:gd name="connsiteX6" fmla="*/ 40006 w 89070"/>
                  <a:gd name="connsiteY6" fmla="*/ 70199 h 89825"/>
                  <a:gd name="connsiteX7" fmla="*/ 30948 w 89070"/>
                  <a:gd name="connsiteY7" fmla="*/ 73219 h 89825"/>
                  <a:gd name="connsiteX8" fmla="*/ 20381 w 89070"/>
                  <a:gd name="connsiteY8" fmla="*/ 68690 h 89825"/>
                  <a:gd name="connsiteX9" fmla="*/ 15852 w 89070"/>
                  <a:gd name="connsiteY9" fmla="*/ 58122 h 89825"/>
                  <a:gd name="connsiteX10" fmla="*/ 18871 w 89070"/>
                  <a:gd name="connsiteY10" fmla="*/ 49064 h 89825"/>
                  <a:gd name="connsiteX11" fmla="*/ 18871 w 89070"/>
                  <a:gd name="connsiteY11" fmla="*/ 38496 h 89825"/>
                  <a:gd name="connsiteX12" fmla="*/ 8303 w 89070"/>
                  <a:gd name="connsiteY12" fmla="*/ 38496 h 89825"/>
                  <a:gd name="connsiteX13" fmla="*/ 755 w 89070"/>
                  <a:gd name="connsiteY13" fmla="*/ 59632 h 89825"/>
                  <a:gd name="connsiteX14" fmla="*/ 5284 w 89070"/>
                  <a:gd name="connsiteY14" fmla="*/ 74728 h 89825"/>
                  <a:gd name="connsiteX15" fmla="*/ 2265 w 89070"/>
                  <a:gd name="connsiteY15" fmla="*/ 77748 h 89825"/>
                  <a:gd name="connsiteX16" fmla="*/ 2265 w 89070"/>
                  <a:gd name="connsiteY16" fmla="*/ 88315 h 89825"/>
                  <a:gd name="connsiteX17" fmla="*/ 6794 w 89070"/>
                  <a:gd name="connsiteY17" fmla="*/ 89825 h 89825"/>
                  <a:gd name="connsiteX18" fmla="*/ 11323 w 89070"/>
                  <a:gd name="connsiteY18" fmla="*/ 88315 h 89825"/>
                  <a:gd name="connsiteX19" fmla="*/ 14342 w 89070"/>
                  <a:gd name="connsiteY19" fmla="*/ 85296 h 89825"/>
                  <a:gd name="connsiteX20" fmla="*/ 29439 w 89070"/>
                  <a:gd name="connsiteY20" fmla="*/ 89825 h 89825"/>
                  <a:gd name="connsiteX21" fmla="*/ 30948 w 89070"/>
                  <a:gd name="connsiteY21" fmla="*/ 89825 h 89825"/>
                  <a:gd name="connsiteX22" fmla="*/ 50574 w 89070"/>
                  <a:gd name="connsiteY22" fmla="*/ 82277 h 89825"/>
                  <a:gd name="connsiteX23" fmla="*/ 49065 w 89070"/>
                  <a:gd name="connsiteY23" fmla="*/ 41516 h 89825"/>
                  <a:gd name="connsiteX24" fmla="*/ 47555 w 89070"/>
                  <a:gd name="connsiteY24" fmla="*/ 20380 h 89825"/>
                  <a:gd name="connsiteX25" fmla="*/ 56613 w 89070"/>
                  <a:gd name="connsiteY25" fmla="*/ 17361 h 89825"/>
                  <a:gd name="connsiteX26" fmla="*/ 67181 w 89070"/>
                  <a:gd name="connsiteY26" fmla="*/ 21890 h 89825"/>
                  <a:gd name="connsiteX27" fmla="*/ 71710 w 89070"/>
                  <a:gd name="connsiteY27" fmla="*/ 32458 h 89825"/>
                  <a:gd name="connsiteX28" fmla="*/ 68690 w 89070"/>
                  <a:gd name="connsiteY28" fmla="*/ 41516 h 89825"/>
                  <a:gd name="connsiteX29" fmla="*/ 68690 w 89070"/>
                  <a:gd name="connsiteY29" fmla="*/ 52083 h 89825"/>
                  <a:gd name="connsiteX30" fmla="*/ 79258 w 89070"/>
                  <a:gd name="connsiteY30" fmla="*/ 52083 h 89825"/>
                  <a:gd name="connsiteX31" fmla="*/ 86806 w 89070"/>
                  <a:gd name="connsiteY31" fmla="*/ 30948 h 89825"/>
                  <a:gd name="connsiteX32" fmla="*/ 82277 w 89070"/>
                  <a:gd name="connsiteY32" fmla="*/ 15851 h 89825"/>
                  <a:gd name="connsiteX33" fmla="*/ 86806 w 89070"/>
                  <a:gd name="connsiteY33" fmla="*/ 11322 h 89825"/>
                  <a:gd name="connsiteX34" fmla="*/ 86806 w 89070"/>
                  <a:gd name="connsiteY34" fmla="*/ 2264 h 8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9070" h="89825">
                    <a:moveTo>
                      <a:pt x="86806" y="2264"/>
                    </a:moveTo>
                    <a:cubicBezTo>
                      <a:pt x="83787" y="-755"/>
                      <a:pt x="79258" y="-755"/>
                      <a:pt x="76239" y="2264"/>
                    </a:cubicBezTo>
                    <a:lnTo>
                      <a:pt x="73219" y="5284"/>
                    </a:lnTo>
                    <a:cubicBezTo>
                      <a:pt x="68690" y="2264"/>
                      <a:pt x="64161" y="755"/>
                      <a:pt x="58123" y="755"/>
                    </a:cubicBezTo>
                    <a:cubicBezTo>
                      <a:pt x="50574" y="755"/>
                      <a:pt x="43026" y="3774"/>
                      <a:pt x="36987" y="8303"/>
                    </a:cubicBezTo>
                    <a:cubicBezTo>
                      <a:pt x="27929" y="17361"/>
                      <a:pt x="23400" y="33967"/>
                      <a:pt x="38497" y="49064"/>
                    </a:cubicBezTo>
                    <a:cubicBezTo>
                      <a:pt x="46045" y="56612"/>
                      <a:pt x="46045" y="62651"/>
                      <a:pt x="40006" y="70199"/>
                    </a:cubicBezTo>
                    <a:cubicBezTo>
                      <a:pt x="36987" y="73219"/>
                      <a:pt x="33968" y="73219"/>
                      <a:pt x="30948" y="73219"/>
                    </a:cubicBezTo>
                    <a:cubicBezTo>
                      <a:pt x="26419" y="73219"/>
                      <a:pt x="23400" y="71709"/>
                      <a:pt x="20381" y="68690"/>
                    </a:cubicBezTo>
                    <a:cubicBezTo>
                      <a:pt x="17361" y="65670"/>
                      <a:pt x="15852" y="61141"/>
                      <a:pt x="15852" y="58122"/>
                    </a:cubicBezTo>
                    <a:cubicBezTo>
                      <a:pt x="15852" y="53593"/>
                      <a:pt x="17361" y="50574"/>
                      <a:pt x="18871" y="49064"/>
                    </a:cubicBezTo>
                    <a:cubicBezTo>
                      <a:pt x="21890" y="46045"/>
                      <a:pt x="21890" y="41516"/>
                      <a:pt x="18871" y="38496"/>
                    </a:cubicBezTo>
                    <a:cubicBezTo>
                      <a:pt x="15852" y="35477"/>
                      <a:pt x="11323" y="35477"/>
                      <a:pt x="8303" y="38496"/>
                    </a:cubicBezTo>
                    <a:cubicBezTo>
                      <a:pt x="3774" y="44535"/>
                      <a:pt x="755" y="50574"/>
                      <a:pt x="755" y="59632"/>
                    </a:cubicBezTo>
                    <a:cubicBezTo>
                      <a:pt x="755" y="64161"/>
                      <a:pt x="2265" y="70199"/>
                      <a:pt x="5284" y="74728"/>
                    </a:cubicBezTo>
                    <a:lnTo>
                      <a:pt x="2265" y="77748"/>
                    </a:lnTo>
                    <a:cubicBezTo>
                      <a:pt x="-755" y="80767"/>
                      <a:pt x="-755" y="85296"/>
                      <a:pt x="2265" y="88315"/>
                    </a:cubicBezTo>
                    <a:cubicBezTo>
                      <a:pt x="3774" y="89825"/>
                      <a:pt x="5284" y="89825"/>
                      <a:pt x="6794" y="89825"/>
                    </a:cubicBezTo>
                    <a:cubicBezTo>
                      <a:pt x="8303" y="89825"/>
                      <a:pt x="9813" y="89825"/>
                      <a:pt x="11323" y="88315"/>
                    </a:cubicBezTo>
                    <a:lnTo>
                      <a:pt x="14342" y="85296"/>
                    </a:lnTo>
                    <a:cubicBezTo>
                      <a:pt x="18871" y="88315"/>
                      <a:pt x="23400" y="89825"/>
                      <a:pt x="29439" y="89825"/>
                    </a:cubicBezTo>
                    <a:cubicBezTo>
                      <a:pt x="29439" y="89825"/>
                      <a:pt x="30948" y="89825"/>
                      <a:pt x="30948" y="89825"/>
                    </a:cubicBezTo>
                    <a:cubicBezTo>
                      <a:pt x="38497" y="89825"/>
                      <a:pt x="44535" y="86806"/>
                      <a:pt x="50574" y="82277"/>
                    </a:cubicBezTo>
                    <a:cubicBezTo>
                      <a:pt x="59632" y="73219"/>
                      <a:pt x="64161" y="56612"/>
                      <a:pt x="49065" y="41516"/>
                    </a:cubicBezTo>
                    <a:cubicBezTo>
                      <a:pt x="41516" y="33967"/>
                      <a:pt x="41516" y="26419"/>
                      <a:pt x="47555" y="20380"/>
                    </a:cubicBezTo>
                    <a:cubicBezTo>
                      <a:pt x="50574" y="17361"/>
                      <a:pt x="53594" y="15851"/>
                      <a:pt x="56613" y="17361"/>
                    </a:cubicBezTo>
                    <a:cubicBezTo>
                      <a:pt x="61142" y="17361"/>
                      <a:pt x="64161" y="18871"/>
                      <a:pt x="67181" y="21890"/>
                    </a:cubicBezTo>
                    <a:cubicBezTo>
                      <a:pt x="70200" y="24909"/>
                      <a:pt x="71710" y="29438"/>
                      <a:pt x="71710" y="32458"/>
                    </a:cubicBezTo>
                    <a:cubicBezTo>
                      <a:pt x="71710" y="36987"/>
                      <a:pt x="70200" y="40006"/>
                      <a:pt x="68690" y="41516"/>
                    </a:cubicBezTo>
                    <a:cubicBezTo>
                      <a:pt x="65671" y="44535"/>
                      <a:pt x="65671" y="49064"/>
                      <a:pt x="68690" y="52083"/>
                    </a:cubicBezTo>
                    <a:cubicBezTo>
                      <a:pt x="71710" y="55103"/>
                      <a:pt x="76239" y="55103"/>
                      <a:pt x="79258" y="52083"/>
                    </a:cubicBezTo>
                    <a:cubicBezTo>
                      <a:pt x="85297" y="46045"/>
                      <a:pt x="86806" y="40006"/>
                      <a:pt x="86806" y="30948"/>
                    </a:cubicBezTo>
                    <a:cubicBezTo>
                      <a:pt x="86806" y="26419"/>
                      <a:pt x="85297" y="20380"/>
                      <a:pt x="82277" y="15851"/>
                    </a:cubicBezTo>
                    <a:lnTo>
                      <a:pt x="86806" y="11322"/>
                    </a:lnTo>
                    <a:cubicBezTo>
                      <a:pt x="89826" y="8303"/>
                      <a:pt x="89826" y="3774"/>
                      <a:pt x="86806" y="2264"/>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20" name="任意多边形: 形状 119"/>
              <p:cNvSpPr/>
              <p:nvPr/>
            </p:nvSpPr>
            <p:spPr>
              <a:xfrm>
                <a:off x="1699484" y="7104964"/>
                <a:ext cx="143797" cy="178894"/>
              </a:xfrm>
              <a:custGeom>
                <a:avLst/>
                <a:gdLst>
                  <a:gd name="connsiteX0" fmla="*/ 96619 w 191729"/>
                  <a:gd name="connsiteY0" fmla="*/ 0 h 238526"/>
                  <a:gd name="connsiteX1" fmla="*/ 0 w 191729"/>
                  <a:gd name="connsiteY1" fmla="*/ 93599 h 238526"/>
                  <a:gd name="connsiteX2" fmla="*/ 18116 w 191729"/>
                  <a:gd name="connsiteY2" fmla="*/ 155495 h 238526"/>
                  <a:gd name="connsiteX3" fmla="*/ 28684 w 191729"/>
                  <a:gd name="connsiteY3" fmla="*/ 179650 h 238526"/>
                  <a:gd name="connsiteX4" fmla="*/ 25665 w 191729"/>
                  <a:gd name="connsiteY4" fmla="*/ 185689 h 238526"/>
                  <a:gd name="connsiteX5" fmla="*/ 33213 w 191729"/>
                  <a:gd name="connsiteY5" fmla="*/ 193237 h 238526"/>
                  <a:gd name="connsiteX6" fmla="*/ 34723 w 191729"/>
                  <a:gd name="connsiteY6" fmla="*/ 193237 h 238526"/>
                  <a:gd name="connsiteX7" fmla="*/ 34723 w 191729"/>
                  <a:gd name="connsiteY7" fmla="*/ 209843 h 238526"/>
                  <a:gd name="connsiteX8" fmla="*/ 63406 w 191729"/>
                  <a:gd name="connsiteY8" fmla="*/ 238527 h 238526"/>
                  <a:gd name="connsiteX9" fmla="*/ 128323 w 191729"/>
                  <a:gd name="connsiteY9" fmla="*/ 238527 h 238526"/>
                  <a:gd name="connsiteX10" fmla="*/ 157006 w 191729"/>
                  <a:gd name="connsiteY10" fmla="*/ 209843 h 238526"/>
                  <a:gd name="connsiteX11" fmla="*/ 157006 w 191729"/>
                  <a:gd name="connsiteY11" fmla="*/ 193237 h 238526"/>
                  <a:gd name="connsiteX12" fmla="*/ 158516 w 191729"/>
                  <a:gd name="connsiteY12" fmla="*/ 193237 h 238526"/>
                  <a:gd name="connsiteX13" fmla="*/ 166065 w 191729"/>
                  <a:gd name="connsiteY13" fmla="*/ 185689 h 238526"/>
                  <a:gd name="connsiteX14" fmla="*/ 163045 w 191729"/>
                  <a:gd name="connsiteY14" fmla="*/ 179650 h 238526"/>
                  <a:gd name="connsiteX15" fmla="*/ 173613 w 191729"/>
                  <a:gd name="connsiteY15" fmla="*/ 153986 h 238526"/>
                  <a:gd name="connsiteX16" fmla="*/ 191729 w 191729"/>
                  <a:gd name="connsiteY16" fmla="*/ 93599 h 238526"/>
                  <a:gd name="connsiteX17" fmla="*/ 96619 w 191729"/>
                  <a:gd name="connsiteY17" fmla="*/ 0 h 238526"/>
                  <a:gd name="connsiteX18" fmla="*/ 143419 w 191729"/>
                  <a:gd name="connsiteY18" fmla="*/ 208334 h 238526"/>
                  <a:gd name="connsiteX19" fmla="*/ 129832 w 191729"/>
                  <a:gd name="connsiteY19" fmla="*/ 221921 h 238526"/>
                  <a:gd name="connsiteX20" fmla="*/ 64916 w 191729"/>
                  <a:gd name="connsiteY20" fmla="*/ 221921 h 238526"/>
                  <a:gd name="connsiteX21" fmla="*/ 51329 w 191729"/>
                  <a:gd name="connsiteY21" fmla="*/ 208334 h 238526"/>
                  <a:gd name="connsiteX22" fmla="*/ 51329 w 191729"/>
                  <a:gd name="connsiteY22" fmla="*/ 191727 h 238526"/>
                  <a:gd name="connsiteX23" fmla="*/ 144929 w 191729"/>
                  <a:gd name="connsiteY23" fmla="*/ 191727 h 238526"/>
                  <a:gd name="connsiteX24" fmla="*/ 144929 w 191729"/>
                  <a:gd name="connsiteY24" fmla="*/ 208334 h 238526"/>
                  <a:gd name="connsiteX25" fmla="*/ 161535 w 191729"/>
                  <a:gd name="connsiteY25" fmla="*/ 147947 h 238526"/>
                  <a:gd name="connsiteX26" fmla="*/ 149458 w 191729"/>
                  <a:gd name="connsiteY26" fmla="*/ 178140 h 238526"/>
                  <a:gd name="connsiteX27" fmla="*/ 43781 w 191729"/>
                  <a:gd name="connsiteY27" fmla="*/ 178140 h 238526"/>
                  <a:gd name="connsiteX28" fmla="*/ 31703 w 191729"/>
                  <a:gd name="connsiteY28" fmla="*/ 149457 h 238526"/>
                  <a:gd name="connsiteX29" fmla="*/ 15097 w 191729"/>
                  <a:gd name="connsiteY29" fmla="*/ 93599 h 238526"/>
                  <a:gd name="connsiteX30" fmla="*/ 96619 w 191729"/>
                  <a:gd name="connsiteY30" fmla="*/ 15097 h 238526"/>
                  <a:gd name="connsiteX31" fmla="*/ 178142 w 191729"/>
                  <a:gd name="connsiteY31" fmla="*/ 93599 h 238526"/>
                  <a:gd name="connsiteX32" fmla="*/ 161535 w 191729"/>
                  <a:gd name="connsiteY32" fmla="*/ 147947 h 23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1729" h="238526">
                    <a:moveTo>
                      <a:pt x="96619" y="0"/>
                    </a:moveTo>
                    <a:cubicBezTo>
                      <a:pt x="43781" y="0"/>
                      <a:pt x="0" y="42271"/>
                      <a:pt x="0" y="93599"/>
                    </a:cubicBezTo>
                    <a:cubicBezTo>
                      <a:pt x="0" y="114735"/>
                      <a:pt x="9058" y="135870"/>
                      <a:pt x="18116" y="155495"/>
                    </a:cubicBezTo>
                    <a:cubicBezTo>
                      <a:pt x="21135" y="163044"/>
                      <a:pt x="25665" y="172102"/>
                      <a:pt x="28684" y="179650"/>
                    </a:cubicBezTo>
                    <a:cubicBezTo>
                      <a:pt x="27174" y="181160"/>
                      <a:pt x="25665" y="182669"/>
                      <a:pt x="25665" y="185689"/>
                    </a:cubicBezTo>
                    <a:cubicBezTo>
                      <a:pt x="25665" y="190218"/>
                      <a:pt x="28684" y="193237"/>
                      <a:pt x="33213" y="193237"/>
                    </a:cubicBezTo>
                    <a:lnTo>
                      <a:pt x="34723" y="193237"/>
                    </a:lnTo>
                    <a:lnTo>
                      <a:pt x="34723" y="209843"/>
                    </a:lnTo>
                    <a:cubicBezTo>
                      <a:pt x="34723" y="224940"/>
                      <a:pt x="46800" y="238527"/>
                      <a:pt x="63406" y="238527"/>
                    </a:cubicBezTo>
                    <a:lnTo>
                      <a:pt x="128323" y="238527"/>
                    </a:lnTo>
                    <a:cubicBezTo>
                      <a:pt x="143419" y="238527"/>
                      <a:pt x="157006" y="226450"/>
                      <a:pt x="157006" y="209843"/>
                    </a:cubicBezTo>
                    <a:lnTo>
                      <a:pt x="157006" y="193237"/>
                    </a:lnTo>
                    <a:lnTo>
                      <a:pt x="158516" y="193237"/>
                    </a:lnTo>
                    <a:cubicBezTo>
                      <a:pt x="163045" y="193237"/>
                      <a:pt x="166065" y="190218"/>
                      <a:pt x="166065" y="185689"/>
                    </a:cubicBezTo>
                    <a:cubicBezTo>
                      <a:pt x="166065" y="182669"/>
                      <a:pt x="164555" y="181160"/>
                      <a:pt x="163045" y="179650"/>
                    </a:cubicBezTo>
                    <a:cubicBezTo>
                      <a:pt x="166065" y="170592"/>
                      <a:pt x="170594" y="163044"/>
                      <a:pt x="173613" y="153986"/>
                    </a:cubicBezTo>
                    <a:cubicBezTo>
                      <a:pt x="182671" y="134360"/>
                      <a:pt x="191729" y="113225"/>
                      <a:pt x="191729" y="93599"/>
                    </a:cubicBezTo>
                    <a:cubicBezTo>
                      <a:pt x="191729" y="40761"/>
                      <a:pt x="149458" y="0"/>
                      <a:pt x="96619" y="0"/>
                    </a:cubicBezTo>
                    <a:close/>
                    <a:moveTo>
                      <a:pt x="143419" y="208334"/>
                    </a:moveTo>
                    <a:cubicBezTo>
                      <a:pt x="143419" y="215882"/>
                      <a:pt x="137381" y="221921"/>
                      <a:pt x="129832" y="221921"/>
                    </a:cubicBezTo>
                    <a:lnTo>
                      <a:pt x="64916" y="221921"/>
                    </a:lnTo>
                    <a:cubicBezTo>
                      <a:pt x="57368" y="221921"/>
                      <a:pt x="51329" y="215882"/>
                      <a:pt x="51329" y="208334"/>
                    </a:cubicBezTo>
                    <a:lnTo>
                      <a:pt x="51329" y="191727"/>
                    </a:lnTo>
                    <a:lnTo>
                      <a:pt x="144929" y="191727"/>
                    </a:lnTo>
                    <a:lnTo>
                      <a:pt x="144929" y="208334"/>
                    </a:lnTo>
                    <a:close/>
                    <a:moveTo>
                      <a:pt x="161535" y="147947"/>
                    </a:moveTo>
                    <a:cubicBezTo>
                      <a:pt x="157006" y="158515"/>
                      <a:pt x="152477" y="167573"/>
                      <a:pt x="149458" y="178140"/>
                    </a:cubicBezTo>
                    <a:lnTo>
                      <a:pt x="43781" y="178140"/>
                    </a:lnTo>
                    <a:cubicBezTo>
                      <a:pt x="40761" y="169082"/>
                      <a:pt x="36232" y="158515"/>
                      <a:pt x="31703" y="149457"/>
                    </a:cubicBezTo>
                    <a:cubicBezTo>
                      <a:pt x="22645" y="129831"/>
                      <a:pt x="15097" y="110206"/>
                      <a:pt x="15097" y="93599"/>
                    </a:cubicBezTo>
                    <a:cubicBezTo>
                      <a:pt x="15097" y="49819"/>
                      <a:pt x="51329" y="15097"/>
                      <a:pt x="96619" y="15097"/>
                    </a:cubicBezTo>
                    <a:cubicBezTo>
                      <a:pt x="141910" y="15097"/>
                      <a:pt x="178142" y="49819"/>
                      <a:pt x="178142" y="93599"/>
                    </a:cubicBezTo>
                    <a:cubicBezTo>
                      <a:pt x="178142" y="110206"/>
                      <a:pt x="169084" y="128321"/>
                      <a:pt x="161535" y="147947"/>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sp>
            <p:nvSpPr>
              <p:cNvPr id="121" name="任意多边形: 形状 120"/>
              <p:cNvSpPr/>
              <p:nvPr/>
            </p:nvSpPr>
            <p:spPr>
              <a:xfrm>
                <a:off x="1740244" y="7297447"/>
                <a:ext cx="62274" cy="11322"/>
              </a:xfrm>
              <a:custGeom>
                <a:avLst/>
                <a:gdLst>
                  <a:gd name="connsiteX0" fmla="*/ 7548 w 83032"/>
                  <a:gd name="connsiteY0" fmla="*/ 15097 h 15096"/>
                  <a:gd name="connsiteX1" fmla="*/ 75484 w 83032"/>
                  <a:gd name="connsiteY1" fmla="*/ 15097 h 15096"/>
                  <a:gd name="connsiteX2" fmla="*/ 83032 w 83032"/>
                  <a:gd name="connsiteY2" fmla="*/ 7548 h 15096"/>
                  <a:gd name="connsiteX3" fmla="*/ 75484 w 83032"/>
                  <a:gd name="connsiteY3" fmla="*/ 0 h 15096"/>
                  <a:gd name="connsiteX4" fmla="*/ 7548 w 83032"/>
                  <a:gd name="connsiteY4" fmla="*/ 0 h 15096"/>
                  <a:gd name="connsiteX5" fmla="*/ 0 w 83032"/>
                  <a:gd name="connsiteY5" fmla="*/ 7548 h 15096"/>
                  <a:gd name="connsiteX6" fmla="*/ 7548 w 83032"/>
                  <a:gd name="connsiteY6" fmla="*/ 15097 h 15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032" h="15096">
                    <a:moveTo>
                      <a:pt x="7548" y="15097"/>
                    </a:moveTo>
                    <a:lnTo>
                      <a:pt x="75484" y="15097"/>
                    </a:lnTo>
                    <a:cubicBezTo>
                      <a:pt x="80013" y="15097"/>
                      <a:pt x="83032" y="12077"/>
                      <a:pt x="83032" y="7548"/>
                    </a:cubicBezTo>
                    <a:cubicBezTo>
                      <a:pt x="83032" y="3019"/>
                      <a:pt x="80013" y="0"/>
                      <a:pt x="75484" y="0"/>
                    </a:cubicBezTo>
                    <a:lnTo>
                      <a:pt x="7548" y="0"/>
                    </a:lnTo>
                    <a:cubicBezTo>
                      <a:pt x="3019" y="0"/>
                      <a:pt x="0" y="3019"/>
                      <a:pt x="0" y="7548"/>
                    </a:cubicBezTo>
                    <a:cubicBezTo>
                      <a:pt x="0" y="12077"/>
                      <a:pt x="4529" y="15097"/>
                      <a:pt x="7548" y="15097"/>
                    </a:cubicBezTo>
                    <a:close/>
                  </a:path>
                </a:pathLst>
              </a:custGeom>
              <a:grpFill/>
              <a:ln w="15056" cap="flat">
                <a:noFill/>
                <a:prstDash val="solid"/>
                <a:miter/>
              </a:ln>
              <a:effectLst/>
            </p:spPr>
            <p:txBody>
              <a:bodyPr lIns="68580" tIns="34290" rIns="68580" bIns="34290" rtlCol="0" anchor="ctr"/>
              <a:lstStyle/>
              <a:p>
                <a:endParaRPr lang="zh-CN" altLang="en-US" sz="1350" dirty="0">
                  <a:latin typeface="思源黑体 CN Bold" panose="020B0800000000000000" pitchFamily="34" charset="-122"/>
                  <a:ea typeface="思源黑体 CN Bold" panose="020B0800000000000000" pitchFamily="34" charset="-122"/>
                </a:endParaRPr>
              </a:p>
            </p:txBody>
          </p:sp>
          <p:sp>
            <p:nvSpPr>
              <p:cNvPr id="122" name="任意多边形: 形状 121"/>
              <p:cNvSpPr/>
              <p:nvPr/>
            </p:nvSpPr>
            <p:spPr>
              <a:xfrm>
                <a:off x="1739501" y="7150711"/>
                <a:ext cx="63695" cy="65215"/>
              </a:xfrm>
              <a:custGeom>
                <a:avLst/>
                <a:gdLst>
                  <a:gd name="connsiteX0" fmla="*/ 81005 w 84926"/>
                  <a:gd name="connsiteY0" fmla="*/ 903 h 86953"/>
                  <a:gd name="connsiteX1" fmla="*/ 70437 w 84926"/>
                  <a:gd name="connsiteY1" fmla="*/ 3922 h 86953"/>
                  <a:gd name="connsiteX2" fmla="*/ 34205 w 84926"/>
                  <a:gd name="connsiteY2" fmla="*/ 65818 h 86953"/>
                  <a:gd name="connsiteX3" fmla="*/ 13069 w 84926"/>
                  <a:gd name="connsiteY3" fmla="*/ 38645 h 86953"/>
                  <a:gd name="connsiteX4" fmla="*/ 2501 w 84926"/>
                  <a:gd name="connsiteY4" fmla="*/ 37135 h 86953"/>
                  <a:gd name="connsiteX5" fmla="*/ 992 w 84926"/>
                  <a:gd name="connsiteY5" fmla="*/ 47702 h 86953"/>
                  <a:gd name="connsiteX6" fmla="*/ 28166 w 84926"/>
                  <a:gd name="connsiteY6" fmla="*/ 83934 h 86953"/>
                  <a:gd name="connsiteX7" fmla="*/ 34205 w 84926"/>
                  <a:gd name="connsiteY7" fmla="*/ 86954 h 86953"/>
                  <a:gd name="connsiteX8" fmla="*/ 34205 w 84926"/>
                  <a:gd name="connsiteY8" fmla="*/ 86954 h 86953"/>
                  <a:gd name="connsiteX9" fmla="*/ 40243 w 84926"/>
                  <a:gd name="connsiteY9" fmla="*/ 83934 h 86953"/>
                  <a:gd name="connsiteX10" fmla="*/ 84024 w 84926"/>
                  <a:gd name="connsiteY10" fmla="*/ 11471 h 86953"/>
                  <a:gd name="connsiteX11" fmla="*/ 81005 w 84926"/>
                  <a:gd name="connsiteY11" fmla="*/ 903 h 86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926" h="86953">
                    <a:moveTo>
                      <a:pt x="81005" y="903"/>
                    </a:moveTo>
                    <a:cubicBezTo>
                      <a:pt x="77985" y="-607"/>
                      <a:pt x="73456" y="-607"/>
                      <a:pt x="70437" y="3922"/>
                    </a:cubicBezTo>
                    <a:lnTo>
                      <a:pt x="34205" y="65818"/>
                    </a:lnTo>
                    <a:lnTo>
                      <a:pt x="13069" y="38645"/>
                    </a:lnTo>
                    <a:cubicBezTo>
                      <a:pt x="10050" y="35625"/>
                      <a:pt x="5521" y="35625"/>
                      <a:pt x="2501" y="37135"/>
                    </a:cubicBezTo>
                    <a:cubicBezTo>
                      <a:pt x="-518" y="40154"/>
                      <a:pt x="-518" y="44683"/>
                      <a:pt x="992" y="47702"/>
                    </a:cubicBezTo>
                    <a:lnTo>
                      <a:pt x="28166" y="83934"/>
                    </a:lnTo>
                    <a:cubicBezTo>
                      <a:pt x="29676" y="85444"/>
                      <a:pt x="31185" y="86954"/>
                      <a:pt x="34205" y="86954"/>
                    </a:cubicBezTo>
                    <a:cubicBezTo>
                      <a:pt x="34205" y="86954"/>
                      <a:pt x="34205" y="86954"/>
                      <a:pt x="34205" y="86954"/>
                    </a:cubicBezTo>
                    <a:cubicBezTo>
                      <a:pt x="37224" y="86954"/>
                      <a:pt x="38734" y="85444"/>
                      <a:pt x="40243" y="83934"/>
                    </a:cubicBezTo>
                    <a:lnTo>
                      <a:pt x="84024" y="11471"/>
                    </a:lnTo>
                    <a:cubicBezTo>
                      <a:pt x="85534" y="6942"/>
                      <a:pt x="85534" y="2413"/>
                      <a:pt x="81005" y="903"/>
                    </a:cubicBezTo>
                    <a:close/>
                  </a:path>
                </a:pathLst>
              </a:custGeom>
              <a:grpFill/>
              <a:ln w="15056" cap="flat">
                <a:noFill/>
                <a:prstDash val="solid"/>
                <a:miter/>
              </a:ln>
              <a:effectLst/>
            </p:spPr>
            <p:txBody>
              <a:bodyPr lIns="68580" tIns="34290" rIns="68580" bIns="34290" rtlCol="0" anchor="ctr"/>
              <a:lstStyle/>
              <a:p>
                <a:endParaRPr lang="zh-CN" altLang="en-US" sz="1350">
                  <a:latin typeface="思源黑体 CN Bold" panose="020B0800000000000000" pitchFamily="34" charset="-122"/>
                  <a:ea typeface="思源黑体 CN Bold" panose="020B0800000000000000" pitchFamily="34" charset="-122"/>
                </a:endParaRPr>
              </a:p>
            </p:txBody>
          </p:sp>
        </p:grpSp>
        <p:grpSp>
          <p:nvGrpSpPr>
            <p:cNvPr id="123" name="图形 2"/>
            <p:cNvGrpSpPr/>
            <p:nvPr/>
          </p:nvGrpSpPr>
          <p:grpSpPr>
            <a:xfrm>
              <a:off x="5055687" y="2462824"/>
              <a:ext cx="381638" cy="314153"/>
              <a:chOff x="7675031" y="4492616"/>
              <a:chExt cx="660550" cy="543734"/>
            </a:xfrm>
            <a:solidFill>
              <a:schemeClr val="bg1"/>
            </a:solidFill>
            <a:effectLst/>
          </p:grpSpPr>
          <p:sp>
            <p:nvSpPr>
              <p:cNvPr id="124" name="任意多边形: 形状 123"/>
              <p:cNvSpPr/>
              <p:nvPr/>
            </p:nvSpPr>
            <p:spPr>
              <a:xfrm>
                <a:off x="7675031" y="4986541"/>
                <a:ext cx="660550" cy="49809"/>
              </a:xfrm>
              <a:custGeom>
                <a:avLst/>
                <a:gdLst>
                  <a:gd name="connsiteX0" fmla="*/ 724013 w 880724"/>
                  <a:gd name="connsiteY0" fmla="*/ 66414 h 66414"/>
                  <a:gd name="connsiteX1" fmla="*/ 646312 w 880724"/>
                  <a:gd name="connsiteY1" fmla="*/ 46457 h 66414"/>
                  <a:gd name="connsiteX2" fmla="*/ 582188 w 880724"/>
                  <a:gd name="connsiteY2" fmla="*/ 29772 h 66414"/>
                  <a:gd name="connsiteX3" fmla="*/ 518064 w 880724"/>
                  <a:gd name="connsiteY3" fmla="*/ 46457 h 66414"/>
                  <a:gd name="connsiteX4" fmla="*/ 440362 w 880724"/>
                  <a:gd name="connsiteY4" fmla="*/ 66414 h 66414"/>
                  <a:gd name="connsiteX5" fmla="*/ 362661 w 880724"/>
                  <a:gd name="connsiteY5" fmla="*/ 46457 h 66414"/>
                  <a:gd name="connsiteX6" fmla="*/ 298537 w 880724"/>
                  <a:gd name="connsiteY6" fmla="*/ 29772 h 66414"/>
                  <a:gd name="connsiteX7" fmla="*/ 234413 w 880724"/>
                  <a:gd name="connsiteY7" fmla="*/ 46457 h 66414"/>
                  <a:gd name="connsiteX8" fmla="*/ 156711 w 880724"/>
                  <a:gd name="connsiteY8" fmla="*/ 66414 h 66414"/>
                  <a:gd name="connsiteX9" fmla="*/ 79010 w 880724"/>
                  <a:gd name="connsiteY9" fmla="*/ 46457 h 66414"/>
                  <a:gd name="connsiteX10" fmla="*/ 14886 w 880724"/>
                  <a:gd name="connsiteY10" fmla="*/ 29772 h 66414"/>
                  <a:gd name="connsiteX11" fmla="*/ 0 w 880724"/>
                  <a:gd name="connsiteY11" fmla="*/ 14886 h 66414"/>
                  <a:gd name="connsiteX12" fmla="*/ 14886 w 880724"/>
                  <a:gd name="connsiteY12" fmla="*/ 0 h 66414"/>
                  <a:gd name="connsiteX13" fmla="*/ 92587 w 880724"/>
                  <a:gd name="connsiteY13" fmla="*/ 19957 h 66414"/>
                  <a:gd name="connsiteX14" fmla="*/ 156711 w 880724"/>
                  <a:gd name="connsiteY14" fmla="*/ 36642 h 66414"/>
                  <a:gd name="connsiteX15" fmla="*/ 220836 w 880724"/>
                  <a:gd name="connsiteY15" fmla="*/ 19957 h 66414"/>
                  <a:gd name="connsiteX16" fmla="*/ 298537 w 880724"/>
                  <a:gd name="connsiteY16" fmla="*/ 0 h 66414"/>
                  <a:gd name="connsiteX17" fmla="*/ 376238 w 880724"/>
                  <a:gd name="connsiteY17" fmla="*/ 19957 h 66414"/>
                  <a:gd name="connsiteX18" fmla="*/ 440362 w 880724"/>
                  <a:gd name="connsiteY18" fmla="*/ 36642 h 66414"/>
                  <a:gd name="connsiteX19" fmla="*/ 504486 w 880724"/>
                  <a:gd name="connsiteY19" fmla="*/ 19957 h 66414"/>
                  <a:gd name="connsiteX20" fmla="*/ 582188 w 880724"/>
                  <a:gd name="connsiteY20" fmla="*/ 0 h 66414"/>
                  <a:gd name="connsiteX21" fmla="*/ 659889 w 880724"/>
                  <a:gd name="connsiteY21" fmla="*/ 19957 h 66414"/>
                  <a:gd name="connsiteX22" fmla="*/ 724013 w 880724"/>
                  <a:gd name="connsiteY22" fmla="*/ 36642 h 66414"/>
                  <a:gd name="connsiteX23" fmla="*/ 788137 w 880724"/>
                  <a:gd name="connsiteY23" fmla="*/ 19957 h 66414"/>
                  <a:gd name="connsiteX24" fmla="*/ 865839 w 880724"/>
                  <a:gd name="connsiteY24" fmla="*/ 0 h 66414"/>
                  <a:gd name="connsiteX25" fmla="*/ 880725 w 880724"/>
                  <a:gd name="connsiteY25" fmla="*/ 14886 h 66414"/>
                  <a:gd name="connsiteX26" fmla="*/ 865839 w 880724"/>
                  <a:gd name="connsiteY26" fmla="*/ 29772 h 66414"/>
                  <a:gd name="connsiteX27" fmla="*/ 801715 w 880724"/>
                  <a:gd name="connsiteY27" fmla="*/ 46457 h 66414"/>
                  <a:gd name="connsiteX28" fmla="*/ 724013 w 880724"/>
                  <a:gd name="connsiteY28" fmla="*/ 66414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80724" h="66414">
                    <a:moveTo>
                      <a:pt x="724013" y="66414"/>
                    </a:moveTo>
                    <a:cubicBezTo>
                      <a:pt x="684917" y="66414"/>
                      <a:pt x="664469" y="55781"/>
                      <a:pt x="646312" y="46457"/>
                    </a:cubicBezTo>
                    <a:cubicBezTo>
                      <a:pt x="628972" y="37460"/>
                      <a:pt x="614086" y="29772"/>
                      <a:pt x="582188" y="29772"/>
                    </a:cubicBezTo>
                    <a:cubicBezTo>
                      <a:pt x="550289" y="29772"/>
                      <a:pt x="535403" y="37460"/>
                      <a:pt x="518064" y="46457"/>
                    </a:cubicBezTo>
                    <a:cubicBezTo>
                      <a:pt x="499906" y="55781"/>
                      <a:pt x="479458" y="66414"/>
                      <a:pt x="440362" y="66414"/>
                    </a:cubicBezTo>
                    <a:cubicBezTo>
                      <a:pt x="401266" y="66414"/>
                      <a:pt x="380819" y="55781"/>
                      <a:pt x="362661" y="46457"/>
                    </a:cubicBezTo>
                    <a:cubicBezTo>
                      <a:pt x="345321" y="37460"/>
                      <a:pt x="330435" y="29772"/>
                      <a:pt x="298537" y="29772"/>
                    </a:cubicBezTo>
                    <a:cubicBezTo>
                      <a:pt x="266638" y="29772"/>
                      <a:pt x="251752" y="37460"/>
                      <a:pt x="234413" y="46457"/>
                    </a:cubicBezTo>
                    <a:cubicBezTo>
                      <a:pt x="216255" y="55781"/>
                      <a:pt x="195808" y="66414"/>
                      <a:pt x="156711" y="66414"/>
                    </a:cubicBezTo>
                    <a:cubicBezTo>
                      <a:pt x="117615" y="66414"/>
                      <a:pt x="97168" y="55781"/>
                      <a:pt x="79010" y="46457"/>
                    </a:cubicBezTo>
                    <a:cubicBezTo>
                      <a:pt x="61670" y="37460"/>
                      <a:pt x="46784" y="29772"/>
                      <a:pt x="14886" y="29772"/>
                    </a:cubicBezTo>
                    <a:cubicBezTo>
                      <a:pt x="6707" y="29772"/>
                      <a:pt x="0" y="23065"/>
                      <a:pt x="0" y="14886"/>
                    </a:cubicBezTo>
                    <a:cubicBezTo>
                      <a:pt x="0" y="6707"/>
                      <a:pt x="6707" y="0"/>
                      <a:pt x="14886" y="0"/>
                    </a:cubicBezTo>
                    <a:cubicBezTo>
                      <a:pt x="53982" y="0"/>
                      <a:pt x="74430" y="10633"/>
                      <a:pt x="92587" y="19957"/>
                    </a:cubicBezTo>
                    <a:cubicBezTo>
                      <a:pt x="109927" y="28954"/>
                      <a:pt x="124813" y="36642"/>
                      <a:pt x="156711" y="36642"/>
                    </a:cubicBezTo>
                    <a:cubicBezTo>
                      <a:pt x="188610" y="36642"/>
                      <a:pt x="203496" y="28954"/>
                      <a:pt x="220836" y="19957"/>
                    </a:cubicBezTo>
                    <a:cubicBezTo>
                      <a:pt x="238993" y="10633"/>
                      <a:pt x="259441" y="0"/>
                      <a:pt x="298537" y="0"/>
                    </a:cubicBezTo>
                    <a:cubicBezTo>
                      <a:pt x="337633" y="0"/>
                      <a:pt x="358081" y="10633"/>
                      <a:pt x="376238" y="19957"/>
                    </a:cubicBezTo>
                    <a:cubicBezTo>
                      <a:pt x="393578" y="28954"/>
                      <a:pt x="408464" y="36642"/>
                      <a:pt x="440362" y="36642"/>
                    </a:cubicBezTo>
                    <a:cubicBezTo>
                      <a:pt x="472261" y="36642"/>
                      <a:pt x="487147" y="28954"/>
                      <a:pt x="504486" y="19957"/>
                    </a:cubicBezTo>
                    <a:cubicBezTo>
                      <a:pt x="522644" y="10633"/>
                      <a:pt x="543092" y="0"/>
                      <a:pt x="582188" y="0"/>
                    </a:cubicBezTo>
                    <a:cubicBezTo>
                      <a:pt x="621284" y="0"/>
                      <a:pt x="641732" y="10633"/>
                      <a:pt x="659889" y="19957"/>
                    </a:cubicBezTo>
                    <a:cubicBezTo>
                      <a:pt x="677229" y="28954"/>
                      <a:pt x="692115" y="36642"/>
                      <a:pt x="724013" y="36642"/>
                    </a:cubicBezTo>
                    <a:cubicBezTo>
                      <a:pt x="755912" y="36642"/>
                      <a:pt x="770798" y="28954"/>
                      <a:pt x="788137" y="19957"/>
                    </a:cubicBezTo>
                    <a:cubicBezTo>
                      <a:pt x="806295" y="10633"/>
                      <a:pt x="826743" y="0"/>
                      <a:pt x="865839" y="0"/>
                    </a:cubicBezTo>
                    <a:cubicBezTo>
                      <a:pt x="874018" y="0"/>
                      <a:pt x="880725" y="6707"/>
                      <a:pt x="880725" y="14886"/>
                    </a:cubicBezTo>
                    <a:cubicBezTo>
                      <a:pt x="880725" y="23065"/>
                      <a:pt x="874018" y="29772"/>
                      <a:pt x="865839" y="29772"/>
                    </a:cubicBezTo>
                    <a:cubicBezTo>
                      <a:pt x="833940" y="29772"/>
                      <a:pt x="819054" y="37460"/>
                      <a:pt x="801715" y="46457"/>
                    </a:cubicBezTo>
                    <a:cubicBezTo>
                      <a:pt x="783557" y="55781"/>
                      <a:pt x="762946" y="66414"/>
                      <a:pt x="724013" y="66414"/>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5" name="任意多边形: 形状 124"/>
              <p:cNvSpPr/>
              <p:nvPr/>
            </p:nvSpPr>
            <p:spPr>
              <a:xfrm>
                <a:off x="7844462" y="4681201"/>
                <a:ext cx="172138" cy="302522"/>
              </a:xfrm>
              <a:custGeom>
                <a:avLst/>
                <a:gdLst>
                  <a:gd name="connsiteX0" fmla="*/ 79510 w 229514"/>
                  <a:gd name="connsiteY0" fmla="*/ 403205 h 403368"/>
                  <a:gd name="connsiteX1" fmla="*/ 65279 w 229514"/>
                  <a:gd name="connsiteY1" fmla="*/ 392245 h 403368"/>
                  <a:gd name="connsiteX2" fmla="*/ 500 w 229514"/>
                  <a:gd name="connsiteY2" fmla="*/ 150634 h 403368"/>
                  <a:gd name="connsiteX3" fmla="*/ 6717 w 229514"/>
                  <a:gd name="connsiteY3" fmla="*/ 134440 h 403368"/>
                  <a:gd name="connsiteX4" fmla="*/ 206450 w 229514"/>
                  <a:gd name="connsiteY4" fmla="*/ 2429 h 403368"/>
                  <a:gd name="connsiteX5" fmla="*/ 221663 w 229514"/>
                  <a:gd name="connsiteY5" fmla="*/ 1775 h 403368"/>
                  <a:gd name="connsiteX6" fmla="*/ 229515 w 229514"/>
                  <a:gd name="connsiteY6" fmla="*/ 14861 h 403368"/>
                  <a:gd name="connsiteX7" fmla="*/ 229515 w 229514"/>
                  <a:gd name="connsiteY7" fmla="*/ 388482 h 403368"/>
                  <a:gd name="connsiteX8" fmla="*/ 214629 w 229514"/>
                  <a:gd name="connsiteY8" fmla="*/ 403368 h 403368"/>
                  <a:gd name="connsiteX9" fmla="*/ 199743 w 229514"/>
                  <a:gd name="connsiteY9" fmla="*/ 388482 h 403368"/>
                  <a:gd name="connsiteX10" fmla="*/ 199743 w 229514"/>
                  <a:gd name="connsiteY10" fmla="*/ 42343 h 403368"/>
                  <a:gd name="connsiteX11" fmla="*/ 31908 w 229514"/>
                  <a:gd name="connsiteY11" fmla="*/ 153415 h 403368"/>
                  <a:gd name="connsiteX12" fmla="*/ 93906 w 229514"/>
                  <a:gd name="connsiteY12" fmla="*/ 384720 h 403368"/>
                  <a:gd name="connsiteX13" fmla="*/ 83436 w 229514"/>
                  <a:gd name="connsiteY13" fmla="*/ 402877 h 403368"/>
                  <a:gd name="connsiteX14" fmla="*/ 79510 w 229514"/>
                  <a:gd name="connsiteY14" fmla="*/ 403205 h 403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9514" h="403368">
                    <a:moveTo>
                      <a:pt x="79510" y="403205"/>
                    </a:moveTo>
                    <a:cubicBezTo>
                      <a:pt x="72967" y="403205"/>
                      <a:pt x="66915" y="398788"/>
                      <a:pt x="65279" y="392245"/>
                    </a:cubicBezTo>
                    <a:lnTo>
                      <a:pt x="500" y="150634"/>
                    </a:lnTo>
                    <a:cubicBezTo>
                      <a:pt x="-1136" y="144418"/>
                      <a:pt x="1318" y="138038"/>
                      <a:pt x="6717" y="134440"/>
                    </a:cubicBezTo>
                    <a:lnTo>
                      <a:pt x="206450" y="2429"/>
                    </a:lnTo>
                    <a:cubicBezTo>
                      <a:pt x="211030" y="-515"/>
                      <a:pt x="216756" y="-843"/>
                      <a:pt x="221663" y="1775"/>
                    </a:cubicBezTo>
                    <a:cubicBezTo>
                      <a:pt x="226407" y="4392"/>
                      <a:pt x="229515" y="9299"/>
                      <a:pt x="229515" y="14861"/>
                    </a:cubicBezTo>
                    <a:lnTo>
                      <a:pt x="229515" y="388482"/>
                    </a:lnTo>
                    <a:cubicBezTo>
                      <a:pt x="229515" y="396661"/>
                      <a:pt x="222808" y="403368"/>
                      <a:pt x="214629" y="403368"/>
                    </a:cubicBezTo>
                    <a:cubicBezTo>
                      <a:pt x="206450" y="403368"/>
                      <a:pt x="199743" y="396661"/>
                      <a:pt x="199743" y="388482"/>
                    </a:cubicBezTo>
                    <a:lnTo>
                      <a:pt x="199743" y="42343"/>
                    </a:lnTo>
                    <a:lnTo>
                      <a:pt x="31908" y="153415"/>
                    </a:lnTo>
                    <a:lnTo>
                      <a:pt x="93906" y="384720"/>
                    </a:lnTo>
                    <a:cubicBezTo>
                      <a:pt x="96032" y="392572"/>
                      <a:pt x="91288" y="400751"/>
                      <a:pt x="83436" y="402877"/>
                    </a:cubicBezTo>
                    <a:cubicBezTo>
                      <a:pt x="81964" y="403041"/>
                      <a:pt x="80819" y="403205"/>
                      <a:pt x="79510" y="403205"/>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6" name="任意多边形: 形状 125"/>
              <p:cNvSpPr/>
              <p:nvPr/>
            </p:nvSpPr>
            <p:spPr>
              <a:xfrm>
                <a:off x="7994184" y="4681219"/>
                <a:ext cx="171980" cy="302384"/>
              </a:xfrm>
              <a:custGeom>
                <a:avLst/>
                <a:gdLst>
                  <a:gd name="connsiteX0" fmla="*/ 149795 w 229305"/>
                  <a:gd name="connsiteY0" fmla="*/ 403183 h 403183"/>
                  <a:gd name="connsiteX1" fmla="*/ 146033 w 229305"/>
                  <a:gd name="connsiteY1" fmla="*/ 402693 h 403183"/>
                  <a:gd name="connsiteX2" fmla="*/ 135563 w 229305"/>
                  <a:gd name="connsiteY2" fmla="*/ 384535 h 403183"/>
                  <a:gd name="connsiteX3" fmla="*/ 197561 w 229305"/>
                  <a:gd name="connsiteY3" fmla="*/ 153230 h 403183"/>
                  <a:gd name="connsiteX4" fmla="*/ 6661 w 229305"/>
                  <a:gd name="connsiteY4" fmla="*/ 27109 h 403183"/>
                  <a:gd name="connsiteX5" fmla="*/ 2408 w 229305"/>
                  <a:gd name="connsiteY5" fmla="*/ 6661 h 403183"/>
                  <a:gd name="connsiteX6" fmla="*/ 22855 w 229305"/>
                  <a:gd name="connsiteY6" fmla="*/ 2408 h 403183"/>
                  <a:gd name="connsiteX7" fmla="*/ 222589 w 229305"/>
                  <a:gd name="connsiteY7" fmla="*/ 134418 h 403183"/>
                  <a:gd name="connsiteX8" fmla="*/ 228805 w 229305"/>
                  <a:gd name="connsiteY8" fmla="*/ 150613 h 403183"/>
                  <a:gd name="connsiteX9" fmla="*/ 164027 w 229305"/>
                  <a:gd name="connsiteY9" fmla="*/ 392223 h 403183"/>
                  <a:gd name="connsiteX10" fmla="*/ 149795 w 229305"/>
                  <a:gd name="connsiteY10" fmla="*/ 403183 h 403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305" h="403183">
                    <a:moveTo>
                      <a:pt x="149795" y="403183"/>
                    </a:moveTo>
                    <a:cubicBezTo>
                      <a:pt x="148486" y="403183"/>
                      <a:pt x="147178" y="403020"/>
                      <a:pt x="146033" y="402693"/>
                    </a:cubicBezTo>
                    <a:cubicBezTo>
                      <a:pt x="138181" y="400566"/>
                      <a:pt x="133437" y="392387"/>
                      <a:pt x="135563" y="384535"/>
                    </a:cubicBezTo>
                    <a:lnTo>
                      <a:pt x="197561" y="153230"/>
                    </a:lnTo>
                    <a:lnTo>
                      <a:pt x="6661" y="27109"/>
                    </a:lnTo>
                    <a:cubicBezTo>
                      <a:pt x="-210" y="22528"/>
                      <a:pt x="-2009" y="13368"/>
                      <a:pt x="2408" y="6661"/>
                    </a:cubicBezTo>
                    <a:cubicBezTo>
                      <a:pt x="6988" y="-210"/>
                      <a:pt x="16149" y="-2009"/>
                      <a:pt x="22855" y="2408"/>
                    </a:cubicBezTo>
                    <a:lnTo>
                      <a:pt x="222589" y="134418"/>
                    </a:lnTo>
                    <a:cubicBezTo>
                      <a:pt x="227987" y="137854"/>
                      <a:pt x="230441" y="144397"/>
                      <a:pt x="228805" y="150613"/>
                    </a:cubicBezTo>
                    <a:lnTo>
                      <a:pt x="164027" y="392223"/>
                    </a:lnTo>
                    <a:cubicBezTo>
                      <a:pt x="162391" y="398767"/>
                      <a:pt x="156338" y="403183"/>
                      <a:pt x="149795" y="403183"/>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7" name="任意多边形: 形状 126"/>
              <p:cNvSpPr/>
              <p:nvPr/>
            </p:nvSpPr>
            <p:spPr>
              <a:xfrm>
                <a:off x="7887409" y="4609169"/>
                <a:ext cx="235562" cy="161821"/>
              </a:xfrm>
              <a:custGeom>
                <a:avLst/>
                <a:gdLst>
                  <a:gd name="connsiteX0" fmla="*/ 299355 w 314080"/>
                  <a:gd name="connsiteY0" fmla="*/ 215765 h 215764"/>
                  <a:gd name="connsiteX1" fmla="*/ 284469 w 314080"/>
                  <a:gd name="connsiteY1" fmla="*/ 200879 h 215764"/>
                  <a:gd name="connsiteX2" fmla="*/ 284469 w 314080"/>
                  <a:gd name="connsiteY2" fmla="*/ 29609 h 215764"/>
                  <a:gd name="connsiteX3" fmla="*/ 29772 w 314080"/>
                  <a:gd name="connsiteY3" fmla="*/ 29609 h 215764"/>
                  <a:gd name="connsiteX4" fmla="*/ 29772 w 314080"/>
                  <a:gd name="connsiteY4" fmla="*/ 200879 h 215764"/>
                  <a:gd name="connsiteX5" fmla="*/ 14886 w 314080"/>
                  <a:gd name="connsiteY5" fmla="*/ 215765 h 215764"/>
                  <a:gd name="connsiteX6" fmla="*/ 0 w 314080"/>
                  <a:gd name="connsiteY6" fmla="*/ 200879 h 215764"/>
                  <a:gd name="connsiteX7" fmla="*/ 0 w 314080"/>
                  <a:gd name="connsiteY7" fmla="*/ 14886 h 215764"/>
                  <a:gd name="connsiteX8" fmla="*/ 14886 w 314080"/>
                  <a:gd name="connsiteY8" fmla="*/ 0 h 215764"/>
                  <a:gd name="connsiteX9" fmla="*/ 299191 w 314080"/>
                  <a:gd name="connsiteY9" fmla="*/ 0 h 215764"/>
                  <a:gd name="connsiteX10" fmla="*/ 314077 w 314080"/>
                  <a:gd name="connsiteY10" fmla="*/ 14886 h 215764"/>
                  <a:gd name="connsiteX11" fmla="*/ 314077 w 314080"/>
                  <a:gd name="connsiteY11" fmla="*/ 200879 h 215764"/>
                  <a:gd name="connsiteX12" fmla="*/ 299355 w 314080"/>
                  <a:gd name="connsiteY12" fmla="*/ 215765 h 21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080" h="215764">
                    <a:moveTo>
                      <a:pt x="299355" y="215765"/>
                    </a:moveTo>
                    <a:cubicBezTo>
                      <a:pt x="291176" y="215765"/>
                      <a:pt x="284469" y="209058"/>
                      <a:pt x="284469" y="200879"/>
                    </a:cubicBezTo>
                    <a:lnTo>
                      <a:pt x="284469" y="29609"/>
                    </a:lnTo>
                    <a:lnTo>
                      <a:pt x="29772" y="29609"/>
                    </a:lnTo>
                    <a:lnTo>
                      <a:pt x="29772" y="200879"/>
                    </a:lnTo>
                    <a:cubicBezTo>
                      <a:pt x="29772" y="209058"/>
                      <a:pt x="23065" y="215765"/>
                      <a:pt x="14886" y="215765"/>
                    </a:cubicBezTo>
                    <a:cubicBezTo>
                      <a:pt x="6707" y="215765"/>
                      <a:pt x="0" y="209058"/>
                      <a:pt x="0" y="200879"/>
                    </a:cubicBezTo>
                    <a:lnTo>
                      <a:pt x="0" y="14886"/>
                    </a:lnTo>
                    <a:cubicBezTo>
                      <a:pt x="0" y="6707"/>
                      <a:pt x="6707" y="0"/>
                      <a:pt x="14886" y="0"/>
                    </a:cubicBezTo>
                    <a:lnTo>
                      <a:pt x="299191" y="0"/>
                    </a:lnTo>
                    <a:cubicBezTo>
                      <a:pt x="307370" y="0"/>
                      <a:pt x="314077" y="6707"/>
                      <a:pt x="314077" y="14886"/>
                    </a:cubicBezTo>
                    <a:lnTo>
                      <a:pt x="314077" y="200879"/>
                    </a:lnTo>
                    <a:cubicBezTo>
                      <a:pt x="314241" y="209058"/>
                      <a:pt x="307534" y="215765"/>
                      <a:pt x="299355" y="215765"/>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8" name="任意多边形: 形状 127"/>
              <p:cNvSpPr/>
              <p:nvPr/>
            </p:nvSpPr>
            <p:spPr>
              <a:xfrm>
                <a:off x="7921273" y="4532981"/>
                <a:ext cx="168083" cy="98517"/>
              </a:xfrm>
              <a:custGeom>
                <a:avLst/>
                <a:gdLst>
                  <a:gd name="connsiteX0" fmla="*/ 209221 w 224107"/>
                  <a:gd name="connsiteY0" fmla="*/ 131356 h 131356"/>
                  <a:gd name="connsiteX1" fmla="*/ 14886 w 224107"/>
                  <a:gd name="connsiteY1" fmla="*/ 131356 h 131356"/>
                  <a:gd name="connsiteX2" fmla="*/ 0 w 224107"/>
                  <a:gd name="connsiteY2" fmla="*/ 116470 h 131356"/>
                  <a:gd name="connsiteX3" fmla="*/ 0 w 224107"/>
                  <a:gd name="connsiteY3" fmla="*/ 14886 h 131356"/>
                  <a:gd name="connsiteX4" fmla="*/ 14886 w 224107"/>
                  <a:gd name="connsiteY4" fmla="*/ 0 h 131356"/>
                  <a:gd name="connsiteX5" fmla="*/ 209221 w 224107"/>
                  <a:gd name="connsiteY5" fmla="*/ 0 h 131356"/>
                  <a:gd name="connsiteX6" fmla="*/ 224107 w 224107"/>
                  <a:gd name="connsiteY6" fmla="*/ 14886 h 131356"/>
                  <a:gd name="connsiteX7" fmla="*/ 224107 w 224107"/>
                  <a:gd name="connsiteY7" fmla="*/ 116470 h 131356"/>
                  <a:gd name="connsiteX8" fmla="*/ 209221 w 224107"/>
                  <a:gd name="connsiteY8" fmla="*/ 131356 h 131356"/>
                  <a:gd name="connsiteX9" fmla="*/ 29772 w 224107"/>
                  <a:gd name="connsiteY9" fmla="*/ 101748 h 131356"/>
                  <a:gd name="connsiteX10" fmla="*/ 194499 w 224107"/>
                  <a:gd name="connsiteY10" fmla="*/ 101748 h 131356"/>
                  <a:gd name="connsiteX11" fmla="*/ 194499 w 224107"/>
                  <a:gd name="connsiteY11" fmla="*/ 29772 h 131356"/>
                  <a:gd name="connsiteX12" fmla="*/ 29772 w 224107"/>
                  <a:gd name="connsiteY12" fmla="*/ 29772 h 131356"/>
                  <a:gd name="connsiteX13" fmla="*/ 29772 w 224107"/>
                  <a:gd name="connsiteY13" fmla="*/ 101748 h 131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107" h="131356">
                    <a:moveTo>
                      <a:pt x="209221" y="131356"/>
                    </a:moveTo>
                    <a:lnTo>
                      <a:pt x="14886" y="131356"/>
                    </a:lnTo>
                    <a:cubicBezTo>
                      <a:pt x="6707" y="131356"/>
                      <a:pt x="0" y="124649"/>
                      <a:pt x="0" y="116470"/>
                    </a:cubicBezTo>
                    <a:lnTo>
                      <a:pt x="0" y="14886"/>
                    </a:lnTo>
                    <a:cubicBezTo>
                      <a:pt x="0" y="6707"/>
                      <a:pt x="6707" y="0"/>
                      <a:pt x="14886" y="0"/>
                    </a:cubicBezTo>
                    <a:lnTo>
                      <a:pt x="209221" y="0"/>
                    </a:lnTo>
                    <a:cubicBezTo>
                      <a:pt x="217400" y="0"/>
                      <a:pt x="224107" y="6707"/>
                      <a:pt x="224107" y="14886"/>
                    </a:cubicBezTo>
                    <a:lnTo>
                      <a:pt x="224107" y="116470"/>
                    </a:lnTo>
                    <a:cubicBezTo>
                      <a:pt x="223944" y="124649"/>
                      <a:pt x="217400" y="131356"/>
                      <a:pt x="209221" y="131356"/>
                    </a:cubicBezTo>
                    <a:close/>
                    <a:moveTo>
                      <a:pt x="29772" y="101748"/>
                    </a:moveTo>
                    <a:lnTo>
                      <a:pt x="194499" y="101748"/>
                    </a:lnTo>
                    <a:lnTo>
                      <a:pt x="194499" y="29772"/>
                    </a:lnTo>
                    <a:lnTo>
                      <a:pt x="29772" y="29772"/>
                    </a:lnTo>
                    <a:lnTo>
                      <a:pt x="29772" y="101748"/>
                    </a:ln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29" name="任意多边形: 形状 128"/>
              <p:cNvSpPr/>
              <p:nvPr/>
            </p:nvSpPr>
            <p:spPr>
              <a:xfrm>
                <a:off x="7994147" y="4492616"/>
                <a:ext cx="22329" cy="61834"/>
              </a:xfrm>
              <a:custGeom>
                <a:avLst/>
                <a:gdLst>
                  <a:gd name="connsiteX0" fmla="*/ 14886 w 29772"/>
                  <a:gd name="connsiteY0" fmla="*/ 82445 h 82445"/>
                  <a:gd name="connsiteX1" fmla="*/ 0 w 29772"/>
                  <a:gd name="connsiteY1" fmla="*/ 67559 h 82445"/>
                  <a:gd name="connsiteX2" fmla="*/ 0 w 29772"/>
                  <a:gd name="connsiteY2" fmla="*/ 14886 h 82445"/>
                  <a:gd name="connsiteX3" fmla="*/ 14886 w 29772"/>
                  <a:gd name="connsiteY3" fmla="*/ 0 h 82445"/>
                  <a:gd name="connsiteX4" fmla="*/ 29772 w 29772"/>
                  <a:gd name="connsiteY4" fmla="*/ 14886 h 82445"/>
                  <a:gd name="connsiteX5" fmla="*/ 29772 w 29772"/>
                  <a:gd name="connsiteY5" fmla="*/ 67559 h 82445"/>
                  <a:gd name="connsiteX6" fmla="*/ 14886 w 29772"/>
                  <a:gd name="connsiteY6" fmla="*/ 82445 h 8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72" h="82445">
                    <a:moveTo>
                      <a:pt x="14886" y="82445"/>
                    </a:moveTo>
                    <a:cubicBezTo>
                      <a:pt x="6707" y="82445"/>
                      <a:pt x="0" y="75738"/>
                      <a:pt x="0" y="67559"/>
                    </a:cubicBezTo>
                    <a:lnTo>
                      <a:pt x="0" y="14886"/>
                    </a:lnTo>
                    <a:cubicBezTo>
                      <a:pt x="0" y="6707"/>
                      <a:pt x="6707" y="0"/>
                      <a:pt x="14886" y="0"/>
                    </a:cubicBezTo>
                    <a:cubicBezTo>
                      <a:pt x="23065" y="0"/>
                      <a:pt x="29772" y="6707"/>
                      <a:pt x="29772" y="14886"/>
                    </a:cubicBezTo>
                    <a:lnTo>
                      <a:pt x="29772" y="67559"/>
                    </a:lnTo>
                    <a:cubicBezTo>
                      <a:pt x="29608" y="75902"/>
                      <a:pt x="23065" y="82445"/>
                      <a:pt x="14886" y="82445"/>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30" name="任意多边形: 形状 129"/>
              <p:cNvSpPr/>
              <p:nvPr/>
            </p:nvSpPr>
            <p:spPr>
              <a:xfrm>
                <a:off x="7934276" y="4647442"/>
                <a:ext cx="22329" cy="93485"/>
              </a:xfrm>
              <a:custGeom>
                <a:avLst/>
                <a:gdLst>
                  <a:gd name="connsiteX0" fmla="*/ 14886 w 29772"/>
                  <a:gd name="connsiteY0" fmla="*/ 124649 h 124649"/>
                  <a:gd name="connsiteX1" fmla="*/ 0 w 29772"/>
                  <a:gd name="connsiteY1" fmla="*/ 109763 h 124649"/>
                  <a:gd name="connsiteX2" fmla="*/ 0 w 29772"/>
                  <a:gd name="connsiteY2" fmla="*/ 14886 h 124649"/>
                  <a:gd name="connsiteX3" fmla="*/ 14886 w 29772"/>
                  <a:gd name="connsiteY3" fmla="*/ 0 h 124649"/>
                  <a:gd name="connsiteX4" fmla="*/ 29772 w 29772"/>
                  <a:gd name="connsiteY4" fmla="*/ 14886 h 124649"/>
                  <a:gd name="connsiteX5" fmla="*/ 29772 w 29772"/>
                  <a:gd name="connsiteY5" fmla="*/ 109763 h 124649"/>
                  <a:gd name="connsiteX6" fmla="*/ 14886 w 29772"/>
                  <a:gd name="connsiteY6" fmla="*/ 124649 h 12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72" h="124649">
                    <a:moveTo>
                      <a:pt x="14886" y="124649"/>
                    </a:moveTo>
                    <a:cubicBezTo>
                      <a:pt x="6707" y="124649"/>
                      <a:pt x="0" y="117942"/>
                      <a:pt x="0" y="109763"/>
                    </a:cubicBezTo>
                    <a:lnTo>
                      <a:pt x="0" y="14886"/>
                    </a:lnTo>
                    <a:cubicBezTo>
                      <a:pt x="0" y="6707"/>
                      <a:pt x="6707" y="0"/>
                      <a:pt x="14886" y="0"/>
                    </a:cubicBezTo>
                    <a:cubicBezTo>
                      <a:pt x="23065" y="0"/>
                      <a:pt x="29772" y="6707"/>
                      <a:pt x="29772" y="14886"/>
                    </a:cubicBezTo>
                    <a:lnTo>
                      <a:pt x="29772" y="109763"/>
                    </a:lnTo>
                    <a:cubicBezTo>
                      <a:pt x="29772" y="118106"/>
                      <a:pt x="23065" y="124649"/>
                      <a:pt x="14886" y="124649"/>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31" name="任意多边形: 形状 130"/>
              <p:cNvSpPr/>
              <p:nvPr/>
            </p:nvSpPr>
            <p:spPr>
              <a:xfrm>
                <a:off x="7994147" y="4647442"/>
                <a:ext cx="22329" cy="97288"/>
              </a:xfrm>
              <a:custGeom>
                <a:avLst/>
                <a:gdLst>
                  <a:gd name="connsiteX0" fmla="*/ 14886 w 29772"/>
                  <a:gd name="connsiteY0" fmla="*/ 129720 h 129720"/>
                  <a:gd name="connsiteX1" fmla="*/ 0 w 29772"/>
                  <a:gd name="connsiteY1" fmla="*/ 114834 h 129720"/>
                  <a:gd name="connsiteX2" fmla="*/ 0 w 29772"/>
                  <a:gd name="connsiteY2" fmla="*/ 14886 h 129720"/>
                  <a:gd name="connsiteX3" fmla="*/ 14886 w 29772"/>
                  <a:gd name="connsiteY3" fmla="*/ 0 h 129720"/>
                  <a:gd name="connsiteX4" fmla="*/ 29772 w 29772"/>
                  <a:gd name="connsiteY4" fmla="*/ 14886 h 129720"/>
                  <a:gd name="connsiteX5" fmla="*/ 29772 w 29772"/>
                  <a:gd name="connsiteY5" fmla="*/ 114834 h 129720"/>
                  <a:gd name="connsiteX6" fmla="*/ 14886 w 29772"/>
                  <a:gd name="connsiteY6" fmla="*/ 129720 h 129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72" h="129720">
                    <a:moveTo>
                      <a:pt x="14886" y="129720"/>
                    </a:moveTo>
                    <a:cubicBezTo>
                      <a:pt x="6707" y="129720"/>
                      <a:pt x="0" y="123013"/>
                      <a:pt x="0" y="114834"/>
                    </a:cubicBezTo>
                    <a:lnTo>
                      <a:pt x="0" y="14886"/>
                    </a:lnTo>
                    <a:cubicBezTo>
                      <a:pt x="0" y="6707"/>
                      <a:pt x="6707" y="0"/>
                      <a:pt x="14886" y="0"/>
                    </a:cubicBezTo>
                    <a:cubicBezTo>
                      <a:pt x="23065" y="0"/>
                      <a:pt x="29772" y="6707"/>
                      <a:pt x="29772" y="14886"/>
                    </a:cubicBezTo>
                    <a:lnTo>
                      <a:pt x="29772" y="114834"/>
                    </a:lnTo>
                    <a:cubicBezTo>
                      <a:pt x="29608" y="123013"/>
                      <a:pt x="23065" y="129720"/>
                      <a:pt x="14886" y="129720"/>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sp>
            <p:nvSpPr>
              <p:cNvPr id="132" name="任意多边形: 形状 131"/>
              <p:cNvSpPr/>
              <p:nvPr/>
            </p:nvSpPr>
            <p:spPr>
              <a:xfrm>
                <a:off x="8053897" y="4647442"/>
                <a:ext cx="22329" cy="93485"/>
              </a:xfrm>
              <a:custGeom>
                <a:avLst/>
                <a:gdLst>
                  <a:gd name="connsiteX0" fmla="*/ 14886 w 29772"/>
                  <a:gd name="connsiteY0" fmla="*/ 124649 h 124649"/>
                  <a:gd name="connsiteX1" fmla="*/ 0 w 29772"/>
                  <a:gd name="connsiteY1" fmla="*/ 109763 h 124649"/>
                  <a:gd name="connsiteX2" fmla="*/ 0 w 29772"/>
                  <a:gd name="connsiteY2" fmla="*/ 14886 h 124649"/>
                  <a:gd name="connsiteX3" fmla="*/ 14886 w 29772"/>
                  <a:gd name="connsiteY3" fmla="*/ 0 h 124649"/>
                  <a:gd name="connsiteX4" fmla="*/ 29772 w 29772"/>
                  <a:gd name="connsiteY4" fmla="*/ 14886 h 124649"/>
                  <a:gd name="connsiteX5" fmla="*/ 29772 w 29772"/>
                  <a:gd name="connsiteY5" fmla="*/ 109763 h 124649"/>
                  <a:gd name="connsiteX6" fmla="*/ 14886 w 29772"/>
                  <a:gd name="connsiteY6" fmla="*/ 124649 h 12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72" h="124649">
                    <a:moveTo>
                      <a:pt x="14886" y="124649"/>
                    </a:moveTo>
                    <a:cubicBezTo>
                      <a:pt x="6707" y="124649"/>
                      <a:pt x="0" y="117942"/>
                      <a:pt x="0" y="109763"/>
                    </a:cubicBezTo>
                    <a:lnTo>
                      <a:pt x="0" y="14886"/>
                    </a:lnTo>
                    <a:cubicBezTo>
                      <a:pt x="0" y="6707"/>
                      <a:pt x="6707" y="0"/>
                      <a:pt x="14886" y="0"/>
                    </a:cubicBezTo>
                    <a:cubicBezTo>
                      <a:pt x="23065" y="0"/>
                      <a:pt x="29772" y="6707"/>
                      <a:pt x="29772" y="14886"/>
                    </a:cubicBezTo>
                    <a:lnTo>
                      <a:pt x="29772" y="109763"/>
                    </a:lnTo>
                    <a:cubicBezTo>
                      <a:pt x="29772" y="118106"/>
                      <a:pt x="23065" y="124649"/>
                      <a:pt x="14886" y="124649"/>
                    </a:cubicBezTo>
                    <a:close/>
                  </a:path>
                </a:pathLst>
              </a:custGeom>
              <a:grpFill/>
              <a:ln w="16356" cap="flat">
                <a:noFill/>
                <a:prstDash val="solid"/>
                <a:miter/>
              </a:ln>
              <a:effectLst/>
            </p:spPr>
            <p:txBody>
              <a:bodyPr lIns="68580" tIns="34290" rIns="68580" bIns="34290" rtlCol="0" anchor="ctr"/>
              <a:lstStyle/>
              <a:p>
                <a:pPr marL="0" marR="0" lvl="0" indent="0" algn="l" defTabSz="914400" rtl="0" eaLnBrk="1" fontAlgn="auto" latinLnBrk="0" hangingPunct="1">
                  <a:lnSpc>
                    <a:spcPct val="100000"/>
                  </a:lnSpc>
                  <a:spcBef>
                    <a:spcPts val="0"/>
                  </a:spcBef>
                  <a:buClrTx/>
                  <a:buSzTx/>
                  <a:buFontTx/>
                  <a:buNone/>
                  <a:defRPr/>
                </a:pPr>
                <a:endParaRPr kumimoji="0" lang="zh-CN" altLang="en-US" sz="1350" b="0" i="0" u="none" strike="noStrike" kern="1200" cap="none" spc="0" normalizeH="0" baseline="0" noProof="0">
                  <a:ln>
                    <a:noFill/>
                  </a:ln>
                  <a:solidFill>
                    <a:srgbClr val="222222"/>
                  </a:solidFill>
                  <a:effectLst/>
                  <a:uLnTx/>
                  <a:uFillTx/>
                  <a:latin typeface="思源黑体 CN Bold" panose="020B0800000000000000" pitchFamily="34" charset="-122"/>
                  <a:ea typeface="思源黑体 CN Bold" panose="020B0800000000000000" pitchFamily="34" charset="-122"/>
                </a:endParaRPr>
              </a:p>
            </p:txBody>
          </p:sp>
        </p:grpSp>
        <p:sp>
          <p:nvSpPr>
            <p:cNvPr id="133" name="Freeform 41"/>
            <p:cNvSpPr/>
            <p:nvPr/>
          </p:nvSpPr>
          <p:spPr bwMode="auto">
            <a:xfrm rot="3973432">
              <a:off x="5976503" y="2129335"/>
              <a:ext cx="841625" cy="609144"/>
            </a:xfrm>
            <a:custGeom>
              <a:avLst/>
              <a:gdLst>
                <a:gd name="T0" fmla="*/ 0 w 615"/>
                <a:gd name="T1" fmla="*/ 445 h 445"/>
                <a:gd name="T2" fmla="*/ 615 w 615"/>
                <a:gd name="T3" fmla="*/ 0 h 445"/>
              </a:gdLst>
              <a:ahLst/>
              <a:cxnLst>
                <a:cxn ang="0">
                  <a:pos x="T0" y="T1"/>
                </a:cxn>
                <a:cxn ang="0">
                  <a:pos x="T2" y="T3"/>
                </a:cxn>
              </a:cxnLst>
              <a:rect l="0" t="0" r="r" b="b"/>
              <a:pathLst>
                <a:path w="615" h="445">
                  <a:moveTo>
                    <a:pt x="0" y="445"/>
                  </a:moveTo>
                  <a:cubicBezTo>
                    <a:pt x="148" y="218"/>
                    <a:pt x="370" y="65"/>
                    <a:pt x="615" y="0"/>
                  </a:cubicBezTo>
                </a:path>
              </a:pathLst>
            </a:custGeom>
            <a:noFill/>
            <a:ln w="10716" cap="flat">
              <a:solidFill>
                <a:schemeClr val="accent2"/>
              </a:solidFill>
              <a:prstDash val="dash"/>
              <a:miter lim="800000"/>
              <a:tailEnd type="triangle"/>
            </a:ln>
            <a:effectLst/>
          </p:spPr>
          <p:txBody>
            <a:bodyPr vert="horz" wrap="square" lIns="68580" tIns="34290" rIns="68580" bIns="34290" numCol="1" anchor="t" anchorCtr="0" compatLnSpc="1"/>
            <a:lstStyle/>
            <a:p>
              <a:endParaRPr lang="en-US" sz="1350">
                <a:latin typeface="思源黑体 CN Bold" panose="020B0800000000000000" pitchFamily="34" charset="-122"/>
                <a:ea typeface="思源黑体 CN Bold" panose="020B0800000000000000" pitchFamily="34" charset="-122"/>
              </a:endParaRPr>
            </a:p>
          </p:txBody>
        </p:sp>
        <p:sp>
          <p:nvSpPr>
            <p:cNvPr id="134" name="Freeform 42"/>
            <p:cNvSpPr/>
            <p:nvPr/>
          </p:nvSpPr>
          <p:spPr bwMode="auto">
            <a:xfrm rot="3973432">
              <a:off x="4921553" y="1874535"/>
              <a:ext cx="197833" cy="1033869"/>
            </a:xfrm>
            <a:custGeom>
              <a:avLst/>
              <a:gdLst>
                <a:gd name="T0" fmla="*/ 144 w 144"/>
                <a:gd name="T1" fmla="*/ 755 h 755"/>
                <a:gd name="T2" fmla="*/ 66 w 144"/>
                <a:gd name="T3" fmla="*/ 0 h 755"/>
              </a:gdLst>
              <a:ahLst/>
              <a:cxnLst>
                <a:cxn ang="0">
                  <a:pos x="T0" y="T1"/>
                </a:cxn>
                <a:cxn ang="0">
                  <a:pos x="T2" y="T3"/>
                </a:cxn>
              </a:cxnLst>
              <a:rect l="0" t="0" r="r" b="b"/>
              <a:pathLst>
                <a:path w="144" h="755">
                  <a:moveTo>
                    <a:pt x="144" y="755"/>
                  </a:moveTo>
                  <a:cubicBezTo>
                    <a:pt x="22" y="514"/>
                    <a:pt x="0" y="245"/>
                    <a:pt x="66" y="0"/>
                  </a:cubicBezTo>
                </a:path>
              </a:pathLst>
            </a:custGeom>
            <a:noFill/>
            <a:ln w="10716" cap="flat">
              <a:solidFill>
                <a:schemeClr val="accent6"/>
              </a:solidFill>
              <a:prstDash val="dash"/>
              <a:miter lim="800000"/>
              <a:tailEnd type="triangle"/>
            </a:ln>
            <a:effectLst/>
          </p:spPr>
          <p:txBody>
            <a:bodyPr vert="horz" wrap="square" lIns="68580" tIns="34290" rIns="68580" bIns="34290" numCol="1" anchor="t" anchorCtr="0" compatLnSpc="1"/>
            <a:lstStyle/>
            <a:p>
              <a:endParaRPr lang="en-US" sz="1350">
                <a:latin typeface="思源黑体 CN Bold" panose="020B0800000000000000" pitchFamily="34" charset="-122"/>
                <a:ea typeface="思源黑体 CN Bold" panose="020B0800000000000000" pitchFamily="34" charset="-122"/>
              </a:endParaRPr>
            </a:p>
          </p:txBody>
        </p:sp>
        <p:sp>
          <p:nvSpPr>
            <p:cNvPr id="135" name="Freeform 44"/>
            <p:cNvSpPr/>
            <p:nvPr/>
          </p:nvSpPr>
          <p:spPr bwMode="auto">
            <a:xfrm rot="3973432">
              <a:off x="4604737" y="4476358"/>
              <a:ext cx="842742" cy="610261"/>
            </a:xfrm>
            <a:custGeom>
              <a:avLst/>
              <a:gdLst>
                <a:gd name="T0" fmla="*/ 615 w 615"/>
                <a:gd name="T1" fmla="*/ 0 h 446"/>
                <a:gd name="T2" fmla="*/ 0 w 615"/>
                <a:gd name="T3" fmla="*/ 446 h 446"/>
              </a:gdLst>
              <a:ahLst/>
              <a:cxnLst>
                <a:cxn ang="0">
                  <a:pos x="T0" y="T1"/>
                </a:cxn>
                <a:cxn ang="0">
                  <a:pos x="T2" y="T3"/>
                </a:cxn>
              </a:cxnLst>
              <a:rect l="0" t="0" r="r" b="b"/>
              <a:pathLst>
                <a:path w="615" h="446">
                  <a:moveTo>
                    <a:pt x="615" y="0"/>
                  </a:moveTo>
                  <a:cubicBezTo>
                    <a:pt x="467" y="227"/>
                    <a:pt x="245" y="380"/>
                    <a:pt x="0" y="446"/>
                  </a:cubicBezTo>
                </a:path>
              </a:pathLst>
            </a:custGeom>
            <a:noFill/>
            <a:ln w="10716" cap="flat">
              <a:solidFill>
                <a:srgbClr val="8F52A8"/>
              </a:solidFill>
              <a:prstDash val="dash"/>
              <a:miter lim="800000"/>
              <a:tailEnd type="triangle"/>
            </a:ln>
            <a:effectLst/>
          </p:spPr>
          <p:txBody>
            <a:bodyPr vert="horz" wrap="square" lIns="68580" tIns="34290" rIns="68580" bIns="34290" numCol="1" anchor="t" anchorCtr="0" compatLnSpc="1"/>
            <a:lstStyle/>
            <a:p>
              <a:endParaRPr lang="en-US" sz="1350">
                <a:latin typeface="思源黑体 CN Bold" panose="020B0800000000000000" pitchFamily="34" charset="-122"/>
                <a:ea typeface="思源黑体 CN Bold" panose="020B0800000000000000" pitchFamily="34" charset="-122"/>
              </a:endParaRPr>
            </a:p>
          </p:txBody>
        </p:sp>
        <p:sp>
          <p:nvSpPr>
            <p:cNvPr id="136" name="Freeform 45"/>
            <p:cNvSpPr/>
            <p:nvPr/>
          </p:nvSpPr>
          <p:spPr bwMode="auto">
            <a:xfrm rot="3973432">
              <a:off x="6304824" y="4318515"/>
              <a:ext cx="197833" cy="1033869"/>
            </a:xfrm>
            <a:custGeom>
              <a:avLst/>
              <a:gdLst>
                <a:gd name="T0" fmla="*/ 0 w 144"/>
                <a:gd name="T1" fmla="*/ 0 h 755"/>
                <a:gd name="T2" fmla="*/ 78 w 144"/>
                <a:gd name="T3" fmla="*/ 755 h 755"/>
              </a:gdLst>
              <a:ahLst/>
              <a:cxnLst>
                <a:cxn ang="0">
                  <a:pos x="T0" y="T1"/>
                </a:cxn>
                <a:cxn ang="0">
                  <a:pos x="T2" y="T3"/>
                </a:cxn>
              </a:cxnLst>
              <a:rect l="0" t="0" r="r" b="b"/>
              <a:pathLst>
                <a:path w="144" h="755">
                  <a:moveTo>
                    <a:pt x="0" y="0"/>
                  </a:moveTo>
                  <a:cubicBezTo>
                    <a:pt x="122" y="242"/>
                    <a:pt x="144" y="510"/>
                    <a:pt x="78" y="755"/>
                  </a:cubicBezTo>
                </a:path>
              </a:pathLst>
            </a:custGeom>
            <a:noFill/>
            <a:ln w="10716" cap="flat">
              <a:solidFill>
                <a:schemeClr val="accent1"/>
              </a:solidFill>
              <a:prstDash val="dash"/>
              <a:miter lim="800000"/>
              <a:tailEnd type="triangle"/>
            </a:ln>
            <a:effectLst/>
          </p:spPr>
          <p:txBody>
            <a:bodyPr vert="horz" wrap="square" lIns="68580" tIns="34290" rIns="68580" bIns="34290" numCol="1" anchor="t" anchorCtr="0" compatLnSpc="1"/>
            <a:lstStyle/>
            <a:p>
              <a:endParaRPr lang="en-US" sz="1350">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90060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circle(ou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up)">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righ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right)">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right)">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right)">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randombar(horizontal)">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randombar(horizontal)">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randombar(horizontal)">
                                      <p:cBhvr>
                                        <p:cTn id="4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3186257" y="1819275"/>
            <a:ext cx="540000" cy="3563870"/>
            <a:chOff x="3186257" y="1819275"/>
            <a:chExt cx="540000" cy="3563870"/>
          </a:xfrm>
        </p:grpSpPr>
        <p:cxnSp>
          <p:nvCxnSpPr>
            <p:cNvPr id="2" name="直接连接符 1"/>
            <p:cNvCxnSpPr/>
            <p:nvPr>
              <p:custDataLst>
                <p:tags r:id="rId34"/>
              </p:custDataLst>
            </p:nvPr>
          </p:nvCxnSpPr>
          <p:spPr>
            <a:xfrm>
              <a:off x="3456257" y="2359025"/>
              <a:ext cx="0" cy="248412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14" name="椭圆 13"/>
            <p:cNvSpPr/>
            <p:nvPr>
              <p:custDataLst>
                <p:tags r:id="rId35"/>
              </p:custDataLst>
            </p:nvPr>
          </p:nvSpPr>
          <p:spPr>
            <a:xfrm>
              <a:off x="3186257" y="1819275"/>
              <a:ext cx="540000" cy="540000"/>
            </a:xfrm>
            <a:prstGeom prst="ellipse">
              <a:avLst/>
            </a:prstGeom>
            <a:solidFill>
              <a:schemeClr val="accent3"/>
            </a:solidFill>
          </p:spPr>
          <p:style>
            <a:lnRef idx="2">
              <a:schemeClr val="lt1"/>
            </a:lnRef>
            <a:fillRef idx="1">
              <a:schemeClr val="accent5"/>
            </a:fillRef>
            <a:effectRef idx="1">
              <a:schemeClr val="accent5"/>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sym typeface="+mn-ea"/>
                </a:rPr>
                <a:t>导</a:t>
              </a:r>
            </a:p>
          </p:txBody>
        </p:sp>
        <p:sp>
          <p:nvSpPr>
            <p:cNvPr id="16" name="椭圆 15"/>
            <p:cNvSpPr/>
            <p:nvPr>
              <p:custDataLst>
                <p:tags r:id="rId36"/>
              </p:custDataLst>
            </p:nvPr>
          </p:nvSpPr>
          <p:spPr>
            <a:xfrm>
              <a:off x="3186257" y="4843145"/>
              <a:ext cx="540000" cy="540000"/>
            </a:xfrm>
            <a:prstGeom prst="ellipse">
              <a:avLst/>
            </a:prstGeom>
            <a:solidFill>
              <a:schemeClr val="accent3"/>
            </a:solidFill>
          </p:spPr>
          <p:style>
            <a:lnRef idx="2">
              <a:schemeClr val="lt1"/>
            </a:lnRef>
            <a:fillRef idx="1">
              <a:schemeClr val="accent2"/>
            </a:fillRef>
            <a:effectRef idx="1">
              <a:schemeClr val="accent2"/>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rPr>
                <a:t>入</a:t>
              </a:r>
            </a:p>
          </p:txBody>
        </p:sp>
      </p:grpSp>
      <p:grpSp>
        <p:nvGrpSpPr>
          <p:cNvPr id="59" name="组合 58"/>
          <p:cNvGrpSpPr/>
          <p:nvPr/>
        </p:nvGrpSpPr>
        <p:grpSpPr>
          <a:xfrm>
            <a:off x="5666454" y="1819275"/>
            <a:ext cx="540000" cy="3563870"/>
            <a:chOff x="5666454" y="1819275"/>
            <a:chExt cx="540000" cy="3563870"/>
          </a:xfrm>
        </p:grpSpPr>
        <p:cxnSp>
          <p:nvCxnSpPr>
            <p:cNvPr id="3" name="直接连接符 2"/>
            <p:cNvCxnSpPr/>
            <p:nvPr>
              <p:custDataLst>
                <p:tags r:id="rId31"/>
              </p:custDataLst>
            </p:nvPr>
          </p:nvCxnSpPr>
          <p:spPr>
            <a:xfrm>
              <a:off x="5936454" y="2359025"/>
              <a:ext cx="0" cy="248412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17" name="椭圆 16"/>
            <p:cNvSpPr/>
            <p:nvPr>
              <p:custDataLst>
                <p:tags r:id="rId32"/>
              </p:custDataLst>
            </p:nvPr>
          </p:nvSpPr>
          <p:spPr>
            <a:xfrm>
              <a:off x="5666454" y="1819275"/>
              <a:ext cx="540000" cy="540000"/>
            </a:xfrm>
            <a:prstGeom prst="ellipse">
              <a:avLst/>
            </a:prstGeom>
            <a:solidFill>
              <a:schemeClr val="accent3"/>
            </a:solidFill>
          </p:spPr>
          <p:style>
            <a:lnRef idx="2">
              <a:schemeClr val="lt1"/>
            </a:lnRef>
            <a:fillRef idx="1">
              <a:schemeClr val="accent5"/>
            </a:fillRef>
            <a:effectRef idx="1">
              <a:schemeClr val="accent5"/>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sym typeface="+mn-ea"/>
                </a:rPr>
                <a:t>讲</a:t>
              </a:r>
            </a:p>
          </p:txBody>
        </p:sp>
        <p:sp>
          <p:nvSpPr>
            <p:cNvPr id="19" name="椭圆 18"/>
            <p:cNvSpPr/>
            <p:nvPr>
              <p:custDataLst>
                <p:tags r:id="rId33"/>
              </p:custDataLst>
            </p:nvPr>
          </p:nvSpPr>
          <p:spPr>
            <a:xfrm>
              <a:off x="5666454" y="4843145"/>
              <a:ext cx="540000" cy="540000"/>
            </a:xfrm>
            <a:prstGeom prst="ellipse">
              <a:avLst/>
            </a:prstGeom>
            <a:solidFill>
              <a:schemeClr val="accent3"/>
            </a:solidFill>
          </p:spPr>
          <p:style>
            <a:lnRef idx="2">
              <a:schemeClr val="lt1"/>
            </a:lnRef>
            <a:fillRef idx="1">
              <a:schemeClr val="accent2"/>
            </a:fillRef>
            <a:effectRef idx="1">
              <a:schemeClr val="accent2"/>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rPr>
                <a:t>解</a:t>
              </a:r>
            </a:p>
          </p:txBody>
        </p:sp>
      </p:grpSp>
      <p:grpSp>
        <p:nvGrpSpPr>
          <p:cNvPr id="62" name="组合 61"/>
          <p:cNvGrpSpPr/>
          <p:nvPr/>
        </p:nvGrpSpPr>
        <p:grpSpPr>
          <a:xfrm>
            <a:off x="9306592" y="1819275"/>
            <a:ext cx="540000" cy="3563870"/>
            <a:chOff x="9306592" y="1819275"/>
            <a:chExt cx="540000" cy="3563870"/>
          </a:xfrm>
        </p:grpSpPr>
        <p:cxnSp>
          <p:nvCxnSpPr>
            <p:cNvPr id="4" name="直接连接符 3"/>
            <p:cNvCxnSpPr>
              <a:stCxn id="20" idx="4"/>
              <a:endCxn id="22" idx="0"/>
            </p:cNvCxnSpPr>
            <p:nvPr/>
          </p:nvCxnSpPr>
          <p:spPr>
            <a:xfrm>
              <a:off x="9576637" y="2359025"/>
              <a:ext cx="0" cy="248412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20" name="椭圆 19"/>
            <p:cNvSpPr/>
            <p:nvPr>
              <p:custDataLst>
                <p:tags r:id="rId29"/>
              </p:custDataLst>
            </p:nvPr>
          </p:nvSpPr>
          <p:spPr>
            <a:xfrm>
              <a:off x="9306592" y="1819275"/>
              <a:ext cx="540000" cy="540000"/>
            </a:xfrm>
            <a:prstGeom prst="ellipse">
              <a:avLst/>
            </a:prstGeom>
            <a:solidFill>
              <a:schemeClr val="accent3"/>
            </a:solidFill>
          </p:spPr>
          <p:style>
            <a:lnRef idx="2">
              <a:schemeClr val="lt1"/>
            </a:lnRef>
            <a:fillRef idx="1">
              <a:schemeClr val="accent5"/>
            </a:fillRef>
            <a:effectRef idx="1">
              <a:schemeClr val="accent5"/>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rPr>
                <a:t>营</a:t>
              </a:r>
            </a:p>
          </p:txBody>
        </p:sp>
        <p:sp>
          <p:nvSpPr>
            <p:cNvPr id="22" name="椭圆 21"/>
            <p:cNvSpPr/>
            <p:nvPr>
              <p:custDataLst>
                <p:tags r:id="rId30"/>
              </p:custDataLst>
            </p:nvPr>
          </p:nvSpPr>
          <p:spPr>
            <a:xfrm>
              <a:off x="9306592" y="4843145"/>
              <a:ext cx="540000" cy="540000"/>
            </a:xfrm>
            <a:prstGeom prst="ellipse">
              <a:avLst/>
            </a:prstGeom>
            <a:solidFill>
              <a:schemeClr val="accent3"/>
            </a:solidFill>
          </p:spPr>
          <p:style>
            <a:lnRef idx="2">
              <a:schemeClr val="lt1"/>
            </a:lnRef>
            <a:fillRef idx="1">
              <a:schemeClr val="accent2"/>
            </a:fillRef>
            <a:effectRef idx="1">
              <a:schemeClr val="accent2"/>
            </a:effectRef>
            <a:fontRef idx="minor">
              <a:schemeClr val="lt1"/>
            </a:fontRef>
          </p:style>
          <p:txBody>
            <a:bodyPr rtlCol="0" anchor="ctr"/>
            <a:lstStyle/>
            <a:p>
              <a:pPr algn="ctr"/>
              <a:r>
                <a:rPr lang="zh-CN" altLang="en-US" b="1" dirty="0">
                  <a:latin typeface="思源黑体 CN Bold" panose="020B0800000000000000" pitchFamily="34" charset="-122"/>
                  <a:ea typeface="思源黑体 CN Bold" panose="020B0800000000000000" pitchFamily="34" charset="-122"/>
                </a:rPr>
                <a:t>造</a:t>
              </a:r>
            </a:p>
          </p:txBody>
        </p:sp>
      </p:grpSp>
      <p:grpSp>
        <p:nvGrpSpPr>
          <p:cNvPr id="36" name="组合 35"/>
          <p:cNvGrpSpPr/>
          <p:nvPr/>
        </p:nvGrpSpPr>
        <p:grpSpPr>
          <a:xfrm>
            <a:off x="2637788" y="3259500"/>
            <a:ext cx="9069706" cy="720000"/>
            <a:chOff x="2637788" y="3259500"/>
            <a:chExt cx="9069706" cy="720000"/>
          </a:xfrm>
        </p:grpSpPr>
        <p:sp>
          <p:nvSpPr>
            <p:cNvPr id="5" name="右箭头 25"/>
            <p:cNvSpPr/>
            <p:nvPr>
              <p:custDataLst>
                <p:tags r:id="rId19"/>
              </p:custDataLst>
            </p:nvPr>
          </p:nvSpPr>
          <p:spPr>
            <a:xfrm>
              <a:off x="2727160" y="3329940"/>
              <a:ext cx="8980333" cy="208280"/>
            </a:xfrm>
            <a:prstGeom prst="rightArrow">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6" name="右箭头 13"/>
            <p:cNvSpPr/>
            <p:nvPr>
              <p:custDataLst>
                <p:tags r:id="rId20"/>
              </p:custDataLst>
            </p:nvPr>
          </p:nvSpPr>
          <p:spPr>
            <a:xfrm>
              <a:off x="2637788" y="3700780"/>
              <a:ext cx="9069706" cy="208280"/>
            </a:xfrm>
            <a:prstGeom prst="rightArrow">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5" name="椭圆 14"/>
            <p:cNvSpPr/>
            <p:nvPr>
              <p:custDataLst>
                <p:tags r:id="rId21"/>
              </p:custDataLst>
            </p:nvPr>
          </p:nvSpPr>
          <p:spPr>
            <a:xfrm>
              <a:off x="3096257" y="3259500"/>
              <a:ext cx="720000" cy="720000"/>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200" dirty="0">
                  <a:solidFill>
                    <a:schemeClr val="bg1"/>
                  </a:solidFill>
                  <a:latin typeface="思源黑体 CN Bold" panose="020B0800000000000000" pitchFamily="34" charset="-122"/>
                  <a:ea typeface="思源黑体 CN Bold" panose="020B0800000000000000" pitchFamily="34" charset="-122"/>
                </a:rPr>
                <a:t>课前导学</a:t>
              </a:r>
            </a:p>
          </p:txBody>
        </p:sp>
        <p:sp>
          <p:nvSpPr>
            <p:cNvPr id="18" name="椭圆 17"/>
            <p:cNvSpPr/>
            <p:nvPr>
              <p:custDataLst>
                <p:tags r:id="rId22"/>
              </p:custDataLst>
            </p:nvPr>
          </p:nvSpPr>
          <p:spPr>
            <a:xfrm>
              <a:off x="5576454" y="3259500"/>
              <a:ext cx="720000" cy="720000"/>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200" dirty="0">
                  <a:solidFill>
                    <a:schemeClr val="bg1"/>
                  </a:solidFill>
                  <a:latin typeface="思源黑体 CN Bold" panose="020B0800000000000000" pitchFamily="34" charset="-122"/>
                  <a:ea typeface="思源黑体 CN Bold" panose="020B0800000000000000" pitchFamily="34" charset="-122"/>
                </a:rPr>
                <a:t>课中实施</a:t>
              </a:r>
            </a:p>
          </p:txBody>
        </p:sp>
        <p:sp>
          <p:nvSpPr>
            <p:cNvPr id="21" name="椭圆 20"/>
            <p:cNvSpPr/>
            <p:nvPr>
              <p:custDataLst>
                <p:tags r:id="rId23"/>
              </p:custDataLst>
            </p:nvPr>
          </p:nvSpPr>
          <p:spPr>
            <a:xfrm>
              <a:off x="9216592" y="3259500"/>
              <a:ext cx="720000" cy="720000"/>
            </a:xfrm>
            <a:prstGeom prst="ellipse">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10000"/>
                </a:lnSpc>
              </a:pPr>
              <a:r>
                <a:rPr lang="zh-CN" altLang="en-US" sz="1200">
                  <a:solidFill>
                    <a:schemeClr val="bg1"/>
                  </a:solidFill>
                  <a:latin typeface="思源黑体 CN Bold" panose="020B0800000000000000" pitchFamily="34" charset="-122"/>
                  <a:ea typeface="思源黑体 CN Bold" panose="020B0800000000000000" pitchFamily="34" charset="-122"/>
                </a:rPr>
                <a:t>教学方法</a:t>
              </a:r>
              <a:endParaRPr lang="zh-CN" altLang="en-US" sz="1200" dirty="0">
                <a:solidFill>
                  <a:schemeClr val="bg1"/>
                </a:solidFill>
                <a:latin typeface="思源黑体 CN Bold" panose="020B0800000000000000" pitchFamily="34" charset="-122"/>
                <a:ea typeface="思源黑体 CN Bold" panose="020B0800000000000000" pitchFamily="34" charset="-122"/>
              </a:endParaRPr>
            </a:p>
          </p:txBody>
        </p:sp>
        <p:sp>
          <p:nvSpPr>
            <p:cNvPr id="23" name="矩形 22"/>
            <p:cNvSpPr/>
            <p:nvPr>
              <p:custDataLst>
                <p:tags r:id="rId24"/>
              </p:custDataLst>
            </p:nvPr>
          </p:nvSpPr>
          <p:spPr>
            <a:xfrm>
              <a:off x="6408735"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任</a:t>
              </a:r>
              <a:endParaRPr lang="zh-CN" altLang="en-US" b="1" dirty="0">
                <a:solidFill>
                  <a:schemeClr val="bg1"/>
                </a:solidFill>
                <a:latin typeface="思源黑体 CN Bold" panose="020B0800000000000000" pitchFamily="34" charset="-122"/>
                <a:ea typeface="思源黑体 CN Bold" panose="020B0800000000000000" pitchFamily="34" charset="-122"/>
              </a:endParaRPr>
            </a:p>
          </p:txBody>
        </p:sp>
        <p:sp>
          <p:nvSpPr>
            <p:cNvPr id="24" name="矩形 23"/>
            <p:cNvSpPr/>
            <p:nvPr>
              <p:custDataLst>
                <p:tags r:id="rId25"/>
              </p:custDataLst>
            </p:nvPr>
          </p:nvSpPr>
          <p:spPr>
            <a:xfrm>
              <a:off x="6980870"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务</a:t>
              </a:r>
            </a:p>
          </p:txBody>
        </p:sp>
        <p:sp>
          <p:nvSpPr>
            <p:cNvPr id="25" name="矩形 24"/>
            <p:cNvSpPr/>
            <p:nvPr>
              <p:custDataLst>
                <p:tags r:id="rId26"/>
              </p:custDataLst>
            </p:nvPr>
          </p:nvSpPr>
          <p:spPr>
            <a:xfrm>
              <a:off x="7553005"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驱</a:t>
              </a:r>
            </a:p>
          </p:txBody>
        </p:sp>
        <p:sp>
          <p:nvSpPr>
            <p:cNvPr id="26" name="矩形 25"/>
            <p:cNvSpPr/>
            <p:nvPr>
              <p:custDataLst>
                <p:tags r:id="rId27"/>
              </p:custDataLst>
            </p:nvPr>
          </p:nvSpPr>
          <p:spPr>
            <a:xfrm>
              <a:off x="8125140"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动</a:t>
              </a:r>
            </a:p>
          </p:txBody>
        </p:sp>
        <p:sp>
          <p:nvSpPr>
            <p:cNvPr id="27" name="矩形 26"/>
            <p:cNvSpPr/>
            <p:nvPr>
              <p:custDataLst>
                <p:tags r:id="rId28"/>
              </p:custDataLst>
            </p:nvPr>
          </p:nvSpPr>
          <p:spPr>
            <a:xfrm>
              <a:off x="8697275" y="3262313"/>
              <a:ext cx="407035" cy="714375"/>
            </a:xfrm>
            <a:prstGeom prst="rect">
              <a:avLst/>
            </a:prstGeom>
            <a:solidFill>
              <a:schemeClr val="accent6"/>
            </a:solidFill>
          </p:spPr>
          <p:style>
            <a:lnRef idx="2">
              <a:schemeClr val="lt1"/>
            </a:lnRef>
            <a:fillRef idx="1">
              <a:schemeClr val="accent3"/>
            </a:fillRef>
            <a:effectRef idx="1">
              <a:schemeClr val="accent3"/>
            </a:effectRef>
            <a:fontRef idx="minor">
              <a:schemeClr val="lt1"/>
            </a:fontRef>
          </p:style>
          <p:txBody>
            <a:bodyPr rtlCol="0" anchor="ctr"/>
            <a:lstStyle/>
            <a:p>
              <a:pPr algn="ctr"/>
              <a:r>
                <a:rPr lang="zh-CN" altLang="en-US" b="1">
                  <a:solidFill>
                    <a:schemeClr val="bg1"/>
                  </a:solidFill>
                  <a:latin typeface="思源黑体 CN Bold" panose="020B0800000000000000" pitchFamily="34" charset="-122"/>
                  <a:ea typeface="思源黑体 CN Bold" panose="020B0800000000000000" pitchFamily="34" charset="-122"/>
                </a:rPr>
                <a:t>法</a:t>
              </a:r>
            </a:p>
          </p:txBody>
        </p:sp>
      </p:grpSp>
      <p:sp>
        <p:nvSpPr>
          <p:cNvPr id="31" name="文本框 77"/>
          <p:cNvSpPr txBox="1"/>
          <p:nvPr/>
        </p:nvSpPr>
        <p:spPr>
          <a:xfrm>
            <a:off x="442913" y="155862"/>
            <a:ext cx="3168105" cy="52322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思源黑体 CN Bold" panose="020B0800000000000000" pitchFamily="34" charset="-122"/>
                <a:ea typeface="思源黑体 CN Bold" panose="020B0800000000000000" pitchFamily="34" charset="-122"/>
              </a:rPr>
              <a:t>教学整体设计</a:t>
            </a:r>
          </a:p>
        </p:txBody>
      </p:sp>
      <p:sp>
        <p:nvSpPr>
          <p:cNvPr id="32"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课中实施</a:t>
            </a:r>
          </a:p>
        </p:txBody>
      </p:sp>
      <p:grpSp>
        <p:nvGrpSpPr>
          <p:cNvPr id="39" name="组合 38"/>
          <p:cNvGrpSpPr/>
          <p:nvPr/>
        </p:nvGrpSpPr>
        <p:grpSpPr>
          <a:xfrm>
            <a:off x="6408735" y="1108075"/>
            <a:ext cx="2695575" cy="5022850"/>
            <a:chOff x="6408735" y="1108075"/>
            <a:chExt cx="2695575" cy="5022850"/>
          </a:xfrm>
        </p:grpSpPr>
        <p:sp>
          <p:nvSpPr>
            <p:cNvPr id="11" name="圆角矩形 5"/>
            <p:cNvSpPr/>
            <p:nvPr>
              <p:custDataLst>
                <p:tags r:id="rId9"/>
              </p:custDataLst>
            </p:nvPr>
          </p:nvSpPr>
          <p:spPr>
            <a:xfrm>
              <a:off x="6408735" y="4168775"/>
              <a:ext cx="2695575" cy="1962150"/>
            </a:xfrm>
            <a:prstGeom prst="roundRect">
              <a:avLst>
                <a:gd name="adj" fmla="val 4000"/>
              </a:avLst>
            </a:prstGeom>
            <a:solidFill>
              <a:schemeClr val="bg1"/>
            </a:solidFill>
            <a:ln w="190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43" name="Freeform 55"/>
            <p:cNvSpPr/>
            <p:nvPr>
              <p:custDataLst>
                <p:tags r:id="rId10"/>
              </p:custDataLst>
            </p:nvPr>
          </p:nvSpPr>
          <p:spPr bwMode="auto">
            <a:xfrm>
              <a:off x="7786571" y="4930976"/>
              <a:ext cx="865482" cy="1091505"/>
            </a:xfrm>
            <a:custGeom>
              <a:avLst/>
              <a:gdLst>
                <a:gd name="T0" fmla="*/ 342 w 1027"/>
                <a:gd name="T1" fmla="*/ 562 h 1296"/>
                <a:gd name="T2" fmla="*/ 343 w 1027"/>
                <a:gd name="T3" fmla="*/ 594 h 1296"/>
                <a:gd name="T4" fmla="*/ 0 w 1027"/>
                <a:gd name="T5" fmla="*/ 1216 h 1296"/>
                <a:gd name="T6" fmla="*/ 325 w 1027"/>
                <a:gd name="T7" fmla="*/ 1296 h 1296"/>
                <a:gd name="T8" fmla="*/ 1027 w 1027"/>
                <a:gd name="T9" fmla="*/ 594 h 1296"/>
                <a:gd name="T10" fmla="*/ 698 w 1027"/>
                <a:gd name="T11" fmla="*/ 0 h 1296"/>
                <a:gd name="T12" fmla="*/ 342 w 1027"/>
                <a:gd name="T13" fmla="*/ 562 h 1296"/>
              </a:gdLst>
              <a:ahLst/>
              <a:cxnLst>
                <a:cxn ang="0">
                  <a:pos x="T0" y="T1"/>
                </a:cxn>
                <a:cxn ang="0">
                  <a:pos x="T2" y="T3"/>
                </a:cxn>
                <a:cxn ang="0">
                  <a:pos x="T4" y="T5"/>
                </a:cxn>
                <a:cxn ang="0">
                  <a:pos x="T6" y="T7"/>
                </a:cxn>
                <a:cxn ang="0">
                  <a:pos x="T8" y="T9"/>
                </a:cxn>
                <a:cxn ang="0">
                  <a:pos x="T10" y="T11"/>
                </a:cxn>
                <a:cxn ang="0">
                  <a:pos x="T12" y="T13"/>
                </a:cxn>
              </a:cxnLst>
              <a:rect l="0" t="0" r="r" b="b"/>
              <a:pathLst>
                <a:path w="1027" h="1296">
                  <a:moveTo>
                    <a:pt x="342" y="562"/>
                  </a:moveTo>
                  <a:cubicBezTo>
                    <a:pt x="342" y="572"/>
                    <a:pt x="343" y="583"/>
                    <a:pt x="343" y="594"/>
                  </a:cubicBezTo>
                  <a:cubicBezTo>
                    <a:pt x="343" y="855"/>
                    <a:pt x="206" y="1085"/>
                    <a:pt x="0" y="1216"/>
                  </a:cubicBezTo>
                  <a:cubicBezTo>
                    <a:pt x="97" y="1267"/>
                    <a:pt x="208" y="1296"/>
                    <a:pt x="325" y="1296"/>
                  </a:cubicBezTo>
                  <a:cubicBezTo>
                    <a:pt x="712" y="1296"/>
                    <a:pt x="1027" y="981"/>
                    <a:pt x="1027" y="594"/>
                  </a:cubicBezTo>
                  <a:cubicBezTo>
                    <a:pt x="1027" y="344"/>
                    <a:pt x="896" y="124"/>
                    <a:pt x="698" y="0"/>
                  </a:cubicBezTo>
                  <a:cubicBezTo>
                    <a:pt x="676" y="239"/>
                    <a:pt x="538" y="445"/>
                    <a:pt x="342" y="562"/>
                  </a:cubicBezTo>
                  <a:close/>
                </a:path>
              </a:pathLst>
            </a:custGeom>
            <a:solidFill>
              <a:schemeClr val="accent3">
                <a:lumMod val="20000"/>
                <a:lumOff val="80000"/>
                <a:alpha val="20000"/>
              </a:schemeClr>
            </a:solidFill>
            <a:ln w="9373">
              <a:solidFill>
                <a:schemeClr val="accent6"/>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endParaRPr lang="en-US" sz="1330" dirty="0">
                <a:latin typeface="思源黑体 CN Bold" panose="020B0800000000000000" pitchFamily="34" charset="-122"/>
                <a:ea typeface="思源黑体 CN Bold" panose="020B0800000000000000" pitchFamily="34" charset="-122"/>
                <a:sym typeface="+mn-lt"/>
              </a:endParaRPr>
            </a:p>
          </p:txBody>
        </p:sp>
        <p:sp>
          <p:nvSpPr>
            <p:cNvPr id="44" name="Freeform 54"/>
            <p:cNvSpPr/>
            <p:nvPr>
              <p:custDataLst>
                <p:tags r:id="rId11"/>
              </p:custDataLst>
            </p:nvPr>
          </p:nvSpPr>
          <p:spPr bwMode="auto">
            <a:xfrm>
              <a:off x="7164622" y="4276822"/>
              <a:ext cx="1182857" cy="611205"/>
            </a:xfrm>
            <a:custGeom>
              <a:avLst/>
              <a:gdLst>
                <a:gd name="T0" fmla="*/ 702 w 1403"/>
                <a:gd name="T1" fmla="*/ 725 h 725"/>
                <a:gd name="T2" fmla="*/ 1061 w 1403"/>
                <a:gd name="T3" fmla="*/ 631 h 725"/>
                <a:gd name="T4" fmla="*/ 1403 w 1403"/>
                <a:gd name="T5" fmla="*/ 715 h 725"/>
                <a:gd name="T6" fmla="*/ 1403 w 1403"/>
                <a:gd name="T7" fmla="*/ 702 h 725"/>
                <a:gd name="T8" fmla="*/ 702 w 1403"/>
                <a:gd name="T9" fmla="*/ 0 h 725"/>
                <a:gd name="T10" fmla="*/ 0 w 1403"/>
                <a:gd name="T11" fmla="*/ 702 h 725"/>
                <a:gd name="T12" fmla="*/ 0 w 1403"/>
                <a:gd name="T13" fmla="*/ 715 h 725"/>
                <a:gd name="T14" fmla="*/ 342 w 1403"/>
                <a:gd name="T15" fmla="*/ 631 h 725"/>
                <a:gd name="T16" fmla="*/ 702 w 1403"/>
                <a:gd name="T17" fmla="*/ 725 h 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03" h="725">
                  <a:moveTo>
                    <a:pt x="702" y="725"/>
                  </a:moveTo>
                  <a:cubicBezTo>
                    <a:pt x="808" y="665"/>
                    <a:pt x="931" y="631"/>
                    <a:pt x="1061" y="631"/>
                  </a:cubicBezTo>
                  <a:cubicBezTo>
                    <a:pt x="1185" y="631"/>
                    <a:pt x="1301" y="661"/>
                    <a:pt x="1403" y="715"/>
                  </a:cubicBezTo>
                  <a:cubicBezTo>
                    <a:pt x="1403" y="711"/>
                    <a:pt x="1403" y="706"/>
                    <a:pt x="1403" y="702"/>
                  </a:cubicBezTo>
                  <a:cubicBezTo>
                    <a:pt x="1403" y="315"/>
                    <a:pt x="1089" y="0"/>
                    <a:pt x="702" y="0"/>
                  </a:cubicBezTo>
                  <a:cubicBezTo>
                    <a:pt x="315" y="0"/>
                    <a:pt x="0" y="315"/>
                    <a:pt x="0" y="702"/>
                  </a:cubicBezTo>
                  <a:cubicBezTo>
                    <a:pt x="0" y="706"/>
                    <a:pt x="0" y="711"/>
                    <a:pt x="0" y="715"/>
                  </a:cubicBezTo>
                  <a:cubicBezTo>
                    <a:pt x="103" y="661"/>
                    <a:pt x="219" y="631"/>
                    <a:pt x="342" y="631"/>
                  </a:cubicBezTo>
                  <a:cubicBezTo>
                    <a:pt x="473" y="631"/>
                    <a:pt x="595" y="665"/>
                    <a:pt x="702" y="725"/>
                  </a:cubicBezTo>
                  <a:close/>
                </a:path>
              </a:pathLst>
            </a:custGeom>
            <a:solidFill>
              <a:schemeClr val="accent2">
                <a:lumMod val="20000"/>
                <a:lumOff val="80000"/>
                <a:alpha val="20000"/>
              </a:schemeClr>
            </a:solidFill>
            <a:ln w="9373">
              <a:solidFill>
                <a:schemeClr val="accent2"/>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r>
                <a:rPr lang="en-US" sz="1330" dirty="0">
                  <a:latin typeface="思源黑体 CN Bold" panose="020B0800000000000000" pitchFamily="34" charset="-122"/>
                  <a:ea typeface="思源黑体 CN Bold" panose="020B0800000000000000" pitchFamily="34" charset="-122"/>
                  <a:sym typeface="+mn-lt"/>
                </a:rPr>
                <a:t> </a:t>
              </a:r>
            </a:p>
          </p:txBody>
        </p:sp>
        <p:sp>
          <p:nvSpPr>
            <p:cNvPr id="45" name="Freeform 57"/>
            <p:cNvSpPr/>
            <p:nvPr>
              <p:custDataLst>
                <p:tags r:id="rId12"/>
              </p:custDataLst>
            </p:nvPr>
          </p:nvSpPr>
          <p:spPr bwMode="auto">
            <a:xfrm>
              <a:off x="6860991" y="4931373"/>
              <a:ext cx="864540" cy="1091505"/>
            </a:xfrm>
            <a:custGeom>
              <a:avLst/>
              <a:gdLst>
                <a:gd name="T0" fmla="*/ 684 w 1026"/>
                <a:gd name="T1" fmla="*/ 594 h 1296"/>
                <a:gd name="T2" fmla="*/ 685 w 1026"/>
                <a:gd name="T3" fmla="*/ 562 h 1296"/>
                <a:gd name="T4" fmla="*/ 328 w 1026"/>
                <a:gd name="T5" fmla="*/ 0 h 1296"/>
                <a:gd name="T6" fmla="*/ 0 w 1026"/>
                <a:gd name="T7" fmla="*/ 594 h 1296"/>
                <a:gd name="T8" fmla="*/ 701 w 1026"/>
                <a:gd name="T9" fmla="*/ 1296 h 1296"/>
                <a:gd name="T10" fmla="*/ 1026 w 1026"/>
                <a:gd name="T11" fmla="*/ 1216 h 1296"/>
                <a:gd name="T12" fmla="*/ 684 w 1026"/>
                <a:gd name="T13" fmla="*/ 594 h 1296"/>
              </a:gdLst>
              <a:ahLst/>
              <a:cxnLst>
                <a:cxn ang="0">
                  <a:pos x="T0" y="T1"/>
                </a:cxn>
                <a:cxn ang="0">
                  <a:pos x="T2" y="T3"/>
                </a:cxn>
                <a:cxn ang="0">
                  <a:pos x="T4" y="T5"/>
                </a:cxn>
                <a:cxn ang="0">
                  <a:pos x="T6" y="T7"/>
                </a:cxn>
                <a:cxn ang="0">
                  <a:pos x="T8" y="T9"/>
                </a:cxn>
                <a:cxn ang="0">
                  <a:pos x="T10" y="T11"/>
                </a:cxn>
                <a:cxn ang="0">
                  <a:pos x="T12" y="T13"/>
                </a:cxn>
              </a:cxnLst>
              <a:rect l="0" t="0" r="r" b="b"/>
              <a:pathLst>
                <a:path w="1026" h="1296">
                  <a:moveTo>
                    <a:pt x="684" y="594"/>
                  </a:moveTo>
                  <a:cubicBezTo>
                    <a:pt x="684" y="583"/>
                    <a:pt x="684" y="572"/>
                    <a:pt x="685" y="562"/>
                  </a:cubicBezTo>
                  <a:cubicBezTo>
                    <a:pt x="489" y="445"/>
                    <a:pt x="351" y="239"/>
                    <a:pt x="328" y="0"/>
                  </a:cubicBezTo>
                  <a:cubicBezTo>
                    <a:pt x="131" y="124"/>
                    <a:pt x="0" y="344"/>
                    <a:pt x="0" y="594"/>
                  </a:cubicBezTo>
                  <a:cubicBezTo>
                    <a:pt x="0" y="981"/>
                    <a:pt x="315" y="1296"/>
                    <a:pt x="701" y="1296"/>
                  </a:cubicBezTo>
                  <a:cubicBezTo>
                    <a:pt x="819" y="1296"/>
                    <a:pt x="929" y="1267"/>
                    <a:pt x="1026" y="1216"/>
                  </a:cubicBezTo>
                  <a:cubicBezTo>
                    <a:pt x="821" y="1085"/>
                    <a:pt x="684" y="855"/>
                    <a:pt x="684" y="594"/>
                  </a:cubicBezTo>
                  <a:close/>
                </a:path>
              </a:pathLst>
            </a:custGeom>
            <a:solidFill>
              <a:schemeClr val="accent1">
                <a:lumMod val="20000"/>
                <a:lumOff val="80000"/>
                <a:alpha val="20000"/>
              </a:schemeClr>
            </a:solidFill>
            <a:ln w="9373">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endParaRPr lang="en-US" sz="1330" dirty="0">
                <a:latin typeface="思源黑体 CN Bold" panose="020B0800000000000000" pitchFamily="34" charset="-122"/>
                <a:ea typeface="思源黑体 CN Bold" panose="020B0800000000000000" pitchFamily="34" charset="-122"/>
                <a:sym typeface="+mn-lt"/>
              </a:endParaRPr>
            </a:p>
          </p:txBody>
        </p:sp>
        <p:sp>
          <p:nvSpPr>
            <p:cNvPr id="46" name="AutoShape 52"/>
            <p:cNvSpPr>
              <a:spLocks noChangeAspect="1" noChangeArrowheads="1" noTextEdit="1"/>
            </p:cNvSpPr>
            <p:nvPr/>
          </p:nvSpPr>
          <p:spPr bwMode="auto">
            <a:xfrm>
              <a:off x="6864582" y="4276824"/>
              <a:ext cx="1787470" cy="17441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3190" tIns="21595" rIns="43190" bIns="21595" numCol="1" anchor="t" anchorCtr="0" compatLnSpc="1"/>
            <a:lstStyle/>
            <a:p>
              <a:pPr marL="0" marR="0" lvl="0" indent="0" algn="l" defTabSz="914400" rtl="0" eaLnBrk="1" fontAlgn="auto" latinLnBrk="0" hangingPunct="1">
                <a:lnSpc>
                  <a:spcPct val="100000"/>
                </a:lnSpc>
                <a:spcBef>
                  <a:spcPts val="0"/>
                </a:spcBef>
                <a:buClrTx/>
                <a:buSzTx/>
                <a:buFontTx/>
                <a:buNone/>
                <a:defRPr/>
              </a:pPr>
              <a:endParaRPr kumimoji="0" lang="en-US" sz="85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endParaRPr>
            </a:p>
          </p:txBody>
        </p:sp>
        <p:sp>
          <p:nvSpPr>
            <p:cNvPr id="47" name="Freeform 56"/>
            <p:cNvSpPr/>
            <p:nvPr/>
          </p:nvSpPr>
          <p:spPr bwMode="auto">
            <a:xfrm>
              <a:off x="7786569" y="4839627"/>
              <a:ext cx="561292" cy="532097"/>
            </a:xfrm>
            <a:custGeom>
              <a:avLst/>
              <a:gdLst>
                <a:gd name="T0" fmla="*/ 0 w 666"/>
                <a:gd name="T1" fmla="*/ 80 h 631"/>
                <a:gd name="T2" fmla="*/ 339 w 666"/>
                <a:gd name="T3" fmla="*/ 631 h 631"/>
                <a:gd name="T4" fmla="*/ 666 w 666"/>
                <a:gd name="T5" fmla="*/ 89 h 631"/>
                <a:gd name="T6" fmla="*/ 325 w 666"/>
                <a:gd name="T7" fmla="*/ 0 h 631"/>
                <a:gd name="T8" fmla="*/ 0 w 666"/>
                <a:gd name="T9" fmla="*/ 80 h 631"/>
              </a:gdLst>
              <a:ahLst/>
              <a:cxnLst>
                <a:cxn ang="0">
                  <a:pos x="T0" y="T1"/>
                </a:cxn>
                <a:cxn ang="0">
                  <a:pos x="T2" y="T3"/>
                </a:cxn>
                <a:cxn ang="0">
                  <a:pos x="T4" y="T5"/>
                </a:cxn>
                <a:cxn ang="0">
                  <a:pos x="T6" y="T7"/>
                </a:cxn>
                <a:cxn ang="0">
                  <a:pos x="T8" y="T9"/>
                </a:cxn>
              </a:cxnLst>
              <a:rect l="0" t="0" r="r" b="b"/>
              <a:pathLst>
                <a:path w="666" h="631">
                  <a:moveTo>
                    <a:pt x="0" y="80"/>
                  </a:moveTo>
                  <a:cubicBezTo>
                    <a:pt x="187" y="199"/>
                    <a:pt x="317" y="399"/>
                    <a:pt x="339" y="631"/>
                  </a:cubicBezTo>
                  <a:cubicBezTo>
                    <a:pt x="522" y="515"/>
                    <a:pt x="649" y="317"/>
                    <a:pt x="666" y="89"/>
                  </a:cubicBezTo>
                  <a:cubicBezTo>
                    <a:pt x="565" y="32"/>
                    <a:pt x="449" y="0"/>
                    <a:pt x="325" y="0"/>
                  </a:cubicBezTo>
                  <a:cubicBezTo>
                    <a:pt x="208" y="0"/>
                    <a:pt x="97" y="29"/>
                    <a:pt x="0" y="80"/>
                  </a:cubicBezTo>
                  <a:close/>
                </a:path>
              </a:pathLst>
            </a:custGeom>
            <a:solidFill>
              <a:schemeClr val="accent2"/>
            </a:soli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endParaRPr lang="en-US" sz="1330" dirty="0">
                <a:latin typeface="思源黑体 CN Bold" panose="020B0800000000000000" pitchFamily="34" charset="-122"/>
                <a:ea typeface="思源黑体 CN Bold" panose="020B0800000000000000" pitchFamily="34" charset="-122"/>
                <a:sym typeface="+mn-lt"/>
              </a:endParaRPr>
            </a:p>
          </p:txBody>
        </p:sp>
        <p:sp>
          <p:nvSpPr>
            <p:cNvPr id="48" name="Freeform 58"/>
            <p:cNvSpPr/>
            <p:nvPr/>
          </p:nvSpPr>
          <p:spPr bwMode="auto">
            <a:xfrm>
              <a:off x="7166505" y="4837174"/>
              <a:ext cx="560351" cy="532097"/>
            </a:xfrm>
            <a:custGeom>
              <a:avLst/>
              <a:gdLst>
                <a:gd name="T0" fmla="*/ 327 w 665"/>
                <a:gd name="T1" fmla="*/ 631 h 631"/>
                <a:gd name="T2" fmla="*/ 665 w 665"/>
                <a:gd name="T3" fmla="*/ 80 h 631"/>
                <a:gd name="T4" fmla="*/ 340 w 665"/>
                <a:gd name="T5" fmla="*/ 0 h 631"/>
                <a:gd name="T6" fmla="*/ 0 w 665"/>
                <a:gd name="T7" fmla="*/ 89 h 631"/>
                <a:gd name="T8" fmla="*/ 327 w 665"/>
                <a:gd name="T9" fmla="*/ 631 h 631"/>
              </a:gdLst>
              <a:ahLst/>
              <a:cxnLst>
                <a:cxn ang="0">
                  <a:pos x="T0" y="T1"/>
                </a:cxn>
                <a:cxn ang="0">
                  <a:pos x="T2" y="T3"/>
                </a:cxn>
                <a:cxn ang="0">
                  <a:pos x="T4" y="T5"/>
                </a:cxn>
                <a:cxn ang="0">
                  <a:pos x="T6" y="T7"/>
                </a:cxn>
                <a:cxn ang="0">
                  <a:pos x="T8" y="T9"/>
                </a:cxn>
              </a:cxnLst>
              <a:rect l="0" t="0" r="r" b="b"/>
              <a:pathLst>
                <a:path w="665" h="631">
                  <a:moveTo>
                    <a:pt x="327" y="631"/>
                  </a:moveTo>
                  <a:cubicBezTo>
                    <a:pt x="349" y="399"/>
                    <a:pt x="479" y="199"/>
                    <a:pt x="665" y="80"/>
                  </a:cubicBezTo>
                  <a:cubicBezTo>
                    <a:pt x="568" y="29"/>
                    <a:pt x="458" y="0"/>
                    <a:pt x="340" y="0"/>
                  </a:cubicBezTo>
                  <a:cubicBezTo>
                    <a:pt x="217" y="0"/>
                    <a:pt x="101" y="32"/>
                    <a:pt x="0" y="89"/>
                  </a:cubicBezTo>
                  <a:cubicBezTo>
                    <a:pt x="17" y="317"/>
                    <a:pt x="143" y="515"/>
                    <a:pt x="327" y="631"/>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3190" tIns="21595" rIns="43190" bIns="21595" rtlCol="0" anchor="ctr"/>
            <a:lstStyle/>
            <a:p>
              <a:pPr algn="ctr"/>
              <a:endParaRPr lang="en-US" sz="850" dirty="0">
                <a:latin typeface="思源黑体 CN Bold" panose="020B0800000000000000" pitchFamily="34" charset="-122"/>
                <a:ea typeface="思源黑体 CN Bold" panose="020B0800000000000000" pitchFamily="34" charset="-122"/>
                <a:cs typeface="+mn-ea"/>
                <a:sym typeface="+mn-lt"/>
              </a:endParaRPr>
            </a:p>
          </p:txBody>
        </p:sp>
        <p:sp>
          <p:nvSpPr>
            <p:cNvPr id="49" name="Freeform 59"/>
            <p:cNvSpPr/>
            <p:nvPr/>
          </p:nvSpPr>
          <p:spPr bwMode="auto">
            <a:xfrm>
              <a:off x="7467490" y="5420152"/>
              <a:ext cx="576361" cy="518913"/>
            </a:xfrm>
            <a:custGeom>
              <a:avLst/>
              <a:gdLst>
                <a:gd name="T0" fmla="*/ 684 w 684"/>
                <a:gd name="T1" fmla="*/ 13 h 615"/>
                <a:gd name="T2" fmla="*/ 684 w 684"/>
                <a:gd name="T3" fmla="*/ 0 h 615"/>
                <a:gd name="T4" fmla="*/ 342 w 684"/>
                <a:gd name="T5" fmla="*/ 84 h 615"/>
                <a:gd name="T6" fmla="*/ 0 w 684"/>
                <a:gd name="T7" fmla="*/ 0 h 615"/>
                <a:gd name="T8" fmla="*/ 0 w 684"/>
                <a:gd name="T9" fmla="*/ 13 h 615"/>
                <a:gd name="T10" fmla="*/ 342 w 684"/>
                <a:gd name="T11" fmla="*/ 615 h 615"/>
                <a:gd name="T12" fmla="*/ 684 w 684"/>
                <a:gd name="T13" fmla="*/ 13 h 615"/>
              </a:gdLst>
              <a:ahLst/>
              <a:cxnLst>
                <a:cxn ang="0">
                  <a:pos x="T0" y="T1"/>
                </a:cxn>
                <a:cxn ang="0">
                  <a:pos x="T2" y="T3"/>
                </a:cxn>
                <a:cxn ang="0">
                  <a:pos x="T4" y="T5"/>
                </a:cxn>
                <a:cxn ang="0">
                  <a:pos x="T6" y="T7"/>
                </a:cxn>
                <a:cxn ang="0">
                  <a:pos x="T8" y="T9"/>
                </a:cxn>
                <a:cxn ang="0">
                  <a:pos x="T10" y="T11"/>
                </a:cxn>
                <a:cxn ang="0">
                  <a:pos x="T12" y="T13"/>
                </a:cxn>
              </a:cxnLst>
              <a:rect l="0" t="0" r="r" b="b"/>
              <a:pathLst>
                <a:path w="684" h="615">
                  <a:moveTo>
                    <a:pt x="684" y="13"/>
                  </a:moveTo>
                  <a:cubicBezTo>
                    <a:pt x="684" y="9"/>
                    <a:pt x="684" y="4"/>
                    <a:pt x="684" y="0"/>
                  </a:cubicBezTo>
                  <a:cubicBezTo>
                    <a:pt x="582" y="54"/>
                    <a:pt x="465" y="84"/>
                    <a:pt x="342" y="84"/>
                  </a:cubicBezTo>
                  <a:cubicBezTo>
                    <a:pt x="218" y="84"/>
                    <a:pt x="102" y="54"/>
                    <a:pt x="0" y="0"/>
                  </a:cubicBezTo>
                  <a:cubicBezTo>
                    <a:pt x="0" y="4"/>
                    <a:pt x="0" y="9"/>
                    <a:pt x="0" y="13"/>
                  </a:cubicBezTo>
                  <a:cubicBezTo>
                    <a:pt x="0" y="269"/>
                    <a:pt x="137" y="493"/>
                    <a:pt x="342" y="615"/>
                  </a:cubicBezTo>
                  <a:cubicBezTo>
                    <a:pt x="547" y="493"/>
                    <a:pt x="684" y="269"/>
                    <a:pt x="684" y="13"/>
                  </a:cubicBezTo>
                  <a:close/>
                </a:path>
              </a:pathLst>
            </a:custGeom>
            <a:solidFill>
              <a:schemeClr val="accent6"/>
            </a:solidFill>
            <a:ln w="12497">
              <a:no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lIns="67483" tIns="33741" rIns="67483" bIns="33741" rtlCol="0" anchor="ctr"/>
            <a:lstStyle/>
            <a:p>
              <a:pPr algn="ctr"/>
              <a:endParaRPr lang="en-US" sz="1330" dirty="0">
                <a:solidFill>
                  <a:schemeClr val="lt1"/>
                </a:solidFill>
                <a:latin typeface="思源黑体 CN Bold" panose="020B0800000000000000" pitchFamily="34" charset="-122"/>
                <a:ea typeface="思源黑体 CN Bold" panose="020B0800000000000000" pitchFamily="34" charset="-122"/>
                <a:sym typeface="+mn-lt"/>
              </a:endParaRPr>
            </a:p>
          </p:txBody>
        </p:sp>
        <p:sp>
          <p:nvSpPr>
            <p:cNvPr id="50" name="PA-文本框 896"/>
            <p:cNvSpPr txBox="1"/>
            <p:nvPr>
              <p:custDataLst>
                <p:tags r:id="rId13"/>
              </p:custDataLst>
            </p:nvPr>
          </p:nvSpPr>
          <p:spPr>
            <a:xfrm>
              <a:off x="7525019" y="5091323"/>
              <a:ext cx="428663" cy="247994"/>
            </a:xfrm>
            <a:prstGeom prst="rect">
              <a:avLst/>
            </a:prstGeom>
            <a:noFill/>
            <a:effectLst/>
          </p:spPr>
          <p:txBody>
            <a:bodyPr wrap="none" lIns="43190" tIns="21595" rIns="43190" bIns="21595" rtlCol="0">
              <a:spAutoFit/>
            </a:bodyPr>
            <a:lstStyle/>
            <a:p>
              <a:pPr algn="ctr" defTabSz="914400">
                <a:defRPr/>
              </a:pPr>
              <a:r>
                <a:rPr lang="zh-CN" altLang="en-US" sz="1330">
                  <a:solidFill>
                    <a:srgbClr val="C00000"/>
                  </a:solidFill>
                  <a:latin typeface="思源黑体 CN Bold" panose="020B0800000000000000" pitchFamily="34" charset="-122"/>
                  <a:ea typeface="思源黑体 CN Bold" panose="020B0800000000000000" pitchFamily="34" charset="-122"/>
                  <a:cs typeface="+mn-ea"/>
                  <a:sym typeface="+mn-lt"/>
                </a:rPr>
                <a:t>引导</a:t>
              </a:r>
              <a:endParaRPr lang="en-US" altLang="zh-CN" sz="1330" dirty="0">
                <a:solidFill>
                  <a:srgbClr val="C00000"/>
                </a:solidFill>
                <a:latin typeface="思源黑体 CN Bold" panose="020B0800000000000000" pitchFamily="34" charset="-122"/>
                <a:ea typeface="思源黑体 CN Bold" panose="020B0800000000000000" pitchFamily="34" charset="-122"/>
                <a:cs typeface="+mn-ea"/>
                <a:sym typeface="+mn-lt"/>
              </a:endParaRPr>
            </a:p>
          </p:txBody>
        </p:sp>
        <p:sp>
          <p:nvSpPr>
            <p:cNvPr id="51" name="PA-文本框 896"/>
            <p:cNvSpPr txBox="1"/>
            <p:nvPr>
              <p:custDataLst>
                <p:tags r:id="rId14"/>
              </p:custDataLst>
            </p:nvPr>
          </p:nvSpPr>
          <p:spPr>
            <a:xfrm>
              <a:off x="7254866" y="4897571"/>
              <a:ext cx="257143" cy="247963"/>
            </a:xfrm>
            <a:prstGeom prst="rect">
              <a:avLst/>
            </a:prstGeom>
            <a:noFill/>
            <a:effectLst/>
          </p:spPr>
          <p:txBody>
            <a:bodyPr wrap="none" lIns="43190" tIns="21595" rIns="43190" bIns="21595" rtlCol="0">
              <a:spAutoFit/>
            </a:bodyPr>
            <a:lstStyle/>
            <a:p>
              <a:pPr algn="ctr" defTabSz="914400">
                <a:defRPr/>
              </a:pPr>
              <a:r>
                <a:rPr lang="zh-CN" altLang="en-US" sz="1330" dirty="0">
                  <a:solidFill>
                    <a:schemeClr val="bg1"/>
                  </a:solidFill>
                  <a:latin typeface="思源黑体 CN Bold" panose="020B0800000000000000" pitchFamily="34" charset="-122"/>
                  <a:ea typeface="思源黑体 CN Bold" panose="020B0800000000000000" pitchFamily="34" charset="-122"/>
                  <a:cs typeface="+mn-ea"/>
                  <a:sym typeface="+mn-lt"/>
                </a:rPr>
                <a:t>互</a:t>
              </a:r>
              <a:endParaRPr sz="133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52" name="PA-文本框 896"/>
            <p:cNvSpPr txBox="1"/>
            <p:nvPr>
              <p:custDataLst>
                <p:tags r:id="rId15"/>
              </p:custDataLst>
            </p:nvPr>
          </p:nvSpPr>
          <p:spPr>
            <a:xfrm>
              <a:off x="8005663" y="4897571"/>
              <a:ext cx="257143" cy="247963"/>
            </a:xfrm>
            <a:prstGeom prst="rect">
              <a:avLst/>
            </a:prstGeom>
            <a:noFill/>
            <a:effectLst/>
          </p:spPr>
          <p:txBody>
            <a:bodyPr wrap="none" lIns="43190" tIns="21595" rIns="43190" bIns="21595" rtlCol="0">
              <a:spAutoFit/>
            </a:bodyPr>
            <a:lstStyle/>
            <a:p>
              <a:pPr algn="ctr" defTabSz="914400">
                <a:defRPr/>
              </a:pPr>
              <a:r>
                <a:rPr lang="zh-CN" altLang="en-US" sz="1330" dirty="0">
                  <a:solidFill>
                    <a:schemeClr val="bg1"/>
                  </a:solidFill>
                  <a:latin typeface="思源黑体 CN Bold" panose="020B0800000000000000" pitchFamily="34" charset="-122"/>
                  <a:ea typeface="思源黑体 CN Bold" panose="020B0800000000000000" pitchFamily="34" charset="-122"/>
                  <a:cs typeface="+mn-ea"/>
                  <a:sym typeface="+mn-lt"/>
                </a:rPr>
                <a:t>动</a:t>
              </a:r>
              <a:endParaRPr sz="133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53" name="PA-文本框 896"/>
            <p:cNvSpPr txBox="1"/>
            <p:nvPr>
              <p:custDataLst>
                <p:tags r:id="rId16"/>
              </p:custDataLst>
            </p:nvPr>
          </p:nvSpPr>
          <p:spPr>
            <a:xfrm>
              <a:off x="7627095" y="5571103"/>
              <a:ext cx="257143" cy="247963"/>
            </a:xfrm>
            <a:prstGeom prst="rect">
              <a:avLst/>
            </a:prstGeom>
            <a:noFill/>
            <a:effectLst/>
          </p:spPr>
          <p:txBody>
            <a:bodyPr wrap="none" lIns="43190" tIns="21595" rIns="43190" bIns="21595" rtlCol="0">
              <a:spAutoFit/>
            </a:bodyPr>
            <a:lstStyle/>
            <a:p>
              <a:pPr algn="ctr" defTabSz="914400">
                <a:defRPr/>
              </a:pPr>
              <a:r>
                <a:rPr lang="zh-CN" altLang="en-US" sz="1330" dirty="0">
                  <a:solidFill>
                    <a:schemeClr val="bg1"/>
                  </a:solidFill>
                  <a:latin typeface="思源黑体 CN Bold" panose="020B0800000000000000" pitchFamily="34" charset="-122"/>
                  <a:ea typeface="思源黑体 CN Bold" panose="020B0800000000000000" pitchFamily="34" charset="-122"/>
                  <a:cs typeface="+mn-ea"/>
                  <a:sym typeface="+mn-lt"/>
                </a:rPr>
                <a:t>性</a:t>
              </a:r>
              <a:endParaRPr sz="133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54" name="文本框 53"/>
            <p:cNvSpPr txBox="1"/>
            <p:nvPr/>
          </p:nvSpPr>
          <p:spPr>
            <a:xfrm>
              <a:off x="7248375" y="4407162"/>
              <a:ext cx="1015348" cy="386136"/>
            </a:xfrm>
            <a:prstGeom prst="rect">
              <a:avLst/>
            </a:prstGeom>
            <a:noFill/>
            <a:effectLst/>
          </p:spPr>
          <p:txBody>
            <a:bodyPr wrap="square" lIns="67483" tIns="33741" rIns="67483" bIns="33741">
              <a:spAutoFit/>
            </a:bodyPr>
            <a:lstStyle/>
            <a:p>
              <a:pPr algn="ctr"/>
              <a:r>
                <a:rPr lang="zh-CN" altLang="en-US" sz="1035" dirty="0">
                  <a:solidFill>
                    <a:schemeClr val="tx1">
                      <a:lumMod val="85000"/>
                      <a:lumOff val="15000"/>
                    </a:schemeClr>
                  </a:solidFill>
                  <a:latin typeface="思源黑体 CN Bold" panose="020B0800000000000000" pitchFamily="34" charset="-122"/>
                  <a:ea typeface="思源黑体 CN Bold" panose="020B0800000000000000" pitchFamily="34" charset="-122"/>
                </a:rPr>
                <a:t>多媒体辅助</a:t>
              </a:r>
              <a:endParaRPr lang="en-US" altLang="zh-CN" sz="1035" dirty="0">
                <a:solidFill>
                  <a:schemeClr val="tx1">
                    <a:lumMod val="85000"/>
                    <a:lumOff val="15000"/>
                  </a:schemeClr>
                </a:solidFill>
                <a:latin typeface="思源黑体 CN Bold" panose="020B0800000000000000" pitchFamily="34" charset="-122"/>
                <a:ea typeface="思源黑体 CN Bold" panose="020B0800000000000000" pitchFamily="34" charset="-122"/>
              </a:endParaRPr>
            </a:p>
            <a:p>
              <a:pPr algn="ctr"/>
              <a:r>
                <a:rPr lang="zh-CN" altLang="en-US" sz="1035" dirty="0">
                  <a:solidFill>
                    <a:schemeClr val="tx1">
                      <a:lumMod val="85000"/>
                      <a:lumOff val="15000"/>
                    </a:schemeClr>
                  </a:solidFill>
                  <a:latin typeface="思源黑体 CN Bold" panose="020B0800000000000000" pitchFamily="34" charset="-122"/>
                  <a:ea typeface="思源黑体 CN Bold" panose="020B0800000000000000" pitchFamily="34" charset="-122"/>
                </a:rPr>
                <a:t>讲解</a:t>
              </a:r>
            </a:p>
          </p:txBody>
        </p:sp>
        <p:sp>
          <p:nvSpPr>
            <p:cNvPr id="55" name="文本框 54"/>
            <p:cNvSpPr txBox="1"/>
            <p:nvPr/>
          </p:nvSpPr>
          <p:spPr>
            <a:xfrm rot="19910753">
              <a:off x="6976741" y="5312901"/>
              <a:ext cx="482063" cy="545579"/>
            </a:xfrm>
            <a:prstGeom prst="rect">
              <a:avLst/>
            </a:prstGeom>
            <a:noFill/>
            <a:effectLst/>
          </p:spPr>
          <p:txBody>
            <a:bodyPr wrap="square" lIns="67483" tIns="33741" rIns="67483" bIns="33741">
              <a:spAutoFit/>
            </a:bodyPr>
            <a:lstStyle/>
            <a:p>
              <a:pPr algn="ctr"/>
              <a:r>
                <a:rPr lang="zh-CN" altLang="en-US" sz="1035" dirty="0">
                  <a:solidFill>
                    <a:schemeClr val="tx1">
                      <a:lumMod val="85000"/>
                      <a:lumOff val="15000"/>
                    </a:schemeClr>
                  </a:solidFill>
                  <a:latin typeface="思源黑体 CN Bold" panose="020B0800000000000000" pitchFamily="34" charset="-122"/>
                  <a:ea typeface="思源黑体 CN Bold" panose="020B0800000000000000" pitchFamily="34" charset="-122"/>
                </a:rPr>
                <a:t>师生互动讨论</a:t>
              </a:r>
            </a:p>
          </p:txBody>
        </p:sp>
        <p:sp>
          <p:nvSpPr>
            <p:cNvPr id="56" name="文本框 55"/>
            <p:cNvSpPr txBox="1"/>
            <p:nvPr/>
          </p:nvSpPr>
          <p:spPr>
            <a:xfrm rot="1689247" flipH="1">
              <a:off x="8059976" y="5308875"/>
              <a:ext cx="482063" cy="545579"/>
            </a:xfrm>
            <a:prstGeom prst="rect">
              <a:avLst/>
            </a:prstGeom>
            <a:noFill/>
            <a:effectLst/>
          </p:spPr>
          <p:txBody>
            <a:bodyPr wrap="square" lIns="67483" tIns="33741" rIns="67483" bIns="33741">
              <a:spAutoFit/>
            </a:bodyPr>
            <a:lstStyle/>
            <a:p>
              <a:pPr algn="ctr"/>
              <a:r>
                <a:rPr lang="zh-CN" altLang="en-US" sz="1035" dirty="0">
                  <a:solidFill>
                    <a:schemeClr val="tx1">
                      <a:lumMod val="85000"/>
                      <a:lumOff val="15000"/>
                    </a:schemeClr>
                  </a:solidFill>
                  <a:latin typeface="思源黑体 CN Bold" panose="020B0800000000000000" pitchFamily="34" charset="-122"/>
                  <a:ea typeface="思源黑体 CN Bold" panose="020B0800000000000000" pitchFamily="34" charset="-122"/>
                </a:rPr>
                <a:t>案例分析应用</a:t>
              </a:r>
            </a:p>
          </p:txBody>
        </p:sp>
        <p:sp>
          <p:nvSpPr>
            <p:cNvPr id="8" name="圆角矩形 2"/>
            <p:cNvSpPr/>
            <p:nvPr>
              <p:custDataLst>
                <p:tags r:id="rId17"/>
              </p:custDataLst>
            </p:nvPr>
          </p:nvSpPr>
          <p:spPr>
            <a:xfrm>
              <a:off x="6408735" y="1108075"/>
              <a:ext cx="2695575" cy="1962150"/>
            </a:xfrm>
            <a:prstGeom prst="roundRect">
              <a:avLst>
                <a:gd name="adj" fmla="val 4000"/>
              </a:avLst>
            </a:prstGeom>
            <a:solidFill>
              <a:schemeClr val="bg1"/>
            </a:solidFill>
            <a:ln w="19050">
              <a:solidFill>
                <a:schemeClr val="accent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64" name="矩形: 圆角 63"/>
            <p:cNvSpPr/>
            <p:nvPr/>
          </p:nvSpPr>
          <p:spPr>
            <a:xfrm>
              <a:off x="6514420" y="1217017"/>
              <a:ext cx="2484205" cy="357783"/>
            </a:xfrm>
            <a:prstGeom prst="roundRect">
              <a:avLst>
                <a:gd name="adj" fmla="val 902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PA-圆角矩形 138"/>
            <p:cNvSpPr/>
            <p:nvPr>
              <p:custDataLst>
                <p:tags r:id="rId18"/>
              </p:custDataLst>
            </p:nvPr>
          </p:nvSpPr>
          <p:spPr>
            <a:xfrm>
              <a:off x="6514420" y="2617855"/>
              <a:ext cx="2484205" cy="313670"/>
            </a:xfrm>
            <a:prstGeom prst="roundRect">
              <a:avLst>
                <a:gd name="adj" fmla="val 50000"/>
              </a:avLst>
            </a:prstGeom>
            <a:solidFill>
              <a:schemeClr val="accent6">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accent6"/>
                  </a:solidFill>
                  <a:latin typeface="+mj-ea"/>
                  <a:ea typeface="+mj-ea"/>
                </a:rPr>
                <a:t>基本实验技能动手能力</a:t>
              </a:r>
            </a:p>
          </p:txBody>
        </p:sp>
        <p:sp>
          <p:nvSpPr>
            <p:cNvPr id="66" name="文本框 65"/>
            <p:cNvSpPr txBox="1"/>
            <p:nvPr/>
          </p:nvSpPr>
          <p:spPr>
            <a:xfrm>
              <a:off x="6766508" y="1604443"/>
              <a:ext cx="1980029" cy="332976"/>
            </a:xfrm>
            <a:prstGeom prst="rect">
              <a:avLst/>
            </a:prstGeom>
            <a:noFill/>
          </p:spPr>
          <p:txBody>
            <a:bodyPr wrap="none">
              <a:spAutoFit/>
            </a:bodyPr>
            <a:lstStyle/>
            <a:p>
              <a:pPr algn="ctr">
                <a:lnSpc>
                  <a:spcPct val="120000"/>
                </a:lnSpc>
              </a:pPr>
              <a:r>
                <a:rPr lang="zh-CN" altLang="en-US" sz="1400">
                  <a:latin typeface="+mn-ea"/>
                </a:rPr>
                <a:t>组织学生进行实验操作</a:t>
              </a:r>
              <a:endParaRPr lang="zh-CN" altLang="en-US" sz="1400" dirty="0">
                <a:latin typeface="+mn-ea"/>
              </a:endParaRPr>
            </a:p>
          </p:txBody>
        </p:sp>
        <p:sp>
          <p:nvSpPr>
            <p:cNvPr id="67" name="文本框 66"/>
            <p:cNvSpPr txBox="1"/>
            <p:nvPr/>
          </p:nvSpPr>
          <p:spPr>
            <a:xfrm>
              <a:off x="6497203" y="1996705"/>
              <a:ext cx="2518638" cy="591509"/>
            </a:xfrm>
            <a:prstGeom prst="rect">
              <a:avLst/>
            </a:prstGeom>
            <a:noFill/>
          </p:spPr>
          <p:txBody>
            <a:bodyPr wrap="square">
              <a:spAutoFit/>
            </a:bodyPr>
            <a:lstStyle/>
            <a:p>
              <a:pPr algn="ctr">
                <a:lnSpc>
                  <a:spcPct val="120000"/>
                </a:lnSpc>
              </a:pPr>
              <a:r>
                <a:rPr lang="zh-CN" altLang="en-US" sz="1400" dirty="0">
                  <a:latin typeface="+mn-ea"/>
                </a:rPr>
                <a:t>指导学生完成水质监测实验智能监测设备操作实验等项目</a:t>
              </a:r>
            </a:p>
          </p:txBody>
        </p:sp>
        <p:cxnSp>
          <p:nvCxnSpPr>
            <p:cNvPr id="68" name="直接连接符 67"/>
            <p:cNvCxnSpPr/>
            <p:nvPr/>
          </p:nvCxnSpPr>
          <p:spPr>
            <a:xfrm>
              <a:off x="6552746" y="1967062"/>
              <a:ext cx="2407552" cy="0"/>
            </a:xfrm>
            <a:prstGeom prst="line">
              <a:avLst/>
            </a:prstGeom>
            <a:ln w="9525">
              <a:solidFill>
                <a:schemeClr val="accent6"/>
              </a:solidFill>
              <a:prstDash val="solid"/>
            </a:ln>
          </p:spPr>
          <p:style>
            <a:lnRef idx="2">
              <a:schemeClr val="accent1"/>
            </a:lnRef>
            <a:fillRef idx="0">
              <a:schemeClr val="accent1"/>
            </a:fillRef>
            <a:effectRef idx="1">
              <a:schemeClr val="accent1"/>
            </a:effectRef>
            <a:fontRef idx="minor">
              <a:schemeClr val="tx1"/>
            </a:fontRef>
          </p:style>
        </p:cxnSp>
        <p:sp>
          <p:nvSpPr>
            <p:cNvPr id="166" name="文本框 165"/>
            <p:cNvSpPr txBox="1"/>
            <p:nvPr/>
          </p:nvSpPr>
          <p:spPr>
            <a:xfrm>
              <a:off x="6740860" y="1226631"/>
              <a:ext cx="2031325"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实验技能训练与实践</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38" name="组合 37"/>
          <p:cNvGrpSpPr/>
          <p:nvPr/>
        </p:nvGrpSpPr>
        <p:grpSpPr>
          <a:xfrm>
            <a:off x="3816347" y="1108075"/>
            <a:ext cx="1647825" cy="5022850"/>
            <a:chOff x="3816347" y="1108075"/>
            <a:chExt cx="1647825" cy="5022850"/>
          </a:xfrm>
        </p:grpSpPr>
        <p:sp>
          <p:nvSpPr>
            <p:cNvPr id="7" name="圆角矩形 1"/>
            <p:cNvSpPr/>
            <p:nvPr/>
          </p:nvSpPr>
          <p:spPr>
            <a:xfrm>
              <a:off x="3816347" y="1108075"/>
              <a:ext cx="1647825" cy="1962150"/>
            </a:xfrm>
            <a:prstGeom prst="roundRect">
              <a:avLst>
                <a:gd name="adj" fmla="val 4036"/>
              </a:avLst>
            </a:prstGeom>
            <a:solidFill>
              <a:schemeClr val="bg1"/>
            </a:solidFill>
            <a:ln w="19050">
              <a:solidFill>
                <a:schemeClr val="accent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0" name="圆角矩形 4"/>
            <p:cNvSpPr/>
            <p:nvPr>
              <p:custDataLst>
                <p:tags r:id="rId8"/>
              </p:custDataLst>
            </p:nvPr>
          </p:nvSpPr>
          <p:spPr>
            <a:xfrm>
              <a:off x="3816347" y="4168775"/>
              <a:ext cx="1647825" cy="1962150"/>
            </a:xfrm>
            <a:prstGeom prst="roundRect">
              <a:avLst>
                <a:gd name="adj" fmla="val 4000"/>
              </a:avLst>
            </a:prstGeom>
            <a:solidFill>
              <a:schemeClr val="bg1"/>
            </a:solidFill>
            <a:ln w="190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57" name="矩形: 圆角 56"/>
            <p:cNvSpPr/>
            <p:nvPr/>
          </p:nvSpPr>
          <p:spPr>
            <a:xfrm>
              <a:off x="3919935" y="1217017"/>
              <a:ext cx="1440648" cy="357783"/>
            </a:xfrm>
            <a:prstGeom prst="roundRect">
              <a:avLst>
                <a:gd name="adj" fmla="val 902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角 57"/>
            <p:cNvSpPr/>
            <p:nvPr/>
          </p:nvSpPr>
          <p:spPr>
            <a:xfrm>
              <a:off x="3919935" y="4295965"/>
              <a:ext cx="1440648" cy="357783"/>
            </a:xfrm>
            <a:prstGeom prst="roundRect">
              <a:avLst>
                <a:gd name="adj" fmla="val 902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p:cNvPicPr>
              <a:picLocks noChangeArrowheads="1"/>
            </p:cNvPicPr>
            <p:nvPr/>
          </p:nvPicPr>
          <p:blipFill>
            <a:blip r:embed="rId38">
              <a:extLst>
                <a:ext uri="{BEBA8EAE-BF5A-486C-A8C5-ECC9F3942E4B}">
                  <a14:imgProps xmlns:a14="http://schemas.microsoft.com/office/drawing/2010/main">
                    <a14:imgLayer r:embed="rId39">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3919935" y="1844070"/>
              <a:ext cx="1440648" cy="1112490"/>
            </a:xfrm>
            <a:prstGeom prst="rect">
              <a:avLst/>
            </a:prstGeom>
            <a:noFill/>
            <a:extLst>
              <a:ext uri="{909E8E84-426E-40DD-AFC4-6F175D3DCCD1}">
                <a14:hiddenFill xmlns:a14="http://schemas.microsoft.com/office/drawing/2010/main">
                  <a:solidFill>
                    <a:srgbClr val="FFFFFF"/>
                  </a:solidFill>
                </a14:hiddenFill>
              </a:ext>
            </a:extLst>
          </p:spPr>
        </p:pic>
        <p:sp>
          <p:nvSpPr>
            <p:cNvPr id="60" name="菱形 59"/>
            <p:cNvSpPr/>
            <p:nvPr/>
          </p:nvSpPr>
          <p:spPr>
            <a:xfrm rot="16200000" flipH="1">
              <a:off x="4410912" y="1562133"/>
              <a:ext cx="458695" cy="479450"/>
            </a:xfrm>
            <a:prstGeom prst="diamond">
              <a:avLst/>
            </a:prstGeom>
            <a:gradFill flip="none" rotWithShape="1">
              <a:gsLst>
                <a:gs pos="0">
                  <a:schemeClr val="accent1">
                    <a:alpha val="70000"/>
                  </a:schemeClr>
                </a:gs>
                <a:gs pos="50000">
                  <a:schemeClr val="accent1">
                    <a:alpha val="0"/>
                  </a:schemeClr>
                </a:gs>
              </a:gsLst>
              <a:lin ang="0" scaled="0"/>
              <a:tileRect/>
            </a:gradFill>
            <a:ln w="12700" cap="flat" cmpd="sng" algn="ctr">
              <a:noFill/>
              <a:prstDash val="solid"/>
              <a:miter lim="800000"/>
            </a:ln>
            <a:effectLst/>
          </p:spPr>
          <p:txBody>
            <a:bodyPr rtlCol="0" anchor="ctr"/>
            <a:lstStyle/>
            <a:p>
              <a:pPr algn="ctr" defTabSz="914400">
                <a:defRPr/>
              </a:pPr>
              <a:endParaRPr lang="zh-CN" altLang="en-US" kern="0" dirty="0">
                <a:solidFill>
                  <a:srgbClr val="FFFFFF"/>
                </a:solidFill>
                <a:latin typeface="OPPOSans R" panose="00020600040101010101" pitchFamily="18" charset="-122"/>
                <a:ea typeface="OPPOSans R" panose="00020600040101010101" pitchFamily="18" charset="-122"/>
              </a:endParaRPr>
            </a:p>
          </p:txBody>
        </p:sp>
        <p:sp>
          <p:nvSpPr>
            <p:cNvPr id="74" name="矩形 73"/>
            <p:cNvSpPr/>
            <p:nvPr/>
          </p:nvSpPr>
          <p:spPr>
            <a:xfrm>
              <a:off x="3919936" y="4776299"/>
              <a:ext cx="1440648" cy="749171"/>
            </a:xfrm>
            <a:prstGeom prst="rect">
              <a:avLst/>
            </a:prstGeom>
            <a:solidFill>
              <a:schemeClr val="accent6">
                <a:alpha val="10000"/>
              </a:schemeClr>
            </a:solidFill>
            <a:ln w="6350" cap="flat">
              <a:solidFill>
                <a:schemeClr val="accent6"/>
              </a:solid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sp>
          <p:nvSpPr>
            <p:cNvPr id="75" name="文本框 74"/>
            <p:cNvSpPr txBox="1"/>
            <p:nvPr/>
          </p:nvSpPr>
          <p:spPr>
            <a:xfrm>
              <a:off x="4137559" y="4834970"/>
              <a:ext cx="1005403" cy="338554"/>
            </a:xfrm>
            <a:prstGeom prst="rect">
              <a:avLst/>
            </a:prstGeom>
            <a:noFill/>
          </p:spPr>
          <p:txBody>
            <a:bodyPr wrap="none">
              <a:spAutoFit/>
            </a:bodyPr>
            <a:lstStyle/>
            <a:p>
              <a:pPr algn="ctr"/>
              <a:r>
                <a:rPr lang="zh-CN" altLang="en-US" sz="1600">
                  <a:solidFill>
                    <a:schemeClr val="accent6"/>
                  </a:solidFill>
                  <a:latin typeface="+mj-ea"/>
                  <a:ea typeface="+mj-ea"/>
                </a:rPr>
                <a:t>情境创设</a:t>
              </a:r>
              <a:endParaRPr lang="zh-CN" altLang="en-US" sz="1600" dirty="0">
                <a:solidFill>
                  <a:schemeClr val="accent6"/>
                </a:solidFill>
                <a:latin typeface="+mj-ea"/>
                <a:ea typeface="+mj-ea"/>
              </a:endParaRPr>
            </a:p>
          </p:txBody>
        </p:sp>
        <p:sp>
          <p:nvSpPr>
            <p:cNvPr id="76" name="文本框 75"/>
            <p:cNvSpPr txBox="1"/>
            <p:nvPr/>
          </p:nvSpPr>
          <p:spPr>
            <a:xfrm>
              <a:off x="4188855" y="5159022"/>
              <a:ext cx="902811" cy="307777"/>
            </a:xfrm>
            <a:prstGeom prst="rect">
              <a:avLst/>
            </a:prstGeom>
            <a:noFill/>
          </p:spPr>
          <p:txBody>
            <a:bodyPr vert="horz" wrap="none" rtlCol="0">
              <a:spAutoFit/>
            </a:bodyPr>
            <a:lstStyle/>
            <a:p>
              <a:pPr algn="ctr" defTabSz="1219200"/>
              <a:r>
                <a:rPr lang="zh-CN" altLang="en-US" sz="1400">
                  <a:latin typeface="+mj-ea"/>
                  <a:ea typeface="+mj-ea"/>
                  <a:cs typeface="+mn-ea"/>
                  <a:sym typeface="+mn-lt"/>
                </a:rPr>
                <a:t>教学情境</a:t>
              </a:r>
              <a:endParaRPr lang="zh-CN" altLang="en-US" sz="1400" dirty="0">
                <a:latin typeface="+mj-ea"/>
                <a:ea typeface="+mj-ea"/>
                <a:cs typeface="+mn-ea"/>
                <a:sym typeface="+mn-lt"/>
              </a:endParaRPr>
            </a:p>
          </p:txBody>
        </p:sp>
        <p:sp>
          <p:nvSpPr>
            <p:cNvPr id="82" name="矩形: 圆角 81"/>
            <p:cNvSpPr/>
            <p:nvPr/>
          </p:nvSpPr>
          <p:spPr>
            <a:xfrm>
              <a:off x="3919935" y="5648022"/>
              <a:ext cx="1440648" cy="357783"/>
            </a:xfrm>
            <a:prstGeom prst="roundRect">
              <a:avLst>
                <a:gd name="adj" fmla="val 902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3932374" y="1226631"/>
              <a:ext cx="1415772" cy="338554"/>
            </a:xfrm>
            <a:prstGeom prst="rect">
              <a:avLst/>
            </a:prstGeom>
            <a:noFill/>
          </p:spPr>
          <p:txBody>
            <a:bodyPr wrap="none">
              <a:spAutoFit/>
            </a:bodyPr>
            <a:lstStyle/>
            <a:p>
              <a:pPr marL="0" lvl="1" algn="ctr"/>
              <a:r>
                <a:rPr lang="zh-CN" altLang="en-US" sz="1600" b="0" i="0" dirty="0">
                  <a:solidFill>
                    <a:schemeClr val="bg1"/>
                  </a:solidFill>
                  <a:latin typeface="思源黑体 CN Bold" panose="020B0800000000000000" pitchFamily="34" charset="-122"/>
                  <a:ea typeface="思源黑体 CN Bold" panose="020B0800000000000000" pitchFamily="34" charset="-122"/>
                </a:rPr>
                <a:t>理论知识讲解</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68" name="文本框 167"/>
            <p:cNvSpPr txBox="1"/>
            <p:nvPr/>
          </p:nvSpPr>
          <p:spPr>
            <a:xfrm>
              <a:off x="4137558" y="4305579"/>
              <a:ext cx="1005403"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教学导入</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0" name="文本框 169"/>
            <p:cNvSpPr txBox="1"/>
            <p:nvPr/>
          </p:nvSpPr>
          <p:spPr>
            <a:xfrm>
              <a:off x="3932373" y="5657636"/>
              <a:ext cx="1415772"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引入实际案例</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40" name="组合 39"/>
          <p:cNvGrpSpPr/>
          <p:nvPr/>
        </p:nvGrpSpPr>
        <p:grpSpPr>
          <a:xfrm>
            <a:off x="10048873" y="1108075"/>
            <a:ext cx="1647825" cy="5022850"/>
            <a:chOff x="10048873" y="1108075"/>
            <a:chExt cx="1647825" cy="5022850"/>
          </a:xfrm>
        </p:grpSpPr>
        <p:sp>
          <p:nvSpPr>
            <p:cNvPr id="9" name="圆角矩形 3"/>
            <p:cNvSpPr/>
            <p:nvPr>
              <p:custDataLst>
                <p:tags r:id="rId6"/>
              </p:custDataLst>
            </p:nvPr>
          </p:nvSpPr>
          <p:spPr>
            <a:xfrm>
              <a:off x="10048873" y="1108075"/>
              <a:ext cx="1647825" cy="1962150"/>
            </a:xfrm>
            <a:prstGeom prst="roundRect">
              <a:avLst>
                <a:gd name="adj" fmla="val 4000"/>
              </a:avLst>
            </a:prstGeom>
            <a:solidFill>
              <a:schemeClr val="bg1"/>
            </a:solidFill>
            <a:ln w="19050">
              <a:solidFill>
                <a:schemeClr val="accent1"/>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12" name="圆角矩形 6"/>
            <p:cNvSpPr/>
            <p:nvPr>
              <p:custDataLst>
                <p:tags r:id="rId7"/>
              </p:custDataLst>
            </p:nvPr>
          </p:nvSpPr>
          <p:spPr>
            <a:xfrm>
              <a:off x="10048873" y="4168775"/>
              <a:ext cx="1647825" cy="1962150"/>
            </a:xfrm>
            <a:prstGeom prst="roundRect">
              <a:avLst>
                <a:gd name="adj" fmla="val 4000"/>
              </a:avLst>
            </a:prstGeom>
            <a:solidFill>
              <a:schemeClr val="bg1"/>
            </a:solidFill>
            <a:ln w="19050">
              <a:solidFill>
                <a:schemeClr val="accent6"/>
              </a:solid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思源黑体 CN Bold" panose="020B0800000000000000" pitchFamily="34" charset="-122"/>
                <a:ea typeface="思源黑体 CN Bold" panose="020B0800000000000000" pitchFamily="34" charset="-122"/>
              </a:endParaRPr>
            </a:p>
          </p:txBody>
        </p:sp>
        <p:sp>
          <p:nvSpPr>
            <p:cNvPr id="61" name="矩形: 圆角 60"/>
            <p:cNvSpPr/>
            <p:nvPr/>
          </p:nvSpPr>
          <p:spPr>
            <a:xfrm>
              <a:off x="10152461" y="1217017"/>
              <a:ext cx="1440648" cy="357783"/>
            </a:xfrm>
            <a:prstGeom prst="roundRect">
              <a:avLst>
                <a:gd name="adj" fmla="val 902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2" name="Picture 4"/>
            <p:cNvPicPr>
              <a:picLocks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10152461" y="1844070"/>
              <a:ext cx="1440648" cy="1112490"/>
            </a:xfrm>
            <a:prstGeom prst="rect">
              <a:avLst/>
            </a:prstGeom>
            <a:noFill/>
            <a:extLst>
              <a:ext uri="{909E8E84-426E-40DD-AFC4-6F175D3DCCD1}">
                <a14:hiddenFill xmlns:a14="http://schemas.microsoft.com/office/drawing/2010/main">
                  <a:solidFill>
                    <a:srgbClr val="FFFFFF"/>
                  </a:solidFill>
                </a14:hiddenFill>
              </a:ext>
            </a:extLst>
          </p:spPr>
        </p:pic>
        <p:sp>
          <p:nvSpPr>
            <p:cNvPr id="63" name="菱形 62"/>
            <p:cNvSpPr/>
            <p:nvPr/>
          </p:nvSpPr>
          <p:spPr>
            <a:xfrm rot="16200000" flipH="1">
              <a:off x="10643438" y="1562133"/>
              <a:ext cx="458695" cy="479450"/>
            </a:xfrm>
            <a:prstGeom prst="diamond">
              <a:avLst/>
            </a:prstGeom>
            <a:gradFill flip="none" rotWithShape="1">
              <a:gsLst>
                <a:gs pos="0">
                  <a:schemeClr val="accent1">
                    <a:alpha val="70000"/>
                  </a:schemeClr>
                </a:gs>
                <a:gs pos="50000">
                  <a:schemeClr val="accent1">
                    <a:alpha val="0"/>
                  </a:schemeClr>
                </a:gs>
              </a:gsLst>
              <a:lin ang="0" scaled="0"/>
              <a:tileRect/>
            </a:gradFill>
            <a:ln w="12700" cap="flat" cmpd="sng" algn="ctr">
              <a:noFill/>
              <a:prstDash val="solid"/>
              <a:miter lim="800000"/>
            </a:ln>
            <a:effectLst/>
          </p:spPr>
          <p:txBody>
            <a:bodyPr rtlCol="0" anchor="ctr"/>
            <a:lstStyle/>
            <a:p>
              <a:pPr algn="ctr" defTabSz="914400">
                <a:defRPr/>
              </a:pPr>
              <a:endParaRPr lang="zh-CN" altLang="en-US" kern="0" dirty="0">
                <a:solidFill>
                  <a:srgbClr val="FFFFFF"/>
                </a:solidFill>
                <a:latin typeface="OPPOSans R" panose="00020600040101010101" pitchFamily="18" charset="-122"/>
                <a:ea typeface="OPPOSans R" panose="00020600040101010101" pitchFamily="18" charset="-122"/>
              </a:endParaRPr>
            </a:p>
          </p:txBody>
        </p:sp>
        <p:sp>
          <p:nvSpPr>
            <p:cNvPr id="83" name="矩形: 圆角 82"/>
            <p:cNvSpPr/>
            <p:nvPr/>
          </p:nvSpPr>
          <p:spPr>
            <a:xfrm>
              <a:off x="10152461" y="4295965"/>
              <a:ext cx="1440648" cy="357783"/>
            </a:xfrm>
            <a:prstGeom prst="roundRect">
              <a:avLst>
                <a:gd name="adj" fmla="val 902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p:cNvSpPr/>
            <p:nvPr/>
          </p:nvSpPr>
          <p:spPr>
            <a:xfrm>
              <a:off x="10152461" y="4776299"/>
              <a:ext cx="1440648" cy="749171"/>
            </a:xfrm>
            <a:prstGeom prst="rect">
              <a:avLst/>
            </a:prstGeom>
            <a:solidFill>
              <a:schemeClr val="accent6">
                <a:alpha val="10000"/>
              </a:schemeClr>
            </a:solidFill>
            <a:ln w="6350" cap="flat">
              <a:solidFill>
                <a:schemeClr val="accent6"/>
              </a:solidFill>
              <a:prstDash val="solid"/>
              <a:miter/>
            </a:ln>
          </p:spPr>
          <p:txBody>
            <a:bodyPr lIns="180000" rtlCol="0" anchor="ctr"/>
            <a:lstStyle/>
            <a:p>
              <a:pPr defTabSz="731520"/>
              <a:endParaRPr lang="zh-CN" altLang="en-US" sz="1600" dirty="0">
                <a:solidFill>
                  <a:schemeClr val="tx1">
                    <a:lumMod val="85000"/>
                    <a:lumOff val="15000"/>
                  </a:schemeClr>
                </a:solidFill>
                <a:latin typeface="+mn-ea"/>
                <a:sym typeface="+mn-lt"/>
              </a:endParaRPr>
            </a:p>
          </p:txBody>
        </p:sp>
        <p:sp>
          <p:nvSpPr>
            <p:cNvPr id="86" name="文本框 85"/>
            <p:cNvSpPr txBox="1"/>
            <p:nvPr/>
          </p:nvSpPr>
          <p:spPr>
            <a:xfrm>
              <a:off x="10267491" y="4834970"/>
              <a:ext cx="1210589" cy="338554"/>
            </a:xfrm>
            <a:prstGeom prst="rect">
              <a:avLst/>
            </a:prstGeom>
            <a:noFill/>
          </p:spPr>
          <p:txBody>
            <a:bodyPr wrap="none">
              <a:spAutoFit/>
            </a:bodyPr>
            <a:lstStyle/>
            <a:p>
              <a:pPr algn="ctr"/>
              <a:r>
                <a:rPr lang="zh-CN" altLang="en-US" sz="1600">
                  <a:solidFill>
                    <a:schemeClr val="accent6"/>
                  </a:solidFill>
                  <a:latin typeface="+mj-ea"/>
                  <a:ea typeface="+mj-ea"/>
                </a:rPr>
                <a:t>问题导向法</a:t>
              </a:r>
              <a:endParaRPr lang="zh-CN" altLang="en-US" sz="1600" dirty="0">
                <a:solidFill>
                  <a:schemeClr val="accent6"/>
                </a:solidFill>
                <a:latin typeface="+mj-ea"/>
                <a:ea typeface="+mj-ea"/>
              </a:endParaRPr>
            </a:p>
          </p:txBody>
        </p:sp>
        <p:sp>
          <p:nvSpPr>
            <p:cNvPr id="87" name="文本框 86"/>
            <p:cNvSpPr txBox="1"/>
            <p:nvPr/>
          </p:nvSpPr>
          <p:spPr>
            <a:xfrm>
              <a:off x="10331611" y="5159022"/>
              <a:ext cx="1082349" cy="307777"/>
            </a:xfrm>
            <a:prstGeom prst="rect">
              <a:avLst/>
            </a:prstGeom>
            <a:noFill/>
          </p:spPr>
          <p:txBody>
            <a:bodyPr vert="horz" wrap="none" rtlCol="0">
              <a:spAutoFit/>
            </a:bodyPr>
            <a:lstStyle/>
            <a:p>
              <a:pPr algn="ctr" defTabSz="1219200"/>
              <a:r>
                <a:rPr lang="zh-CN" altLang="en-US" sz="1400">
                  <a:latin typeface="+mj-ea"/>
                  <a:ea typeface="+mj-ea"/>
                  <a:cs typeface="+mn-ea"/>
                  <a:sym typeface="+mn-lt"/>
                </a:rPr>
                <a:t>思考和探索</a:t>
              </a:r>
              <a:endParaRPr lang="zh-CN" altLang="en-US" sz="1400" dirty="0">
                <a:latin typeface="+mj-ea"/>
                <a:ea typeface="+mj-ea"/>
                <a:cs typeface="+mn-ea"/>
                <a:sym typeface="+mn-lt"/>
              </a:endParaRPr>
            </a:p>
          </p:txBody>
        </p:sp>
        <p:sp>
          <p:nvSpPr>
            <p:cNvPr id="88" name="矩形: 圆角 87"/>
            <p:cNvSpPr/>
            <p:nvPr/>
          </p:nvSpPr>
          <p:spPr>
            <a:xfrm>
              <a:off x="10152461" y="5648022"/>
              <a:ext cx="1440648" cy="357783"/>
            </a:xfrm>
            <a:prstGeom prst="roundRect">
              <a:avLst>
                <a:gd name="adj" fmla="val 9028"/>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7" name="文本框 166"/>
            <p:cNvSpPr txBox="1"/>
            <p:nvPr/>
          </p:nvSpPr>
          <p:spPr>
            <a:xfrm>
              <a:off x="10370083" y="1226631"/>
              <a:ext cx="1005403" cy="338554"/>
            </a:xfrm>
            <a:prstGeom prst="rect">
              <a:avLst/>
            </a:prstGeom>
            <a:noFill/>
          </p:spPr>
          <p:txBody>
            <a:bodyPr wrap="none">
              <a:spAutoFit/>
            </a:bodyPr>
            <a:lstStyle/>
            <a:p>
              <a:pPr marL="0" lvl="1" algn="ctr"/>
              <a:r>
                <a:rPr lang="zh-CN" altLang="en-US" sz="1600" b="0" i="0" dirty="0">
                  <a:solidFill>
                    <a:schemeClr val="bg1"/>
                  </a:solidFill>
                  <a:latin typeface="思源黑体 CN Bold" panose="020B0800000000000000" pitchFamily="34" charset="-122"/>
                  <a:ea typeface="思源黑体 CN Bold" panose="020B0800000000000000" pitchFamily="34" charset="-122"/>
                </a:rPr>
                <a:t>课堂管理</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69" name="文本框 168"/>
            <p:cNvSpPr txBox="1"/>
            <p:nvPr/>
          </p:nvSpPr>
          <p:spPr>
            <a:xfrm>
              <a:off x="10267491" y="4305579"/>
              <a:ext cx="1210588"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任务驱动法</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1" name="文本框 170"/>
            <p:cNvSpPr txBox="1"/>
            <p:nvPr/>
          </p:nvSpPr>
          <p:spPr>
            <a:xfrm>
              <a:off x="10267491" y="5657636"/>
              <a:ext cx="1210588" cy="338554"/>
            </a:xfrm>
            <a:prstGeom prst="rect">
              <a:avLst/>
            </a:prstGeom>
            <a:noFill/>
          </p:spPr>
          <p:txBody>
            <a:bodyPr wrap="non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项目驱动法</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grpSp>
      <p:grpSp>
        <p:nvGrpSpPr>
          <p:cNvPr id="35" name="组合 34"/>
          <p:cNvGrpSpPr/>
          <p:nvPr/>
        </p:nvGrpSpPr>
        <p:grpSpPr>
          <a:xfrm>
            <a:off x="336645" y="1555313"/>
            <a:ext cx="2737485" cy="4128374"/>
            <a:chOff x="336645" y="1555313"/>
            <a:chExt cx="2737485" cy="4128374"/>
          </a:xfrm>
        </p:grpSpPr>
        <p:sp>
          <p:nvSpPr>
            <p:cNvPr id="150" name="Freeform 20"/>
            <p:cNvSpPr>
              <a:spLocks noEditPoints="1"/>
            </p:cNvSpPr>
            <p:nvPr>
              <p:custDataLst>
                <p:tags r:id="rId1"/>
              </p:custDataLst>
            </p:nvPr>
          </p:nvSpPr>
          <p:spPr bwMode="auto">
            <a:xfrm>
              <a:off x="336645" y="1555313"/>
              <a:ext cx="2737485" cy="3288269"/>
            </a:xfrm>
            <a:custGeom>
              <a:avLst/>
              <a:gdLst>
                <a:gd name="T0" fmla="*/ 1916 w 3832"/>
                <a:gd name="T1" fmla="*/ 0 h 4603"/>
                <a:gd name="T2" fmla="*/ 0 w 3832"/>
                <a:gd name="T3" fmla="*/ 1100 h 4603"/>
                <a:gd name="T4" fmla="*/ 1125 w 3832"/>
                <a:gd name="T5" fmla="*/ 4603 h 4603"/>
                <a:gd name="T6" fmla="*/ 2707 w 3832"/>
                <a:gd name="T7" fmla="*/ 4603 h 4603"/>
                <a:gd name="T8" fmla="*/ 3832 w 3832"/>
                <a:gd name="T9" fmla="*/ 1100 h 4603"/>
                <a:gd name="T10" fmla="*/ 1916 w 3832"/>
                <a:gd name="T11" fmla="*/ 0 h 4603"/>
                <a:gd name="T12" fmla="*/ 2627 w 3832"/>
                <a:gd name="T13" fmla="*/ 4506 h 4603"/>
                <a:gd name="T14" fmla="*/ 1205 w 3832"/>
                <a:gd name="T15" fmla="*/ 4506 h 4603"/>
                <a:gd name="T16" fmla="*/ 104 w 3832"/>
                <a:gd name="T17" fmla="*/ 1148 h 4603"/>
                <a:gd name="T18" fmla="*/ 1916 w 3832"/>
                <a:gd name="T19" fmla="*/ 104 h 4603"/>
                <a:gd name="T20" fmla="*/ 3727 w 3832"/>
                <a:gd name="T21" fmla="*/ 1148 h 4603"/>
                <a:gd name="T22" fmla="*/ 2627 w 3832"/>
                <a:gd name="T23" fmla="*/ 4506 h 4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32" h="4603">
                  <a:moveTo>
                    <a:pt x="1916" y="0"/>
                  </a:moveTo>
                  <a:lnTo>
                    <a:pt x="0" y="1100"/>
                  </a:lnTo>
                  <a:lnTo>
                    <a:pt x="1125" y="4603"/>
                  </a:lnTo>
                  <a:lnTo>
                    <a:pt x="2707" y="4603"/>
                  </a:lnTo>
                  <a:lnTo>
                    <a:pt x="3832" y="1100"/>
                  </a:lnTo>
                  <a:lnTo>
                    <a:pt x="1916" y="0"/>
                  </a:lnTo>
                  <a:close/>
                  <a:moveTo>
                    <a:pt x="2627" y="4506"/>
                  </a:moveTo>
                  <a:lnTo>
                    <a:pt x="1205" y="4506"/>
                  </a:lnTo>
                  <a:lnTo>
                    <a:pt x="104" y="1148"/>
                  </a:lnTo>
                  <a:lnTo>
                    <a:pt x="1916" y="104"/>
                  </a:lnTo>
                  <a:lnTo>
                    <a:pt x="3727" y="1148"/>
                  </a:lnTo>
                  <a:lnTo>
                    <a:pt x="2627" y="4506"/>
                  </a:lnTo>
                  <a:close/>
                </a:path>
              </a:pathLst>
            </a:cu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en-US" sz="1620" dirty="0"/>
            </a:p>
          </p:txBody>
        </p:sp>
        <p:grpSp>
          <p:nvGrpSpPr>
            <p:cNvPr id="151" name="Group 6"/>
            <p:cNvGrpSpPr/>
            <p:nvPr/>
          </p:nvGrpSpPr>
          <p:grpSpPr>
            <a:xfrm>
              <a:off x="1136031" y="4927875"/>
              <a:ext cx="1137286" cy="755812"/>
              <a:chOff x="11050110" y="10602669"/>
              <a:chExt cx="2274572" cy="1511623"/>
            </a:xfrm>
            <a:solidFill>
              <a:srgbClr val="D9D9D9"/>
            </a:solidFill>
            <a:effectLst/>
          </p:grpSpPr>
          <p:sp>
            <p:nvSpPr>
              <p:cNvPr id="152" name="Freeform 21"/>
              <p:cNvSpPr/>
              <p:nvPr/>
            </p:nvSpPr>
            <p:spPr bwMode="auto">
              <a:xfrm>
                <a:off x="11050110" y="11277043"/>
                <a:ext cx="2274572" cy="837249"/>
              </a:xfrm>
              <a:custGeom>
                <a:avLst/>
                <a:gdLst>
                  <a:gd name="T0" fmla="*/ 0 w 1592"/>
                  <a:gd name="T1" fmla="*/ 0 h 586"/>
                  <a:gd name="T2" fmla="*/ 0 w 1592"/>
                  <a:gd name="T3" fmla="*/ 128 h 586"/>
                  <a:gd name="T4" fmla="*/ 797 w 1592"/>
                  <a:gd name="T5" fmla="*/ 586 h 586"/>
                  <a:gd name="T6" fmla="*/ 1592 w 1592"/>
                  <a:gd name="T7" fmla="*/ 128 h 586"/>
                  <a:gd name="T8" fmla="*/ 1592 w 1592"/>
                  <a:gd name="T9" fmla="*/ 0 h 586"/>
                  <a:gd name="T10" fmla="*/ 0 w 1592"/>
                  <a:gd name="T11" fmla="*/ 0 h 586"/>
                </a:gdLst>
                <a:ahLst/>
                <a:cxnLst>
                  <a:cxn ang="0">
                    <a:pos x="T0" y="T1"/>
                  </a:cxn>
                  <a:cxn ang="0">
                    <a:pos x="T2" y="T3"/>
                  </a:cxn>
                  <a:cxn ang="0">
                    <a:pos x="T4" y="T5"/>
                  </a:cxn>
                  <a:cxn ang="0">
                    <a:pos x="T6" y="T7"/>
                  </a:cxn>
                  <a:cxn ang="0">
                    <a:pos x="T8" y="T9"/>
                  </a:cxn>
                  <a:cxn ang="0">
                    <a:pos x="T10" y="T11"/>
                  </a:cxn>
                </a:cxnLst>
                <a:rect l="0" t="0" r="r" b="b"/>
                <a:pathLst>
                  <a:path w="1592" h="586">
                    <a:moveTo>
                      <a:pt x="0" y="0"/>
                    </a:moveTo>
                    <a:lnTo>
                      <a:pt x="0" y="128"/>
                    </a:lnTo>
                    <a:lnTo>
                      <a:pt x="797" y="586"/>
                    </a:lnTo>
                    <a:lnTo>
                      <a:pt x="1592" y="128"/>
                    </a:lnTo>
                    <a:lnTo>
                      <a:pt x="1592" y="0"/>
                    </a:lnTo>
                    <a:lnTo>
                      <a:pt x="0" y="0"/>
                    </a:lnTo>
                    <a:close/>
                  </a:path>
                </a:pathLst>
              </a:custGeom>
              <a:grpFill/>
              <a:ln w="22860">
                <a:solidFill>
                  <a:schemeClr val="bg1">
                    <a:lumMod val="65000"/>
                    <a:alpha val="15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en-US" sz="1620">
                  <a:solidFill>
                    <a:schemeClr val="lt1"/>
                  </a:solidFill>
                </a:endParaRPr>
              </a:p>
            </p:txBody>
          </p:sp>
          <p:sp>
            <p:nvSpPr>
              <p:cNvPr id="153" name="Rectangle 22"/>
              <p:cNvSpPr>
                <a:spLocks noChangeArrowheads="1"/>
              </p:cNvSpPr>
              <p:nvPr/>
            </p:nvSpPr>
            <p:spPr bwMode="auto">
              <a:xfrm>
                <a:off x="11050110" y="10602669"/>
                <a:ext cx="2274572" cy="255748"/>
              </a:xfrm>
              <a:prstGeom prst="rect">
                <a:avLst/>
              </a:prstGeom>
              <a:grpFill/>
              <a:ln w="22860">
                <a:solidFill>
                  <a:schemeClr val="bg1">
                    <a:lumMod val="65000"/>
                    <a:alpha val="15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en-US" sz="1620">
                  <a:solidFill>
                    <a:schemeClr val="lt1"/>
                  </a:solidFill>
                </a:endParaRPr>
              </a:p>
            </p:txBody>
          </p:sp>
          <p:sp>
            <p:nvSpPr>
              <p:cNvPr id="154" name="Rectangle 23"/>
              <p:cNvSpPr>
                <a:spLocks noChangeArrowheads="1"/>
              </p:cNvSpPr>
              <p:nvPr/>
            </p:nvSpPr>
            <p:spPr bwMode="auto">
              <a:xfrm>
                <a:off x="11050110" y="10941287"/>
                <a:ext cx="2274572" cy="255748"/>
              </a:xfrm>
              <a:prstGeom prst="rect">
                <a:avLst/>
              </a:prstGeom>
              <a:grpFill/>
              <a:ln w="22860">
                <a:solidFill>
                  <a:schemeClr val="bg1">
                    <a:lumMod val="65000"/>
                    <a:alpha val="15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lIns="82296" tIns="41148" rIns="82296" bIns="41148" rtlCol="0" anchor="ctr"/>
              <a:lstStyle/>
              <a:p>
                <a:pPr algn="ctr"/>
                <a:endParaRPr lang="en-US" sz="1620">
                  <a:solidFill>
                    <a:schemeClr val="lt1"/>
                  </a:solidFill>
                </a:endParaRPr>
              </a:p>
            </p:txBody>
          </p:sp>
        </p:grpSp>
        <p:sp>
          <p:nvSpPr>
            <p:cNvPr id="155" name="Freeform 24"/>
            <p:cNvSpPr/>
            <p:nvPr/>
          </p:nvSpPr>
          <p:spPr bwMode="auto">
            <a:xfrm>
              <a:off x="900288" y="3136938"/>
              <a:ext cx="1614488" cy="1548765"/>
            </a:xfrm>
            <a:custGeom>
              <a:avLst/>
              <a:gdLst>
                <a:gd name="T0" fmla="*/ 1129 w 2260"/>
                <a:gd name="T1" fmla="*/ 0 h 2168"/>
                <a:gd name="T2" fmla="*/ 0 w 2260"/>
                <a:gd name="T3" fmla="*/ 654 h 2168"/>
                <a:gd name="T4" fmla="*/ 474 w 2260"/>
                <a:gd name="T5" fmla="*/ 2168 h 2168"/>
                <a:gd name="T6" fmla="*/ 1131 w 2260"/>
                <a:gd name="T7" fmla="*/ 2168 h 2168"/>
                <a:gd name="T8" fmla="*/ 1786 w 2260"/>
                <a:gd name="T9" fmla="*/ 2168 h 2168"/>
                <a:gd name="T10" fmla="*/ 2260 w 2260"/>
                <a:gd name="T11" fmla="*/ 652 h 2168"/>
                <a:gd name="T12" fmla="*/ 1129 w 2260"/>
                <a:gd name="T13" fmla="*/ 0 h 2168"/>
              </a:gdLst>
              <a:ahLst/>
              <a:cxnLst>
                <a:cxn ang="0">
                  <a:pos x="T0" y="T1"/>
                </a:cxn>
                <a:cxn ang="0">
                  <a:pos x="T2" y="T3"/>
                </a:cxn>
                <a:cxn ang="0">
                  <a:pos x="T4" y="T5"/>
                </a:cxn>
                <a:cxn ang="0">
                  <a:pos x="T6" y="T7"/>
                </a:cxn>
                <a:cxn ang="0">
                  <a:pos x="T8" y="T9"/>
                </a:cxn>
                <a:cxn ang="0">
                  <a:pos x="T10" y="T11"/>
                </a:cxn>
                <a:cxn ang="0">
                  <a:pos x="T12" y="T13"/>
                </a:cxn>
              </a:cxnLst>
              <a:rect l="0" t="0" r="r" b="b"/>
              <a:pathLst>
                <a:path w="2260" h="2168">
                  <a:moveTo>
                    <a:pt x="1129" y="0"/>
                  </a:moveTo>
                  <a:lnTo>
                    <a:pt x="0" y="654"/>
                  </a:lnTo>
                  <a:lnTo>
                    <a:pt x="474" y="2168"/>
                  </a:lnTo>
                  <a:lnTo>
                    <a:pt x="1131" y="2168"/>
                  </a:lnTo>
                  <a:lnTo>
                    <a:pt x="1786" y="2168"/>
                  </a:lnTo>
                  <a:lnTo>
                    <a:pt x="2260" y="652"/>
                  </a:lnTo>
                  <a:lnTo>
                    <a:pt x="1129" y="0"/>
                  </a:lnTo>
                  <a:close/>
                </a:path>
              </a:pathLst>
            </a:custGeom>
            <a:solidFill>
              <a:schemeClr val="accent1"/>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56" name="Freeform 27"/>
            <p:cNvSpPr/>
            <p:nvPr/>
          </p:nvSpPr>
          <p:spPr bwMode="auto">
            <a:xfrm>
              <a:off x="1353917" y="3724870"/>
              <a:ext cx="708660" cy="960835"/>
            </a:xfrm>
            <a:custGeom>
              <a:avLst/>
              <a:gdLst>
                <a:gd name="T0" fmla="*/ 992 w 992"/>
                <a:gd name="T1" fmla="*/ 0 h 1345"/>
                <a:gd name="T2" fmla="*/ 496 w 992"/>
                <a:gd name="T3" fmla="*/ 285 h 1345"/>
                <a:gd name="T4" fmla="*/ 0 w 992"/>
                <a:gd name="T5" fmla="*/ 0 h 1345"/>
                <a:gd name="T6" fmla="*/ 0 w 992"/>
                <a:gd name="T7" fmla="*/ 265 h 1345"/>
                <a:gd name="T8" fmla="*/ 397 w 992"/>
                <a:gd name="T9" fmla="*/ 494 h 1345"/>
                <a:gd name="T10" fmla="*/ 397 w 992"/>
                <a:gd name="T11" fmla="*/ 1345 h 1345"/>
                <a:gd name="T12" fmla="*/ 592 w 992"/>
                <a:gd name="T13" fmla="*/ 1345 h 1345"/>
                <a:gd name="T14" fmla="*/ 592 w 992"/>
                <a:gd name="T15" fmla="*/ 494 h 1345"/>
                <a:gd name="T16" fmla="*/ 992 w 992"/>
                <a:gd name="T17" fmla="*/ 265 h 1345"/>
                <a:gd name="T18" fmla="*/ 992 w 992"/>
                <a:gd name="T19" fmla="*/ 0 h 1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2" h="1345">
                  <a:moveTo>
                    <a:pt x="992" y="0"/>
                  </a:moveTo>
                  <a:lnTo>
                    <a:pt x="496" y="285"/>
                  </a:lnTo>
                  <a:lnTo>
                    <a:pt x="0" y="0"/>
                  </a:lnTo>
                  <a:lnTo>
                    <a:pt x="0" y="265"/>
                  </a:lnTo>
                  <a:lnTo>
                    <a:pt x="397" y="494"/>
                  </a:lnTo>
                  <a:lnTo>
                    <a:pt x="397" y="1345"/>
                  </a:lnTo>
                  <a:lnTo>
                    <a:pt x="592" y="1345"/>
                  </a:lnTo>
                  <a:lnTo>
                    <a:pt x="592" y="494"/>
                  </a:lnTo>
                  <a:lnTo>
                    <a:pt x="992" y="265"/>
                  </a:lnTo>
                  <a:lnTo>
                    <a:pt x="992" y="0"/>
                  </a:lnTo>
                  <a:close/>
                </a:path>
              </a:pathLst>
            </a:custGeom>
            <a:solidFill>
              <a:schemeClr val="bg1"/>
            </a:solidFill>
            <a:ln>
              <a:noFill/>
            </a:ln>
            <a:effectLst/>
          </p:spPr>
          <p:txBody>
            <a:bodyPr vert="horz" wrap="square" lIns="41148" tIns="20574" rIns="41148" bIns="20574" numCol="1" anchor="t" anchorCtr="0" compatLnSpc="1"/>
            <a:lstStyle/>
            <a:p>
              <a:endParaRPr lang="en-US" sz="810"/>
            </a:p>
          </p:txBody>
        </p:sp>
        <p:sp>
          <p:nvSpPr>
            <p:cNvPr id="157" name="Freeform 28"/>
            <p:cNvSpPr/>
            <p:nvPr>
              <p:custDataLst>
                <p:tags r:id="rId2"/>
              </p:custDataLst>
            </p:nvPr>
          </p:nvSpPr>
          <p:spPr bwMode="auto">
            <a:xfrm>
              <a:off x="1723962" y="1746050"/>
              <a:ext cx="1170862" cy="1336597"/>
            </a:xfrm>
            <a:custGeom>
              <a:avLst/>
              <a:gdLst>
                <a:gd name="T0" fmla="*/ 1639 w 1639"/>
                <a:gd name="T1" fmla="*/ 911 h 1871"/>
                <a:gd name="T2" fmla="*/ 0 w 1639"/>
                <a:gd name="T3" fmla="*/ 0 h 1871"/>
                <a:gd name="T4" fmla="*/ 0 w 1639"/>
                <a:gd name="T5" fmla="*/ 1871 h 1871"/>
                <a:gd name="T6" fmla="*/ 1639 w 1639"/>
                <a:gd name="T7" fmla="*/ 911 h 1871"/>
              </a:gdLst>
              <a:ahLst/>
              <a:cxnLst>
                <a:cxn ang="0">
                  <a:pos x="T0" y="T1"/>
                </a:cxn>
                <a:cxn ang="0">
                  <a:pos x="T2" y="T3"/>
                </a:cxn>
                <a:cxn ang="0">
                  <a:pos x="T4" y="T5"/>
                </a:cxn>
                <a:cxn ang="0">
                  <a:pos x="T6" y="T7"/>
                </a:cxn>
              </a:cxnLst>
              <a:rect l="0" t="0" r="r" b="b"/>
              <a:pathLst>
                <a:path w="1639" h="1871">
                  <a:moveTo>
                    <a:pt x="1639" y="911"/>
                  </a:moveTo>
                  <a:lnTo>
                    <a:pt x="0" y="0"/>
                  </a:lnTo>
                  <a:lnTo>
                    <a:pt x="0" y="1871"/>
                  </a:lnTo>
                  <a:lnTo>
                    <a:pt x="1639" y="911"/>
                  </a:lnTo>
                  <a:close/>
                </a:path>
              </a:pathLst>
            </a:custGeom>
            <a:solidFill>
              <a:schemeClr val="accent6"/>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58" name="Freeform 29"/>
            <p:cNvSpPr/>
            <p:nvPr>
              <p:custDataLst>
                <p:tags r:id="rId3"/>
              </p:custDataLst>
            </p:nvPr>
          </p:nvSpPr>
          <p:spPr bwMode="auto">
            <a:xfrm>
              <a:off x="505954" y="2435423"/>
              <a:ext cx="1162289" cy="1131570"/>
            </a:xfrm>
            <a:custGeom>
              <a:avLst/>
              <a:gdLst>
                <a:gd name="T0" fmla="*/ 0 w 1627"/>
                <a:gd name="T1" fmla="*/ 0 h 1584"/>
                <a:gd name="T2" fmla="*/ 536 w 1627"/>
                <a:gd name="T3" fmla="*/ 1584 h 1584"/>
                <a:gd name="T4" fmla="*/ 1627 w 1627"/>
                <a:gd name="T5" fmla="*/ 952 h 1584"/>
                <a:gd name="T6" fmla="*/ 0 w 1627"/>
                <a:gd name="T7" fmla="*/ 0 h 1584"/>
              </a:gdLst>
              <a:ahLst/>
              <a:cxnLst>
                <a:cxn ang="0">
                  <a:pos x="T0" y="T1"/>
                </a:cxn>
                <a:cxn ang="0">
                  <a:pos x="T2" y="T3"/>
                </a:cxn>
                <a:cxn ang="0">
                  <a:pos x="T4" y="T5"/>
                </a:cxn>
                <a:cxn ang="0">
                  <a:pos x="T6" y="T7"/>
                </a:cxn>
              </a:cxnLst>
              <a:rect l="0" t="0" r="r" b="b"/>
              <a:pathLst>
                <a:path w="1627" h="1584">
                  <a:moveTo>
                    <a:pt x="0" y="0"/>
                  </a:moveTo>
                  <a:lnTo>
                    <a:pt x="536" y="1584"/>
                  </a:lnTo>
                  <a:lnTo>
                    <a:pt x="1627" y="952"/>
                  </a:lnTo>
                  <a:lnTo>
                    <a:pt x="0" y="0"/>
                  </a:lnTo>
                  <a:close/>
                </a:path>
              </a:pathLst>
            </a:custGeom>
            <a:solidFill>
              <a:schemeClr val="accent2"/>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59" name="Freeform 30"/>
            <p:cNvSpPr/>
            <p:nvPr>
              <p:custDataLst>
                <p:tags r:id="rId4"/>
              </p:custDataLst>
            </p:nvPr>
          </p:nvSpPr>
          <p:spPr bwMode="auto">
            <a:xfrm>
              <a:off x="517383" y="1748909"/>
              <a:ext cx="1168004" cy="1332310"/>
            </a:xfrm>
            <a:custGeom>
              <a:avLst/>
              <a:gdLst>
                <a:gd name="T0" fmla="*/ 1635 w 1635"/>
                <a:gd name="T1" fmla="*/ 1865 h 1865"/>
                <a:gd name="T2" fmla="*/ 1635 w 1635"/>
                <a:gd name="T3" fmla="*/ 0 h 1865"/>
                <a:gd name="T4" fmla="*/ 0 w 1635"/>
                <a:gd name="T5" fmla="*/ 909 h 1865"/>
                <a:gd name="T6" fmla="*/ 1635 w 1635"/>
                <a:gd name="T7" fmla="*/ 1865 h 1865"/>
              </a:gdLst>
              <a:ahLst/>
              <a:cxnLst>
                <a:cxn ang="0">
                  <a:pos x="T0" y="T1"/>
                </a:cxn>
                <a:cxn ang="0">
                  <a:pos x="T2" y="T3"/>
                </a:cxn>
                <a:cxn ang="0">
                  <a:pos x="T4" y="T5"/>
                </a:cxn>
                <a:cxn ang="0">
                  <a:pos x="T6" y="T7"/>
                </a:cxn>
              </a:cxnLst>
              <a:rect l="0" t="0" r="r" b="b"/>
              <a:pathLst>
                <a:path w="1635" h="1865">
                  <a:moveTo>
                    <a:pt x="1635" y="1865"/>
                  </a:moveTo>
                  <a:lnTo>
                    <a:pt x="1635" y="0"/>
                  </a:lnTo>
                  <a:lnTo>
                    <a:pt x="0" y="909"/>
                  </a:lnTo>
                  <a:lnTo>
                    <a:pt x="1635" y="1865"/>
                  </a:lnTo>
                  <a:close/>
                </a:path>
              </a:pathLst>
            </a:custGeom>
            <a:solidFill>
              <a:schemeClr val="accent3"/>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60" name="Freeform 31"/>
            <p:cNvSpPr/>
            <p:nvPr>
              <p:custDataLst>
                <p:tags r:id="rId5"/>
              </p:custDataLst>
            </p:nvPr>
          </p:nvSpPr>
          <p:spPr bwMode="auto">
            <a:xfrm>
              <a:off x="1743965" y="2431135"/>
              <a:ext cx="1166574" cy="1135856"/>
            </a:xfrm>
            <a:custGeom>
              <a:avLst/>
              <a:gdLst>
                <a:gd name="T0" fmla="*/ 1095 w 1633"/>
                <a:gd name="T1" fmla="*/ 1590 h 1590"/>
                <a:gd name="T2" fmla="*/ 1633 w 1633"/>
                <a:gd name="T3" fmla="*/ 0 h 1590"/>
                <a:gd name="T4" fmla="*/ 0 w 1633"/>
                <a:gd name="T5" fmla="*/ 958 h 1590"/>
                <a:gd name="T6" fmla="*/ 1095 w 1633"/>
                <a:gd name="T7" fmla="*/ 1590 h 1590"/>
              </a:gdLst>
              <a:ahLst/>
              <a:cxnLst>
                <a:cxn ang="0">
                  <a:pos x="T0" y="T1"/>
                </a:cxn>
                <a:cxn ang="0">
                  <a:pos x="T2" y="T3"/>
                </a:cxn>
                <a:cxn ang="0">
                  <a:pos x="T4" y="T5"/>
                </a:cxn>
                <a:cxn ang="0">
                  <a:pos x="T6" y="T7"/>
                </a:cxn>
              </a:cxnLst>
              <a:rect l="0" t="0" r="r" b="b"/>
              <a:pathLst>
                <a:path w="1633" h="1590">
                  <a:moveTo>
                    <a:pt x="1095" y="1590"/>
                  </a:moveTo>
                  <a:lnTo>
                    <a:pt x="1633" y="0"/>
                  </a:lnTo>
                  <a:lnTo>
                    <a:pt x="0" y="958"/>
                  </a:lnTo>
                  <a:lnTo>
                    <a:pt x="1095" y="1590"/>
                  </a:lnTo>
                  <a:close/>
                </a:path>
              </a:pathLst>
            </a:custGeom>
            <a:solidFill>
              <a:srgbClr val="8F52A8"/>
            </a:solidFill>
            <a:ln>
              <a:noFill/>
            </a:ln>
            <a:effectLst/>
          </p:spPr>
          <p:txBody>
            <a:bodyPr vert="horz" wrap="square" lIns="61722" tIns="30862" rIns="61722" bIns="30862" numCol="1" anchor="t" anchorCtr="0" compatLnSpc="1"/>
            <a:lstStyle/>
            <a:p>
              <a:endParaRPr lang="en-US" sz="1215">
                <a:solidFill>
                  <a:prstClr val="black"/>
                </a:solidFill>
                <a:latin typeface="Lato"/>
              </a:endParaRPr>
            </a:p>
          </p:txBody>
        </p:sp>
        <p:sp>
          <p:nvSpPr>
            <p:cNvPr id="172" name="文本框 171"/>
            <p:cNvSpPr txBox="1"/>
            <p:nvPr/>
          </p:nvSpPr>
          <p:spPr>
            <a:xfrm>
              <a:off x="721316" y="2832048"/>
              <a:ext cx="627773" cy="584775"/>
            </a:xfrm>
            <a:prstGeom prst="rect">
              <a:avLst/>
            </a:prstGeom>
            <a:noFill/>
          </p:spPr>
          <p:txBody>
            <a:bodyPr wrap="square">
              <a:spAutoFit/>
            </a:bodyPr>
            <a:lstStyle/>
            <a:p>
              <a:pPr marL="0" lvl="1" algn="ctr"/>
              <a:r>
                <a:rPr lang="zh-CN" altLang="en-US" sz="1600" b="0" i="0" dirty="0">
                  <a:solidFill>
                    <a:schemeClr val="bg1"/>
                  </a:solidFill>
                  <a:latin typeface="思源黑体 CN Bold" panose="020B0800000000000000" pitchFamily="34" charset="-122"/>
                  <a:ea typeface="思源黑体 CN Bold" panose="020B0800000000000000" pitchFamily="34" charset="-122"/>
                </a:rPr>
                <a:t>教学导入</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3" name="文本框 172"/>
            <p:cNvSpPr txBox="1"/>
            <p:nvPr/>
          </p:nvSpPr>
          <p:spPr>
            <a:xfrm>
              <a:off x="976061" y="2130683"/>
              <a:ext cx="627773" cy="584775"/>
            </a:xfrm>
            <a:prstGeom prst="rect">
              <a:avLst/>
            </a:prstGeom>
            <a:noFill/>
          </p:spPr>
          <p:txBody>
            <a:bodyPr wrap="squar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知识讲解</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4" name="文本框 173"/>
            <p:cNvSpPr txBox="1"/>
            <p:nvPr/>
          </p:nvSpPr>
          <p:spPr>
            <a:xfrm>
              <a:off x="1814589" y="2130683"/>
              <a:ext cx="627773" cy="584775"/>
            </a:xfrm>
            <a:prstGeom prst="rect">
              <a:avLst/>
            </a:prstGeom>
            <a:noFill/>
          </p:spPr>
          <p:txBody>
            <a:bodyPr wrap="square">
              <a:spAutoFit/>
            </a:bodyPr>
            <a:lstStyle/>
            <a:p>
              <a:pPr marL="0" lvl="1" algn="ctr"/>
              <a:r>
                <a:rPr lang="zh-CN" altLang="en-US" sz="1600" b="0" i="0" dirty="0">
                  <a:solidFill>
                    <a:schemeClr val="bg1"/>
                  </a:solidFill>
                  <a:latin typeface="思源黑体 CN Bold" panose="020B0800000000000000" pitchFamily="34" charset="-122"/>
                  <a:ea typeface="思源黑体 CN Bold" panose="020B0800000000000000" pitchFamily="34" charset="-122"/>
                </a:rPr>
                <a:t>技能训练</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sp>
          <p:nvSpPr>
            <p:cNvPr id="175" name="文本框 174"/>
            <p:cNvSpPr txBox="1"/>
            <p:nvPr/>
          </p:nvSpPr>
          <p:spPr>
            <a:xfrm>
              <a:off x="2050675" y="2832048"/>
              <a:ext cx="627773" cy="584775"/>
            </a:xfrm>
            <a:prstGeom prst="rect">
              <a:avLst/>
            </a:prstGeom>
            <a:noFill/>
          </p:spPr>
          <p:txBody>
            <a:bodyPr wrap="square">
              <a:spAutoFit/>
            </a:bodyPr>
            <a:lstStyle/>
            <a:p>
              <a:pPr marL="0" lvl="1" algn="ctr"/>
              <a:r>
                <a:rPr lang="zh-CN" altLang="en-US" sz="1600" b="0" i="0">
                  <a:solidFill>
                    <a:schemeClr val="bg1"/>
                  </a:solidFill>
                  <a:latin typeface="思源黑体 CN Bold" panose="020B0800000000000000" pitchFamily="34" charset="-122"/>
                  <a:ea typeface="思源黑体 CN Bold" panose="020B0800000000000000" pitchFamily="34" charset="-122"/>
                </a:rPr>
                <a:t>项目实践</a:t>
              </a:r>
              <a:endParaRPr lang="en-US" altLang="zh-CN" sz="1600" b="0" i="0" dirty="0">
                <a:solidFill>
                  <a:schemeClr val="bg1"/>
                </a:solidFill>
                <a:latin typeface="思源黑体 CN Bold" panose="020B0800000000000000" pitchFamily="34" charset="-122"/>
                <a:ea typeface="思源黑体 CN Bold" panose="020B0800000000000000" pitchFamily="34" charset="-122"/>
              </a:endParaRPr>
            </a:p>
          </p:txBody>
        </p:sp>
      </p:grpSp>
    </p:spTree>
    <p:extLst>
      <p:ext uri="{BB962C8B-B14F-4D97-AF65-F5344CB8AC3E}">
        <p14:creationId xmlns:p14="http://schemas.microsoft.com/office/powerpoint/2010/main" val="1432190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randombar(horizontal)">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arn(outHorizontal)">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randombar(horizontal)">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barn(outHorizontal)">
                                      <p:cBhvr>
                                        <p:cTn id="27" dur="500"/>
                                        <p:tgtEl>
                                          <p:spTgt spid="59"/>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randombar(horizontal)">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barn(outHorizontal)">
                                      <p:cBhvr>
                                        <p:cTn id="37" dur="500"/>
                                        <p:tgtEl>
                                          <p:spTgt spid="62"/>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randombar(horizontal)">
                                      <p:cBhvr>
                                        <p:cTn id="4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507204" y="1769109"/>
            <a:ext cx="11184384" cy="4181963"/>
            <a:chOff x="507204" y="1769109"/>
            <a:chExt cx="11184384" cy="4181963"/>
          </a:xfrm>
        </p:grpSpPr>
        <p:sp>
          <p:nvSpPr>
            <p:cNvPr id="163" name="椭圆 162"/>
            <p:cNvSpPr/>
            <p:nvPr/>
          </p:nvSpPr>
          <p:spPr>
            <a:xfrm flipH="1">
              <a:off x="7509625" y="1769109"/>
              <a:ext cx="4181963" cy="4181963"/>
            </a:xfrm>
            <a:prstGeom prst="ellipse">
              <a:avLst/>
            </a:prstGeom>
            <a:gradFill flip="none" rotWithShape="1">
              <a:gsLst>
                <a:gs pos="50000">
                  <a:schemeClr val="accent6">
                    <a:alpha val="0"/>
                  </a:schemeClr>
                </a:gs>
                <a:gs pos="0">
                  <a:schemeClr val="accent6">
                    <a:alpha val="1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椭圆 157"/>
            <p:cNvSpPr/>
            <p:nvPr/>
          </p:nvSpPr>
          <p:spPr>
            <a:xfrm>
              <a:off x="507204" y="1769109"/>
              <a:ext cx="4181963" cy="4181963"/>
            </a:xfrm>
            <a:prstGeom prst="ellipse">
              <a:avLst/>
            </a:prstGeom>
            <a:gradFill flip="none" rotWithShape="1">
              <a:gsLst>
                <a:gs pos="50000">
                  <a:schemeClr val="accent1">
                    <a:alpha val="0"/>
                  </a:schemeClr>
                </a:gs>
                <a:gs pos="0">
                  <a:schemeClr val="accent1">
                    <a:alpha val="1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3989090" y="1238995"/>
            <a:ext cx="4213820" cy="4213820"/>
            <a:chOff x="3989090" y="1238995"/>
            <a:chExt cx="4213820" cy="4213820"/>
          </a:xfrm>
        </p:grpSpPr>
        <p:grpSp>
          <p:nvGrpSpPr>
            <p:cNvPr id="13" name="组合 12"/>
            <p:cNvGrpSpPr/>
            <p:nvPr/>
          </p:nvGrpSpPr>
          <p:grpSpPr>
            <a:xfrm>
              <a:off x="3989090" y="1238995"/>
              <a:ext cx="4213820" cy="4213820"/>
              <a:chOff x="3989090" y="1238995"/>
              <a:chExt cx="4213820" cy="4213820"/>
            </a:xfrm>
          </p:grpSpPr>
          <p:sp>
            <p:nvSpPr>
              <p:cNvPr id="5" name="椭圆 4"/>
              <p:cNvSpPr/>
              <p:nvPr/>
            </p:nvSpPr>
            <p:spPr>
              <a:xfrm>
                <a:off x="3989090" y="1238995"/>
                <a:ext cx="4213820" cy="4213820"/>
              </a:xfrm>
              <a:prstGeom prst="ellipse">
                <a:avLst/>
              </a:prstGeom>
              <a:gradFill flip="none" rotWithShape="1">
                <a:gsLst>
                  <a:gs pos="0">
                    <a:schemeClr val="accent1"/>
                  </a:gs>
                  <a:gs pos="50000">
                    <a:schemeClr val="bg1"/>
                  </a:gs>
                  <a:gs pos="100000">
                    <a:schemeClr val="accent6"/>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354" tIns="46177" rIns="92354" bIns="46177" rtlCol="0" anchor="ctr"/>
              <a:lstStyle/>
              <a:p>
                <a:pPr algn="ctr"/>
                <a:endParaRPr lang="zh-CN" altLang="en-US" sz="1820">
                  <a:latin typeface="思源黑体 CN Bold" panose="020B0800000000000000" pitchFamily="34" charset="-122"/>
                  <a:ea typeface="思源黑体 CN Bold" panose="020B0800000000000000" pitchFamily="34" charset="-122"/>
                </a:endParaRPr>
              </a:p>
            </p:txBody>
          </p:sp>
          <p:sp>
            <p:nvSpPr>
              <p:cNvPr id="7" name="椭圆 6"/>
              <p:cNvSpPr/>
              <p:nvPr/>
            </p:nvSpPr>
            <p:spPr>
              <a:xfrm>
                <a:off x="4447407" y="1697312"/>
                <a:ext cx="3297187" cy="329718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2354" tIns="46177" rIns="92354" bIns="46177" rtlCol="0" anchor="ctr"/>
              <a:lstStyle/>
              <a:p>
                <a:pPr algn="ctr"/>
                <a:endParaRPr lang="zh-CN" altLang="en-US" sz="1820" dirty="0">
                  <a:latin typeface="思源黑体 CN Bold" panose="020B0800000000000000" pitchFamily="34" charset="-122"/>
                  <a:ea typeface="思源黑体 CN Bold" panose="020B0800000000000000" pitchFamily="34" charset="-122"/>
                </a:endParaRPr>
              </a:p>
            </p:txBody>
          </p:sp>
          <p:sp>
            <p:nvSpPr>
              <p:cNvPr id="8" name="弧形 7"/>
              <p:cNvSpPr/>
              <p:nvPr/>
            </p:nvSpPr>
            <p:spPr>
              <a:xfrm>
                <a:off x="4443448" y="1693287"/>
                <a:ext cx="3305100" cy="3305097"/>
              </a:xfrm>
              <a:prstGeom prst="arc">
                <a:avLst>
                  <a:gd name="adj1" fmla="val 7940871"/>
                  <a:gd name="adj2" fmla="val 2850987"/>
                </a:avLst>
              </a:prstGeom>
              <a:noFill/>
              <a:ln w="12700">
                <a:solidFill>
                  <a:schemeClr val="bg1">
                    <a:lumMod val="50000"/>
                  </a:schemeClr>
                </a:solidFill>
                <a:prstDash val="dash"/>
                <a:headEnd type="triangle" w="lg" len="lg"/>
                <a:tailEnd type="triangle" w="lg" len="lg"/>
              </a:ln>
              <a:effectLst/>
            </p:spPr>
            <p:style>
              <a:lnRef idx="2">
                <a:schemeClr val="accent1">
                  <a:shade val="15000"/>
                </a:schemeClr>
              </a:lnRef>
              <a:fillRef idx="1">
                <a:schemeClr val="accent1"/>
              </a:fillRef>
              <a:effectRef idx="0">
                <a:schemeClr val="accent1"/>
              </a:effectRef>
              <a:fontRef idx="minor">
                <a:schemeClr val="lt1"/>
              </a:fontRef>
            </p:style>
            <p:txBody>
              <a:bodyPr lIns="123639" tIns="61819" rIns="123639" bIns="61819" rtlCol="0" anchor="ctr"/>
              <a:lstStyle/>
              <a:p>
                <a:pPr algn="ctr"/>
                <a:endParaRPr lang="en-US" sz="1350">
                  <a:solidFill>
                    <a:schemeClr val="bg1"/>
                  </a:solidFill>
                  <a:latin typeface="思源黑体 CN Bold" panose="020B0800000000000000" pitchFamily="34" charset="-122"/>
                  <a:ea typeface="思源黑体 CN Bold" panose="020B0800000000000000" pitchFamily="34" charset="-122"/>
                </a:endParaRPr>
              </a:p>
            </p:txBody>
          </p:sp>
        </p:grpSp>
        <p:sp>
          <p:nvSpPr>
            <p:cNvPr id="212" name="文本框 211"/>
            <p:cNvSpPr txBox="1"/>
            <p:nvPr/>
          </p:nvSpPr>
          <p:spPr>
            <a:xfrm rot="16200000">
              <a:off x="4278758" y="1743267"/>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cs typeface="+mn-cs"/>
                </a:rPr>
                <a:t>交流学习心得</a:t>
              </a:r>
              <a:endParaRPr kumimoji="0" lang="zh-CN" altLang="en-US" sz="1800" b="1" i="0" u="none" strike="noStrike" kern="1200" cap="none" spc="0" normalizeH="0" baseline="0" noProof="0" dirty="0">
                <a:ln>
                  <a:noFill/>
                </a:ln>
                <a:solidFill>
                  <a:prstClr val="white"/>
                </a:solidFill>
                <a:effectLst/>
                <a:uLnTx/>
                <a:uFillTx/>
                <a:cs typeface="+mn-cs"/>
              </a:endParaRPr>
            </a:p>
          </p:txBody>
        </p:sp>
        <p:sp>
          <p:nvSpPr>
            <p:cNvPr id="245" name="文本框 244"/>
            <p:cNvSpPr txBox="1"/>
            <p:nvPr/>
          </p:nvSpPr>
          <p:spPr>
            <a:xfrm rot="5400000">
              <a:off x="4568857" y="1743266"/>
              <a:ext cx="3371468" cy="3371468"/>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cs typeface="+mn-cs"/>
                </a:rPr>
                <a:t>学生自主学习</a:t>
              </a:r>
              <a:endParaRPr kumimoji="0" lang="zh-CN" altLang="en-US" sz="1800" b="1" i="0" u="none" strike="noStrike" kern="1200" cap="none" spc="0" normalizeH="0" baseline="0" noProof="0" dirty="0">
                <a:ln>
                  <a:noFill/>
                </a:ln>
                <a:solidFill>
                  <a:prstClr val="white"/>
                </a:solidFill>
                <a:effectLst/>
                <a:uLnTx/>
                <a:uFillTx/>
                <a:cs typeface="+mn-cs"/>
              </a:endParaRPr>
            </a:p>
          </p:txBody>
        </p:sp>
        <p:sp>
          <p:nvSpPr>
            <p:cNvPr id="9" name="图形 1"/>
            <p:cNvSpPr/>
            <p:nvPr/>
          </p:nvSpPr>
          <p:spPr>
            <a:xfrm rot="10800000" flipH="1">
              <a:off x="4290914" y="1404092"/>
              <a:ext cx="3610173" cy="3580658"/>
            </a:xfrm>
            <a:custGeom>
              <a:avLst/>
              <a:gdLst>
                <a:gd name="connsiteX0" fmla="*/ 2721928 w 7153251"/>
                <a:gd name="connsiteY0" fmla="*/ 1956147 h 6858850"/>
                <a:gd name="connsiteX1" fmla="*/ 1705140 w 7153251"/>
                <a:gd name="connsiteY1" fmla="*/ 1956147 h 6858850"/>
                <a:gd name="connsiteX2" fmla="*/ 3577051 w 7153251"/>
                <a:gd name="connsiteY2" fmla="*/ 0 h 6858850"/>
                <a:gd name="connsiteX3" fmla="*/ 5448111 w 7153251"/>
                <a:gd name="connsiteY3" fmla="*/ 1956147 h 6858850"/>
                <a:gd name="connsiteX4" fmla="*/ 4431323 w 7153251"/>
                <a:gd name="connsiteY4" fmla="*/ 1956147 h 6858850"/>
                <a:gd name="connsiteX5" fmla="*/ 4240729 w 7153251"/>
                <a:gd name="connsiteY5" fmla="*/ 2152697 h 6858850"/>
                <a:gd name="connsiteX6" fmla="*/ 7153252 w 7153251"/>
                <a:gd name="connsiteY6" fmla="*/ 6858851 h 6858850"/>
                <a:gd name="connsiteX7" fmla="*/ 0 w 7153251"/>
                <a:gd name="connsiteY7" fmla="*/ 6858851 h 6858850"/>
                <a:gd name="connsiteX8" fmla="*/ 2912523 w 7153251"/>
                <a:gd name="connsiteY8" fmla="*/ 2152697 h 6858850"/>
                <a:gd name="connsiteX9" fmla="*/ 2721928 w 7153251"/>
                <a:gd name="connsiteY9" fmla="*/ 1956147 h 685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53251" h="6858850">
                  <a:moveTo>
                    <a:pt x="2721928" y="1956147"/>
                  </a:moveTo>
                  <a:lnTo>
                    <a:pt x="1705140" y="1956147"/>
                  </a:lnTo>
                  <a:lnTo>
                    <a:pt x="3577051" y="0"/>
                  </a:lnTo>
                  <a:lnTo>
                    <a:pt x="5448111" y="1956147"/>
                  </a:lnTo>
                  <a:lnTo>
                    <a:pt x="4431323" y="1956147"/>
                  </a:lnTo>
                  <a:cubicBezTo>
                    <a:pt x="4324114" y="1956147"/>
                    <a:pt x="4237325" y="2045488"/>
                    <a:pt x="4240729" y="2152697"/>
                  </a:cubicBezTo>
                  <a:cubicBezTo>
                    <a:pt x="4268808" y="3066530"/>
                    <a:pt x="4543638" y="6858851"/>
                    <a:pt x="7153252" y="6858851"/>
                  </a:cubicBezTo>
                  <a:lnTo>
                    <a:pt x="0" y="6858851"/>
                  </a:lnTo>
                  <a:cubicBezTo>
                    <a:pt x="2609614" y="6858851"/>
                    <a:pt x="2884444" y="3067381"/>
                    <a:pt x="2912523" y="2152697"/>
                  </a:cubicBezTo>
                  <a:cubicBezTo>
                    <a:pt x="2915927" y="2045488"/>
                    <a:pt x="2829989" y="1956147"/>
                    <a:pt x="2721928" y="1956147"/>
                  </a:cubicBezTo>
                  <a:close/>
                </a:path>
              </a:pathLst>
            </a:custGeom>
            <a:gradFill flip="none" rotWithShape="1">
              <a:gsLst>
                <a:gs pos="0">
                  <a:schemeClr val="accent3">
                    <a:alpha val="0"/>
                  </a:schemeClr>
                </a:gs>
                <a:gs pos="90000">
                  <a:schemeClr val="accent3">
                    <a:alpha val="15000"/>
                  </a:schemeClr>
                </a:gs>
              </a:gsLst>
              <a:lin ang="16200000" scaled="1"/>
              <a:tileRect/>
            </a:gradFill>
            <a:ln w="8506" cap="flat">
              <a:noFill/>
              <a:prstDash val="solid"/>
              <a:miter/>
            </a:ln>
          </p:spPr>
          <p:txBody>
            <a:bodyPr rtlCol="0" anchor="ctr"/>
            <a:lstStyle/>
            <a:p>
              <a:pPr defTabSz="914400">
                <a:defRPr/>
              </a:pPr>
              <a:endParaRPr lang="zh-CN" altLang="en-US" dirty="0">
                <a:solidFill>
                  <a:prstClr val="black"/>
                </a:solidFill>
                <a:latin typeface="HarmonyOS Sans SC" panose="00000500000000000000" pitchFamily="2" charset="-122"/>
                <a:ea typeface="HarmonyOS Sans SC" panose="00000500000000000000" pitchFamily="2" charset="-122"/>
                <a:cs typeface="+mn-ea"/>
                <a:sym typeface="+mn-lt"/>
              </a:endParaRPr>
            </a:p>
          </p:txBody>
        </p:sp>
        <p:sp>
          <p:nvSpPr>
            <p:cNvPr id="12" name="矩形: 圆角 11"/>
            <p:cNvSpPr/>
            <p:nvPr/>
          </p:nvSpPr>
          <p:spPr>
            <a:xfrm>
              <a:off x="5200650" y="2020921"/>
              <a:ext cx="1790700" cy="44678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r>
                <a:rPr lang="zh-CN" altLang="en-US">
                  <a:solidFill>
                    <a:schemeClr val="bg1"/>
                  </a:solidFill>
                  <a:latin typeface="思源黑体 CN Bold" panose="020B0800000000000000" pitchFamily="34" charset="-122"/>
                  <a:ea typeface="思源黑体 CN Bold" panose="020B0800000000000000" pitchFamily="34" charset="-122"/>
                  <a:cs typeface="+mn-ea"/>
                  <a:sym typeface="+mn-lt"/>
                </a:rPr>
                <a:t>学科竞赛</a:t>
              </a:r>
              <a:endParaRPr lang="zh-CN" altLang="en-US"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10" name="Oval 117-mask"/>
            <p:cNvSpPr/>
            <p:nvPr/>
          </p:nvSpPr>
          <p:spPr>
            <a:xfrm flipV="1">
              <a:off x="4616315" y="2762310"/>
              <a:ext cx="940226" cy="940226"/>
            </a:xfrm>
            <a:prstGeom prst="ellipse">
              <a:avLst/>
            </a:prstGeom>
            <a:gradFill flip="none" rotWithShape="1">
              <a:gsLst>
                <a:gs pos="20000">
                  <a:schemeClr val="accent1">
                    <a:alpha val="0"/>
                  </a:schemeClr>
                </a:gs>
                <a:gs pos="100000">
                  <a:schemeClr val="accent1">
                    <a:alpha val="2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5" dirty="0">
                <a:solidFill>
                  <a:prstClr val="black"/>
                </a:solidFill>
                <a:latin typeface="HarmonyOS Sans SC" panose="00000500000000000000" pitchFamily="2" charset="-122"/>
                <a:ea typeface="HarmonyOS Sans SC" panose="00000500000000000000" pitchFamily="2" charset="-122"/>
                <a:cs typeface="+mn-ea"/>
                <a:sym typeface="+mn-lt"/>
              </a:endParaRPr>
            </a:p>
          </p:txBody>
        </p:sp>
        <p:sp>
          <p:nvSpPr>
            <p:cNvPr id="11" name="文本框 10"/>
            <p:cNvSpPr txBox="1"/>
            <p:nvPr/>
          </p:nvSpPr>
          <p:spPr>
            <a:xfrm>
              <a:off x="4635023" y="2970813"/>
              <a:ext cx="902811" cy="523220"/>
            </a:xfrm>
            <a:prstGeom prst="rect">
              <a:avLst/>
            </a:prstGeom>
            <a:noFill/>
          </p:spPr>
          <p:txBody>
            <a:bodyPr wrap="none" rtlCol="0">
              <a:spAutoFit/>
            </a:bodyPr>
            <a:lstStyle/>
            <a:p>
              <a:pPr algn="ctr" defTabSz="914400">
                <a:defRPr/>
              </a:pPr>
              <a:r>
                <a:rPr lang="zh-CN" altLang="en-US" sz="1400" dirty="0">
                  <a:solidFill>
                    <a:prstClr val="black"/>
                  </a:solidFill>
                  <a:latin typeface="思源黑体 CN Bold" panose="020B0800000000000000" pitchFamily="34" charset="-122"/>
                  <a:ea typeface="思源黑体 CN Bold" panose="020B0800000000000000" pitchFamily="34" charset="-122"/>
                  <a:cs typeface="+mn-ea"/>
                  <a:sym typeface="+mn-lt"/>
                </a:rPr>
                <a:t>创新</a:t>
              </a:r>
              <a:endParaRPr lang="en-US" altLang="zh-CN" sz="1400" dirty="0">
                <a:solidFill>
                  <a:prstClr val="black"/>
                </a:solidFill>
                <a:latin typeface="思源黑体 CN Bold" panose="020B0800000000000000" pitchFamily="34" charset="-122"/>
                <a:ea typeface="思源黑体 CN Bold" panose="020B0800000000000000" pitchFamily="34" charset="-122"/>
                <a:cs typeface="+mn-ea"/>
                <a:sym typeface="+mn-lt"/>
              </a:endParaRPr>
            </a:p>
            <a:p>
              <a:pPr algn="ctr" defTabSz="914400">
                <a:defRPr/>
              </a:pPr>
              <a:r>
                <a:rPr lang="zh-CN" altLang="en-US" sz="1400" dirty="0">
                  <a:solidFill>
                    <a:prstClr val="black"/>
                  </a:solidFill>
                  <a:latin typeface="思源黑体 CN Bold" panose="020B0800000000000000" pitchFamily="34" charset="-122"/>
                  <a:ea typeface="思源黑体 CN Bold" panose="020B0800000000000000" pitchFamily="34" charset="-122"/>
                  <a:cs typeface="+mn-ea"/>
                  <a:sym typeface="+mn-lt"/>
                </a:rPr>
                <a:t>创业项目</a:t>
              </a:r>
            </a:p>
          </p:txBody>
        </p:sp>
        <p:sp>
          <p:nvSpPr>
            <p:cNvPr id="14" name="Oval 117-mask"/>
            <p:cNvSpPr/>
            <p:nvPr/>
          </p:nvSpPr>
          <p:spPr>
            <a:xfrm flipV="1">
              <a:off x="6635460" y="2762310"/>
              <a:ext cx="940226" cy="940226"/>
            </a:xfrm>
            <a:prstGeom prst="ellipse">
              <a:avLst/>
            </a:prstGeom>
            <a:gradFill flip="none" rotWithShape="1">
              <a:gsLst>
                <a:gs pos="20000">
                  <a:schemeClr val="accent6">
                    <a:alpha val="0"/>
                  </a:schemeClr>
                </a:gs>
                <a:gs pos="100000">
                  <a:schemeClr val="accent6">
                    <a:alpha val="2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5" dirty="0">
                <a:solidFill>
                  <a:prstClr val="black"/>
                </a:solidFill>
                <a:latin typeface="HarmonyOS Sans SC" panose="00000500000000000000" pitchFamily="2" charset="-122"/>
                <a:ea typeface="HarmonyOS Sans SC" panose="00000500000000000000" pitchFamily="2" charset="-122"/>
                <a:cs typeface="+mn-ea"/>
                <a:sym typeface="+mn-lt"/>
              </a:endParaRPr>
            </a:p>
          </p:txBody>
        </p:sp>
        <p:sp>
          <p:nvSpPr>
            <p:cNvPr id="15" name="文本框 14"/>
            <p:cNvSpPr txBox="1"/>
            <p:nvPr/>
          </p:nvSpPr>
          <p:spPr>
            <a:xfrm>
              <a:off x="6654168" y="2970813"/>
              <a:ext cx="902811" cy="523220"/>
            </a:xfrm>
            <a:prstGeom prst="rect">
              <a:avLst/>
            </a:prstGeom>
            <a:noFill/>
          </p:spPr>
          <p:txBody>
            <a:bodyPr wrap="none" rtlCol="0">
              <a:spAutoFit/>
            </a:bodyPr>
            <a:lstStyle/>
            <a:p>
              <a:pPr algn="ctr" defTabSz="914400">
                <a:defRPr/>
              </a:pPr>
              <a:r>
                <a:rPr lang="zh-CN" altLang="en-US" sz="1400" dirty="0">
                  <a:solidFill>
                    <a:prstClr val="black"/>
                  </a:solidFill>
                  <a:latin typeface="思源黑体 CN Bold" panose="020B0800000000000000" pitchFamily="34" charset="-122"/>
                  <a:ea typeface="思源黑体 CN Bold" panose="020B0800000000000000" pitchFamily="34" charset="-122"/>
                  <a:cs typeface="+mn-ea"/>
                  <a:sym typeface="+mn-lt"/>
                </a:rPr>
                <a:t>基础</a:t>
              </a:r>
              <a:endParaRPr lang="en-US" altLang="zh-CN" sz="1400" dirty="0">
                <a:solidFill>
                  <a:prstClr val="black"/>
                </a:solidFill>
                <a:latin typeface="思源黑体 CN Bold" panose="020B0800000000000000" pitchFamily="34" charset="-122"/>
                <a:ea typeface="思源黑体 CN Bold" panose="020B0800000000000000" pitchFamily="34" charset="-122"/>
                <a:cs typeface="+mn-ea"/>
                <a:sym typeface="+mn-lt"/>
              </a:endParaRPr>
            </a:p>
            <a:p>
              <a:pPr algn="ctr" defTabSz="914400">
                <a:defRPr/>
              </a:pPr>
              <a:r>
                <a:rPr lang="zh-CN" altLang="en-US" sz="1400" dirty="0">
                  <a:solidFill>
                    <a:prstClr val="black"/>
                  </a:solidFill>
                  <a:latin typeface="思源黑体 CN Bold" panose="020B0800000000000000" pitchFamily="34" charset="-122"/>
                  <a:ea typeface="思源黑体 CN Bold" panose="020B0800000000000000" pitchFamily="34" charset="-122"/>
                  <a:cs typeface="+mn-ea"/>
                  <a:sym typeface="+mn-lt"/>
                </a:rPr>
                <a:t>适配课程</a:t>
              </a:r>
            </a:p>
          </p:txBody>
        </p:sp>
        <p:sp>
          <p:nvSpPr>
            <p:cNvPr id="17" name="文本框 16"/>
            <p:cNvSpPr txBox="1"/>
            <p:nvPr/>
          </p:nvSpPr>
          <p:spPr>
            <a:xfrm>
              <a:off x="5542002" y="5044296"/>
              <a:ext cx="1107996" cy="369332"/>
            </a:xfrm>
            <a:prstGeom prst="rect">
              <a:avLst/>
            </a:prstGeom>
            <a:noFill/>
          </p:spPr>
          <p:txBody>
            <a:bodyPr wrap="none">
              <a:spAutoFit/>
            </a:bodyPr>
            <a:lstStyle/>
            <a:p>
              <a:pPr marL="0" lvl="1" algn="r"/>
              <a:r>
                <a:rPr lang="zh-CN" altLang="en-US" b="0" i="0" dirty="0">
                  <a:solidFill>
                    <a:schemeClr val="accent3"/>
                  </a:solidFill>
                  <a:latin typeface="思源黑体 CN Bold" panose="020B0800000000000000" pitchFamily="34" charset="-122"/>
                  <a:ea typeface="思源黑体 CN Bold" panose="020B0800000000000000" pitchFamily="34" charset="-122"/>
                </a:rPr>
                <a:t>实践能力</a:t>
              </a:r>
              <a:endParaRPr lang="en-US" altLang="zh-CN" b="0" i="0" dirty="0">
                <a:solidFill>
                  <a:schemeClr val="accent3"/>
                </a:solidFill>
                <a:latin typeface="思源黑体 CN Bold" panose="020B0800000000000000" pitchFamily="34" charset="-122"/>
                <a:ea typeface="思源黑体 CN Bold" panose="020B0800000000000000" pitchFamily="34" charset="-122"/>
              </a:endParaRPr>
            </a:p>
          </p:txBody>
        </p:sp>
        <p:grpSp>
          <p:nvGrpSpPr>
            <p:cNvPr id="56" name="组合 55"/>
            <p:cNvGrpSpPr/>
            <p:nvPr>
              <p:custDataLst>
                <p:tags r:id="rId1"/>
              </p:custDataLst>
            </p:nvPr>
          </p:nvGrpSpPr>
          <p:grpSpPr>
            <a:xfrm>
              <a:off x="5561584" y="2524207"/>
              <a:ext cx="1059504" cy="1917759"/>
              <a:chOff x="12595778" y="3259213"/>
              <a:chExt cx="1059504" cy="1917759"/>
            </a:xfrm>
          </p:grpSpPr>
          <p:sp>
            <p:nvSpPr>
              <p:cNvPr id="57" name="任意多边形: 形状 56"/>
              <p:cNvSpPr/>
              <p:nvPr/>
            </p:nvSpPr>
            <p:spPr>
              <a:xfrm rot="5400000">
                <a:off x="12263947" y="4039543"/>
                <a:ext cx="1819580" cy="258919"/>
              </a:xfrm>
              <a:custGeom>
                <a:avLst/>
                <a:gdLst>
                  <a:gd name="connsiteX0" fmla="*/ 4756773 w 4852211"/>
                  <a:gd name="connsiteY0" fmla="*/ 249946 h 690451"/>
                  <a:gd name="connsiteX1" fmla="*/ 292394 w 4852211"/>
                  <a:gd name="connsiteY1" fmla="*/ 249946 h 690451"/>
                  <a:gd name="connsiteX2" fmla="*/ 402872 w 4852211"/>
                  <a:gd name="connsiteY2" fmla="*/ 139468 h 690451"/>
                  <a:gd name="connsiteX3" fmla="*/ 402872 w 4852211"/>
                  <a:gd name="connsiteY3" fmla="*/ 23930 h 690451"/>
                  <a:gd name="connsiteX4" fmla="*/ 287334 w 4852211"/>
                  <a:gd name="connsiteY4" fmla="*/ 23930 h 690451"/>
                  <a:gd name="connsiteX5" fmla="*/ 23930 w 4852211"/>
                  <a:gd name="connsiteY5" fmla="*/ 287474 h 690451"/>
                  <a:gd name="connsiteX6" fmla="*/ 23930 w 4852211"/>
                  <a:gd name="connsiteY6" fmla="*/ 403012 h 690451"/>
                  <a:gd name="connsiteX7" fmla="*/ 287475 w 4852211"/>
                  <a:gd name="connsiteY7" fmla="*/ 666557 h 690451"/>
                  <a:gd name="connsiteX8" fmla="*/ 345244 w 4852211"/>
                  <a:gd name="connsiteY8" fmla="*/ 690452 h 690451"/>
                  <a:gd name="connsiteX9" fmla="*/ 403013 w 4852211"/>
                  <a:gd name="connsiteY9" fmla="*/ 666557 h 690451"/>
                  <a:gd name="connsiteX10" fmla="*/ 403013 w 4852211"/>
                  <a:gd name="connsiteY10" fmla="*/ 551019 h 690451"/>
                  <a:gd name="connsiteX11" fmla="*/ 292535 w 4852211"/>
                  <a:gd name="connsiteY11" fmla="*/ 440541 h 690451"/>
                  <a:gd name="connsiteX12" fmla="*/ 4756914 w 4852211"/>
                  <a:gd name="connsiteY12" fmla="*/ 440541 h 690451"/>
                  <a:gd name="connsiteX13" fmla="*/ 4852211 w 4852211"/>
                  <a:gd name="connsiteY13" fmla="*/ 345243 h 690451"/>
                  <a:gd name="connsiteX14" fmla="*/ 4756773 w 4852211"/>
                  <a:gd name="connsiteY14" fmla="*/ 249946 h 69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2211" h="690451">
                    <a:moveTo>
                      <a:pt x="4756773" y="249946"/>
                    </a:moveTo>
                    <a:lnTo>
                      <a:pt x="292394" y="249946"/>
                    </a:lnTo>
                    <a:lnTo>
                      <a:pt x="402872" y="139468"/>
                    </a:lnTo>
                    <a:cubicBezTo>
                      <a:pt x="434779" y="107561"/>
                      <a:pt x="434779" y="55836"/>
                      <a:pt x="402872" y="23930"/>
                    </a:cubicBezTo>
                    <a:cubicBezTo>
                      <a:pt x="370966" y="-7977"/>
                      <a:pt x="319241" y="-7977"/>
                      <a:pt x="287334" y="23930"/>
                    </a:cubicBezTo>
                    <a:lnTo>
                      <a:pt x="23930" y="287474"/>
                    </a:lnTo>
                    <a:cubicBezTo>
                      <a:pt x="-7977" y="319381"/>
                      <a:pt x="-7977" y="371106"/>
                      <a:pt x="23930" y="403012"/>
                    </a:cubicBezTo>
                    <a:lnTo>
                      <a:pt x="287475" y="666557"/>
                    </a:lnTo>
                    <a:cubicBezTo>
                      <a:pt x="303358" y="682440"/>
                      <a:pt x="324301" y="690452"/>
                      <a:pt x="345244" y="690452"/>
                    </a:cubicBezTo>
                    <a:cubicBezTo>
                      <a:pt x="366187" y="690452"/>
                      <a:pt x="386989" y="682440"/>
                      <a:pt x="403013" y="666557"/>
                    </a:cubicBezTo>
                    <a:cubicBezTo>
                      <a:pt x="434919" y="634650"/>
                      <a:pt x="434919" y="582925"/>
                      <a:pt x="403013" y="551019"/>
                    </a:cubicBezTo>
                    <a:lnTo>
                      <a:pt x="292535" y="440541"/>
                    </a:lnTo>
                    <a:lnTo>
                      <a:pt x="4756914" y="440541"/>
                    </a:lnTo>
                    <a:cubicBezTo>
                      <a:pt x="4809482" y="440541"/>
                      <a:pt x="4852211" y="397812"/>
                      <a:pt x="4852211" y="345243"/>
                    </a:cubicBezTo>
                    <a:cubicBezTo>
                      <a:pt x="4852071" y="292675"/>
                      <a:pt x="4809341" y="249946"/>
                      <a:pt x="4756773" y="249946"/>
                    </a:cubicBezTo>
                    <a:close/>
                  </a:path>
                </a:pathLst>
              </a:custGeom>
              <a:solidFill>
                <a:srgbClr val="00836E"/>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58" name="任意多边形: 形状 57"/>
              <p:cNvSpPr/>
              <p:nvPr/>
            </p:nvSpPr>
            <p:spPr>
              <a:xfrm rot="5400000">
                <a:off x="12287170" y="4148235"/>
                <a:ext cx="1784355" cy="71473"/>
              </a:xfrm>
              <a:custGeom>
                <a:avLst/>
                <a:gdLst>
                  <a:gd name="connsiteX0" fmla="*/ 4663127 w 4758283"/>
                  <a:gd name="connsiteY0" fmla="*/ 190596 h 190595"/>
                  <a:gd name="connsiteX1" fmla="*/ 95298 w 4758283"/>
                  <a:gd name="connsiteY1" fmla="*/ 190596 h 190595"/>
                  <a:gd name="connsiteX2" fmla="*/ 0 w 4758283"/>
                  <a:gd name="connsiteY2" fmla="*/ 95298 h 190595"/>
                  <a:gd name="connsiteX3" fmla="*/ 95298 w 4758283"/>
                  <a:gd name="connsiteY3" fmla="*/ 0 h 190595"/>
                  <a:gd name="connsiteX4" fmla="*/ 4662986 w 4758283"/>
                  <a:gd name="connsiteY4" fmla="*/ 0 h 190595"/>
                  <a:gd name="connsiteX5" fmla="*/ 4758284 w 4758283"/>
                  <a:gd name="connsiteY5" fmla="*/ 95298 h 190595"/>
                  <a:gd name="connsiteX6" fmla="*/ 4663127 w 4758283"/>
                  <a:gd name="connsiteY6" fmla="*/ 190596 h 190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8283" h="190595">
                    <a:moveTo>
                      <a:pt x="4663127" y="190596"/>
                    </a:moveTo>
                    <a:lnTo>
                      <a:pt x="95298" y="190596"/>
                    </a:lnTo>
                    <a:cubicBezTo>
                      <a:pt x="42729" y="190596"/>
                      <a:pt x="0" y="147866"/>
                      <a:pt x="0" y="95298"/>
                    </a:cubicBezTo>
                    <a:cubicBezTo>
                      <a:pt x="0" y="42729"/>
                      <a:pt x="42589" y="0"/>
                      <a:pt x="95298" y="0"/>
                    </a:cubicBezTo>
                    <a:lnTo>
                      <a:pt x="4662986" y="0"/>
                    </a:lnTo>
                    <a:cubicBezTo>
                      <a:pt x="4715555" y="0"/>
                      <a:pt x="4758284" y="42729"/>
                      <a:pt x="4758284" y="95298"/>
                    </a:cubicBezTo>
                    <a:cubicBezTo>
                      <a:pt x="4758424" y="148007"/>
                      <a:pt x="4715695" y="190596"/>
                      <a:pt x="4663127" y="190596"/>
                    </a:cubicBezTo>
                    <a:close/>
                  </a:path>
                </a:pathLst>
              </a:custGeom>
              <a:solidFill>
                <a:srgbClr val="00AF92"/>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nvGrpSpPr>
              <p:cNvPr id="59" name="图形 13780"/>
              <p:cNvGrpSpPr/>
              <p:nvPr/>
            </p:nvGrpSpPr>
            <p:grpSpPr>
              <a:xfrm rot="5400000">
                <a:off x="12594666" y="4184969"/>
                <a:ext cx="1489238" cy="397340"/>
                <a:chOff x="5486118" y="3387684"/>
                <a:chExt cx="1489238" cy="397340"/>
              </a:xfrm>
              <a:effectLst/>
            </p:grpSpPr>
            <p:sp>
              <p:nvSpPr>
                <p:cNvPr id="60" name="任意多边形: 形状 59"/>
                <p:cNvSpPr/>
                <p:nvPr>
                  <p:custDataLst>
                    <p:tags r:id="rId8"/>
                  </p:custDataLst>
                </p:nvPr>
              </p:nvSpPr>
              <p:spPr>
                <a:xfrm>
                  <a:off x="5486118" y="3387684"/>
                  <a:ext cx="1480931" cy="397340"/>
                </a:xfrm>
                <a:custGeom>
                  <a:avLst/>
                  <a:gdLst>
                    <a:gd name="connsiteX0" fmla="*/ 3853852 w 3949149"/>
                    <a:gd name="connsiteY0" fmla="*/ 869259 h 1059573"/>
                    <a:gd name="connsiteX1" fmla="*/ 917752 w 3949149"/>
                    <a:gd name="connsiteY1" fmla="*/ 869259 h 1059573"/>
                    <a:gd name="connsiteX2" fmla="*/ 644508 w 3949149"/>
                    <a:gd name="connsiteY2" fmla="*/ 705650 h 1059573"/>
                    <a:gd name="connsiteX3" fmla="*/ 389678 w 3949149"/>
                    <a:gd name="connsiteY3" fmla="*/ 230145 h 1059573"/>
                    <a:gd name="connsiteX4" fmla="*/ 575917 w 3949149"/>
                    <a:gd name="connsiteY4" fmla="*/ 298035 h 1059573"/>
                    <a:gd name="connsiteX5" fmla="*/ 680632 w 3949149"/>
                    <a:gd name="connsiteY5" fmla="*/ 249261 h 1059573"/>
                    <a:gd name="connsiteX6" fmla="*/ 631858 w 3949149"/>
                    <a:gd name="connsiteY6" fmla="*/ 144546 h 1059573"/>
                    <a:gd name="connsiteX7" fmla="*/ 249262 w 3949149"/>
                    <a:gd name="connsiteY7" fmla="*/ 4973 h 1059573"/>
                    <a:gd name="connsiteX8" fmla="*/ 144546 w 3949149"/>
                    <a:gd name="connsiteY8" fmla="*/ 53746 h 1059573"/>
                    <a:gd name="connsiteX9" fmla="*/ 4973 w 3949149"/>
                    <a:gd name="connsiteY9" fmla="*/ 436343 h 1059573"/>
                    <a:gd name="connsiteX10" fmla="*/ 53746 w 3949149"/>
                    <a:gd name="connsiteY10" fmla="*/ 541058 h 1059573"/>
                    <a:gd name="connsiteX11" fmla="*/ 81717 w 3949149"/>
                    <a:gd name="connsiteY11" fmla="*/ 545977 h 1059573"/>
                    <a:gd name="connsiteX12" fmla="*/ 158462 w 3949149"/>
                    <a:gd name="connsiteY12" fmla="*/ 492285 h 1059573"/>
                    <a:gd name="connsiteX13" fmla="*/ 221431 w 3949149"/>
                    <a:gd name="connsiteY13" fmla="*/ 319540 h 1059573"/>
                    <a:gd name="connsiteX14" fmla="*/ 476543 w 3949149"/>
                    <a:gd name="connsiteY14" fmla="*/ 795466 h 1059573"/>
                    <a:gd name="connsiteX15" fmla="*/ 917752 w 3949149"/>
                    <a:gd name="connsiteY15" fmla="*/ 1059573 h 1059573"/>
                    <a:gd name="connsiteX16" fmla="*/ 3853852 w 3949149"/>
                    <a:gd name="connsiteY16" fmla="*/ 1059573 h 1059573"/>
                    <a:gd name="connsiteX17" fmla="*/ 3949149 w 3949149"/>
                    <a:gd name="connsiteY17" fmla="*/ 964275 h 1059573"/>
                    <a:gd name="connsiteX18" fmla="*/ 3853852 w 3949149"/>
                    <a:gd name="connsiteY18" fmla="*/ 869259 h 1059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49149" h="1059573">
                      <a:moveTo>
                        <a:pt x="3853852" y="869259"/>
                      </a:moveTo>
                      <a:lnTo>
                        <a:pt x="917752" y="869259"/>
                      </a:lnTo>
                      <a:cubicBezTo>
                        <a:pt x="803338" y="869259"/>
                        <a:pt x="698623" y="806570"/>
                        <a:pt x="644508" y="705650"/>
                      </a:cubicBezTo>
                      <a:lnTo>
                        <a:pt x="389678" y="230145"/>
                      </a:lnTo>
                      <a:lnTo>
                        <a:pt x="575917" y="298035"/>
                      </a:lnTo>
                      <a:cubicBezTo>
                        <a:pt x="618224" y="313496"/>
                        <a:pt x="665170" y="291710"/>
                        <a:pt x="680632" y="249261"/>
                      </a:cubicBezTo>
                      <a:cubicBezTo>
                        <a:pt x="696093" y="206813"/>
                        <a:pt x="674307" y="160008"/>
                        <a:pt x="631858" y="144546"/>
                      </a:cubicBezTo>
                      <a:lnTo>
                        <a:pt x="249262" y="4973"/>
                      </a:lnTo>
                      <a:cubicBezTo>
                        <a:pt x="206813" y="-10488"/>
                        <a:pt x="160008" y="11298"/>
                        <a:pt x="144546" y="53746"/>
                      </a:cubicBezTo>
                      <a:lnTo>
                        <a:pt x="4973" y="436343"/>
                      </a:lnTo>
                      <a:cubicBezTo>
                        <a:pt x="-10488" y="478651"/>
                        <a:pt x="11298" y="525597"/>
                        <a:pt x="53746" y="541058"/>
                      </a:cubicBezTo>
                      <a:cubicBezTo>
                        <a:pt x="63023" y="544431"/>
                        <a:pt x="72441" y="545977"/>
                        <a:pt x="81717" y="545977"/>
                      </a:cubicBezTo>
                      <a:cubicBezTo>
                        <a:pt x="115029" y="545977"/>
                        <a:pt x="146374" y="525456"/>
                        <a:pt x="158462" y="492285"/>
                      </a:cubicBezTo>
                      <a:lnTo>
                        <a:pt x="221431" y="319540"/>
                      </a:lnTo>
                      <a:lnTo>
                        <a:pt x="476543" y="795466"/>
                      </a:lnTo>
                      <a:cubicBezTo>
                        <a:pt x="563829" y="958372"/>
                        <a:pt x="732919" y="1059573"/>
                        <a:pt x="917752" y="1059573"/>
                      </a:cubicBezTo>
                      <a:lnTo>
                        <a:pt x="3853852" y="1059573"/>
                      </a:lnTo>
                      <a:cubicBezTo>
                        <a:pt x="3906420" y="1059573"/>
                        <a:pt x="3949149" y="1016984"/>
                        <a:pt x="3949149" y="964275"/>
                      </a:cubicBezTo>
                      <a:cubicBezTo>
                        <a:pt x="3949149" y="911988"/>
                        <a:pt x="3906561" y="869259"/>
                        <a:pt x="3853852" y="869259"/>
                      </a:cubicBezTo>
                      <a:close/>
                    </a:path>
                  </a:pathLst>
                </a:custGeom>
                <a:solidFill>
                  <a:srgbClr val="653A77"/>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61" name="任意多边形: 形状 60"/>
                <p:cNvSpPr/>
                <p:nvPr>
                  <p:custDataLst>
                    <p:tags r:id="rId9"/>
                  </p:custDataLst>
                </p:nvPr>
              </p:nvSpPr>
              <p:spPr>
                <a:xfrm>
                  <a:off x="5547962" y="3406028"/>
                  <a:ext cx="1427394" cy="377220"/>
                </a:xfrm>
                <a:custGeom>
                  <a:avLst/>
                  <a:gdLst>
                    <a:gd name="connsiteX0" fmla="*/ 3711085 w 3806382"/>
                    <a:gd name="connsiteY0" fmla="*/ 1005920 h 1005919"/>
                    <a:gd name="connsiteX1" fmla="*/ 774985 w 3806382"/>
                    <a:gd name="connsiteY1" fmla="*/ 1005920 h 1005919"/>
                    <a:gd name="connsiteX2" fmla="*/ 333776 w 3806382"/>
                    <a:gd name="connsiteY2" fmla="*/ 741813 h 1005919"/>
                    <a:gd name="connsiteX3" fmla="*/ 11338 w 3806382"/>
                    <a:gd name="connsiteY3" fmla="*/ 140369 h 1005919"/>
                    <a:gd name="connsiteX4" fmla="*/ 50272 w 3806382"/>
                    <a:gd name="connsiteY4" fmla="*/ 11338 h 1005919"/>
                    <a:gd name="connsiteX5" fmla="*/ 179304 w 3806382"/>
                    <a:gd name="connsiteY5" fmla="*/ 50272 h 1005919"/>
                    <a:gd name="connsiteX6" fmla="*/ 501742 w 3806382"/>
                    <a:gd name="connsiteY6" fmla="*/ 651716 h 1005919"/>
                    <a:gd name="connsiteX7" fmla="*/ 774985 w 3806382"/>
                    <a:gd name="connsiteY7" fmla="*/ 815324 h 1005919"/>
                    <a:gd name="connsiteX8" fmla="*/ 3711085 w 3806382"/>
                    <a:gd name="connsiteY8" fmla="*/ 815324 h 1005919"/>
                    <a:gd name="connsiteX9" fmla="*/ 3806383 w 3806382"/>
                    <a:gd name="connsiteY9" fmla="*/ 910622 h 1005919"/>
                    <a:gd name="connsiteX10" fmla="*/ 3711085 w 3806382"/>
                    <a:gd name="connsiteY10" fmla="*/ 1005920 h 100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06382" h="1005919">
                      <a:moveTo>
                        <a:pt x="3711085" y="1005920"/>
                      </a:moveTo>
                      <a:lnTo>
                        <a:pt x="774985" y="1005920"/>
                      </a:lnTo>
                      <a:cubicBezTo>
                        <a:pt x="590152" y="1005920"/>
                        <a:pt x="421062" y="904719"/>
                        <a:pt x="333776" y="741813"/>
                      </a:cubicBezTo>
                      <a:lnTo>
                        <a:pt x="11338" y="140369"/>
                      </a:lnTo>
                      <a:cubicBezTo>
                        <a:pt x="-13541" y="93985"/>
                        <a:pt x="3888" y="36216"/>
                        <a:pt x="50272" y="11338"/>
                      </a:cubicBezTo>
                      <a:cubicBezTo>
                        <a:pt x="96656" y="-13541"/>
                        <a:pt x="154425" y="3888"/>
                        <a:pt x="179304" y="50272"/>
                      </a:cubicBezTo>
                      <a:lnTo>
                        <a:pt x="501742" y="651716"/>
                      </a:lnTo>
                      <a:cubicBezTo>
                        <a:pt x="555856" y="752636"/>
                        <a:pt x="660572" y="815324"/>
                        <a:pt x="774985" y="815324"/>
                      </a:cubicBezTo>
                      <a:lnTo>
                        <a:pt x="3711085" y="815324"/>
                      </a:lnTo>
                      <a:cubicBezTo>
                        <a:pt x="3763653" y="815324"/>
                        <a:pt x="3806383" y="857913"/>
                        <a:pt x="3806383" y="910622"/>
                      </a:cubicBezTo>
                      <a:cubicBezTo>
                        <a:pt x="3806383" y="963191"/>
                        <a:pt x="3763794" y="1005920"/>
                        <a:pt x="3711085" y="1005920"/>
                      </a:cubicBezTo>
                      <a:close/>
                    </a:path>
                  </a:pathLst>
                </a:custGeom>
                <a:solidFill>
                  <a:srgbClr val="8F52A8"/>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grpSp>
            <p:nvGrpSpPr>
              <p:cNvPr id="62" name="图形 13780"/>
              <p:cNvGrpSpPr/>
              <p:nvPr/>
            </p:nvGrpSpPr>
            <p:grpSpPr>
              <a:xfrm rot="5400000">
                <a:off x="12275803" y="4174422"/>
                <a:ext cx="1257326" cy="617375"/>
                <a:chOff x="5701548" y="3712482"/>
                <a:chExt cx="1257326" cy="617375"/>
              </a:xfrm>
              <a:effectLst/>
            </p:grpSpPr>
            <p:sp>
              <p:nvSpPr>
                <p:cNvPr id="63" name="任意多边形: 形状 62"/>
                <p:cNvSpPr/>
                <p:nvPr>
                  <p:custDataLst>
                    <p:tags r:id="rId6"/>
                  </p:custDataLst>
                </p:nvPr>
              </p:nvSpPr>
              <p:spPr>
                <a:xfrm>
                  <a:off x="5701548" y="3743471"/>
                  <a:ext cx="1257326" cy="586386"/>
                </a:xfrm>
                <a:custGeom>
                  <a:avLst/>
                  <a:gdLst>
                    <a:gd name="connsiteX0" fmla="*/ 3257431 w 3352868"/>
                    <a:gd name="connsiteY0" fmla="*/ 0 h 1563697"/>
                    <a:gd name="connsiteX1" fmla="*/ 1253225 w 3352868"/>
                    <a:gd name="connsiteY1" fmla="*/ 0 h 1563697"/>
                    <a:gd name="connsiteX2" fmla="*/ 680736 w 3352868"/>
                    <a:gd name="connsiteY2" fmla="*/ 342538 h 1563697"/>
                    <a:gd name="connsiteX3" fmla="*/ 200030 w 3352868"/>
                    <a:gd name="connsiteY3" fmla="*/ 1236903 h 1563697"/>
                    <a:gd name="connsiteX4" fmla="*/ 161658 w 3352868"/>
                    <a:gd name="connsiteY4" fmla="*/ 1050664 h 1563697"/>
                    <a:gd name="connsiteX5" fmla="*/ 65235 w 3352868"/>
                    <a:gd name="connsiteY5" fmla="*/ 987133 h 1563697"/>
                    <a:gd name="connsiteX6" fmla="*/ 1704 w 3352868"/>
                    <a:gd name="connsiteY6" fmla="*/ 1083555 h 1563697"/>
                    <a:gd name="connsiteX7" fmla="*/ 87022 w 3352868"/>
                    <a:gd name="connsiteY7" fmla="*/ 1498480 h 1563697"/>
                    <a:gd name="connsiteX8" fmla="*/ 166999 w 3352868"/>
                    <a:gd name="connsiteY8" fmla="*/ 1563698 h 1563697"/>
                    <a:gd name="connsiteX9" fmla="*/ 183585 w 3352868"/>
                    <a:gd name="connsiteY9" fmla="*/ 1562011 h 1563697"/>
                    <a:gd name="connsiteX10" fmla="*/ 598510 w 3352868"/>
                    <a:gd name="connsiteY10" fmla="*/ 1476693 h 1563697"/>
                    <a:gd name="connsiteX11" fmla="*/ 662041 w 3352868"/>
                    <a:gd name="connsiteY11" fmla="*/ 1380271 h 1563697"/>
                    <a:gd name="connsiteX12" fmla="*/ 565619 w 3352868"/>
                    <a:gd name="connsiteY12" fmla="*/ 1316739 h 1563697"/>
                    <a:gd name="connsiteX13" fmla="*/ 349723 w 3352868"/>
                    <a:gd name="connsiteY13" fmla="*/ 1361155 h 1563697"/>
                    <a:gd name="connsiteX14" fmla="*/ 848701 w 3352868"/>
                    <a:gd name="connsiteY14" fmla="*/ 432775 h 1563697"/>
                    <a:gd name="connsiteX15" fmla="*/ 1253366 w 3352868"/>
                    <a:gd name="connsiteY15" fmla="*/ 190595 h 1563697"/>
                    <a:gd name="connsiteX16" fmla="*/ 3257571 w 3352868"/>
                    <a:gd name="connsiteY16" fmla="*/ 190595 h 1563697"/>
                    <a:gd name="connsiteX17" fmla="*/ 3352869 w 3352868"/>
                    <a:gd name="connsiteY17" fmla="*/ 95298 h 1563697"/>
                    <a:gd name="connsiteX18" fmla="*/ 3257431 w 3352868"/>
                    <a:gd name="connsiteY18" fmla="*/ 0 h 156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52868" h="1563697">
                      <a:moveTo>
                        <a:pt x="3257431" y="0"/>
                      </a:moveTo>
                      <a:lnTo>
                        <a:pt x="1253225" y="0"/>
                      </a:lnTo>
                      <a:cubicBezTo>
                        <a:pt x="1013434" y="0"/>
                        <a:pt x="794025" y="131280"/>
                        <a:pt x="680736" y="342538"/>
                      </a:cubicBezTo>
                      <a:lnTo>
                        <a:pt x="200030" y="1236903"/>
                      </a:lnTo>
                      <a:lnTo>
                        <a:pt x="161658" y="1050664"/>
                      </a:lnTo>
                      <a:cubicBezTo>
                        <a:pt x="152521" y="1006530"/>
                        <a:pt x="109511" y="977996"/>
                        <a:pt x="65235" y="987133"/>
                      </a:cubicBezTo>
                      <a:cubicBezTo>
                        <a:pt x="21100" y="996269"/>
                        <a:pt x="-7433" y="1039420"/>
                        <a:pt x="1704" y="1083555"/>
                      </a:cubicBezTo>
                      <a:lnTo>
                        <a:pt x="87022" y="1498480"/>
                      </a:lnTo>
                      <a:cubicBezTo>
                        <a:pt x="95034" y="1537133"/>
                        <a:pt x="128908" y="1563698"/>
                        <a:pt x="166999" y="1563698"/>
                      </a:cubicBezTo>
                      <a:cubicBezTo>
                        <a:pt x="172481" y="1563698"/>
                        <a:pt x="177962" y="1563136"/>
                        <a:pt x="183585" y="1562011"/>
                      </a:cubicBezTo>
                      <a:lnTo>
                        <a:pt x="598510" y="1476693"/>
                      </a:lnTo>
                      <a:cubicBezTo>
                        <a:pt x="642644" y="1467557"/>
                        <a:pt x="671178" y="1424406"/>
                        <a:pt x="662041" y="1380271"/>
                      </a:cubicBezTo>
                      <a:cubicBezTo>
                        <a:pt x="652905" y="1336136"/>
                        <a:pt x="609895" y="1307744"/>
                        <a:pt x="565619" y="1316739"/>
                      </a:cubicBezTo>
                      <a:lnTo>
                        <a:pt x="349723" y="1361155"/>
                      </a:lnTo>
                      <a:lnTo>
                        <a:pt x="848701" y="432775"/>
                      </a:lnTo>
                      <a:cubicBezTo>
                        <a:pt x="928819" y="283363"/>
                        <a:pt x="1083854" y="190595"/>
                        <a:pt x="1253366" y="190595"/>
                      </a:cubicBezTo>
                      <a:lnTo>
                        <a:pt x="3257571" y="190595"/>
                      </a:lnTo>
                      <a:cubicBezTo>
                        <a:pt x="3310140" y="190595"/>
                        <a:pt x="3352869" y="148007"/>
                        <a:pt x="3352869" y="95298"/>
                      </a:cubicBezTo>
                      <a:cubicBezTo>
                        <a:pt x="3352729" y="42729"/>
                        <a:pt x="3309999" y="0"/>
                        <a:pt x="3257431" y="0"/>
                      </a:cubicBezTo>
                      <a:close/>
                    </a:path>
                  </a:pathLst>
                </a:custGeom>
                <a:solidFill>
                  <a:srgbClr val="008693"/>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64" name="任意多边形: 形状 63"/>
                <p:cNvSpPr/>
                <p:nvPr>
                  <p:custDataLst>
                    <p:tags r:id="rId7"/>
                  </p:custDataLst>
                </p:nvPr>
              </p:nvSpPr>
              <p:spPr>
                <a:xfrm>
                  <a:off x="5747939" y="3712482"/>
                  <a:ext cx="1208241" cy="556870"/>
                </a:xfrm>
                <a:custGeom>
                  <a:avLst/>
                  <a:gdLst>
                    <a:gd name="connsiteX0" fmla="*/ 95142 w 3221977"/>
                    <a:gd name="connsiteY0" fmla="*/ 1484986 h 1484986"/>
                    <a:gd name="connsiteX1" fmla="*/ 50164 w 3221977"/>
                    <a:gd name="connsiteY1" fmla="*/ 1473601 h 1484986"/>
                    <a:gd name="connsiteX2" fmla="*/ 11370 w 3221977"/>
                    <a:gd name="connsiteY2" fmla="*/ 1344570 h 1484986"/>
                    <a:gd name="connsiteX3" fmla="*/ 549985 w 3221977"/>
                    <a:gd name="connsiteY3" fmla="*/ 342538 h 1484986"/>
                    <a:gd name="connsiteX4" fmla="*/ 1122475 w 3221977"/>
                    <a:gd name="connsiteY4" fmla="*/ 0 h 1484986"/>
                    <a:gd name="connsiteX5" fmla="*/ 3126680 w 3221977"/>
                    <a:gd name="connsiteY5" fmla="*/ 0 h 1484986"/>
                    <a:gd name="connsiteX6" fmla="*/ 3221978 w 3221977"/>
                    <a:gd name="connsiteY6" fmla="*/ 95298 h 1484986"/>
                    <a:gd name="connsiteX7" fmla="*/ 3126680 w 3221977"/>
                    <a:gd name="connsiteY7" fmla="*/ 190595 h 1484986"/>
                    <a:gd name="connsiteX8" fmla="*/ 1122334 w 3221977"/>
                    <a:gd name="connsiteY8" fmla="*/ 190595 h 1484986"/>
                    <a:gd name="connsiteX9" fmla="*/ 717670 w 3221977"/>
                    <a:gd name="connsiteY9" fmla="*/ 432775 h 1484986"/>
                    <a:gd name="connsiteX10" fmla="*/ 179055 w 3221977"/>
                    <a:gd name="connsiteY10" fmla="*/ 1434948 h 1484986"/>
                    <a:gd name="connsiteX11" fmla="*/ 95142 w 3221977"/>
                    <a:gd name="connsiteY11" fmla="*/ 1484986 h 1484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1977" h="1484986">
                      <a:moveTo>
                        <a:pt x="95142" y="1484986"/>
                      </a:moveTo>
                      <a:cubicBezTo>
                        <a:pt x="79962" y="1484986"/>
                        <a:pt x="64500" y="1481331"/>
                        <a:pt x="50164" y="1473601"/>
                      </a:cubicBezTo>
                      <a:cubicBezTo>
                        <a:pt x="3780" y="1448722"/>
                        <a:pt x="-13509" y="1390953"/>
                        <a:pt x="11370" y="1344570"/>
                      </a:cubicBezTo>
                      <a:lnTo>
                        <a:pt x="549985" y="342538"/>
                      </a:lnTo>
                      <a:cubicBezTo>
                        <a:pt x="663274" y="131281"/>
                        <a:pt x="882684" y="0"/>
                        <a:pt x="1122475" y="0"/>
                      </a:cubicBezTo>
                      <a:lnTo>
                        <a:pt x="3126680" y="0"/>
                      </a:lnTo>
                      <a:cubicBezTo>
                        <a:pt x="3179248" y="0"/>
                        <a:pt x="3221978" y="42589"/>
                        <a:pt x="3221978" y="95298"/>
                      </a:cubicBezTo>
                      <a:cubicBezTo>
                        <a:pt x="3221978" y="147866"/>
                        <a:pt x="3179248" y="190595"/>
                        <a:pt x="3126680" y="190595"/>
                      </a:cubicBezTo>
                      <a:lnTo>
                        <a:pt x="1122334" y="190595"/>
                      </a:lnTo>
                      <a:cubicBezTo>
                        <a:pt x="952822" y="190595"/>
                        <a:pt x="797787" y="283363"/>
                        <a:pt x="717670" y="432775"/>
                      </a:cubicBezTo>
                      <a:lnTo>
                        <a:pt x="179055" y="1434948"/>
                      </a:lnTo>
                      <a:cubicBezTo>
                        <a:pt x="161907" y="1466713"/>
                        <a:pt x="129016" y="1484986"/>
                        <a:pt x="95142" y="1484986"/>
                      </a:cubicBezTo>
                      <a:close/>
                    </a:path>
                  </a:pathLst>
                </a:custGeom>
                <a:solidFill>
                  <a:srgbClr val="01B3C5"/>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sp>
            <p:nvSpPr>
              <p:cNvPr id="65" name="任意多边形: 形状 64"/>
              <p:cNvSpPr/>
              <p:nvPr/>
            </p:nvSpPr>
            <p:spPr>
              <a:xfrm rot="5400000">
                <a:off x="13288616" y="3674301"/>
                <a:ext cx="257089" cy="204736"/>
              </a:xfrm>
              <a:custGeom>
                <a:avLst/>
                <a:gdLst>
                  <a:gd name="connsiteX0" fmla="*/ 81702 w 685573"/>
                  <a:gd name="connsiteY0" fmla="*/ 545962 h 545961"/>
                  <a:gd name="connsiteX1" fmla="*/ 53731 w 685573"/>
                  <a:gd name="connsiteY1" fmla="*/ 541042 h 545961"/>
                  <a:gd name="connsiteX2" fmla="*/ 4957 w 685573"/>
                  <a:gd name="connsiteY2" fmla="*/ 436327 h 545961"/>
                  <a:gd name="connsiteX3" fmla="*/ 144531 w 685573"/>
                  <a:gd name="connsiteY3" fmla="*/ 53731 h 545961"/>
                  <a:gd name="connsiteX4" fmla="*/ 249246 w 685573"/>
                  <a:gd name="connsiteY4" fmla="*/ 4957 h 545961"/>
                  <a:gd name="connsiteX5" fmla="*/ 631843 w 685573"/>
                  <a:gd name="connsiteY5" fmla="*/ 144531 h 545961"/>
                  <a:gd name="connsiteX6" fmla="*/ 680616 w 685573"/>
                  <a:gd name="connsiteY6" fmla="*/ 249246 h 545961"/>
                  <a:gd name="connsiteX7" fmla="*/ 575901 w 685573"/>
                  <a:gd name="connsiteY7" fmla="*/ 298019 h 545961"/>
                  <a:gd name="connsiteX8" fmla="*/ 270048 w 685573"/>
                  <a:gd name="connsiteY8" fmla="*/ 186417 h 545961"/>
                  <a:gd name="connsiteX9" fmla="*/ 158446 w 685573"/>
                  <a:gd name="connsiteY9" fmla="*/ 492269 h 545961"/>
                  <a:gd name="connsiteX10" fmla="*/ 81702 w 685573"/>
                  <a:gd name="connsiteY10" fmla="*/ 545962 h 545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573" h="545961">
                    <a:moveTo>
                      <a:pt x="81702" y="545962"/>
                    </a:moveTo>
                    <a:cubicBezTo>
                      <a:pt x="72425" y="545962"/>
                      <a:pt x="63008" y="544416"/>
                      <a:pt x="53731" y="541042"/>
                    </a:cubicBezTo>
                    <a:cubicBezTo>
                      <a:pt x="11423" y="525581"/>
                      <a:pt x="-10504" y="478776"/>
                      <a:pt x="4957" y="436327"/>
                    </a:cubicBezTo>
                    <a:lnTo>
                      <a:pt x="144531" y="53731"/>
                    </a:lnTo>
                    <a:cubicBezTo>
                      <a:pt x="159992" y="11423"/>
                      <a:pt x="206798" y="-10504"/>
                      <a:pt x="249246" y="4957"/>
                    </a:cubicBezTo>
                    <a:lnTo>
                      <a:pt x="631843" y="144531"/>
                    </a:lnTo>
                    <a:cubicBezTo>
                      <a:pt x="674150" y="159992"/>
                      <a:pt x="696077" y="206797"/>
                      <a:pt x="680616" y="249246"/>
                    </a:cubicBezTo>
                    <a:cubicBezTo>
                      <a:pt x="665155" y="291553"/>
                      <a:pt x="618209" y="313480"/>
                      <a:pt x="575901" y="298019"/>
                    </a:cubicBezTo>
                    <a:lnTo>
                      <a:pt x="270048" y="186417"/>
                    </a:lnTo>
                    <a:lnTo>
                      <a:pt x="158446" y="492269"/>
                    </a:lnTo>
                    <a:cubicBezTo>
                      <a:pt x="146358" y="525300"/>
                      <a:pt x="115014" y="545962"/>
                      <a:pt x="81702" y="545962"/>
                    </a:cubicBezTo>
                    <a:close/>
                  </a:path>
                </a:pathLst>
              </a:custGeom>
              <a:solidFill>
                <a:srgbClr val="8F52A8"/>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nvGrpSpPr>
              <p:cNvPr id="66" name="图形 13780"/>
              <p:cNvGrpSpPr/>
              <p:nvPr/>
            </p:nvGrpSpPr>
            <p:grpSpPr>
              <a:xfrm rot="5400000">
                <a:off x="12873394" y="4392697"/>
                <a:ext cx="1042971" cy="520805"/>
                <a:chOff x="5978763" y="3270306"/>
                <a:chExt cx="1042971" cy="520805"/>
              </a:xfrm>
              <a:effectLst/>
            </p:grpSpPr>
            <p:sp>
              <p:nvSpPr>
                <p:cNvPr id="67" name="任意多边形: 形状 66"/>
                <p:cNvSpPr/>
                <p:nvPr>
                  <p:custDataLst>
                    <p:tags r:id="rId4"/>
                  </p:custDataLst>
                </p:nvPr>
              </p:nvSpPr>
              <p:spPr>
                <a:xfrm>
                  <a:off x="5978763" y="3270306"/>
                  <a:ext cx="1042971" cy="520805"/>
                </a:xfrm>
                <a:custGeom>
                  <a:avLst/>
                  <a:gdLst>
                    <a:gd name="connsiteX0" fmla="*/ 2781259 w 2781258"/>
                    <a:gd name="connsiteY0" fmla="*/ 1202575 h 1388813"/>
                    <a:gd name="connsiteX1" fmla="*/ 1090215 w 2781258"/>
                    <a:gd name="connsiteY1" fmla="*/ 1202575 h 1388813"/>
                    <a:gd name="connsiteX2" fmla="*/ 823156 w 2781258"/>
                    <a:gd name="connsiteY2" fmla="*/ 1042621 h 1388813"/>
                    <a:gd name="connsiteX3" fmla="*/ 381385 w 2781258"/>
                    <a:gd name="connsiteY3" fmla="*/ 225141 h 1388813"/>
                    <a:gd name="connsiteX4" fmla="*/ 562563 w 2781258"/>
                    <a:gd name="connsiteY4" fmla="*/ 291203 h 1388813"/>
                    <a:gd name="connsiteX5" fmla="*/ 664889 w 2781258"/>
                    <a:gd name="connsiteY5" fmla="*/ 243554 h 1388813"/>
                    <a:gd name="connsiteX6" fmla="*/ 617240 w 2781258"/>
                    <a:gd name="connsiteY6" fmla="*/ 141228 h 1388813"/>
                    <a:gd name="connsiteX7" fmla="*/ 243498 w 2781258"/>
                    <a:gd name="connsiteY7" fmla="*/ 4888 h 1388813"/>
                    <a:gd name="connsiteX8" fmla="*/ 141172 w 2781258"/>
                    <a:gd name="connsiteY8" fmla="*/ 52537 h 1388813"/>
                    <a:gd name="connsiteX9" fmla="*/ 4832 w 2781258"/>
                    <a:gd name="connsiteY9" fmla="*/ 426278 h 1388813"/>
                    <a:gd name="connsiteX10" fmla="*/ 52481 w 2781258"/>
                    <a:gd name="connsiteY10" fmla="*/ 528604 h 1388813"/>
                    <a:gd name="connsiteX11" fmla="*/ 79749 w 2781258"/>
                    <a:gd name="connsiteY11" fmla="*/ 533523 h 1388813"/>
                    <a:gd name="connsiteX12" fmla="*/ 154666 w 2781258"/>
                    <a:gd name="connsiteY12" fmla="*/ 481095 h 1388813"/>
                    <a:gd name="connsiteX13" fmla="*/ 216370 w 2781258"/>
                    <a:gd name="connsiteY13" fmla="*/ 311865 h 1388813"/>
                    <a:gd name="connsiteX14" fmla="*/ 658985 w 2781258"/>
                    <a:gd name="connsiteY14" fmla="*/ 1130891 h 1388813"/>
                    <a:gd name="connsiteX15" fmla="*/ 1089934 w 2781258"/>
                    <a:gd name="connsiteY15" fmla="*/ 1388813 h 1388813"/>
                    <a:gd name="connsiteX16" fmla="*/ 2781259 w 2781258"/>
                    <a:gd name="connsiteY16" fmla="*/ 1388813 h 1388813"/>
                    <a:gd name="connsiteX17" fmla="*/ 2781259 w 2781258"/>
                    <a:gd name="connsiteY17" fmla="*/ 1202575 h 1388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81258" h="1388813">
                      <a:moveTo>
                        <a:pt x="2781259" y="1202575"/>
                      </a:moveTo>
                      <a:lnTo>
                        <a:pt x="1090215" y="1202575"/>
                      </a:lnTo>
                      <a:cubicBezTo>
                        <a:pt x="978472" y="1202575"/>
                        <a:pt x="876146" y="1141433"/>
                        <a:pt x="823156" y="1042621"/>
                      </a:cubicBezTo>
                      <a:lnTo>
                        <a:pt x="381385" y="225141"/>
                      </a:lnTo>
                      <a:lnTo>
                        <a:pt x="562563" y="291203"/>
                      </a:lnTo>
                      <a:cubicBezTo>
                        <a:pt x="604027" y="306242"/>
                        <a:pt x="649708" y="285018"/>
                        <a:pt x="664889" y="243554"/>
                      </a:cubicBezTo>
                      <a:cubicBezTo>
                        <a:pt x="679928" y="202230"/>
                        <a:pt x="658704" y="156408"/>
                        <a:pt x="617240" y="141228"/>
                      </a:cubicBezTo>
                      <a:lnTo>
                        <a:pt x="243498" y="4888"/>
                      </a:lnTo>
                      <a:cubicBezTo>
                        <a:pt x="202033" y="-10292"/>
                        <a:pt x="156352" y="11072"/>
                        <a:pt x="141172" y="52537"/>
                      </a:cubicBezTo>
                      <a:lnTo>
                        <a:pt x="4832" y="426278"/>
                      </a:lnTo>
                      <a:cubicBezTo>
                        <a:pt x="-10208" y="467602"/>
                        <a:pt x="11016" y="513424"/>
                        <a:pt x="52481" y="528604"/>
                      </a:cubicBezTo>
                      <a:cubicBezTo>
                        <a:pt x="61476" y="531837"/>
                        <a:pt x="70753" y="533523"/>
                        <a:pt x="79749" y="533523"/>
                      </a:cubicBezTo>
                      <a:cubicBezTo>
                        <a:pt x="112358" y="533523"/>
                        <a:pt x="142859" y="513424"/>
                        <a:pt x="154666" y="481095"/>
                      </a:cubicBezTo>
                      <a:lnTo>
                        <a:pt x="216370" y="311865"/>
                      </a:lnTo>
                      <a:lnTo>
                        <a:pt x="658985" y="1130891"/>
                      </a:lnTo>
                      <a:cubicBezTo>
                        <a:pt x="744303" y="1290002"/>
                        <a:pt x="909318" y="1388813"/>
                        <a:pt x="1089934" y="1388813"/>
                      </a:cubicBezTo>
                      <a:lnTo>
                        <a:pt x="2781259" y="1388813"/>
                      </a:lnTo>
                      <a:lnTo>
                        <a:pt x="2781259" y="1202575"/>
                      </a:lnTo>
                      <a:close/>
                    </a:path>
                  </a:pathLst>
                </a:custGeom>
                <a:solidFill>
                  <a:srgbClr val="F17475"/>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68" name="任意多边形: 形状 67"/>
                <p:cNvSpPr/>
                <p:nvPr>
                  <p:custDataLst>
                    <p:tags r:id="rId5"/>
                  </p:custDataLst>
                </p:nvPr>
              </p:nvSpPr>
              <p:spPr>
                <a:xfrm>
                  <a:off x="6033627" y="3275536"/>
                  <a:ext cx="971668" cy="512995"/>
                </a:xfrm>
                <a:custGeom>
                  <a:avLst/>
                  <a:gdLst>
                    <a:gd name="connsiteX0" fmla="*/ 2495677 w 2591114"/>
                    <a:gd name="connsiteY0" fmla="*/ 1367985 h 1367985"/>
                    <a:gd name="connsiteX1" fmla="*/ 973301 w 2591114"/>
                    <a:gd name="connsiteY1" fmla="*/ 1367985 h 1367985"/>
                    <a:gd name="connsiteX2" fmla="*/ 532092 w 2591114"/>
                    <a:gd name="connsiteY2" fmla="*/ 1103878 h 1367985"/>
                    <a:gd name="connsiteX3" fmla="*/ 11468 w 2591114"/>
                    <a:gd name="connsiteY3" fmla="*/ 140640 h 1367985"/>
                    <a:gd name="connsiteX4" fmla="*/ 49981 w 2591114"/>
                    <a:gd name="connsiteY4" fmla="*/ 11468 h 1367985"/>
                    <a:gd name="connsiteX5" fmla="*/ 179153 w 2591114"/>
                    <a:gd name="connsiteY5" fmla="*/ 49981 h 1367985"/>
                    <a:gd name="connsiteX6" fmla="*/ 699918 w 2591114"/>
                    <a:gd name="connsiteY6" fmla="*/ 1013500 h 1367985"/>
                    <a:gd name="connsiteX7" fmla="*/ 973301 w 2591114"/>
                    <a:gd name="connsiteY7" fmla="*/ 1177390 h 1367985"/>
                    <a:gd name="connsiteX8" fmla="*/ 2495817 w 2591114"/>
                    <a:gd name="connsiteY8" fmla="*/ 1177390 h 1367985"/>
                    <a:gd name="connsiteX9" fmla="*/ 2591115 w 2591114"/>
                    <a:gd name="connsiteY9" fmla="*/ 1272687 h 1367985"/>
                    <a:gd name="connsiteX10" fmla="*/ 2495677 w 2591114"/>
                    <a:gd name="connsiteY10" fmla="*/ 1367985 h 1367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91114" h="1367985">
                      <a:moveTo>
                        <a:pt x="2495677" y="1367985"/>
                      </a:moveTo>
                      <a:lnTo>
                        <a:pt x="973301" y="1367985"/>
                      </a:lnTo>
                      <a:cubicBezTo>
                        <a:pt x="788469" y="1367985"/>
                        <a:pt x="619378" y="1266784"/>
                        <a:pt x="532092" y="1103878"/>
                      </a:cubicBezTo>
                      <a:lnTo>
                        <a:pt x="11468" y="140640"/>
                      </a:lnTo>
                      <a:cubicBezTo>
                        <a:pt x="-13551" y="94397"/>
                        <a:pt x="3738" y="36488"/>
                        <a:pt x="49981" y="11468"/>
                      </a:cubicBezTo>
                      <a:cubicBezTo>
                        <a:pt x="96224" y="-13551"/>
                        <a:pt x="154134" y="3738"/>
                        <a:pt x="179153" y="49981"/>
                      </a:cubicBezTo>
                      <a:lnTo>
                        <a:pt x="699918" y="1013500"/>
                      </a:lnTo>
                      <a:cubicBezTo>
                        <a:pt x="754173" y="1114701"/>
                        <a:pt x="858888" y="1177390"/>
                        <a:pt x="973301" y="1177390"/>
                      </a:cubicBezTo>
                      <a:lnTo>
                        <a:pt x="2495817" y="1177390"/>
                      </a:lnTo>
                      <a:cubicBezTo>
                        <a:pt x="2548386" y="1177390"/>
                        <a:pt x="2591115" y="1219979"/>
                        <a:pt x="2591115" y="1272687"/>
                      </a:cubicBezTo>
                      <a:cubicBezTo>
                        <a:pt x="2590975" y="1325256"/>
                        <a:pt x="2548386" y="1367985"/>
                        <a:pt x="2495677" y="1367985"/>
                      </a:cubicBezTo>
                      <a:close/>
                    </a:path>
                  </a:pathLst>
                </a:custGeom>
                <a:solidFill>
                  <a:srgbClr val="F17475"/>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sp>
            <p:nvSpPr>
              <p:cNvPr id="70" name="任意多边形: 形状 69"/>
              <p:cNvSpPr/>
              <p:nvPr/>
            </p:nvSpPr>
            <p:spPr>
              <a:xfrm rot="5400000">
                <a:off x="12589106" y="3878071"/>
                <a:ext cx="248851" cy="216851"/>
              </a:xfrm>
              <a:custGeom>
                <a:avLst/>
                <a:gdLst>
                  <a:gd name="connsiteX0" fmla="*/ 166999 w 663604"/>
                  <a:gd name="connsiteY0" fmla="*/ 578269 h 578268"/>
                  <a:gd name="connsiteX1" fmla="*/ 87022 w 663604"/>
                  <a:gd name="connsiteY1" fmla="*/ 513050 h 578268"/>
                  <a:gd name="connsiteX2" fmla="*/ 1704 w 663604"/>
                  <a:gd name="connsiteY2" fmla="*/ 98126 h 578268"/>
                  <a:gd name="connsiteX3" fmla="*/ 65235 w 663604"/>
                  <a:gd name="connsiteY3" fmla="*/ 1704 h 578268"/>
                  <a:gd name="connsiteX4" fmla="*/ 161658 w 663604"/>
                  <a:gd name="connsiteY4" fmla="*/ 65235 h 578268"/>
                  <a:gd name="connsiteX5" fmla="*/ 230531 w 663604"/>
                  <a:gd name="connsiteY5" fmla="*/ 400183 h 578268"/>
                  <a:gd name="connsiteX6" fmla="*/ 565479 w 663604"/>
                  <a:gd name="connsiteY6" fmla="*/ 331310 h 578268"/>
                  <a:gd name="connsiteX7" fmla="*/ 661901 w 663604"/>
                  <a:gd name="connsiteY7" fmla="*/ 394842 h 578268"/>
                  <a:gd name="connsiteX8" fmla="*/ 598369 w 663604"/>
                  <a:gd name="connsiteY8" fmla="*/ 491264 h 578268"/>
                  <a:gd name="connsiteX9" fmla="*/ 183444 w 663604"/>
                  <a:gd name="connsiteY9" fmla="*/ 576582 h 578268"/>
                  <a:gd name="connsiteX10" fmla="*/ 166999 w 663604"/>
                  <a:gd name="connsiteY10" fmla="*/ 578269 h 57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3604" h="578268">
                    <a:moveTo>
                      <a:pt x="166999" y="578269"/>
                    </a:moveTo>
                    <a:cubicBezTo>
                      <a:pt x="129048" y="578269"/>
                      <a:pt x="95034" y="551703"/>
                      <a:pt x="87022" y="513050"/>
                    </a:cubicBezTo>
                    <a:lnTo>
                      <a:pt x="1704" y="98126"/>
                    </a:lnTo>
                    <a:cubicBezTo>
                      <a:pt x="-7433" y="53991"/>
                      <a:pt x="21100" y="10699"/>
                      <a:pt x="65235" y="1704"/>
                    </a:cubicBezTo>
                    <a:cubicBezTo>
                      <a:pt x="109511" y="-7433"/>
                      <a:pt x="152662" y="21100"/>
                      <a:pt x="161658" y="65235"/>
                    </a:cubicBezTo>
                    <a:lnTo>
                      <a:pt x="230531" y="400183"/>
                    </a:lnTo>
                    <a:lnTo>
                      <a:pt x="565479" y="331310"/>
                    </a:lnTo>
                    <a:cubicBezTo>
                      <a:pt x="609895" y="322314"/>
                      <a:pt x="652905" y="350707"/>
                      <a:pt x="661901" y="394842"/>
                    </a:cubicBezTo>
                    <a:cubicBezTo>
                      <a:pt x="671037" y="438977"/>
                      <a:pt x="642504" y="482268"/>
                      <a:pt x="598369" y="491264"/>
                    </a:cubicBezTo>
                    <a:lnTo>
                      <a:pt x="183444" y="576582"/>
                    </a:lnTo>
                    <a:cubicBezTo>
                      <a:pt x="177962" y="577707"/>
                      <a:pt x="172340" y="578269"/>
                      <a:pt x="166999" y="578269"/>
                    </a:cubicBezTo>
                    <a:close/>
                  </a:path>
                </a:pathLst>
              </a:custGeom>
              <a:solidFill>
                <a:srgbClr val="01B3C5"/>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nvGrpSpPr>
              <p:cNvPr id="71" name="图形 13780"/>
              <p:cNvGrpSpPr/>
              <p:nvPr/>
            </p:nvGrpSpPr>
            <p:grpSpPr>
              <a:xfrm rot="5400000">
                <a:off x="12523264" y="4492215"/>
                <a:ext cx="850333" cy="519182"/>
                <a:chOff x="6173734" y="3717621"/>
                <a:chExt cx="850333" cy="519182"/>
              </a:xfrm>
              <a:effectLst/>
            </p:grpSpPr>
            <p:sp>
              <p:nvSpPr>
                <p:cNvPr id="72" name="任意多边形: 形状 71"/>
                <p:cNvSpPr/>
                <p:nvPr>
                  <p:custDataLst>
                    <p:tags r:id="rId2"/>
                  </p:custDataLst>
                </p:nvPr>
              </p:nvSpPr>
              <p:spPr>
                <a:xfrm>
                  <a:off x="6173734" y="3717621"/>
                  <a:ext cx="839819" cy="519182"/>
                </a:xfrm>
                <a:custGeom>
                  <a:avLst/>
                  <a:gdLst>
                    <a:gd name="connsiteX0" fmla="*/ 1155538 w 2239515"/>
                    <a:gd name="connsiteY0" fmla="*/ 140 h 1384487"/>
                    <a:gd name="connsiteX1" fmla="*/ 583048 w 2239515"/>
                    <a:gd name="connsiteY1" fmla="*/ 342819 h 1384487"/>
                    <a:gd name="connsiteX2" fmla="*/ 199889 w 2239515"/>
                    <a:gd name="connsiteY2" fmla="*/ 1057552 h 1384487"/>
                    <a:gd name="connsiteX3" fmla="*/ 161658 w 2239515"/>
                    <a:gd name="connsiteY3" fmla="*/ 871454 h 1384487"/>
                    <a:gd name="connsiteX4" fmla="*/ 65235 w 2239515"/>
                    <a:gd name="connsiteY4" fmla="*/ 807922 h 1384487"/>
                    <a:gd name="connsiteX5" fmla="*/ 1703 w 2239515"/>
                    <a:gd name="connsiteY5" fmla="*/ 904344 h 1384487"/>
                    <a:gd name="connsiteX6" fmla="*/ 87022 w 2239515"/>
                    <a:gd name="connsiteY6" fmla="*/ 1319269 h 1384487"/>
                    <a:gd name="connsiteX7" fmla="*/ 166999 w 2239515"/>
                    <a:gd name="connsiteY7" fmla="*/ 1384488 h 1384487"/>
                    <a:gd name="connsiteX8" fmla="*/ 183585 w 2239515"/>
                    <a:gd name="connsiteY8" fmla="*/ 1382801 h 1384487"/>
                    <a:gd name="connsiteX9" fmla="*/ 598510 w 2239515"/>
                    <a:gd name="connsiteY9" fmla="*/ 1297483 h 1384487"/>
                    <a:gd name="connsiteX10" fmla="*/ 662042 w 2239515"/>
                    <a:gd name="connsiteY10" fmla="*/ 1201061 h 1384487"/>
                    <a:gd name="connsiteX11" fmla="*/ 565619 w 2239515"/>
                    <a:gd name="connsiteY11" fmla="*/ 1137529 h 1384487"/>
                    <a:gd name="connsiteX12" fmla="*/ 349583 w 2239515"/>
                    <a:gd name="connsiteY12" fmla="*/ 1181945 h 1384487"/>
                    <a:gd name="connsiteX13" fmla="*/ 751155 w 2239515"/>
                    <a:gd name="connsiteY13" fmla="*/ 432775 h 1384487"/>
                    <a:gd name="connsiteX14" fmla="*/ 1155819 w 2239515"/>
                    <a:gd name="connsiteY14" fmla="*/ 190595 h 1384487"/>
                    <a:gd name="connsiteX15" fmla="*/ 2239515 w 2239515"/>
                    <a:gd name="connsiteY15" fmla="*/ 190595 h 1384487"/>
                    <a:gd name="connsiteX16" fmla="*/ 2239515 w 2239515"/>
                    <a:gd name="connsiteY16" fmla="*/ 0 h 1384487"/>
                    <a:gd name="connsiteX17" fmla="*/ 1155538 w 2239515"/>
                    <a:gd name="connsiteY17" fmla="*/ 0 h 1384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39515" h="1384487">
                      <a:moveTo>
                        <a:pt x="1155538" y="140"/>
                      </a:moveTo>
                      <a:cubicBezTo>
                        <a:pt x="915747" y="140"/>
                        <a:pt x="696337" y="131421"/>
                        <a:pt x="583048" y="342819"/>
                      </a:cubicBezTo>
                      <a:lnTo>
                        <a:pt x="199889" y="1057552"/>
                      </a:lnTo>
                      <a:lnTo>
                        <a:pt x="161658" y="871454"/>
                      </a:lnTo>
                      <a:cubicBezTo>
                        <a:pt x="152522" y="827319"/>
                        <a:pt x="109511" y="798786"/>
                        <a:pt x="65235" y="807922"/>
                      </a:cubicBezTo>
                      <a:cubicBezTo>
                        <a:pt x="21100" y="817059"/>
                        <a:pt x="-7433" y="860210"/>
                        <a:pt x="1703" y="904344"/>
                      </a:cubicBezTo>
                      <a:lnTo>
                        <a:pt x="87022" y="1319269"/>
                      </a:lnTo>
                      <a:cubicBezTo>
                        <a:pt x="95033" y="1357922"/>
                        <a:pt x="128908" y="1384488"/>
                        <a:pt x="166999" y="1384488"/>
                      </a:cubicBezTo>
                      <a:cubicBezTo>
                        <a:pt x="172481" y="1384488"/>
                        <a:pt x="177962" y="1383925"/>
                        <a:pt x="183585" y="1382801"/>
                      </a:cubicBezTo>
                      <a:lnTo>
                        <a:pt x="598510" y="1297483"/>
                      </a:lnTo>
                      <a:cubicBezTo>
                        <a:pt x="642645" y="1288346"/>
                        <a:pt x="671178" y="1245196"/>
                        <a:pt x="662042" y="1201061"/>
                      </a:cubicBezTo>
                      <a:cubicBezTo>
                        <a:pt x="652905" y="1156926"/>
                        <a:pt x="609895" y="1128533"/>
                        <a:pt x="565619" y="1137529"/>
                      </a:cubicBezTo>
                      <a:lnTo>
                        <a:pt x="349583" y="1181945"/>
                      </a:lnTo>
                      <a:lnTo>
                        <a:pt x="751155" y="432775"/>
                      </a:lnTo>
                      <a:cubicBezTo>
                        <a:pt x="831272" y="283363"/>
                        <a:pt x="986307" y="190595"/>
                        <a:pt x="1155819" y="190595"/>
                      </a:cubicBezTo>
                      <a:lnTo>
                        <a:pt x="2239515" y="190595"/>
                      </a:lnTo>
                      <a:lnTo>
                        <a:pt x="2239515" y="0"/>
                      </a:lnTo>
                      <a:lnTo>
                        <a:pt x="1155538" y="0"/>
                      </a:lnTo>
                      <a:close/>
                    </a:path>
                  </a:pathLst>
                </a:custGeom>
                <a:solidFill>
                  <a:srgbClr val="DF9112"/>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73" name="任意多边形: 形状 72"/>
                <p:cNvSpPr/>
                <p:nvPr>
                  <p:custDataLst>
                    <p:tags r:id="rId3"/>
                  </p:custDataLst>
                </p:nvPr>
              </p:nvSpPr>
              <p:spPr>
                <a:xfrm>
                  <a:off x="6237597" y="3720903"/>
                  <a:ext cx="786470" cy="470796"/>
                </a:xfrm>
                <a:custGeom>
                  <a:avLst/>
                  <a:gdLst>
                    <a:gd name="connsiteX0" fmla="*/ 167966 w 2097254"/>
                    <a:gd name="connsiteY0" fmla="*/ 1255456 h 1255456"/>
                    <a:gd name="connsiteX1" fmla="*/ 0 w 2097254"/>
                    <a:gd name="connsiteY1" fmla="*/ 1165359 h 1255456"/>
                    <a:gd name="connsiteX2" fmla="*/ 441068 w 2097254"/>
                    <a:gd name="connsiteY2" fmla="*/ 342678 h 1255456"/>
                    <a:gd name="connsiteX3" fmla="*/ 1013558 w 2097254"/>
                    <a:gd name="connsiteY3" fmla="*/ 0 h 1255456"/>
                    <a:gd name="connsiteX4" fmla="*/ 2097255 w 2097254"/>
                    <a:gd name="connsiteY4" fmla="*/ 0 h 1255456"/>
                    <a:gd name="connsiteX5" fmla="*/ 2097255 w 2097254"/>
                    <a:gd name="connsiteY5" fmla="*/ 190595 h 1255456"/>
                    <a:gd name="connsiteX6" fmla="*/ 1013558 w 2097254"/>
                    <a:gd name="connsiteY6" fmla="*/ 190595 h 1255456"/>
                    <a:gd name="connsiteX7" fmla="*/ 608894 w 2097254"/>
                    <a:gd name="connsiteY7" fmla="*/ 432775 h 1255456"/>
                    <a:gd name="connsiteX8" fmla="*/ 167966 w 2097254"/>
                    <a:gd name="connsiteY8" fmla="*/ 1255456 h 1255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7254" h="1255456">
                      <a:moveTo>
                        <a:pt x="167966" y="1255456"/>
                      </a:moveTo>
                      <a:lnTo>
                        <a:pt x="0" y="1165359"/>
                      </a:lnTo>
                      <a:lnTo>
                        <a:pt x="441068" y="342678"/>
                      </a:lnTo>
                      <a:cubicBezTo>
                        <a:pt x="554358" y="131280"/>
                        <a:pt x="773768" y="0"/>
                        <a:pt x="1013558" y="0"/>
                      </a:cubicBezTo>
                      <a:lnTo>
                        <a:pt x="2097255" y="0"/>
                      </a:lnTo>
                      <a:lnTo>
                        <a:pt x="2097255" y="190595"/>
                      </a:lnTo>
                      <a:lnTo>
                        <a:pt x="1013558" y="190595"/>
                      </a:lnTo>
                      <a:cubicBezTo>
                        <a:pt x="844046" y="190595"/>
                        <a:pt x="689012" y="283363"/>
                        <a:pt x="608894" y="432775"/>
                      </a:cubicBezTo>
                      <a:lnTo>
                        <a:pt x="167966" y="1255456"/>
                      </a:lnTo>
                      <a:close/>
                    </a:path>
                  </a:pathLst>
                </a:custGeom>
                <a:solidFill>
                  <a:srgbClr val="FFBF53"/>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sp>
            <p:nvSpPr>
              <p:cNvPr id="74" name="任意多边形: 形状 73"/>
              <p:cNvSpPr/>
              <p:nvPr/>
            </p:nvSpPr>
            <p:spPr>
              <a:xfrm rot="5400000">
                <a:off x="12675474" y="4355712"/>
                <a:ext cx="248851" cy="216851"/>
              </a:xfrm>
              <a:custGeom>
                <a:avLst/>
                <a:gdLst>
                  <a:gd name="connsiteX0" fmla="*/ 166858 w 663604"/>
                  <a:gd name="connsiteY0" fmla="*/ 578269 h 578268"/>
                  <a:gd name="connsiteX1" fmla="*/ 87022 w 663604"/>
                  <a:gd name="connsiteY1" fmla="*/ 513050 h 578268"/>
                  <a:gd name="connsiteX2" fmla="*/ 1703 w 663604"/>
                  <a:gd name="connsiteY2" fmla="*/ 98126 h 578268"/>
                  <a:gd name="connsiteX3" fmla="*/ 65235 w 663604"/>
                  <a:gd name="connsiteY3" fmla="*/ 1703 h 578268"/>
                  <a:gd name="connsiteX4" fmla="*/ 161658 w 663604"/>
                  <a:gd name="connsiteY4" fmla="*/ 65235 h 578268"/>
                  <a:gd name="connsiteX5" fmla="*/ 230531 w 663604"/>
                  <a:gd name="connsiteY5" fmla="*/ 400183 h 578268"/>
                  <a:gd name="connsiteX6" fmla="*/ 565479 w 663604"/>
                  <a:gd name="connsiteY6" fmla="*/ 331310 h 578268"/>
                  <a:gd name="connsiteX7" fmla="*/ 661901 w 663604"/>
                  <a:gd name="connsiteY7" fmla="*/ 394842 h 578268"/>
                  <a:gd name="connsiteX8" fmla="*/ 598369 w 663604"/>
                  <a:gd name="connsiteY8" fmla="*/ 491264 h 578268"/>
                  <a:gd name="connsiteX9" fmla="*/ 183444 w 663604"/>
                  <a:gd name="connsiteY9" fmla="*/ 576582 h 578268"/>
                  <a:gd name="connsiteX10" fmla="*/ 166858 w 663604"/>
                  <a:gd name="connsiteY10" fmla="*/ 578269 h 57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3604" h="578268">
                    <a:moveTo>
                      <a:pt x="166858" y="578269"/>
                    </a:moveTo>
                    <a:cubicBezTo>
                      <a:pt x="128908" y="578269"/>
                      <a:pt x="94893" y="551703"/>
                      <a:pt x="87022" y="513050"/>
                    </a:cubicBezTo>
                    <a:lnTo>
                      <a:pt x="1703" y="98126"/>
                    </a:lnTo>
                    <a:cubicBezTo>
                      <a:pt x="-7433" y="53991"/>
                      <a:pt x="21100" y="10699"/>
                      <a:pt x="65235" y="1703"/>
                    </a:cubicBezTo>
                    <a:cubicBezTo>
                      <a:pt x="109511" y="-7433"/>
                      <a:pt x="152662" y="21100"/>
                      <a:pt x="161658" y="65235"/>
                    </a:cubicBezTo>
                    <a:lnTo>
                      <a:pt x="230531" y="400183"/>
                    </a:lnTo>
                    <a:lnTo>
                      <a:pt x="565479" y="331310"/>
                    </a:lnTo>
                    <a:cubicBezTo>
                      <a:pt x="609754" y="322314"/>
                      <a:pt x="652905" y="350707"/>
                      <a:pt x="661901" y="394842"/>
                    </a:cubicBezTo>
                    <a:cubicBezTo>
                      <a:pt x="671037" y="438977"/>
                      <a:pt x="642504" y="482269"/>
                      <a:pt x="598369" y="491264"/>
                    </a:cubicBezTo>
                    <a:lnTo>
                      <a:pt x="183444" y="576582"/>
                    </a:lnTo>
                    <a:cubicBezTo>
                      <a:pt x="177822" y="577707"/>
                      <a:pt x="172340" y="578269"/>
                      <a:pt x="166858" y="578269"/>
                    </a:cubicBezTo>
                    <a:close/>
                  </a:path>
                </a:pathLst>
              </a:custGeom>
              <a:solidFill>
                <a:srgbClr val="FFBF53"/>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sp>
            <p:nvSpPr>
              <p:cNvPr id="75" name="任意多边形: 形状 74"/>
              <p:cNvSpPr/>
              <p:nvPr/>
            </p:nvSpPr>
            <p:spPr>
              <a:xfrm rot="5400000">
                <a:off x="13093685" y="3232737"/>
                <a:ext cx="160103" cy="258919"/>
              </a:xfrm>
              <a:custGeom>
                <a:avLst/>
                <a:gdLst>
                  <a:gd name="connsiteX0" fmla="*/ 345103 w 426942"/>
                  <a:gd name="connsiteY0" fmla="*/ 690452 h 690451"/>
                  <a:gd name="connsiteX1" fmla="*/ 287334 w 426942"/>
                  <a:gd name="connsiteY1" fmla="*/ 666557 h 690451"/>
                  <a:gd name="connsiteX2" fmla="*/ 23930 w 426942"/>
                  <a:gd name="connsiteY2" fmla="*/ 403012 h 690451"/>
                  <a:gd name="connsiteX3" fmla="*/ 23930 w 426942"/>
                  <a:gd name="connsiteY3" fmla="*/ 287474 h 690451"/>
                  <a:gd name="connsiteX4" fmla="*/ 287475 w 426942"/>
                  <a:gd name="connsiteY4" fmla="*/ 23930 h 690451"/>
                  <a:gd name="connsiteX5" fmla="*/ 403013 w 426942"/>
                  <a:gd name="connsiteY5" fmla="*/ 23930 h 690451"/>
                  <a:gd name="connsiteX6" fmla="*/ 403013 w 426942"/>
                  <a:gd name="connsiteY6" fmla="*/ 139468 h 690451"/>
                  <a:gd name="connsiteX7" fmla="*/ 197237 w 426942"/>
                  <a:gd name="connsiteY7" fmla="*/ 345243 h 690451"/>
                  <a:gd name="connsiteX8" fmla="*/ 403013 w 426942"/>
                  <a:gd name="connsiteY8" fmla="*/ 551019 h 690451"/>
                  <a:gd name="connsiteX9" fmla="*/ 403013 w 426942"/>
                  <a:gd name="connsiteY9" fmla="*/ 666557 h 690451"/>
                  <a:gd name="connsiteX10" fmla="*/ 345103 w 426942"/>
                  <a:gd name="connsiteY10" fmla="*/ 690452 h 69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942" h="690451">
                    <a:moveTo>
                      <a:pt x="345103" y="690452"/>
                    </a:moveTo>
                    <a:cubicBezTo>
                      <a:pt x="324160" y="690452"/>
                      <a:pt x="303358" y="682440"/>
                      <a:pt x="287334" y="666557"/>
                    </a:cubicBezTo>
                    <a:lnTo>
                      <a:pt x="23930" y="403012"/>
                    </a:lnTo>
                    <a:cubicBezTo>
                      <a:pt x="-7977" y="371106"/>
                      <a:pt x="-7977" y="319381"/>
                      <a:pt x="23930" y="287474"/>
                    </a:cubicBezTo>
                    <a:lnTo>
                      <a:pt x="287475" y="23930"/>
                    </a:lnTo>
                    <a:cubicBezTo>
                      <a:pt x="319381" y="-7977"/>
                      <a:pt x="371106" y="-7977"/>
                      <a:pt x="403013" y="23930"/>
                    </a:cubicBezTo>
                    <a:cubicBezTo>
                      <a:pt x="434919" y="55836"/>
                      <a:pt x="434919" y="107561"/>
                      <a:pt x="403013" y="139468"/>
                    </a:cubicBezTo>
                    <a:lnTo>
                      <a:pt x="197237" y="345243"/>
                    </a:lnTo>
                    <a:lnTo>
                      <a:pt x="403013" y="551019"/>
                    </a:lnTo>
                    <a:cubicBezTo>
                      <a:pt x="434919" y="582925"/>
                      <a:pt x="434919" y="634651"/>
                      <a:pt x="403013" y="666557"/>
                    </a:cubicBezTo>
                    <a:cubicBezTo>
                      <a:pt x="386989" y="682440"/>
                      <a:pt x="366046" y="690452"/>
                      <a:pt x="345103" y="690452"/>
                    </a:cubicBezTo>
                    <a:close/>
                  </a:path>
                </a:pathLst>
              </a:custGeom>
              <a:solidFill>
                <a:srgbClr val="00AF92"/>
              </a:solidFill>
              <a:ln>
                <a:noFill/>
              </a:ln>
              <a:effectLst/>
            </p:spPr>
            <p:txBody>
              <a:bodyPr vert="horz" wrap="square" lIns="25718" tIns="12859" rIns="25718" bIns="12859" numCol="1" anchor="t" anchorCtr="0" compatLnSpc="1"/>
              <a:lstStyle/>
              <a:p>
                <a:endParaRPr lang="zh-CN" altLang="en-US" sz="505">
                  <a:solidFill>
                    <a:prstClr val="black"/>
                  </a:solidFill>
                  <a:latin typeface="Lato"/>
                </a:endParaRPr>
              </a:p>
            </p:txBody>
          </p:sp>
        </p:grpSp>
      </p:grpSp>
      <p:grpSp>
        <p:nvGrpSpPr>
          <p:cNvPr id="20" name="组合 19"/>
          <p:cNvGrpSpPr/>
          <p:nvPr/>
        </p:nvGrpSpPr>
        <p:grpSpPr>
          <a:xfrm>
            <a:off x="3424659" y="810943"/>
            <a:ext cx="5342683" cy="1251018"/>
            <a:chOff x="3424659" y="810943"/>
            <a:chExt cx="5342683" cy="1251018"/>
          </a:xfrm>
        </p:grpSpPr>
        <p:grpSp>
          <p:nvGrpSpPr>
            <p:cNvPr id="139" name="组合 138"/>
            <p:cNvGrpSpPr/>
            <p:nvPr/>
          </p:nvGrpSpPr>
          <p:grpSpPr>
            <a:xfrm>
              <a:off x="3424659" y="810943"/>
              <a:ext cx="1251021" cy="1251018"/>
              <a:chOff x="1555294" y="2151768"/>
              <a:chExt cx="1217326" cy="1217326"/>
            </a:xfrm>
          </p:grpSpPr>
          <p:sp>
            <p:nvSpPr>
              <p:cNvPr id="140" name="椭圆 139"/>
              <p:cNvSpPr/>
              <p:nvPr/>
            </p:nvSpPr>
            <p:spPr>
              <a:xfrm rot="19741494">
                <a:off x="1555294" y="2151768"/>
                <a:ext cx="1217326" cy="1217326"/>
              </a:xfrm>
              <a:prstGeom prst="ellipse">
                <a:avLst/>
              </a:prstGeom>
              <a:solidFill>
                <a:schemeClr val="accent1">
                  <a:alpha val="10000"/>
                </a:schemeClr>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Roboto" panose="02000000000000000000"/>
                  <a:ea typeface="思源黑体 CN Regular" panose="020B0500000000000000" charset="-122"/>
                </a:endParaRPr>
              </a:p>
            </p:txBody>
          </p:sp>
          <p:grpSp>
            <p:nvGrpSpPr>
              <p:cNvPr id="141" name="组合 140"/>
              <p:cNvGrpSpPr/>
              <p:nvPr/>
            </p:nvGrpSpPr>
            <p:grpSpPr>
              <a:xfrm>
                <a:off x="1617082" y="2252446"/>
                <a:ext cx="1123408" cy="1015972"/>
                <a:chOff x="1617082" y="2252446"/>
                <a:chExt cx="1123408" cy="1015972"/>
              </a:xfrm>
            </p:grpSpPr>
            <p:sp>
              <p:nvSpPr>
                <p:cNvPr id="142" name="椭圆 141"/>
                <p:cNvSpPr/>
                <p:nvPr/>
              </p:nvSpPr>
              <p:spPr>
                <a:xfrm>
                  <a:off x="1655972" y="2252446"/>
                  <a:ext cx="1015968" cy="1015972"/>
                </a:xfrm>
                <a:prstGeom prst="ellipse">
                  <a:avLst/>
                </a:prstGeom>
                <a:gradFill>
                  <a:gsLst>
                    <a:gs pos="0">
                      <a:schemeClr val="accent1">
                        <a:alpha val="50000"/>
                      </a:schemeClr>
                    </a:gs>
                    <a:gs pos="50900">
                      <a:schemeClr val="accent1">
                        <a:lumMod val="20000"/>
                        <a:lumOff val="80000"/>
                        <a:alpha val="0"/>
                      </a:schemeClr>
                    </a:gs>
                    <a:gs pos="100000">
                      <a:schemeClr val="accent1">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143" name="图片 142" descr="杯子里有饮料&#10;&#10;低可信度描述已自动生成"/>
                <p:cNvPicPr>
                  <a:picLocks noChangeAspect="1"/>
                </p:cNvPicPr>
                <p:nvPr/>
              </p:nvPicPr>
              <p:blipFill>
                <a:blip r:embed="rId1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617082" y="2257216"/>
                  <a:ext cx="1123408" cy="1006431"/>
                </a:xfrm>
                <a:prstGeom prst="rect">
                  <a:avLst/>
                </a:prstGeom>
              </p:spPr>
            </p:pic>
          </p:grpSp>
        </p:grpSp>
        <p:sp>
          <p:nvSpPr>
            <p:cNvPr id="144" name="文本框 143"/>
            <p:cNvSpPr txBox="1"/>
            <p:nvPr/>
          </p:nvSpPr>
          <p:spPr>
            <a:xfrm>
              <a:off x="3547468" y="1144065"/>
              <a:ext cx="1005403" cy="584775"/>
            </a:xfrm>
            <a:prstGeom prst="rect">
              <a:avLst/>
            </a:prstGeom>
            <a:noFill/>
          </p:spPr>
          <p:txBody>
            <a:bodyPr wrap="square" rtlCol="0">
              <a:spAutoFit/>
            </a:bodyPr>
            <a:lstStyle/>
            <a:p>
              <a:pPr algn="ctr" defTabSz="685800"/>
              <a:r>
                <a:rPr lang="zh-CN" altLang="en-US" sz="1600" b="1" dirty="0">
                  <a:solidFill>
                    <a:schemeClr val="accent1"/>
                  </a:solidFill>
                  <a:effectLst>
                    <a:glow rad="76200">
                      <a:schemeClr val="bg1">
                        <a:alpha val="60000"/>
                      </a:schemeClr>
                    </a:glow>
                  </a:effectLst>
                  <a:latin typeface="+mj-ea"/>
                  <a:ea typeface="+mj-ea"/>
                  <a:cs typeface="Arial" panose="020B0604020202020204" pitchFamily="34" charset="0"/>
                </a:rPr>
                <a:t>在线学习自主学习</a:t>
              </a:r>
            </a:p>
          </p:txBody>
        </p:sp>
        <p:grpSp>
          <p:nvGrpSpPr>
            <p:cNvPr id="147" name="组合 146"/>
            <p:cNvGrpSpPr/>
            <p:nvPr/>
          </p:nvGrpSpPr>
          <p:grpSpPr>
            <a:xfrm>
              <a:off x="7516321" y="810943"/>
              <a:ext cx="1251021" cy="1251018"/>
              <a:chOff x="1555294" y="2151768"/>
              <a:chExt cx="1217326" cy="1217326"/>
            </a:xfrm>
          </p:grpSpPr>
          <p:sp>
            <p:nvSpPr>
              <p:cNvPr id="149" name="椭圆 148"/>
              <p:cNvSpPr/>
              <p:nvPr/>
            </p:nvSpPr>
            <p:spPr>
              <a:xfrm rot="19741494">
                <a:off x="1555294" y="2151768"/>
                <a:ext cx="1217326" cy="1217326"/>
              </a:xfrm>
              <a:prstGeom prst="ellipse">
                <a:avLst/>
              </a:prstGeom>
              <a:solidFill>
                <a:schemeClr val="accent6">
                  <a:alpha val="10000"/>
                </a:schemeClr>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Roboto" panose="02000000000000000000"/>
                  <a:ea typeface="思源黑体 CN Regular" panose="020B0500000000000000" charset="-122"/>
                </a:endParaRPr>
              </a:p>
            </p:txBody>
          </p:sp>
          <p:grpSp>
            <p:nvGrpSpPr>
              <p:cNvPr id="150" name="组合 149"/>
              <p:cNvGrpSpPr/>
              <p:nvPr/>
            </p:nvGrpSpPr>
            <p:grpSpPr>
              <a:xfrm>
                <a:off x="1617083" y="2252446"/>
                <a:ext cx="1123408" cy="1015972"/>
                <a:chOff x="1617083" y="2252446"/>
                <a:chExt cx="1123408" cy="1015972"/>
              </a:xfrm>
            </p:grpSpPr>
            <p:sp>
              <p:nvSpPr>
                <p:cNvPr id="151" name="椭圆 150"/>
                <p:cNvSpPr/>
                <p:nvPr/>
              </p:nvSpPr>
              <p:spPr>
                <a:xfrm>
                  <a:off x="1655972" y="2252446"/>
                  <a:ext cx="1015968" cy="1015972"/>
                </a:xfrm>
                <a:prstGeom prst="ellipse">
                  <a:avLst/>
                </a:prstGeom>
                <a:gradFill>
                  <a:gsLst>
                    <a:gs pos="0">
                      <a:schemeClr val="accent6">
                        <a:alpha val="50000"/>
                      </a:schemeClr>
                    </a:gs>
                    <a:gs pos="50900">
                      <a:schemeClr val="accent6">
                        <a:lumMod val="20000"/>
                        <a:lumOff val="80000"/>
                        <a:alpha val="0"/>
                      </a:schemeClr>
                    </a:gs>
                    <a:gs pos="100000">
                      <a:schemeClr val="accent6">
                        <a:alpha val="5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152" name="图片 151" descr="杯子里有饮料&#10;&#10;低可信度描述已自动生成"/>
                <p:cNvPicPr>
                  <a:picLocks noChangeAspect="1"/>
                </p:cNvPicPr>
                <p:nvPr/>
              </p:nvPicPr>
              <p:blipFill>
                <a:blip r:embed="rId11"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617083" y="2257216"/>
                  <a:ext cx="1123408" cy="1006431"/>
                </a:xfrm>
                <a:prstGeom prst="rect">
                  <a:avLst/>
                </a:prstGeom>
              </p:spPr>
            </p:pic>
          </p:grpSp>
        </p:grpSp>
        <p:sp>
          <p:nvSpPr>
            <p:cNvPr id="148" name="文本框 147"/>
            <p:cNvSpPr txBox="1"/>
            <p:nvPr/>
          </p:nvSpPr>
          <p:spPr>
            <a:xfrm>
              <a:off x="7639130" y="1144065"/>
              <a:ext cx="1005403" cy="584775"/>
            </a:xfrm>
            <a:prstGeom prst="rect">
              <a:avLst/>
            </a:prstGeom>
            <a:noFill/>
          </p:spPr>
          <p:txBody>
            <a:bodyPr wrap="none" rtlCol="0">
              <a:spAutoFit/>
            </a:bodyPr>
            <a:lstStyle/>
            <a:p>
              <a:pPr algn="ctr" defTabSz="685800"/>
              <a:r>
                <a:rPr lang="zh-CN" altLang="en-US" sz="1600" b="1" dirty="0">
                  <a:solidFill>
                    <a:schemeClr val="accent6"/>
                  </a:solidFill>
                  <a:effectLst>
                    <a:glow rad="76200">
                      <a:schemeClr val="bg1">
                        <a:alpha val="60000"/>
                      </a:schemeClr>
                    </a:glow>
                  </a:effectLst>
                  <a:latin typeface="+mj-ea"/>
                  <a:ea typeface="+mj-ea"/>
                  <a:cs typeface="Arial" panose="020B0604020202020204" pitchFamily="34" charset="0"/>
                </a:rPr>
                <a:t>学生反馈</a:t>
              </a:r>
              <a:endParaRPr lang="en-US" altLang="zh-CN" sz="1600" b="1" dirty="0">
                <a:solidFill>
                  <a:schemeClr val="accent6"/>
                </a:solidFill>
                <a:effectLst>
                  <a:glow rad="76200">
                    <a:schemeClr val="bg1">
                      <a:alpha val="60000"/>
                    </a:schemeClr>
                  </a:glow>
                </a:effectLst>
                <a:latin typeface="+mj-ea"/>
                <a:ea typeface="+mj-ea"/>
                <a:cs typeface="Arial" panose="020B0604020202020204" pitchFamily="34" charset="0"/>
              </a:endParaRPr>
            </a:p>
            <a:p>
              <a:pPr algn="ctr" defTabSz="685800"/>
              <a:r>
                <a:rPr lang="zh-CN" altLang="en-US" sz="1600" b="1" dirty="0">
                  <a:solidFill>
                    <a:schemeClr val="accent6"/>
                  </a:solidFill>
                  <a:effectLst>
                    <a:glow rad="76200">
                      <a:schemeClr val="bg1">
                        <a:alpha val="60000"/>
                      </a:schemeClr>
                    </a:glow>
                  </a:effectLst>
                  <a:latin typeface="+mj-ea"/>
                  <a:ea typeface="+mj-ea"/>
                  <a:cs typeface="Arial" panose="020B0604020202020204" pitchFamily="34" charset="0"/>
                </a:rPr>
                <a:t>评价收集</a:t>
              </a:r>
            </a:p>
          </p:txBody>
        </p:sp>
      </p:grpSp>
      <p:grpSp>
        <p:nvGrpSpPr>
          <p:cNvPr id="29" name="组合 28"/>
          <p:cNvGrpSpPr/>
          <p:nvPr/>
        </p:nvGrpSpPr>
        <p:grpSpPr>
          <a:xfrm>
            <a:off x="1069633" y="1711257"/>
            <a:ext cx="10052734" cy="494406"/>
            <a:chOff x="1069633" y="1711257"/>
            <a:chExt cx="10052734" cy="494406"/>
          </a:xfrm>
        </p:grpSpPr>
        <p:grpSp>
          <p:nvGrpSpPr>
            <p:cNvPr id="21" name="组合 20"/>
            <p:cNvGrpSpPr/>
            <p:nvPr/>
          </p:nvGrpSpPr>
          <p:grpSpPr>
            <a:xfrm>
              <a:off x="1069633" y="1711257"/>
              <a:ext cx="2257031" cy="494406"/>
              <a:chOff x="1069633" y="1711257"/>
              <a:chExt cx="2257031" cy="494406"/>
            </a:xfrm>
          </p:grpSpPr>
          <p:sp>
            <p:nvSpPr>
              <p:cNvPr id="92" name="平行四边形 91"/>
              <p:cNvSpPr/>
              <p:nvPr/>
            </p:nvSpPr>
            <p:spPr>
              <a:xfrm>
                <a:off x="1069633" y="1711257"/>
                <a:ext cx="2257031" cy="494406"/>
              </a:xfrm>
              <a:prstGeom prst="parallelogram">
                <a:avLst/>
              </a:prstGeom>
              <a:gradFill>
                <a:gsLst>
                  <a:gs pos="100000">
                    <a:schemeClr val="accent1"/>
                  </a:gs>
                  <a:gs pos="0">
                    <a:schemeClr val="accent1">
                      <a:lumMod val="60000"/>
                      <a:lumOff val="4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p:cNvSpPr txBox="1"/>
              <p:nvPr/>
            </p:nvSpPr>
            <p:spPr>
              <a:xfrm>
                <a:off x="1336374" y="1758405"/>
                <a:ext cx="1723549" cy="400110"/>
              </a:xfrm>
              <a:prstGeom prst="rect">
                <a:avLst/>
              </a:prstGeom>
              <a:noFill/>
            </p:spPr>
            <p:txBody>
              <a:bodyPr wrap="none">
                <a:spAutoFit/>
              </a:bodyPr>
              <a:lstStyle/>
              <a:p>
                <a:pPr marL="0" lvl="1" algn="r"/>
                <a:r>
                  <a:rPr lang="zh-CN" altLang="en-US" sz="2000" b="0" i="0" dirty="0">
                    <a:solidFill>
                      <a:schemeClr val="bg1"/>
                    </a:solidFill>
                    <a:latin typeface="思源宋体 CN Heavy" panose="02020900000000000000" pitchFamily="18" charset="-122"/>
                    <a:ea typeface="思源宋体 CN Heavy" panose="02020900000000000000" pitchFamily="18" charset="-122"/>
                  </a:rPr>
                  <a:t>在线课程</a:t>
                </a:r>
                <a:r>
                  <a:rPr lang="zh-CN" altLang="en-US" sz="2000" b="0" i="0" dirty="0">
                    <a:solidFill>
                      <a:srgbClr val="FFFF00"/>
                    </a:solidFill>
                    <a:latin typeface="思源宋体 CN Heavy" panose="02020900000000000000" pitchFamily="18" charset="-122"/>
                    <a:ea typeface="思源宋体 CN Heavy" panose="02020900000000000000" pitchFamily="18" charset="-122"/>
                  </a:rPr>
                  <a:t>平台</a:t>
                </a:r>
              </a:p>
            </p:txBody>
          </p:sp>
        </p:grpSp>
        <p:grpSp>
          <p:nvGrpSpPr>
            <p:cNvPr id="28" name="组合 27"/>
            <p:cNvGrpSpPr/>
            <p:nvPr/>
          </p:nvGrpSpPr>
          <p:grpSpPr>
            <a:xfrm>
              <a:off x="8865336" y="1711257"/>
              <a:ext cx="2257031" cy="494406"/>
              <a:chOff x="8865336" y="1711257"/>
              <a:chExt cx="2257031" cy="494406"/>
            </a:xfrm>
          </p:grpSpPr>
          <p:sp>
            <p:nvSpPr>
              <p:cNvPr id="95" name="平行四边形 94"/>
              <p:cNvSpPr/>
              <p:nvPr/>
            </p:nvSpPr>
            <p:spPr>
              <a:xfrm flipH="1">
                <a:off x="8865336" y="1711257"/>
                <a:ext cx="2257031" cy="494406"/>
              </a:xfrm>
              <a:prstGeom prst="parallelogram">
                <a:avLst/>
              </a:prstGeom>
              <a:gradFill>
                <a:gsLst>
                  <a:gs pos="100000">
                    <a:schemeClr val="accent6"/>
                  </a:gs>
                  <a:gs pos="0">
                    <a:schemeClr val="accent6">
                      <a:lumMod val="60000"/>
                      <a:lumOff val="4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9260316" y="1758405"/>
                <a:ext cx="1467069" cy="400110"/>
              </a:xfrm>
              <a:prstGeom prst="rect">
                <a:avLst/>
              </a:prstGeom>
              <a:noFill/>
            </p:spPr>
            <p:txBody>
              <a:bodyPr wrap="none">
                <a:spAutoFit/>
              </a:bodyPr>
              <a:lstStyle/>
              <a:p>
                <a:pPr marL="0" lvl="1" algn="r"/>
                <a:r>
                  <a:rPr lang="zh-CN" altLang="en-US" sz="2000" b="0" i="0" dirty="0">
                    <a:solidFill>
                      <a:schemeClr val="bg1"/>
                    </a:solidFill>
                    <a:latin typeface="思源宋体 CN Heavy" panose="02020900000000000000" pitchFamily="18" charset="-122"/>
                    <a:ea typeface="思源宋体 CN Heavy" panose="02020900000000000000" pitchFamily="18" charset="-122"/>
                  </a:rPr>
                  <a:t>以</a:t>
                </a:r>
                <a:r>
                  <a:rPr lang="zh-CN" altLang="en-US" sz="2000" b="0" i="0" dirty="0">
                    <a:solidFill>
                      <a:srgbClr val="FFFF00"/>
                    </a:solidFill>
                    <a:latin typeface="思源宋体 CN Heavy" panose="02020900000000000000" pitchFamily="18" charset="-122"/>
                    <a:ea typeface="思源宋体 CN Heavy" panose="02020900000000000000" pitchFamily="18" charset="-122"/>
                  </a:rPr>
                  <a:t>美德育劳</a:t>
                </a:r>
                <a:endParaRPr lang="en-US" altLang="zh-CN" sz="2000" b="0" i="0" dirty="0">
                  <a:solidFill>
                    <a:srgbClr val="FFFF00"/>
                  </a:solidFill>
                  <a:latin typeface="思源宋体 CN Heavy" panose="02020900000000000000" pitchFamily="18" charset="-122"/>
                  <a:ea typeface="思源宋体 CN Heavy" panose="02020900000000000000" pitchFamily="18" charset="-122"/>
                </a:endParaRPr>
              </a:p>
            </p:txBody>
          </p:sp>
        </p:grpSp>
      </p:grpSp>
      <p:grpSp>
        <p:nvGrpSpPr>
          <p:cNvPr id="34" name="组合 33"/>
          <p:cNvGrpSpPr/>
          <p:nvPr/>
        </p:nvGrpSpPr>
        <p:grpSpPr>
          <a:xfrm>
            <a:off x="1069633" y="5514518"/>
            <a:ext cx="10052734" cy="494406"/>
            <a:chOff x="1069633" y="5514518"/>
            <a:chExt cx="10052734" cy="494406"/>
          </a:xfrm>
        </p:grpSpPr>
        <p:sp>
          <p:nvSpPr>
            <p:cNvPr id="160" name="平行四边形 159"/>
            <p:cNvSpPr/>
            <p:nvPr/>
          </p:nvSpPr>
          <p:spPr>
            <a:xfrm>
              <a:off x="1069633" y="5514518"/>
              <a:ext cx="2257031" cy="494406"/>
            </a:xfrm>
            <a:prstGeom prst="parallelogram">
              <a:avLst/>
            </a:prstGeom>
            <a:gradFill>
              <a:gsLst>
                <a:gs pos="100000">
                  <a:schemeClr val="accent1"/>
                </a:gs>
                <a:gs pos="0">
                  <a:schemeClr val="accent1">
                    <a:lumMod val="60000"/>
                    <a:lumOff val="4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平行四边形 160"/>
            <p:cNvSpPr/>
            <p:nvPr/>
          </p:nvSpPr>
          <p:spPr>
            <a:xfrm flipH="1">
              <a:off x="8865336" y="5514518"/>
              <a:ext cx="2257031" cy="494406"/>
            </a:xfrm>
            <a:prstGeom prst="parallelogram">
              <a:avLst/>
            </a:prstGeom>
            <a:gradFill>
              <a:gsLst>
                <a:gs pos="100000">
                  <a:schemeClr val="accent6"/>
                </a:gs>
                <a:gs pos="0">
                  <a:schemeClr val="accent6">
                    <a:lumMod val="60000"/>
                    <a:lumOff val="4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文本框 165"/>
            <p:cNvSpPr txBox="1"/>
            <p:nvPr/>
          </p:nvSpPr>
          <p:spPr>
            <a:xfrm>
              <a:off x="1336374" y="5561666"/>
              <a:ext cx="1723549" cy="400110"/>
            </a:xfrm>
            <a:prstGeom prst="rect">
              <a:avLst/>
            </a:prstGeom>
            <a:noFill/>
          </p:spPr>
          <p:txBody>
            <a:bodyPr wrap="none">
              <a:spAutoFit/>
            </a:bodyPr>
            <a:lstStyle/>
            <a:p>
              <a:pPr marL="0" lvl="1" algn="r"/>
              <a:r>
                <a:rPr lang="zh-CN" altLang="en-US" sz="2000" b="0" i="0" dirty="0">
                  <a:solidFill>
                    <a:schemeClr val="bg1"/>
                  </a:solidFill>
                  <a:latin typeface="思源宋体 CN Heavy" panose="02020900000000000000" pitchFamily="18" charset="-122"/>
                  <a:ea typeface="思源宋体 CN Heavy" panose="02020900000000000000" pitchFamily="18" charset="-122"/>
                </a:rPr>
                <a:t>培养学习</a:t>
              </a:r>
              <a:r>
                <a:rPr lang="zh-CN" altLang="en-US" sz="2000" b="0" i="0" dirty="0">
                  <a:solidFill>
                    <a:srgbClr val="FFFF00"/>
                  </a:solidFill>
                  <a:latin typeface="思源宋体 CN Heavy" panose="02020900000000000000" pitchFamily="18" charset="-122"/>
                  <a:ea typeface="思源宋体 CN Heavy" panose="02020900000000000000" pitchFamily="18" charset="-122"/>
                </a:rPr>
                <a:t>能力</a:t>
              </a:r>
              <a:endParaRPr lang="en-US" altLang="zh-CN" sz="2000" b="0" i="0" dirty="0">
                <a:solidFill>
                  <a:srgbClr val="FFFF00"/>
                </a:solidFill>
                <a:latin typeface="思源宋体 CN Heavy" panose="02020900000000000000" pitchFamily="18" charset="-122"/>
                <a:ea typeface="思源宋体 CN Heavy" panose="02020900000000000000" pitchFamily="18" charset="-122"/>
              </a:endParaRPr>
            </a:p>
          </p:txBody>
        </p:sp>
        <p:sp>
          <p:nvSpPr>
            <p:cNvPr id="167" name="文本框 166"/>
            <p:cNvSpPr txBox="1"/>
            <p:nvPr/>
          </p:nvSpPr>
          <p:spPr>
            <a:xfrm>
              <a:off x="9132077" y="5561666"/>
              <a:ext cx="1723549" cy="400110"/>
            </a:xfrm>
            <a:prstGeom prst="rect">
              <a:avLst/>
            </a:prstGeom>
            <a:noFill/>
          </p:spPr>
          <p:txBody>
            <a:bodyPr wrap="none">
              <a:spAutoFit/>
            </a:bodyPr>
            <a:lstStyle/>
            <a:p>
              <a:pPr marL="0" lvl="1" algn="r"/>
              <a:r>
                <a:rPr lang="zh-CN" altLang="en-US" sz="2000" b="0" i="0" dirty="0">
                  <a:solidFill>
                    <a:schemeClr val="bg1"/>
                  </a:solidFill>
                  <a:latin typeface="思源宋体 CN Heavy" panose="02020900000000000000" pitchFamily="18" charset="-122"/>
                  <a:ea typeface="思源宋体 CN Heavy" panose="02020900000000000000" pitchFamily="18" charset="-122"/>
                </a:rPr>
                <a:t>激励学生</a:t>
              </a:r>
              <a:r>
                <a:rPr lang="zh-CN" altLang="en-US" sz="2000" b="0" i="0" dirty="0">
                  <a:solidFill>
                    <a:srgbClr val="FFFF00"/>
                  </a:solidFill>
                  <a:latin typeface="思源宋体 CN Heavy" panose="02020900000000000000" pitchFamily="18" charset="-122"/>
                  <a:ea typeface="思源宋体 CN Heavy" panose="02020900000000000000" pitchFamily="18" charset="-122"/>
                </a:rPr>
                <a:t>进步</a:t>
              </a:r>
              <a:endParaRPr lang="en-US" altLang="zh-CN" sz="2000" b="0" i="0" dirty="0">
                <a:solidFill>
                  <a:srgbClr val="FFFF00"/>
                </a:solidFill>
                <a:latin typeface="思源宋体 CN Heavy" panose="02020900000000000000" pitchFamily="18" charset="-122"/>
                <a:ea typeface="思源宋体 CN Heavy" panose="02020900000000000000" pitchFamily="18" charset="-122"/>
              </a:endParaRPr>
            </a:p>
          </p:txBody>
        </p:sp>
      </p:grpSp>
      <p:grpSp>
        <p:nvGrpSpPr>
          <p:cNvPr id="16" name="组合 15"/>
          <p:cNvGrpSpPr/>
          <p:nvPr/>
        </p:nvGrpSpPr>
        <p:grpSpPr>
          <a:xfrm>
            <a:off x="5200650" y="765175"/>
            <a:ext cx="1790700" cy="1162558"/>
            <a:chOff x="5200650" y="765175"/>
            <a:chExt cx="1790700" cy="1162558"/>
          </a:xfrm>
        </p:grpSpPr>
        <p:sp>
          <p:nvSpPr>
            <p:cNvPr id="2" name="箭头: 下 1"/>
            <p:cNvSpPr/>
            <p:nvPr/>
          </p:nvSpPr>
          <p:spPr>
            <a:xfrm>
              <a:off x="5200650" y="765175"/>
              <a:ext cx="1790700" cy="1162558"/>
            </a:xfrm>
            <a:prstGeom prst="downArrow">
              <a:avLst>
                <a:gd name="adj1" fmla="val 67021"/>
                <a:gd name="adj2" fmla="val 50000"/>
              </a:avLst>
            </a:prstGeom>
            <a:gradFill flip="none" rotWithShape="1">
              <a:gsLst>
                <a:gs pos="0">
                  <a:schemeClr val="accent3">
                    <a:alpha val="0"/>
                  </a:schemeClr>
                </a:gs>
                <a:gs pos="90000">
                  <a:schemeClr val="accent3"/>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文本框 167"/>
            <p:cNvSpPr txBox="1"/>
            <p:nvPr/>
          </p:nvSpPr>
          <p:spPr>
            <a:xfrm>
              <a:off x="5530468" y="937631"/>
              <a:ext cx="1122275" cy="646331"/>
            </a:xfrm>
            <a:prstGeom prst="rect">
              <a:avLst/>
            </a:prstGeom>
            <a:noFill/>
          </p:spPr>
          <p:txBody>
            <a:bodyPr wrap="square">
              <a:spAutoFit/>
            </a:bodyPr>
            <a:lstStyle/>
            <a:p>
              <a:pPr marL="0" lvl="1" algn="r"/>
              <a:r>
                <a:rPr lang="zh-CN" altLang="en-US" b="0" i="0" dirty="0">
                  <a:solidFill>
                    <a:schemeClr val="bg1"/>
                  </a:solidFill>
                  <a:latin typeface="思源黑体 CN Bold" panose="020B0800000000000000" pitchFamily="34" charset="-122"/>
                  <a:ea typeface="思源黑体 CN Bold" panose="020B0800000000000000" pitchFamily="34" charset="-122"/>
                </a:rPr>
                <a:t>学科竞赛创新创业</a:t>
              </a:r>
              <a:endParaRPr lang="en-US" altLang="zh-CN" b="0" i="0" dirty="0">
                <a:solidFill>
                  <a:schemeClr val="bg1"/>
                </a:solidFill>
                <a:latin typeface="思源黑体 CN Bold" panose="020B0800000000000000" pitchFamily="34" charset="-122"/>
                <a:ea typeface="思源黑体 CN Bold" panose="020B0800000000000000" pitchFamily="34" charset="-122"/>
              </a:endParaRPr>
            </a:p>
          </p:txBody>
        </p:sp>
      </p:grpSp>
      <p:sp>
        <p:nvSpPr>
          <p:cNvPr id="189" name="文本框 78"/>
          <p:cNvSpPr txBox="1"/>
          <p:nvPr/>
        </p:nvSpPr>
        <p:spPr>
          <a:xfrm>
            <a:off x="2727161" y="186640"/>
            <a:ext cx="1675459" cy="461665"/>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  </a:t>
            </a:r>
            <a:r>
              <a:rPr lang="zh-CN" altLang="en-US" sz="2400" dirty="0">
                <a:solidFill>
                  <a:schemeClr val="tx1">
                    <a:lumMod val="50000"/>
                    <a:lumOff val="50000"/>
                  </a:schemeClr>
                </a:solidFill>
                <a:latin typeface="思源黑体 CN Bold" panose="020B0800000000000000" pitchFamily="34" charset="-122"/>
                <a:ea typeface="思源黑体 CN Bold" panose="020B0800000000000000" pitchFamily="34" charset="-122"/>
              </a:rPr>
              <a:t>课后拓展</a:t>
            </a:r>
          </a:p>
        </p:txBody>
      </p:sp>
      <p:sp>
        <p:nvSpPr>
          <p:cNvPr id="190" name="文本框 77"/>
          <p:cNvSpPr txBox="1"/>
          <p:nvPr/>
        </p:nvSpPr>
        <p:spPr>
          <a:xfrm>
            <a:off x="442913" y="155862"/>
            <a:ext cx="2339102" cy="523220"/>
          </a:xfrm>
          <a:prstGeom prst="rect">
            <a:avLst/>
          </a:prstGeom>
          <a:noFill/>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solidFill>
                  <a:schemeClr val="accent1"/>
                </a:solidFill>
                <a:latin typeface="+mj-ea"/>
                <a:ea typeface="+mj-ea"/>
              </a:rPr>
              <a:t>教学实施过程</a:t>
            </a:r>
          </a:p>
        </p:txBody>
      </p:sp>
      <p:grpSp>
        <p:nvGrpSpPr>
          <p:cNvPr id="31" name="组合 30"/>
          <p:cNvGrpSpPr/>
          <p:nvPr/>
        </p:nvGrpSpPr>
        <p:grpSpPr>
          <a:xfrm>
            <a:off x="904850" y="3075011"/>
            <a:ext cx="10405896" cy="662874"/>
            <a:chOff x="904850" y="3075011"/>
            <a:chExt cx="10405896" cy="662874"/>
          </a:xfrm>
        </p:grpSpPr>
        <p:sp>
          <p:nvSpPr>
            <p:cNvPr id="172" name="文本框 171"/>
            <p:cNvSpPr txBox="1"/>
            <p:nvPr/>
          </p:nvSpPr>
          <p:spPr>
            <a:xfrm>
              <a:off x="904850" y="3075011"/>
              <a:ext cx="2940936" cy="662874"/>
            </a:xfrm>
            <a:prstGeom prst="rect">
              <a:avLst/>
            </a:prstGeom>
            <a:noFill/>
          </p:spPr>
          <p:txBody>
            <a:bodyPr wrap="square">
              <a:spAutoFit/>
            </a:bodyPr>
            <a:lstStyle/>
            <a:p>
              <a:pPr algn="r">
                <a:lnSpc>
                  <a:spcPct val="120000"/>
                </a:lnSpc>
              </a:pPr>
              <a:r>
                <a:rPr lang="zh-CN" altLang="en-US" sz="1600" b="0" i="0" dirty="0">
                  <a:effectLst/>
                  <a:latin typeface="思源黑体 CN Bold" panose="020B0800000000000000" pitchFamily="34" charset="-122"/>
                  <a:ea typeface="思源黑体 CN Bold" panose="020B0800000000000000" pitchFamily="34" charset="-122"/>
                </a:rPr>
                <a:t>发布</a:t>
              </a:r>
              <a:r>
                <a:rPr lang="zh-CN" altLang="en-US" sz="1600" b="0" i="0" dirty="0">
                  <a:solidFill>
                    <a:srgbClr val="C00000"/>
                  </a:solidFill>
                  <a:effectLst/>
                  <a:latin typeface="思源黑体 CN Bold" panose="020B0800000000000000" pitchFamily="34" charset="-122"/>
                  <a:ea typeface="思源黑体 CN Bold" panose="020B0800000000000000" pitchFamily="34" charset="-122"/>
                </a:rPr>
                <a:t>教学资料、学习任务和在线测试</a:t>
              </a:r>
              <a:r>
                <a:rPr lang="zh-CN" altLang="en-US" sz="1600" b="0" i="0" dirty="0">
                  <a:effectLst/>
                  <a:latin typeface="思源黑体 CN Bold" panose="020B0800000000000000" pitchFamily="34" charset="-122"/>
                  <a:ea typeface="思源黑体 CN Bold" panose="020B0800000000000000" pitchFamily="34" charset="-122"/>
                </a:rPr>
                <a:t>，方便学生巩固知识</a:t>
              </a:r>
              <a:endParaRPr lang="zh-CN" altLang="en-US" sz="1600" dirty="0">
                <a:latin typeface="思源黑体 CN Bold" panose="020B0800000000000000" pitchFamily="34" charset="-122"/>
                <a:ea typeface="思源黑体 CN Bold" panose="020B0800000000000000" pitchFamily="34" charset="-122"/>
              </a:endParaRPr>
            </a:p>
          </p:txBody>
        </p:sp>
        <p:sp>
          <p:nvSpPr>
            <p:cNvPr id="201" name="文本框 200"/>
            <p:cNvSpPr txBox="1"/>
            <p:nvPr/>
          </p:nvSpPr>
          <p:spPr>
            <a:xfrm flipH="1">
              <a:off x="8369810" y="3075011"/>
              <a:ext cx="2940936" cy="662874"/>
            </a:xfrm>
            <a:prstGeom prst="rect">
              <a:avLst/>
            </a:prstGeom>
            <a:noFill/>
          </p:spPr>
          <p:txBody>
            <a:bodyPr wrap="square">
              <a:spAutoFit/>
            </a:bodyPr>
            <a:lstStyle/>
            <a:p>
              <a:pPr>
                <a:lnSpc>
                  <a:spcPct val="120000"/>
                </a:lnSpc>
              </a:pPr>
              <a:r>
                <a:rPr lang="zh-CN" altLang="en-US" sz="1600" b="0" i="0" dirty="0">
                  <a:effectLst/>
                  <a:latin typeface="思源黑体 CN Bold" panose="020B0800000000000000" pitchFamily="34" charset="-122"/>
                  <a:ea typeface="思源黑体 CN Bold" panose="020B0800000000000000" pitchFamily="34" charset="-122"/>
                </a:rPr>
                <a:t>收集学生对课后拓展活动反馈意见，了解学生</a:t>
              </a:r>
              <a:r>
                <a:rPr lang="zh-CN" altLang="en-US" sz="1600" b="0" i="0" dirty="0">
                  <a:solidFill>
                    <a:srgbClr val="C00000"/>
                  </a:solidFill>
                  <a:effectLst/>
                  <a:latin typeface="思源黑体 CN Bold" panose="020B0800000000000000" pitchFamily="34" charset="-122"/>
                  <a:ea typeface="思源黑体 CN Bold" panose="020B0800000000000000" pitchFamily="34" charset="-122"/>
                </a:rPr>
                <a:t>需求和建议</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grpSp>
      <p:grpSp>
        <p:nvGrpSpPr>
          <p:cNvPr id="30" name="组合 29"/>
          <p:cNvGrpSpPr/>
          <p:nvPr/>
        </p:nvGrpSpPr>
        <p:grpSpPr>
          <a:xfrm>
            <a:off x="934097" y="2452867"/>
            <a:ext cx="10347401" cy="484632"/>
            <a:chOff x="934097" y="2452867"/>
            <a:chExt cx="10347401" cy="484632"/>
          </a:xfrm>
        </p:grpSpPr>
        <p:sp>
          <p:nvSpPr>
            <p:cNvPr id="162" name="箭头: 五边形 161"/>
            <p:cNvSpPr/>
            <p:nvPr/>
          </p:nvSpPr>
          <p:spPr>
            <a:xfrm>
              <a:off x="934097" y="2452867"/>
              <a:ext cx="2761501" cy="484632"/>
            </a:xfrm>
            <a:prstGeom prst="homePlate">
              <a:avLst/>
            </a:prstGeom>
            <a:gradFill>
              <a:gsLst>
                <a:gs pos="100000">
                  <a:schemeClr val="accent1"/>
                </a:gs>
                <a:gs pos="0">
                  <a:schemeClr val="accent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文本框 190"/>
            <p:cNvSpPr txBox="1"/>
            <p:nvPr/>
          </p:nvSpPr>
          <p:spPr>
            <a:xfrm>
              <a:off x="2722850" y="2495128"/>
              <a:ext cx="697627" cy="400110"/>
            </a:xfrm>
            <a:prstGeom prst="rect">
              <a:avLst/>
            </a:prstGeom>
            <a:noFill/>
          </p:spPr>
          <p:txBody>
            <a:bodyPr wrap="none">
              <a:spAutoFit/>
            </a:bodyPr>
            <a:lstStyle/>
            <a:p>
              <a:pPr marL="0" lvl="1" algn="r"/>
              <a:r>
                <a:rPr lang="zh-CN" altLang="en-US" sz="2000" b="0" i="0" dirty="0">
                  <a:solidFill>
                    <a:schemeClr val="bg1"/>
                  </a:solidFill>
                  <a:latin typeface="思源黑体 CN Bold" panose="020B0800000000000000" pitchFamily="34" charset="-122"/>
                  <a:ea typeface="思源黑体 CN Bold" panose="020B0800000000000000" pitchFamily="34" charset="-122"/>
                </a:rPr>
                <a:t>学习</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92" name="文本框 191"/>
            <p:cNvSpPr txBox="1"/>
            <p:nvPr/>
          </p:nvSpPr>
          <p:spPr>
            <a:xfrm>
              <a:off x="934098" y="2510517"/>
              <a:ext cx="1731433" cy="369332"/>
            </a:xfrm>
            <a:prstGeom prst="rect">
              <a:avLst/>
            </a:prstGeom>
            <a:noFill/>
          </p:spPr>
          <p:txBody>
            <a:bodyPr wrap="square">
              <a:spAutoFit/>
            </a:bodyPr>
            <a:lstStyle/>
            <a:p>
              <a:pPr algn="ctr"/>
              <a:r>
                <a:rPr lang="zh-CN" altLang="en-US" dirty="0">
                  <a:effectLst>
                    <a:glow rad="63500">
                      <a:schemeClr val="bg1"/>
                    </a:glow>
                  </a:effectLst>
                  <a:latin typeface="+mj-ea"/>
                  <a:ea typeface="+mj-ea"/>
                </a:rPr>
                <a:t>在线课程资源</a:t>
              </a:r>
            </a:p>
          </p:txBody>
        </p:sp>
        <p:sp>
          <p:nvSpPr>
            <p:cNvPr id="200" name="箭头: 五边形 199"/>
            <p:cNvSpPr/>
            <p:nvPr/>
          </p:nvSpPr>
          <p:spPr>
            <a:xfrm flipH="1">
              <a:off x="8519997" y="2452867"/>
              <a:ext cx="2761501" cy="484632"/>
            </a:xfrm>
            <a:prstGeom prst="homePlate">
              <a:avLst/>
            </a:prstGeom>
            <a:gradFill>
              <a:gsLst>
                <a:gs pos="100000">
                  <a:schemeClr val="accent6"/>
                </a:gs>
                <a:gs pos="0">
                  <a:schemeClr val="accent6">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2" name="文本框 201"/>
            <p:cNvSpPr txBox="1"/>
            <p:nvPr/>
          </p:nvSpPr>
          <p:spPr>
            <a:xfrm flipH="1">
              <a:off x="8795119" y="2495128"/>
              <a:ext cx="697627" cy="400110"/>
            </a:xfrm>
            <a:prstGeom prst="rect">
              <a:avLst/>
            </a:prstGeom>
            <a:noFill/>
          </p:spPr>
          <p:txBody>
            <a:bodyPr wrap="none">
              <a:spAutoFit/>
            </a:bodyPr>
            <a:lstStyle/>
            <a:p>
              <a:pPr marL="0" lvl="1" algn="r"/>
              <a:r>
                <a:rPr lang="zh-CN" altLang="en-US" sz="2000" b="0" i="0">
                  <a:solidFill>
                    <a:schemeClr val="bg1"/>
                  </a:solidFill>
                  <a:latin typeface="思源黑体 CN Bold" panose="020B0800000000000000" pitchFamily="34" charset="-122"/>
                  <a:ea typeface="思源黑体 CN Bold" panose="020B0800000000000000" pitchFamily="34" charset="-122"/>
                </a:rPr>
                <a:t>收集</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203" name="文本框 202"/>
            <p:cNvSpPr txBox="1"/>
            <p:nvPr/>
          </p:nvSpPr>
          <p:spPr>
            <a:xfrm flipH="1">
              <a:off x="9550065" y="2510517"/>
              <a:ext cx="1731433" cy="369332"/>
            </a:xfrm>
            <a:prstGeom prst="rect">
              <a:avLst/>
            </a:prstGeom>
            <a:noFill/>
          </p:spPr>
          <p:txBody>
            <a:bodyPr wrap="square">
              <a:spAutoFit/>
            </a:bodyPr>
            <a:lstStyle/>
            <a:p>
              <a:pPr algn="ctr"/>
              <a:r>
                <a:rPr lang="zh-CN" altLang="en-US" dirty="0">
                  <a:effectLst>
                    <a:glow rad="63500">
                      <a:schemeClr val="bg1"/>
                    </a:glow>
                  </a:effectLst>
                  <a:latin typeface="+mj-ea"/>
                  <a:ea typeface="+mj-ea"/>
                </a:rPr>
                <a:t>问卷调查访谈</a:t>
              </a:r>
            </a:p>
          </p:txBody>
        </p:sp>
      </p:grpSp>
      <p:grpSp>
        <p:nvGrpSpPr>
          <p:cNvPr id="32" name="组合 31"/>
          <p:cNvGrpSpPr/>
          <p:nvPr/>
        </p:nvGrpSpPr>
        <p:grpSpPr>
          <a:xfrm>
            <a:off x="595517" y="3985089"/>
            <a:ext cx="11000966" cy="484632"/>
            <a:chOff x="595517" y="3985089"/>
            <a:chExt cx="11000966" cy="484632"/>
          </a:xfrm>
        </p:grpSpPr>
        <p:sp>
          <p:nvSpPr>
            <p:cNvPr id="170" name="箭头: 五边形 169"/>
            <p:cNvSpPr/>
            <p:nvPr/>
          </p:nvSpPr>
          <p:spPr>
            <a:xfrm>
              <a:off x="595517" y="3985089"/>
              <a:ext cx="3076486" cy="484632"/>
            </a:xfrm>
            <a:prstGeom prst="homePlate">
              <a:avLst/>
            </a:prstGeom>
            <a:gradFill>
              <a:gsLst>
                <a:gs pos="100000">
                  <a:schemeClr val="accent1"/>
                </a:gs>
                <a:gs pos="0">
                  <a:schemeClr val="accent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文本框 192"/>
            <p:cNvSpPr txBox="1"/>
            <p:nvPr/>
          </p:nvSpPr>
          <p:spPr>
            <a:xfrm>
              <a:off x="2722850" y="4027350"/>
              <a:ext cx="697627" cy="400110"/>
            </a:xfrm>
            <a:prstGeom prst="rect">
              <a:avLst/>
            </a:prstGeom>
            <a:noFill/>
          </p:spPr>
          <p:txBody>
            <a:bodyPr wrap="none">
              <a:spAutoFit/>
            </a:bodyPr>
            <a:lstStyle/>
            <a:p>
              <a:pPr marL="0" lvl="1" algn="r"/>
              <a:r>
                <a:rPr lang="zh-CN" altLang="en-US" sz="2000" b="0" i="0" dirty="0">
                  <a:solidFill>
                    <a:schemeClr val="bg1"/>
                  </a:solidFill>
                  <a:latin typeface="思源黑体 CN Bold" panose="020B0800000000000000" pitchFamily="34" charset="-122"/>
                  <a:ea typeface="思源黑体 CN Bold" panose="020B0800000000000000" pitchFamily="34" charset="-122"/>
                </a:rPr>
                <a:t>阅读</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194" name="文本框 193"/>
            <p:cNvSpPr txBox="1"/>
            <p:nvPr/>
          </p:nvSpPr>
          <p:spPr>
            <a:xfrm>
              <a:off x="934098" y="4042739"/>
              <a:ext cx="1731433" cy="369332"/>
            </a:xfrm>
            <a:prstGeom prst="rect">
              <a:avLst/>
            </a:prstGeom>
            <a:noFill/>
          </p:spPr>
          <p:txBody>
            <a:bodyPr wrap="square">
              <a:spAutoFit/>
            </a:bodyPr>
            <a:lstStyle/>
            <a:p>
              <a:pPr algn="ctr"/>
              <a:r>
                <a:rPr lang="zh-CN" altLang="en-US" dirty="0">
                  <a:effectLst>
                    <a:glow rad="63500">
                      <a:schemeClr val="bg1"/>
                    </a:glow>
                  </a:effectLst>
                  <a:latin typeface="+mj-ea"/>
                  <a:ea typeface="+mj-ea"/>
                </a:rPr>
                <a:t>自主学习拓展</a:t>
              </a:r>
            </a:p>
          </p:txBody>
        </p:sp>
        <p:sp>
          <p:nvSpPr>
            <p:cNvPr id="205" name="箭头: 五边形 204"/>
            <p:cNvSpPr/>
            <p:nvPr/>
          </p:nvSpPr>
          <p:spPr>
            <a:xfrm flipH="1">
              <a:off x="8519997" y="3985089"/>
              <a:ext cx="3076486" cy="484632"/>
            </a:xfrm>
            <a:prstGeom prst="homePlate">
              <a:avLst/>
            </a:prstGeom>
            <a:gradFill>
              <a:gsLst>
                <a:gs pos="100000">
                  <a:schemeClr val="accent6"/>
                </a:gs>
                <a:gs pos="0">
                  <a:schemeClr val="accent6">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文本框 205"/>
            <p:cNvSpPr txBox="1"/>
            <p:nvPr/>
          </p:nvSpPr>
          <p:spPr>
            <a:xfrm flipH="1">
              <a:off x="8771523" y="4027350"/>
              <a:ext cx="697627" cy="400110"/>
            </a:xfrm>
            <a:prstGeom prst="rect">
              <a:avLst/>
            </a:prstGeom>
            <a:noFill/>
          </p:spPr>
          <p:txBody>
            <a:bodyPr wrap="none">
              <a:spAutoFit/>
            </a:bodyPr>
            <a:lstStyle/>
            <a:p>
              <a:pPr marL="0" lvl="1" algn="r"/>
              <a:r>
                <a:rPr lang="zh-CN" altLang="en-US" sz="2000" b="0" i="0">
                  <a:solidFill>
                    <a:schemeClr val="bg1"/>
                  </a:solidFill>
                  <a:latin typeface="思源黑体 CN Bold" panose="020B0800000000000000" pitchFamily="34" charset="-122"/>
                  <a:ea typeface="思源黑体 CN Bold" panose="020B0800000000000000" pitchFamily="34" charset="-122"/>
                </a:rPr>
                <a:t>体系</a:t>
              </a:r>
              <a:endParaRPr lang="en-US" altLang="zh-CN" sz="2000" b="0" i="0" dirty="0">
                <a:solidFill>
                  <a:schemeClr val="bg1"/>
                </a:solidFill>
                <a:latin typeface="思源黑体 CN Bold" panose="020B0800000000000000" pitchFamily="34" charset="-122"/>
                <a:ea typeface="思源黑体 CN Bold" panose="020B0800000000000000" pitchFamily="34" charset="-122"/>
              </a:endParaRPr>
            </a:p>
          </p:txBody>
        </p:sp>
        <p:sp>
          <p:nvSpPr>
            <p:cNvPr id="207" name="文本框 206"/>
            <p:cNvSpPr txBox="1"/>
            <p:nvPr/>
          </p:nvSpPr>
          <p:spPr>
            <a:xfrm flipH="1">
              <a:off x="9526469" y="4042739"/>
              <a:ext cx="1731433" cy="369332"/>
            </a:xfrm>
            <a:prstGeom prst="rect">
              <a:avLst/>
            </a:prstGeom>
            <a:noFill/>
          </p:spPr>
          <p:txBody>
            <a:bodyPr wrap="square">
              <a:spAutoFit/>
            </a:bodyPr>
            <a:lstStyle/>
            <a:p>
              <a:pPr algn="ctr"/>
              <a:r>
                <a:rPr lang="zh-CN" altLang="en-US" dirty="0">
                  <a:effectLst>
                    <a:glow rad="63500">
                      <a:schemeClr val="bg1"/>
                    </a:glow>
                  </a:effectLst>
                  <a:latin typeface="+mj-ea"/>
                  <a:ea typeface="+mj-ea"/>
                </a:rPr>
                <a:t>成果评价展示</a:t>
              </a:r>
            </a:p>
          </p:txBody>
        </p:sp>
      </p:grpSp>
      <p:grpSp>
        <p:nvGrpSpPr>
          <p:cNvPr id="33" name="组合 32"/>
          <p:cNvGrpSpPr/>
          <p:nvPr/>
        </p:nvGrpSpPr>
        <p:grpSpPr>
          <a:xfrm>
            <a:off x="904850" y="4604440"/>
            <a:ext cx="10382300" cy="662874"/>
            <a:chOff x="904850" y="4604440"/>
            <a:chExt cx="10382300" cy="662874"/>
          </a:xfrm>
        </p:grpSpPr>
        <p:sp>
          <p:nvSpPr>
            <p:cNvPr id="195" name="文本框 194"/>
            <p:cNvSpPr txBox="1"/>
            <p:nvPr/>
          </p:nvSpPr>
          <p:spPr>
            <a:xfrm>
              <a:off x="904850" y="4604440"/>
              <a:ext cx="2940936" cy="662874"/>
            </a:xfrm>
            <a:prstGeom prst="rect">
              <a:avLst/>
            </a:prstGeom>
            <a:noFill/>
          </p:spPr>
          <p:txBody>
            <a:bodyPr wrap="square">
              <a:spAutoFit/>
            </a:bodyPr>
            <a:lstStyle/>
            <a:p>
              <a:pPr algn="r">
                <a:lnSpc>
                  <a:spcPct val="120000"/>
                </a:lnSpc>
              </a:pPr>
              <a:r>
                <a:rPr lang="zh-CN" altLang="en-US" sz="1600" b="0" i="0" dirty="0">
                  <a:effectLst/>
                  <a:latin typeface="思源黑体 CN Bold" panose="020B0800000000000000" pitchFamily="34" charset="-122"/>
                  <a:ea typeface="思源黑体 CN Bold" panose="020B0800000000000000" pitchFamily="34" charset="-122"/>
                </a:rPr>
                <a:t>阅读相关领域的经典文献和最新研究成果，</a:t>
              </a:r>
              <a:r>
                <a:rPr lang="zh-CN" altLang="en-US" sz="1600" b="0" i="0" dirty="0">
                  <a:solidFill>
                    <a:srgbClr val="C00000"/>
                  </a:solidFill>
                  <a:effectLst/>
                  <a:latin typeface="思源黑体 CN Bold" panose="020B0800000000000000" pitchFamily="34" charset="-122"/>
                  <a:ea typeface="思源黑体 CN Bold" panose="020B0800000000000000" pitchFamily="34" charset="-122"/>
                </a:rPr>
                <a:t>拓宽知识面</a:t>
              </a:r>
              <a:endParaRPr lang="zh-CN" altLang="en-US" sz="1600" dirty="0">
                <a:solidFill>
                  <a:srgbClr val="C00000"/>
                </a:solidFill>
                <a:latin typeface="思源黑体 CN Bold" panose="020B0800000000000000" pitchFamily="34" charset="-122"/>
                <a:ea typeface="思源黑体 CN Bold" panose="020B0800000000000000" pitchFamily="34" charset="-122"/>
              </a:endParaRPr>
            </a:p>
          </p:txBody>
        </p:sp>
        <p:sp>
          <p:nvSpPr>
            <p:cNvPr id="208" name="文本框 207"/>
            <p:cNvSpPr txBox="1"/>
            <p:nvPr/>
          </p:nvSpPr>
          <p:spPr>
            <a:xfrm flipH="1">
              <a:off x="8346214" y="4604440"/>
              <a:ext cx="2940936" cy="662874"/>
            </a:xfrm>
            <a:prstGeom prst="rect">
              <a:avLst/>
            </a:prstGeom>
            <a:noFill/>
          </p:spPr>
          <p:txBody>
            <a:bodyPr wrap="square">
              <a:spAutoFit/>
            </a:bodyPr>
            <a:lstStyle/>
            <a:p>
              <a:pPr>
                <a:lnSpc>
                  <a:spcPct val="120000"/>
                </a:lnSpc>
              </a:pPr>
              <a:r>
                <a:rPr lang="zh-CN" altLang="en-US" sz="1600" b="0" i="0" dirty="0">
                  <a:effectLst/>
                  <a:latin typeface="思源黑体 CN Bold" panose="020B0800000000000000" pitchFamily="34" charset="-122"/>
                  <a:ea typeface="思源黑体 CN Bold" panose="020B0800000000000000" pitchFamily="34" charset="-122"/>
                </a:rPr>
                <a:t>建立多元化的评价体系，如知识掌握、实践能力、创新思维</a:t>
              </a:r>
              <a:endParaRPr lang="zh-CN" altLang="en-US" sz="1600" dirty="0">
                <a:latin typeface="思源黑体 CN Bold" panose="020B0800000000000000" pitchFamily="34" charset="-122"/>
                <a:ea typeface="思源黑体 CN Bold" panose="020B0800000000000000" pitchFamily="34" charset="-122"/>
              </a:endParaRPr>
            </a:p>
          </p:txBody>
        </p:sp>
      </p:grpSp>
      <p:grpSp>
        <p:nvGrpSpPr>
          <p:cNvPr id="35" name="组合 34"/>
          <p:cNvGrpSpPr/>
          <p:nvPr/>
        </p:nvGrpSpPr>
        <p:grpSpPr>
          <a:xfrm>
            <a:off x="3967026" y="5622808"/>
            <a:ext cx="4257949" cy="738182"/>
            <a:chOff x="3967026" y="5622808"/>
            <a:chExt cx="4257949" cy="738182"/>
          </a:xfrm>
        </p:grpSpPr>
        <p:sp>
          <p:nvSpPr>
            <p:cNvPr id="22" name="矩形: 圆角 59"/>
            <p:cNvSpPr/>
            <p:nvPr/>
          </p:nvSpPr>
          <p:spPr>
            <a:xfrm>
              <a:off x="3967026" y="5622808"/>
              <a:ext cx="756543" cy="738182"/>
            </a:xfrm>
            <a:prstGeom prst="roundRect">
              <a:avLst>
                <a:gd name="adj" fmla="val 50000"/>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学习兴趣</a:t>
              </a:r>
              <a:endParaRPr lang="zh-CN" altLang="en-US"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23" name="矩形: 圆角 63"/>
            <p:cNvSpPr/>
            <p:nvPr/>
          </p:nvSpPr>
          <p:spPr>
            <a:xfrm>
              <a:off x="5134162" y="5622808"/>
              <a:ext cx="756543" cy="738182"/>
            </a:xfrm>
            <a:prstGeom prst="roundRect">
              <a:avLst>
                <a:gd name="adj" fmla="val 50000"/>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创新意识</a:t>
              </a:r>
              <a:endParaRPr lang="zh-CN" altLang="en-US"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24" name="矩形: 圆角 59"/>
            <p:cNvSpPr/>
            <p:nvPr/>
          </p:nvSpPr>
          <p:spPr>
            <a:xfrm>
              <a:off x="6301298" y="5622808"/>
              <a:ext cx="756543" cy="738182"/>
            </a:xfrm>
            <a:prstGeom prst="roundRect">
              <a:avLst>
                <a:gd name="adj" fmla="val 50000"/>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solidFill>
                    <a:schemeClr val="bg1"/>
                  </a:solidFill>
                  <a:latin typeface="思源黑体 CN Bold" panose="020B0800000000000000" pitchFamily="34" charset="-122"/>
                  <a:ea typeface="思源黑体 CN Bold" panose="020B0800000000000000" pitchFamily="34" charset="-122"/>
                  <a:cs typeface="+mn-ea"/>
                  <a:sym typeface="+mn-lt"/>
                </a:rPr>
                <a:t>创业指导</a:t>
              </a:r>
              <a:endParaRPr lang="zh-CN" altLang="en-US" sz="1400" dirty="0">
                <a:solidFill>
                  <a:schemeClr val="bg1"/>
                </a:solidFill>
                <a:latin typeface="思源黑体 CN Bold" panose="020B0800000000000000" pitchFamily="34" charset="-122"/>
                <a:ea typeface="思源黑体 CN Bold" panose="020B0800000000000000" pitchFamily="34" charset="-122"/>
                <a:cs typeface="+mn-ea"/>
                <a:sym typeface="+mn-lt"/>
              </a:endParaRPr>
            </a:p>
          </p:txBody>
        </p:sp>
        <p:sp>
          <p:nvSpPr>
            <p:cNvPr id="25" name="矩形: 圆角 63"/>
            <p:cNvSpPr/>
            <p:nvPr/>
          </p:nvSpPr>
          <p:spPr>
            <a:xfrm>
              <a:off x="7468432" y="5622808"/>
              <a:ext cx="756543" cy="738182"/>
            </a:xfrm>
            <a:prstGeom prst="roundRect">
              <a:avLst>
                <a:gd name="adj" fmla="val 50000"/>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dirty="0">
                  <a:solidFill>
                    <a:schemeClr val="bg1"/>
                  </a:solidFill>
                  <a:latin typeface="思源黑体 CN Bold" panose="020B0800000000000000" pitchFamily="34" charset="-122"/>
                  <a:ea typeface="思源黑体 CN Bold" panose="020B0800000000000000" pitchFamily="34" charset="-122"/>
                  <a:cs typeface="+mn-ea"/>
                  <a:sym typeface="+mn-lt"/>
                </a:rPr>
                <a:t>资金支持</a:t>
              </a:r>
            </a:p>
          </p:txBody>
        </p:sp>
        <p:sp>
          <p:nvSpPr>
            <p:cNvPr id="26" name="加号 25"/>
            <p:cNvSpPr/>
            <p:nvPr/>
          </p:nvSpPr>
          <p:spPr>
            <a:xfrm>
              <a:off x="5942101" y="5824769"/>
              <a:ext cx="307801" cy="334261"/>
            </a:xfrm>
            <a:prstGeom prst="mathPlus">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b="1" dirty="0">
                <a:solidFill>
                  <a:schemeClr val="bg1"/>
                </a:solidFill>
                <a:latin typeface="HarmonyOS Sans SC" panose="00000500000000000000" pitchFamily="2" charset="-122"/>
                <a:ea typeface="HarmonyOS Sans SC" panose="00000500000000000000" pitchFamily="2" charset="-122"/>
                <a:cs typeface="+mn-ea"/>
                <a:sym typeface="+mn-ea"/>
              </a:endParaRPr>
            </a:p>
          </p:txBody>
        </p:sp>
        <p:sp>
          <p:nvSpPr>
            <p:cNvPr id="210" name="加号 209"/>
            <p:cNvSpPr/>
            <p:nvPr/>
          </p:nvSpPr>
          <p:spPr>
            <a:xfrm>
              <a:off x="4774965" y="5824769"/>
              <a:ext cx="307801" cy="334261"/>
            </a:xfrm>
            <a:prstGeom prst="mathPlus">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b="1" dirty="0">
                <a:solidFill>
                  <a:schemeClr val="bg1"/>
                </a:solidFill>
                <a:latin typeface="HarmonyOS Sans SC" panose="00000500000000000000" pitchFamily="2" charset="-122"/>
                <a:ea typeface="HarmonyOS Sans SC" panose="00000500000000000000" pitchFamily="2" charset="-122"/>
                <a:cs typeface="+mn-ea"/>
                <a:sym typeface="+mn-ea"/>
              </a:endParaRPr>
            </a:p>
          </p:txBody>
        </p:sp>
        <p:sp>
          <p:nvSpPr>
            <p:cNvPr id="211" name="加号 210"/>
            <p:cNvSpPr/>
            <p:nvPr/>
          </p:nvSpPr>
          <p:spPr>
            <a:xfrm>
              <a:off x="7109237" y="5824769"/>
              <a:ext cx="307801" cy="334261"/>
            </a:xfrm>
            <a:prstGeom prst="mathPlus">
              <a:avLst/>
            </a:prstGeom>
            <a:solidFill>
              <a:schemeClr val="accent2"/>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b="1" dirty="0">
                <a:solidFill>
                  <a:schemeClr val="bg1"/>
                </a:solidFill>
                <a:latin typeface="HarmonyOS Sans SC" panose="00000500000000000000" pitchFamily="2" charset="-122"/>
                <a:ea typeface="HarmonyOS Sans SC" panose="00000500000000000000" pitchFamily="2" charset="-122"/>
                <a:cs typeface="+mn-ea"/>
                <a:sym typeface="+mn-ea"/>
              </a:endParaRPr>
            </a:p>
          </p:txBody>
        </p:sp>
      </p:grpSp>
    </p:spTree>
    <p:extLst>
      <p:ext uri="{BB962C8B-B14F-4D97-AF65-F5344CB8AC3E}">
        <p14:creationId xmlns:p14="http://schemas.microsoft.com/office/powerpoint/2010/main" val="3807053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2"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heel(2)">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500" fill="hold"/>
                                        <p:tgtEl>
                                          <p:spTgt spid="20"/>
                                        </p:tgtEl>
                                        <p:attrNameLst>
                                          <p:attrName>ppt_w</p:attrName>
                                        </p:attrNameLst>
                                      </p:cBhvr>
                                      <p:tavLst>
                                        <p:tav tm="0">
                                          <p:val>
                                            <p:fltVal val="0"/>
                                          </p:val>
                                        </p:tav>
                                        <p:tav tm="100000">
                                          <p:val>
                                            <p:strVal val="#ppt_w"/>
                                          </p:val>
                                        </p:tav>
                                      </p:tavLst>
                                    </p:anim>
                                    <p:anim calcmode="lin" valueType="num">
                                      <p:cBhvr>
                                        <p:cTn id="18" dur="500" fill="hold"/>
                                        <p:tgtEl>
                                          <p:spTgt spid="20"/>
                                        </p:tgtEl>
                                        <p:attrNameLst>
                                          <p:attrName>ppt_h</p:attrName>
                                        </p:attrNameLst>
                                      </p:cBhvr>
                                      <p:tavLst>
                                        <p:tav tm="0">
                                          <p:val>
                                            <p:fltVal val="0"/>
                                          </p:val>
                                        </p:tav>
                                        <p:tav tm="100000">
                                          <p:val>
                                            <p:strVal val="#ppt_h"/>
                                          </p:val>
                                        </p:tav>
                                      </p:tavLst>
                                    </p:anim>
                                    <p:animEffect transition="in" filter="fade">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down)">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wipe(down)">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randombar(horizontal)">
                                      <p:cBhvr>
                                        <p:cTn id="34" dur="5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barn(outVertical)">
                                      <p:cBhvr>
                                        <p:cTn id="39" dur="500"/>
                                        <p:tgtEl>
                                          <p:spTgt spid="31"/>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nodeType="click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randombar(horizontal)">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37" fill="hold" nodeType="click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barn(outVertical)">
                                      <p:cBhvr>
                                        <p:cTn id="49" dur="500"/>
                                        <p:tgtEl>
                                          <p:spTgt spid="3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wipe(down)">
                                      <p:cBhvr>
                                        <p:cTn id="54" dur="500"/>
                                        <p:tgtEl>
                                          <p:spTgt spid="34"/>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500"/>
                                        <p:tgtEl>
                                          <p:spTgt spid="35"/>
                                        </p:tgtEl>
                                      </p:cBhvr>
                                    </p:animEffect>
                                    <p:anim calcmode="lin" valueType="num">
                                      <p:cBhvr>
                                        <p:cTn id="60" dur="500" fill="hold"/>
                                        <p:tgtEl>
                                          <p:spTgt spid="35"/>
                                        </p:tgtEl>
                                        <p:attrNameLst>
                                          <p:attrName>ppt_x</p:attrName>
                                        </p:attrNameLst>
                                      </p:cBhvr>
                                      <p:tavLst>
                                        <p:tav tm="0">
                                          <p:val>
                                            <p:strVal val="#ppt_x"/>
                                          </p:val>
                                        </p:tav>
                                        <p:tav tm="100000">
                                          <p:val>
                                            <p:strVal val="#ppt_x"/>
                                          </p:val>
                                        </p:tav>
                                      </p:tavLst>
                                    </p:anim>
                                    <p:anim calcmode="lin" valueType="num">
                                      <p:cBhvr>
                                        <p:cTn id="61" dur="5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GuidesStyle_Narrow&quot;,&quot;Kind&quot;:0,&quot;OldGuidesSetting&quot;:{&quot;HeaderHeight&quot;:10.0,&quot;FooterHeight&quot;:5.0,&quot;SideMargin&quot;:2.5,&quot;TopMargin&quot;:0.0,&quot;BottomMargin&quot;:0.0,&quot;IntervalMargin&quot;:1.0}}"/>
  <p:tag name="RESOURCE_RECORD_KEY" val="{&quot;71&quot;:[76235680038]}"/>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SHADOWSIZE" val="100"/>
</p:tagLst>
</file>

<file path=ppt/tags/tag9.xml><?xml version="1.0" encoding="utf-8"?>
<p:tagLst xmlns:a="http://schemas.openxmlformats.org/drawingml/2006/main" xmlns:r="http://schemas.openxmlformats.org/officeDocument/2006/relationships" xmlns:p="http://schemas.openxmlformats.org/presentationml/2006/main">
  <p:tag name="TEXTSHADOWSIZE" val="100"/>
</p:tagLst>
</file>

<file path=ppt/tags/tag10.xml><?xml version="1.0" encoding="utf-8"?>
<p:tagLst xmlns:a="http://schemas.openxmlformats.org/drawingml/2006/main" xmlns:r="http://schemas.openxmlformats.org/officeDocument/2006/relationships" xmlns:p="http://schemas.openxmlformats.org/presentationml/2006/main">
  <p:tag name="TEXTSHADOWSIZE" val="100"/>
</p:tagLst>
</file>

<file path=ppt/tags/tag11.xml><?xml version="1.0" encoding="utf-8"?>
<p:tagLst xmlns:a="http://schemas.openxmlformats.org/drawingml/2006/main" xmlns:r="http://schemas.openxmlformats.org/officeDocument/2006/relationships" xmlns:p="http://schemas.openxmlformats.org/presentationml/2006/main">
  <p:tag name="TEXTSHADOWSIZE" val="100"/>
</p:tagLst>
</file>

<file path=ppt/tags/tag12.xml><?xml version="1.0" encoding="utf-8"?>
<p:tagLst xmlns:a="http://schemas.openxmlformats.org/drawingml/2006/main" xmlns:r="http://schemas.openxmlformats.org/officeDocument/2006/relationships" xmlns:p="http://schemas.openxmlformats.org/presentationml/2006/main">
  <p:tag name="TEXTSHADOWSIZE" val="100"/>
</p:tagLst>
</file>

<file path=ppt/tags/tag13.xml><?xml version="1.0" encoding="utf-8"?>
<p:tagLst xmlns:a="http://schemas.openxmlformats.org/drawingml/2006/main" xmlns:r="http://schemas.openxmlformats.org/officeDocument/2006/relationships" xmlns:p="http://schemas.openxmlformats.org/presentationml/2006/main">
  <p:tag name="SHADOWSIZE" val="100"/>
</p:tagLst>
</file>

<file path=ppt/tags/tag14.xml><?xml version="1.0" encoding="utf-8"?>
<p:tagLst xmlns:a="http://schemas.openxmlformats.org/drawingml/2006/main" xmlns:r="http://schemas.openxmlformats.org/officeDocument/2006/relationships" xmlns:p="http://schemas.openxmlformats.org/presentationml/2006/main">
  <p:tag name="SHADOWSIZE" val="95"/>
  <p:tag name="TEXTZ '" val="0"/>
</p:tagLst>
</file>

<file path=ppt/tags/tag15.xml><?xml version="1.0" encoding="utf-8"?>
<p:tagLst xmlns:a="http://schemas.openxmlformats.org/drawingml/2006/main" xmlns:r="http://schemas.openxmlformats.org/officeDocument/2006/relationships" xmlns:p="http://schemas.openxmlformats.org/presentationml/2006/main">
  <p:tag name="SHADOWSIZE" val="100"/>
  <p:tag name="TEXTZ '" val="0"/>
</p:tagLst>
</file>

<file path=ppt/tags/tag16.xml><?xml version="1.0" encoding="utf-8"?>
<p:tagLst xmlns:a="http://schemas.openxmlformats.org/drawingml/2006/main" xmlns:r="http://schemas.openxmlformats.org/officeDocument/2006/relationships" xmlns:p="http://schemas.openxmlformats.org/presentationml/2006/main">
  <p:tag name="SHADOWSIZE" val="100"/>
</p:tagLst>
</file>

<file path=ppt/tags/tag17.xml><?xml version="1.0" encoding="utf-8"?>
<p:tagLst xmlns:a="http://schemas.openxmlformats.org/drawingml/2006/main" xmlns:r="http://schemas.openxmlformats.org/officeDocument/2006/relationships" xmlns:p="http://schemas.openxmlformats.org/presentationml/2006/main">
  <p:tag name="SHADOWSIZE" val="100"/>
</p:tagLst>
</file>

<file path=ppt/tags/tag18.xml><?xml version="1.0" encoding="utf-8"?>
<p:tagLst xmlns:a="http://schemas.openxmlformats.org/drawingml/2006/main" xmlns:r="http://schemas.openxmlformats.org/officeDocument/2006/relationships" xmlns:p="http://schemas.openxmlformats.org/presentationml/2006/main">
  <p:tag name="SHADOWSIZE" val="100"/>
</p:tagLst>
</file>

<file path=ppt/tags/tag19.xml><?xml version="1.0" encoding="utf-8"?>
<p:tagLst xmlns:a="http://schemas.openxmlformats.org/drawingml/2006/main" xmlns:r="http://schemas.openxmlformats.org/officeDocument/2006/relationships" xmlns:p="http://schemas.openxmlformats.org/presentationml/2006/main">
  <p:tag name="SHADOWSIZE" val="100"/>
</p:tagLst>
</file>

<file path=ppt/tags/tag20.xml><?xml version="1.0" encoding="utf-8"?>
<p:tagLst xmlns:a="http://schemas.openxmlformats.org/drawingml/2006/main" xmlns:r="http://schemas.openxmlformats.org/officeDocument/2006/relationships" xmlns:p="http://schemas.openxmlformats.org/presentationml/2006/main">
  <p:tag name="SHADOWSIZE" val="100"/>
</p:tagLst>
</file>

<file path=ppt/tags/tag21.xml><?xml version="1.0" encoding="utf-8"?>
<p:tagLst xmlns:a="http://schemas.openxmlformats.org/drawingml/2006/main" xmlns:r="http://schemas.openxmlformats.org/officeDocument/2006/relationships" xmlns:p="http://schemas.openxmlformats.org/presentationml/2006/main">
  <p:tag name="SHADOWSIZE" val="100"/>
</p:tagLst>
</file>

<file path=ppt/tags/tag22.xml><?xml version="1.0" encoding="utf-8"?>
<p:tagLst xmlns:a="http://schemas.openxmlformats.org/drawingml/2006/main" xmlns:r="http://schemas.openxmlformats.org/officeDocument/2006/relationships" xmlns:p="http://schemas.openxmlformats.org/presentationml/2006/main">
  <p:tag name="SHADOWSIZE" val="100"/>
</p:tagLst>
</file>

<file path=ppt/tags/tag23.xml><?xml version="1.0" encoding="utf-8"?>
<p:tagLst xmlns:a="http://schemas.openxmlformats.org/drawingml/2006/main" xmlns:r="http://schemas.openxmlformats.org/officeDocument/2006/relationships" xmlns:p="http://schemas.openxmlformats.org/presentationml/2006/main">
  <p:tag name="SHADOWSIZE" val="100"/>
</p:tagLst>
</file>

<file path=ppt/tags/tag24.xml><?xml version="1.0" encoding="utf-8"?>
<p:tagLst xmlns:a="http://schemas.openxmlformats.org/drawingml/2006/main" xmlns:r="http://schemas.openxmlformats.org/officeDocument/2006/relationships" xmlns:p="http://schemas.openxmlformats.org/presentationml/2006/main">
  <p:tag name="SHADOWSIZE" val="100"/>
</p:tagLst>
</file>

<file path=ppt/tags/tag25.xml><?xml version="1.0" encoding="utf-8"?>
<p:tagLst xmlns:a="http://schemas.openxmlformats.org/drawingml/2006/main" xmlns:r="http://schemas.openxmlformats.org/officeDocument/2006/relationships" xmlns:p="http://schemas.openxmlformats.org/presentationml/2006/main">
  <p:tag name="SHADOWSIZE" val="99"/>
</p:tagLst>
</file>

<file path=ppt/tags/tag26.xml><?xml version="1.0" encoding="utf-8"?>
<p:tagLst xmlns:a="http://schemas.openxmlformats.org/drawingml/2006/main" xmlns:r="http://schemas.openxmlformats.org/officeDocument/2006/relationships" xmlns:p="http://schemas.openxmlformats.org/presentationml/2006/main">
  <p:tag name="SHADOWSIZE" val="99"/>
  <p:tag name="ADJUSTMENTS" val="8.630373"/>
</p:tagLst>
</file>

<file path=ppt/tags/tag27.xml><?xml version="1.0" encoding="utf-8"?>
<p:tagLst xmlns:a="http://schemas.openxmlformats.org/drawingml/2006/main" xmlns:r="http://schemas.openxmlformats.org/officeDocument/2006/relationships" xmlns:p="http://schemas.openxmlformats.org/presentationml/2006/main">
  <p:tag name="SHADOWSIZE" val="99"/>
  <p:tag name="ADJUSTMENTS" val="10.13264"/>
</p:tagLst>
</file>

<file path=ppt/tags/tag28.xml><?xml version="1.0" encoding="utf-8"?>
<p:tagLst xmlns:a="http://schemas.openxmlformats.org/drawingml/2006/main" xmlns:r="http://schemas.openxmlformats.org/officeDocument/2006/relationships" xmlns:p="http://schemas.openxmlformats.org/presentationml/2006/main">
  <p:tag name="SHADOWSIZE" val="98"/>
</p:tagLst>
</file>

<file path=ppt/tags/tag29.xml><?xml version="1.0" encoding="utf-8"?>
<p:tagLst xmlns:a="http://schemas.openxmlformats.org/drawingml/2006/main" xmlns:r="http://schemas.openxmlformats.org/officeDocument/2006/relationships" xmlns:p="http://schemas.openxmlformats.org/presentationml/2006/main">
  <p:tag name="SHADOWSIZE" val="98"/>
</p:tagLst>
</file>

<file path=ppt/tags/tag30.xml><?xml version="1.0" encoding="utf-8"?>
<p:tagLst xmlns:a="http://schemas.openxmlformats.org/drawingml/2006/main" xmlns:r="http://schemas.openxmlformats.org/officeDocument/2006/relationships" xmlns:p="http://schemas.openxmlformats.org/presentationml/2006/main">
  <p:tag name="SHADOWSIZE" val="100"/>
  <p:tag name="ADJUSTMENTS" val="8.620827"/>
</p:tagLst>
</file>

<file path=ppt/tags/tag31.xml><?xml version="1.0" encoding="utf-8"?>
<p:tagLst xmlns:a="http://schemas.openxmlformats.org/drawingml/2006/main" xmlns:r="http://schemas.openxmlformats.org/officeDocument/2006/relationships" xmlns:p="http://schemas.openxmlformats.org/presentationml/2006/main">
  <p:tag name="SHADOWSIZE" val="100"/>
  <p:tag name="ADJUSTMENTS" val="8.620866"/>
</p:tagLst>
</file>

<file path=ppt/tags/tag32.xml><?xml version="1.0" encoding="utf-8"?>
<p:tagLst xmlns:a="http://schemas.openxmlformats.org/drawingml/2006/main" xmlns:r="http://schemas.openxmlformats.org/officeDocument/2006/relationships" xmlns:p="http://schemas.openxmlformats.org/presentationml/2006/main">
  <p:tag name="SHADOWSIZE" val="100"/>
</p:tagLst>
</file>

<file path=ppt/tags/tag33.xml><?xml version="1.0" encoding="utf-8"?>
<p:tagLst xmlns:a="http://schemas.openxmlformats.org/drawingml/2006/main" xmlns:r="http://schemas.openxmlformats.org/officeDocument/2006/relationships" xmlns:p="http://schemas.openxmlformats.org/presentationml/2006/main">
  <p:tag name="SHADOWSIZE" val="100"/>
</p:tagLst>
</file>

<file path=ppt/tags/tag34.xml><?xml version="1.0" encoding="utf-8"?>
<p:tagLst xmlns:a="http://schemas.openxmlformats.org/drawingml/2006/main" xmlns:r="http://schemas.openxmlformats.org/officeDocument/2006/relationships" xmlns:p="http://schemas.openxmlformats.org/presentationml/2006/main">
  <p:tag name="SHADOWSIZE" val="100"/>
</p:tagLst>
</file>

<file path=ppt/tags/tag35.xml><?xml version="1.0" encoding="utf-8"?>
<p:tagLst xmlns:a="http://schemas.openxmlformats.org/drawingml/2006/main" xmlns:r="http://schemas.openxmlformats.org/officeDocument/2006/relationships" xmlns:p="http://schemas.openxmlformats.org/presentationml/2006/main">
  <p:tag name="SHADOWSIZE" val="100"/>
</p:tagLst>
</file>

<file path=ppt/tags/tag36.xml><?xml version="1.0" encoding="utf-8"?>
<p:tagLst xmlns:a="http://schemas.openxmlformats.org/drawingml/2006/main" xmlns:r="http://schemas.openxmlformats.org/officeDocument/2006/relationships" xmlns:p="http://schemas.openxmlformats.org/presentationml/2006/main">
  <p:tag name="TEXTSHADOWSIZE" val="100"/>
</p:tagLst>
</file>

<file path=ppt/tags/tag37.xml><?xml version="1.0" encoding="utf-8"?>
<p:tagLst xmlns:a="http://schemas.openxmlformats.org/drawingml/2006/main" xmlns:r="http://schemas.openxmlformats.org/officeDocument/2006/relationships" xmlns:p="http://schemas.openxmlformats.org/presentationml/2006/main">
  <p:tag name="SHADOWSIZE" val="98"/>
</p:tagLst>
</file>

<file path=ppt/tags/tag38.xml><?xml version="1.0" encoding="utf-8"?>
<p:tagLst xmlns:a="http://schemas.openxmlformats.org/drawingml/2006/main" xmlns:r="http://schemas.openxmlformats.org/officeDocument/2006/relationships" xmlns:p="http://schemas.openxmlformats.org/presentationml/2006/main">
  <p:tag name="SHADOWSIZE" val="98"/>
</p:tagLst>
</file>

<file path=ppt/tags/tag39.xml><?xml version="1.0" encoding="utf-8"?>
<p:tagLst xmlns:a="http://schemas.openxmlformats.org/drawingml/2006/main" xmlns:r="http://schemas.openxmlformats.org/officeDocument/2006/relationships" xmlns:p="http://schemas.openxmlformats.org/presentationml/2006/main">
  <p:tag name="SHADOWSIZE" val="100"/>
</p:tagLst>
</file>

<file path=ppt/tags/tag40.xml><?xml version="1.0" encoding="utf-8"?>
<p:tagLst xmlns:a="http://schemas.openxmlformats.org/drawingml/2006/main" xmlns:r="http://schemas.openxmlformats.org/officeDocument/2006/relationships" xmlns:p="http://schemas.openxmlformats.org/presentationml/2006/main">
  <p:tag name="SHADOWSIZE" val="100"/>
</p:tagLst>
</file>

<file path=ppt/tags/tag41.xml><?xml version="1.0" encoding="utf-8"?>
<p:tagLst xmlns:a="http://schemas.openxmlformats.org/drawingml/2006/main" xmlns:r="http://schemas.openxmlformats.org/officeDocument/2006/relationships" xmlns:p="http://schemas.openxmlformats.org/presentationml/2006/main">
  <p:tag name="SHADOWSIZE" val="100"/>
</p:tagLst>
</file>

<file path=ppt/tags/tag42.xml><?xml version="1.0" encoding="utf-8"?>
<p:tagLst xmlns:a="http://schemas.openxmlformats.org/drawingml/2006/main" xmlns:r="http://schemas.openxmlformats.org/officeDocument/2006/relationships" xmlns:p="http://schemas.openxmlformats.org/presentationml/2006/main">
  <p:tag name="SHADOWSIZE" val="100"/>
</p:tagLst>
</file>

<file path=ppt/tags/tag43.xml><?xml version="1.0" encoding="utf-8"?>
<p:tagLst xmlns:a="http://schemas.openxmlformats.org/drawingml/2006/main" xmlns:r="http://schemas.openxmlformats.org/officeDocument/2006/relationships" xmlns:p="http://schemas.openxmlformats.org/presentationml/2006/main">
  <p:tag name="SHADOWSIZE" val="100"/>
</p:tagLst>
</file>

<file path=ppt/tags/tag44.xml><?xml version="1.0" encoding="utf-8"?>
<p:tagLst xmlns:a="http://schemas.openxmlformats.org/drawingml/2006/main" xmlns:r="http://schemas.openxmlformats.org/officeDocument/2006/relationships" xmlns:p="http://schemas.openxmlformats.org/presentationml/2006/main">
  <p:tag name="SHADOWSIZE" val="100"/>
</p:tagLst>
</file>

<file path=ppt/tags/tag45.xml><?xml version="1.0" encoding="utf-8"?>
<p:tagLst xmlns:a="http://schemas.openxmlformats.org/drawingml/2006/main" xmlns:r="http://schemas.openxmlformats.org/officeDocument/2006/relationships" xmlns:p="http://schemas.openxmlformats.org/presentationml/2006/main">
  <p:tag name="SHADOWSIZE" val="102"/>
</p:tagLst>
</file>

<file path=ppt/tags/tag46.xml><?xml version="1.0" encoding="utf-8"?>
<p:tagLst xmlns:a="http://schemas.openxmlformats.org/drawingml/2006/main" xmlns:r="http://schemas.openxmlformats.org/officeDocument/2006/relationships" xmlns:p="http://schemas.openxmlformats.org/presentationml/2006/main">
  <p:tag name="SHADOWSIZE" val="102"/>
</p:tagLst>
</file>

<file path=ppt/tags/tag47.xml><?xml version="1.0" encoding="utf-8"?>
<p:tagLst xmlns:a="http://schemas.openxmlformats.org/drawingml/2006/main" xmlns:r="http://schemas.openxmlformats.org/officeDocument/2006/relationships" xmlns:p="http://schemas.openxmlformats.org/presentationml/2006/main">
  <p:tag name="SHADOWSIZE" val="102"/>
</p:tagLst>
</file>

<file path=ppt/tags/tag48.xml><?xml version="1.0" encoding="utf-8"?>
<p:tagLst xmlns:a="http://schemas.openxmlformats.org/drawingml/2006/main" xmlns:r="http://schemas.openxmlformats.org/officeDocument/2006/relationships" xmlns:p="http://schemas.openxmlformats.org/presentationml/2006/main">
  <p:tag name="SHADOWSIZE" val="102"/>
</p:tagLst>
</file>

<file path=ppt/tags/tag49.xml><?xml version="1.0" encoding="utf-8"?>
<p:tagLst xmlns:a="http://schemas.openxmlformats.org/drawingml/2006/main" xmlns:r="http://schemas.openxmlformats.org/officeDocument/2006/relationships" xmlns:p="http://schemas.openxmlformats.org/presentationml/2006/main">
  <p:tag name="SHADOWSIZE" val="102"/>
</p:tagLst>
</file>

<file path=ppt/tags/tag50.xml><?xml version="1.0" encoding="utf-8"?>
<p:tagLst xmlns:a="http://schemas.openxmlformats.org/drawingml/2006/main" xmlns:r="http://schemas.openxmlformats.org/officeDocument/2006/relationships" xmlns:p="http://schemas.openxmlformats.org/presentationml/2006/main">
  <p:tag name="SHADOWSIZE" val="102"/>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3.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4.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5.xml><?xml version="1.0" encoding="utf-8"?>
<p:tagLst xmlns:a="http://schemas.openxmlformats.org/drawingml/2006/main" xmlns:r="http://schemas.openxmlformats.org/officeDocument/2006/relationships" xmlns:p="http://schemas.openxmlformats.org/presentationml/2006/main">
  <p:tag name="PA" val="v5.2.11"/>
</p:tagLst>
</file>

<file path=ppt/tags/tag66.xml><?xml version="1.0" encoding="utf-8"?>
<p:tagLst xmlns:a="http://schemas.openxmlformats.org/drawingml/2006/main" xmlns:r="http://schemas.openxmlformats.org/officeDocument/2006/relationships" xmlns:p="http://schemas.openxmlformats.org/presentationml/2006/main">
  <p:tag name="PA" val="v5.2.11"/>
</p:tagLst>
</file>

<file path=ppt/tags/tag67.xml><?xml version="1.0" encoding="utf-8"?>
<p:tagLst xmlns:a="http://schemas.openxmlformats.org/drawingml/2006/main" xmlns:r="http://schemas.openxmlformats.org/officeDocument/2006/relationships" xmlns:p="http://schemas.openxmlformats.org/presentationml/2006/main">
  <p:tag name="PA" val="v5.2.11"/>
</p:tagLst>
</file>

<file path=ppt/tags/tag68.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69.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70.xml><?xml version="1.0" encoding="utf-8"?>
<p:tagLst xmlns:a="http://schemas.openxmlformats.org/drawingml/2006/main" xmlns:r="http://schemas.openxmlformats.org/officeDocument/2006/relationships" xmlns:p="http://schemas.openxmlformats.org/presentationml/2006/main">
  <p:tag name="PA" val="v5.2.11"/>
  <p:tag name="SHADOWSIZE" val="100"/>
</p:tagLst>
</file>

<file path=ppt/tags/tag71.xml><?xml version="1.0" encoding="utf-8"?>
<p:tagLst xmlns:a="http://schemas.openxmlformats.org/drawingml/2006/main" xmlns:r="http://schemas.openxmlformats.org/officeDocument/2006/relationships" xmlns:p="http://schemas.openxmlformats.org/presentationml/2006/main">
  <p:tag name="PA" val="v5.2.11"/>
</p:tagLst>
</file>

<file path=ppt/tags/tag72.xml><?xml version="1.0" encoding="utf-8"?>
<p:tagLst xmlns:a="http://schemas.openxmlformats.org/drawingml/2006/main" xmlns:r="http://schemas.openxmlformats.org/officeDocument/2006/relationships" xmlns:p="http://schemas.openxmlformats.org/presentationml/2006/main">
  <p:tag name="PA" val="v5.2.11"/>
</p:tagLst>
</file>

<file path=ppt/tags/tag73.xml><?xml version="1.0" encoding="utf-8"?>
<p:tagLst xmlns:a="http://schemas.openxmlformats.org/drawingml/2006/main" xmlns:r="http://schemas.openxmlformats.org/officeDocument/2006/relationships" xmlns:p="http://schemas.openxmlformats.org/presentationml/2006/main">
  <p:tag name="PA" val="v5.2.11"/>
</p:tagLst>
</file>

<file path=ppt/tags/tag74.xml><?xml version="1.0" encoding="utf-8"?>
<p:tagLst xmlns:a="http://schemas.openxmlformats.org/drawingml/2006/main" xmlns:r="http://schemas.openxmlformats.org/officeDocument/2006/relationships" xmlns:p="http://schemas.openxmlformats.org/presentationml/2006/main">
  <p:tag name="PA" val="v5.2.11"/>
</p:tagLst>
</file>

<file path=ppt/tags/tag75.xml><?xml version="1.0" encoding="utf-8"?>
<p:tagLst xmlns:a="http://schemas.openxmlformats.org/drawingml/2006/main" xmlns:r="http://schemas.openxmlformats.org/officeDocument/2006/relationships" xmlns:p="http://schemas.openxmlformats.org/presentationml/2006/main">
  <p:tag name="PA" val="v5.2.11"/>
</p:tagLst>
</file>

<file path=ppt/tags/tag76.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77.xml><?xml version="1.0" encoding="utf-8"?>
<p:tagLst xmlns:a="http://schemas.openxmlformats.org/drawingml/2006/main" xmlns:r="http://schemas.openxmlformats.org/officeDocument/2006/relationships" xmlns:p="http://schemas.openxmlformats.org/presentationml/2006/main">
  <p:tag name="PA" val="v5.2.11"/>
</p:tagLst>
</file>

<file path=ppt/tags/tag78.xml><?xml version="1.0" encoding="utf-8"?>
<p:tagLst xmlns:a="http://schemas.openxmlformats.org/drawingml/2006/main" xmlns:r="http://schemas.openxmlformats.org/officeDocument/2006/relationships" xmlns:p="http://schemas.openxmlformats.org/presentationml/2006/main">
  <p:tag name="PA" val="v5.2.11"/>
</p:tagLst>
</file>

<file path=ppt/tags/tag79.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80.xml><?xml version="1.0" encoding="utf-8"?>
<p:tagLst xmlns:a="http://schemas.openxmlformats.org/drawingml/2006/main" xmlns:r="http://schemas.openxmlformats.org/officeDocument/2006/relationships" xmlns:p="http://schemas.openxmlformats.org/presentationml/2006/main">
  <p:tag name="PA" val="v5.2.11"/>
</p:tagLst>
</file>

<file path=ppt/tags/tag81.xml><?xml version="1.0" encoding="utf-8"?>
<p:tagLst xmlns:a="http://schemas.openxmlformats.org/drawingml/2006/main" xmlns:r="http://schemas.openxmlformats.org/officeDocument/2006/relationships" xmlns:p="http://schemas.openxmlformats.org/presentationml/2006/main">
  <p:tag name="PA" val="v5.2.11"/>
</p:tagLst>
</file>

<file path=ppt/tags/tag82.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83.xml><?xml version="1.0" encoding="utf-8"?>
<p:tagLst xmlns:a="http://schemas.openxmlformats.org/drawingml/2006/main" xmlns:r="http://schemas.openxmlformats.org/officeDocument/2006/relationships" xmlns:p="http://schemas.openxmlformats.org/presentationml/2006/main">
  <p:tag name="PA" val="v5.2.11"/>
</p:tagLst>
</file>

<file path=ppt/tags/tag84.xml><?xml version="1.0" encoding="utf-8"?>
<p:tagLst xmlns:a="http://schemas.openxmlformats.org/drawingml/2006/main" xmlns:r="http://schemas.openxmlformats.org/officeDocument/2006/relationships" xmlns:p="http://schemas.openxmlformats.org/presentationml/2006/main">
  <p:tag name="PA" val="v5.2.11"/>
</p:tagLst>
</file>

<file path=ppt/tags/tag85.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86.xml><?xml version="1.0" encoding="utf-8"?>
<p:tagLst xmlns:a="http://schemas.openxmlformats.org/drawingml/2006/main" xmlns:r="http://schemas.openxmlformats.org/officeDocument/2006/relationships" xmlns:p="http://schemas.openxmlformats.org/presentationml/2006/main">
  <p:tag name="PA" val="v5.2.11"/>
</p:tagLst>
</file>

<file path=ppt/tags/tag87.xml><?xml version="1.0" encoding="utf-8"?>
<p:tagLst xmlns:a="http://schemas.openxmlformats.org/drawingml/2006/main" xmlns:r="http://schemas.openxmlformats.org/officeDocument/2006/relationships" xmlns:p="http://schemas.openxmlformats.org/presentationml/2006/main">
  <p:tag name="PA" val="v5.2.11"/>
</p:tagLst>
</file>

<file path=ppt/tags/tag88.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89.xml><?xml version="1.0" encoding="utf-8"?>
<p:tagLst xmlns:a="http://schemas.openxmlformats.org/drawingml/2006/main" xmlns:r="http://schemas.openxmlformats.org/officeDocument/2006/relationships" xmlns:p="http://schemas.openxmlformats.org/presentationml/2006/main">
  <p:tag name="PA" val="v5.2.11"/>
</p:tagLst>
</file>

<file path=ppt/tags/tag90.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91.xml><?xml version="1.0" encoding="utf-8"?>
<p:tagLst xmlns:a="http://schemas.openxmlformats.org/drawingml/2006/main" xmlns:r="http://schemas.openxmlformats.org/officeDocument/2006/relationships" xmlns:p="http://schemas.openxmlformats.org/presentationml/2006/main">
  <p:tag name="PA" val="v5.2.11"/>
</p:tagLst>
</file>

<file path=ppt/tags/tag92.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93.xml><?xml version="1.0" encoding="utf-8"?>
<p:tagLst xmlns:a="http://schemas.openxmlformats.org/drawingml/2006/main" xmlns:r="http://schemas.openxmlformats.org/officeDocument/2006/relationships" xmlns:p="http://schemas.openxmlformats.org/presentationml/2006/main">
  <p:tag name="PA" val="v5.2.11"/>
  <p:tag name="SHADOWSIZE" val="100"/>
  <p:tag name="TEXTZ '" val="0"/>
</p:tagLst>
</file>

<file path=ppt/tags/tag94.xml><?xml version="1.0" encoding="utf-8"?>
<p:tagLst xmlns:a="http://schemas.openxmlformats.org/drawingml/2006/main" xmlns:r="http://schemas.openxmlformats.org/officeDocument/2006/relationships" xmlns:p="http://schemas.openxmlformats.org/presentationml/2006/main">
  <p:tag name="PA" val="v5.2.11"/>
</p:tagLst>
</file>

<file path=ppt/tags/tag95.xml><?xml version="1.0" encoding="utf-8"?>
<p:tagLst xmlns:a="http://schemas.openxmlformats.org/drawingml/2006/main" xmlns:r="http://schemas.openxmlformats.org/officeDocument/2006/relationships" xmlns:p="http://schemas.openxmlformats.org/presentationml/2006/main">
  <p:tag name="PA" val="v5.2.11"/>
</p:tagLst>
</file>

<file path=ppt/tags/tag96.xml><?xml version="1.0" encoding="utf-8"?>
<p:tagLst xmlns:a="http://schemas.openxmlformats.org/drawingml/2006/main" xmlns:r="http://schemas.openxmlformats.org/officeDocument/2006/relationships" xmlns:p="http://schemas.openxmlformats.org/presentationml/2006/main">
  <p:tag name="PA" val="v5.2.11"/>
</p:tagLst>
</file>

<file path=ppt/tags/tag97.xml><?xml version="1.0" encoding="utf-8"?>
<p:tagLst xmlns:a="http://schemas.openxmlformats.org/drawingml/2006/main" xmlns:r="http://schemas.openxmlformats.org/officeDocument/2006/relationships" xmlns:p="http://schemas.openxmlformats.org/presentationml/2006/main">
  <p:tag name="PA" val="v5.2.11"/>
</p:tagLst>
</file>

<file path=ppt/tags/tag98.xml><?xml version="1.0" encoding="utf-8"?>
<p:tagLst xmlns:a="http://schemas.openxmlformats.org/drawingml/2006/main" xmlns:r="http://schemas.openxmlformats.org/officeDocument/2006/relationships" xmlns:p="http://schemas.openxmlformats.org/presentationml/2006/main">
  <p:tag name="PA" val="v5.2.11"/>
</p:tagLst>
</file>

<file path=ppt/tags/tag99.xml><?xml version="1.0" encoding="utf-8"?>
<p:tagLst xmlns:a="http://schemas.openxmlformats.org/drawingml/2006/main" xmlns:r="http://schemas.openxmlformats.org/officeDocument/2006/relationships" xmlns:p="http://schemas.openxmlformats.org/presentationml/2006/main">
  <p:tag name="PA" val="v5.2.11"/>
</p:tagLst>
</file>

<file path=ppt/tags/tag100.xml><?xml version="1.0" encoding="utf-8"?>
<p:tagLst xmlns:a="http://schemas.openxmlformats.org/drawingml/2006/main" xmlns:r="http://schemas.openxmlformats.org/officeDocument/2006/relationships" xmlns:p="http://schemas.openxmlformats.org/presentationml/2006/main">
  <p:tag name="PA" val="v5.2.11"/>
</p:tagLst>
</file>

<file path=ppt/tags/tag101.xml><?xml version="1.0" encoding="utf-8"?>
<p:tagLst xmlns:a="http://schemas.openxmlformats.org/drawingml/2006/main" xmlns:r="http://schemas.openxmlformats.org/officeDocument/2006/relationships" xmlns:p="http://schemas.openxmlformats.org/presentationml/2006/main">
  <p:tag name="ADJUSTMENTS" val="14.42087"/>
  <p:tag name="SHADOWSIZE" val="100"/>
</p:tagLst>
</file>

<file path=ppt/tags/tag102.xml><?xml version="1.0" encoding="utf-8"?>
<p:tagLst xmlns:a="http://schemas.openxmlformats.org/drawingml/2006/main" xmlns:r="http://schemas.openxmlformats.org/officeDocument/2006/relationships" xmlns:p="http://schemas.openxmlformats.org/presentationml/2006/main">
  <p:tag name="ADJUSTMENTS" val="14.38579"/>
  <p:tag name="SHADOWSIZE" val="100"/>
</p:tagLst>
</file>

<file path=ppt/tags/tag103.xml><?xml version="1.0" encoding="utf-8"?>
<p:tagLst xmlns:a="http://schemas.openxmlformats.org/drawingml/2006/main" xmlns:r="http://schemas.openxmlformats.org/officeDocument/2006/relationships" xmlns:p="http://schemas.openxmlformats.org/presentationml/2006/main">
  <p:tag name="ADJUSTMENTS" val="14.42087"/>
  <p:tag name="SHADOWSIZE" val="100"/>
</p:tagLst>
</file>

<file path=ppt/tags/tag104.xml><?xml version="1.0" encoding="utf-8"?>
<p:tagLst xmlns:a="http://schemas.openxmlformats.org/drawingml/2006/main" xmlns:r="http://schemas.openxmlformats.org/officeDocument/2006/relationships" xmlns:p="http://schemas.openxmlformats.org/presentationml/2006/main">
  <p:tag name="ADJUSTMENTS" val="15.14291"/>
  <p:tag name="SHADOWSIZE" val="100"/>
</p:tagLst>
</file>

<file path=ppt/tags/tag105.xml><?xml version="1.0" encoding="utf-8"?>
<p:tagLst xmlns:a="http://schemas.openxmlformats.org/drawingml/2006/main" xmlns:r="http://schemas.openxmlformats.org/officeDocument/2006/relationships" xmlns:p="http://schemas.openxmlformats.org/presentationml/2006/main">
  <p:tag name="ADJUSTMENTS" val="14.8003"/>
</p:tagLst>
</file>

<file path=ppt/tags/tag106.xml><?xml version="1.0" encoding="utf-8"?>
<p:tagLst xmlns:a="http://schemas.openxmlformats.org/drawingml/2006/main" xmlns:r="http://schemas.openxmlformats.org/officeDocument/2006/relationships" xmlns:p="http://schemas.openxmlformats.org/presentationml/2006/main">
  <p:tag name="ADJUSTMENTS" val="8.441835"/>
</p:tagLst>
</file>

<file path=ppt/tags/tag107.xml><?xml version="1.0" encoding="utf-8"?>
<p:tagLst xmlns:a="http://schemas.openxmlformats.org/drawingml/2006/main" xmlns:r="http://schemas.openxmlformats.org/officeDocument/2006/relationships" xmlns:p="http://schemas.openxmlformats.org/presentationml/2006/main">
  <p:tag name="ADJUSTMENTS" val="8.441835"/>
</p:tagLst>
</file>

<file path=ppt/tags/tag108.xml><?xml version="1.0" encoding="utf-8"?>
<p:tagLst xmlns:a="http://schemas.openxmlformats.org/drawingml/2006/main" xmlns:r="http://schemas.openxmlformats.org/officeDocument/2006/relationships" xmlns:p="http://schemas.openxmlformats.org/presentationml/2006/main">
  <p:tag name="ADJUSTMENTS" val="8.441835"/>
</p:tagLst>
</file>

<file path=ppt/tags/tag109.xml><?xml version="1.0" encoding="utf-8"?>
<p:tagLst xmlns:a="http://schemas.openxmlformats.org/drawingml/2006/main" xmlns:r="http://schemas.openxmlformats.org/officeDocument/2006/relationships" xmlns:p="http://schemas.openxmlformats.org/presentationml/2006/main">
  <p:tag name="ADJUSTMENTS" val="8.441835"/>
</p:tagLst>
</file>

<file path=ppt/tags/tag110.xml><?xml version="1.0" encoding="utf-8"?>
<p:tagLst xmlns:a="http://schemas.openxmlformats.org/drawingml/2006/main" xmlns:r="http://schemas.openxmlformats.org/officeDocument/2006/relationships" xmlns:p="http://schemas.openxmlformats.org/presentationml/2006/main">
  <p:tag name="ADJUSTMENTS" val="17.23638"/>
  <p:tag name="SHADOWSIZE" val="100"/>
</p:tagLst>
</file>

<file path=ppt/tags/tag111.xml><?xml version="1.0" encoding="utf-8"?>
<p:tagLst xmlns:a="http://schemas.openxmlformats.org/drawingml/2006/main" xmlns:r="http://schemas.openxmlformats.org/officeDocument/2006/relationships" xmlns:p="http://schemas.openxmlformats.org/presentationml/2006/main">
  <p:tag name="ADJUSTMENTS" val="17.23638"/>
  <p:tag name="SHADOWSIZE" val="100"/>
</p:tagLst>
</file>

<file path=ppt/tags/tag112.xml><?xml version="1.0" encoding="utf-8"?>
<p:tagLst xmlns:a="http://schemas.openxmlformats.org/drawingml/2006/main" xmlns:r="http://schemas.openxmlformats.org/officeDocument/2006/relationships" xmlns:p="http://schemas.openxmlformats.org/presentationml/2006/main">
  <p:tag name="SHADOWSIZE" val="102"/>
</p:tagLst>
</file>

<file path=ppt/tags/tag113.xml><?xml version="1.0" encoding="utf-8"?>
<p:tagLst xmlns:a="http://schemas.openxmlformats.org/drawingml/2006/main" xmlns:r="http://schemas.openxmlformats.org/officeDocument/2006/relationships" xmlns:p="http://schemas.openxmlformats.org/presentationml/2006/main">
  <p:tag name="SHADOWSIZE" val="102"/>
</p:tagLst>
</file>

<file path=ppt/tags/tag114.xml><?xml version="1.0" encoding="utf-8"?>
<p:tagLst xmlns:a="http://schemas.openxmlformats.org/drawingml/2006/main" xmlns:r="http://schemas.openxmlformats.org/officeDocument/2006/relationships" xmlns:p="http://schemas.openxmlformats.org/presentationml/2006/main">
  <p:tag name="SHADOWSIZE" val="102"/>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76.9644317399158,&quot;left&quot;:94.53556826008412,&quot;top&quot;:109.73556826008414,&quot;width&quot;:807.6644317399159}"/>
</p:tagLst>
</file>

<file path=ppt/tags/tag126.xml><?xml version="1.0" encoding="utf-8"?>
<p:tagLst xmlns:a="http://schemas.openxmlformats.org/drawingml/2006/main" xmlns:r="http://schemas.openxmlformats.org/officeDocument/2006/relationships" xmlns:p="http://schemas.openxmlformats.org/presentationml/2006/main">
  <p:tag name="SHADOWSIZE" val="102"/>
</p:tagLst>
</file>

<file path=ppt/tags/tag127.xml><?xml version="1.0" encoding="utf-8"?>
<p:tagLst xmlns:a="http://schemas.openxmlformats.org/drawingml/2006/main" xmlns:r="http://schemas.openxmlformats.org/officeDocument/2006/relationships" xmlns:p="http://schemas.openxmlformats.org/presentationml/2006/main">
  <p:tag name="TEXTSHADOWSIZE" val="100"/>
</p:tagLst>
</file>

<file path=ppt/tags/tag128.xml><?xml version="1.0" encoding="utf-8"?>
<p:tagLst xmlns:a="http://schemas.openxmlformats.org/drawingml/2006/main" xmlns:r="http://schemas.openxmlformats.org/officeDocument/2006/relationships" xmlns:p="http://schemas.openxmlformats.org/presentationml/2006/main">
  <p:tag name="TEXTSHADOWSIZE" val="100"/>
</p:tagLst>
</file>

<file path=ppt/tags/tag129.xml><?xml version="1.0" encoding="utf-8"?>
<p:tagLst xmlns:a="http://schemas.openxmlformats.org/drawingml/2006/main" xmlns:r="http://schemas.openxmlformats.org/officeDocument/2006/relationships" xmlns:p="http://schemas.openxmlformats.org/presentationml/2006/main">
  <p:tag name="TEXTSHADOWSIZE" val="100"/>
</p:tagLst>
</file>

<file path=ppt/tags/tag130.xml><?xml version="1.0" encoding="utf-8"?>
<p:tagLst xmlns:a="http://schemas.openxmlformats.org/drawingml/2006/main" xmlns:r="http://schemas.openxmlformats.org/officeDocument/2006/relationships" xmlns:p="http://schemas.openxmlformats.org/presentationml/2006/main">
  <p:tag name="TEXTSHADOWSIZE" val="100"/>
</p:tagLst>
</file>

<file path=ppt/tags/tag131.xml><?xml version="1.0" encoding="utf-8"?>
<p:tagLst xmlns:a="http://schemas.openxmlformats.org/drawingml/2006/main" xmlns:r="http://schemas.openxmlformats.org/officeDocument/2006/relationships" xmlns:p="http://schemas.openxmlformats.org/presentationml/2006/main">
  <p:tag name="SHADOWSIZE" val="102"/>
</p:tagLst>
</file>

<file path=ppt/tags/tag132.xml><?xml version="1.0" encoding="utf-8"?>
<p:tagLst xmlns:a="http://schemas.openxmlformats.org/drawingml/2006/main" xmlns:r="http://schemas.openxmlformats.org/officeDocument/2006/relationships" xmlns:p="http://schemas.openxmlformats.org/presentationml/2006/main">
  <p:tag name="SHADOWSIZE" val="102"/>
</p:tagLst>
</file>

<file path=ppt/tags/tag133.xml><?xml version="1.0" encoding="utf-8"?>
<p:tagLst xmlns:a="http://schemas.openxmlformats.org/drawingml/2006/main" xmlns:r="http://schemas.openxmlformats.org/officeDocument/2006/relationships" xmlns:p="http://schemas.openxmlformats.org/presentationml/2006/main">
  <p:tag name="SHADOWSIZE" val="102"/>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 name="ADJUSTMENTS" val="3.88388"/>
  <p:tag name="SHADOWSIZE" val="98"/>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 name="SHADOWSIZE" val="98"/>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TEXTZ '" val="-2.147484E+09"/>
</p:tagLst>
</file>

<file path=ppt/tags/tag151.xml><?xml version="1.0" encoding="utf-8"?>
<p:tagLst xmlns:a="http://schemas.openxmlformats.org/drawingml/2006/main" xmlns:r="http://schemas.openxmlformats.org/officeDocument/2006/relationships" xmlns:p="http://schemas.openxmlformats.org/presentationml/2006/main">
  <p:tag name="SHADOWSIZE" val="100"/>
</p:tagLst>
</file>

<file path=ppt/tags/tag152.xml><?xml version="1.0" encoding="utf-8"?>
<p:tagLst xmlns:a="http://schemas.openxmlformats.org/drawingml/2006/main" xmlns:r="http://schemas.openxmlformats.org/officeDocument/2006/relationships" xmlns:p="http://schemas.openxmlformats.org/presentationml/2006/main">
  <p:tag name="SHADOWSIZE" val="100"/>
</p:tagLst>
</file>

<file path=ppt/tags/tag153.xml><?xml version="1.0" encoding="utf-8"?>
<p:tagLst xmlns:a="http://schemas.openxmlformats.org/drawingml/2006/main" xmlns:r="http://schemas.openxmlformats.org/officeDocument/2006/relationships" xmlns:p="http://schemas.openxmlformats.org/presentationml/2006/main">
  <p:tag name="SHADOWSIZE" val="100"/>
</p:tagLst>
</file>

<file path=ppt/tags/tag154.xml><?xml version="1.0" encoding="utf-8"?>
<p:tagLst xmlns:a="http://schemas.openxmlformats.org/drawingml/2006/main" xmlns:r="http://schemas.openxmlformats.org/officeDocument/2006/relationships" xmlns:p="http://schemas.openxmlformats.org/presentationml/2006/main">
  <p:tag name="SHADOWSIZE" val="100"/>
</p:tagLst>
</file>

<file path=ppt/tags/tag155.xml><?xml version="1.0" encoding="utf-8"?>
<p:tagLst xmlns:a="http://schemas.openxmlformats.org/drawingml/2006/main" xmlns:r="http://schemas.openxmlformats.org/officeDocument/2006/relationships" xmlns:p="http://schemas.openxmlformats.org/presentationml/2006/main">
  <p:tag name="TEXTZ '" val="-2.147484E+09"/>
</p:tagLst>
</file>

<file path=ppt/tags/tag156.xml><?xml version="1.0" encoding="utf-8"?>
<p:tagLst xmlns:a="http://schemas.openxmlformats.org/drawingml/2006/main" xmlns:r="http://schemas.openxmlformats.org/officeDocument/2006/relationships" xmlns:p="http://schemas.openxmlformats.org/presentationml/2006/main">
  <p:tag name="SHADOWSIZE" val="100"/>
</p:tagLst>
</file>

<file path=ppt/tags/tag157.xml><?xml version="1.0" encoding="utf-8"?>
<p:tagLst xmlns:a="http://schemas.openxmlformats.org/drawingml/2006/main" xmlns:r="http://schemas.openxmlformats.org/officeDocument/2006/relationships" xmlns:p="http://schemas.openxmlformats.org/presentationml/2006/main">
  <p:tag name="SHADOWSIZE" val="100"/>
</p:tagLst>
</file>

<file path=ppt/tags/tag158.xml><?xml version="1.0" encoding="utf-8"?>
<p:tagLst xmlns:a="http://schemas.openxmlformats.org/drawingml/2006/main" xmlns:r="http://schemas.openxmlformats.org/officeDocument/2006/relationships" xmlns:p="http://schemas.openxmlformats.org/presentationml/2006/main">
  <p:tag name="SHADOWSIZE" val="100"/>
</p:tagLst>
</file>

<file path=ppt/tags/tag159.xml><?xml version="1.0" encoding="utf-8"?>
<p:tagLst xmlns:a="http://schemas.openxmlformats.org/drawingml/2006/main" xmlns:r="http://schemas.openxmlformats.org/officeDocument/2006/relationships" xmlns:p="http://schemas.openxmlformats.org/presentationml/2006/main">
  <p:tag name="SHADOWSIZE" val="100"/>
</p:tagLst>
</file>

<file path=ppt/tags/tag160.xml><?xml version="1.0" encoding="utf-8"?>
<p:tagLst xmlns:a="http://schemas.openxmlformats.org/drawingml/2006/main" xmlns:r="http://schemas.openxmlformats.org/officeDocument/2006/relationships" xmlns:p="http://schemas.openxmlformats.org/presentationml/2006/main">
  <p:tag name="SHADOWSIZE" val="99"/>
  <p:tag name="TEXTSHADOWSIZE" val="100"/>
</p:tagLst>
</file>

<file path=ppt/tags/tag161.xml><?xml version="1.0" encoding="utf-8"?>
<p:tagLst xmlns:a="http://schemas.openxmlformats.org/drawingml/2006/main" xmlns:r="http://schemas.openxmlformats.org/officeDocument/2006/relationships" xmlns:p="http://schemas.openxmlformats.org/presentationml/2006/main">
  <p:tag name="SHADOWSIZE" val="100"/>
</p:tagLst>
</file>

<file path=ppt/tags/tag162.xml><?xml version="1.0" encoding="utf-8"?>
<p:tagLst xmlns:a="http://schemas.openxmlformats.org/drawingml/2006/main" xmlns:r="http://schemas.openxmlformats.org/officeDocument/2006/relationships" xmlns:p="http://schemas.openxmlformats.org/presentationml/2006/main">
  <p:tag name="TEXTSHADOWSIZE" val="100"/>
</p:tagLst>
</file>

<file path=ppt/tags/tag163.xml><?xml version="1.0" encoding="utf-8"?>
<p:tagLst xmlns:a="http://schemas.openxmlformats.org/drawingml/2006/main" xmlns:r="http://schemas.openxmlformats.org/officeDocument/2006/relationships" xmlns:p="http://schemas.openxmlformats.org/presentationml/2006/main">
  <p:tag name="SHADOWSIZE" val="100"/>
</p:tagLst>
</file>

<file path=ppt/tags/tag164.xml><?xml version="1.0" encoding="utf-8"?>
<p:tagLst xmlns:a="http://schemas.openxmlformats.org/drawingml/2006/main" xmlns:r="http://schemas.openxmlformats.org/officeDocument/2006/relationships" xmlns:p="http://schemas.openxmlformats.org/presentationml/2006/main">
  <p:tag name="TEXTSHADOWSIZE" val="100"/>
</p:tagLst>
</file>

<file path=ppt/tags/tag165.xml><?xml version="1.0" encoding="utf-8"?>
<p:tagLst xmlns:a="http://schemas.openxmlformats.org/drawingml/2006/main" xmlns:r="http://schemas.openxmlformats.org/officeDocument/2006/relationships" xmlns:p="http://schemas.openxmlformats.org/presentationml/2006/main">
  <p:tag name="SHADOWSIZE" val="100"/>
</p:tagLst>
</file>

<file path=ppt/tags/tag166.xml><?xml version="1.0" encoding="utf-8"?>
<p:tagLst xmlns:a="http://schemas.openxmlformats.org/drawingml/2006/main" xmlns:r="http://schemas.openxmlformats.org/officeDocument/2006/relationships" xmlns:p="http://schemas.openxmlformats.org/presentationml/2006/main">
  <p:tag name="TEXTSHADOWSIZE" val="100"/>
</p:tagLst>
</file>

<file path=ppt/tags/tag167.xml><?xml version="1.0" encoding="utf-8"?>
<p:tagLst xmlns:a="http://schemas.openxmlformats.org/drawingml/2006/main" xmlns:r="http://schemas.openxmlformats.org/officeDocument/2006/relationships" xmlns:p="http://schemas.openxmlformats.org/presentationml/2006/main">
  <p:tag name="ADJUSTMENTS" val="8.772402"/>
</p:tagLst>
</file>

<file path=ppt/tags/tag168.xml><?xml version="1.0" encoding="utf-8"?>
<p:tagLst xmlns:a="http://schemas.openxmlformats.org/drawingml/2006/main" xmlns:r="http://schemas.openxmlformats.org/officeDocument/2006/relationships" xmlns:p="http://schemas.openxmlformats.org/presentationml/2006/main">
  <p:tag name="ADJUSTMENTS" val="8.772402"/>
</p:tagLst>
</file>

<file path=ppt/tags/tag169.xml><?xml version="1.0" encoding="utf-8"?>
<p:tagLst xmlns:a="http://schemas.openxmlformats.org/drawingml/2006/main" xmlns:r="http://schemas.openxmlformats.org/officeDocument/2006/relationships" xmlns:p="http://schemas.openxmlformats.org/presentationml/2006/main">
  <p:tag name="ADJUSTMENTS" val="8.772402"/>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SHADOWSIZE" val="102"/>
</p:tagLst>
</file>

<file path=ppt/tags/tag172.xml><?xml version="1.0" encoding="utf-8"?>
<p:tagLst xmlns:a="http://schemas.openxmlformats.org/drawingml/2006/main" xmlns:r="http://schemas.openxmlformats.org/officeDocument/2006/relationships" xmlns:p="http://schemas.openxmlformats.org/presentationml/2006/main">
  <p:tag name="SHADOWSIZE" val="102"/>
</p:tagLst>
</file>

<file path=ppt/tags/tag173.xml><?xml version="1.0" encoding="utf-8"?>
<p:tagLst xmlns:a="http://schemas.openxmlformats.org/drawingml/2006/main" xmlns:r="http://schemas.openxmlformats.org/officeDocument/2006/relationships" xmlns:p="http://schemas.openxmlformats.org/presentationml/2006/main">
  <p:tag name="SHADOWSIZE" val="102"/>
</p:tagLst>
</file>

<file path=ppt/tags/tag174.xml><?xml version="1.0" encoding="utf-8"?>
<p:tagLst xmlns:a="http://schemas.openxmlformats.org/drawingml/2006/main" xmlns:r="http://schemas.openxmlformats.org/officeDocument/2006/relationships" xmlns:p="http://schemas.openxmlformats.org/presentationml/2006/main">
  <p:tag name="SHADOWSIZE" val="102"/>
</p:tagLst>
</file>

<file path=ppt/tags/tag175.xml><?xml version="1.0" encoding="utf-8"?>
<p:tagLst xmlns:a="http://schemas.openxmlformats.org/drawingml/2006/main" xmlns:r="http://schemas.openxmlformats.org/officeDocument/2006/relationships" xmlns:p="http://schemas.openxmlformats.org/presentationml/2006/main">
  <p:tag name="SHADOWSIZE" val="102"/>
</p:tagLst>
</file>

<file path=ppt/tags/tag176.xml><?xml version="1.0" encoding="utf-8"?>
<p:tagLst xmlns:a="http://schemas.openxmlformats.org/drawingml/2006/main" xmlns:r="http://schemas.openxmlformats.org/officeDocument/2006/relationships" xmlns:p="http://schemas.openxmlformats.org/presentationml/2006/main">
  <p:tag name="SHADOWSIZE" val="102"/>
</p:tagLst>
</file>

<file path=ppt/tags/tag177.xml><?xml version="1.0" encoding="utf-8"?>
<p:tagLst xmlns:a="http://schemas.openxmlformats.org/drawingml/2006/main" xmlns:r="http://schemas.openxmlformats.org/officeDocument/2006/relationships" xmlns:p="http://schemas.openxmlformats.org/presentationml/2006/main">
  <p:tag name="SHADOWSIZE" val="102"/>
</p:tagLst>
</file>

<file path=ppt/tags/tag178.xml><?xml version="1.0" encoding="utf-8"?>
<p:tagLst xmlns:a="http://schemas.openxmlformats.org/drawingml/2006/main" xmlns:r="http://schemas.openxmlformats.org/officeDocument/2006/relationships" xmlns:p="http://schemas.openxmlformats.org/presentationml/2006/main">
  <p:tag name="SHADOWSIZE" val="102"/>
</p:tagLst>
</file>

<file path=ppt/tags/tag179.xml><?xml version="1.0" encoding="utf-8"?>
<p:tagLst xmlns:a="http://schemas.openxmlformats.org/drawingml/2006/main" xmlns:r="http://schemas.openxmlformats.org/officeDocument/2006/relationships" xmlns:p="http://schemas.openxmlformats.org/presentationml/2006/main">
  <p:tag name="SHADOWSIZE" val="102"/>
</p:tagLst>
</file>

<file path=ppt/tags/tag180.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181.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182.xml><?xml version="1.0" encoding="utf-8"?>
<p:tagLst xmlns:a="http://schemas.openxmlformats.org/drawingml/2006/main" xmlns:r="http://schemas.openxmlformats.org/officeDocument/2006/relationships" xmlns:p="http://schemas.openxmlformats.org/presentationml/2006/main">
  <p:tag name="ADJUSTMENTS" val="5.029812"/>
</p:tagLst>
</file>

<file path=ppt/tags/tag183.xml><?xml version="1.0" encoding="utf-8"?>
<p:tagLst xmlns:a="http://schemas.openxmlformats.org/drawingml/2006/main" xmlns:r="http://schemas.openxmlformats.org/officeDocument/2006/relationships" xmlns:p="http://schemas.openxmlformats.org/presentationml/2006/main">
  <p:tag name="ADJUSTMENTS" val="5.029812"/>
</p:tagLst>
</file>

<file path=ppt/tags/tag184.xml><?xml version="1.0" encoding="utf-8"?>
<p:tagLst xmlns:a="http://schemas.openxmlformats.org/drawingml/2006/main" xmlns:r="http://schemas.openxmlformats.org/officeDocument/2006/relationships" xmlns:p="http://schemas.openxmlformats.org/presentationml/2006/main">
  <p:tag name="ADJUSTMENTS" val="5.029812"/>
</p:tagLst>
</file>

<file path=ppt/tags/tag185.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186.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187.xml><?xml version="1.0" encoding="utf-8"?>
<p:tagLst xmlns:a="http://schemas.openxmlformats.org/drawingml/2006/main" xmlns:r="http://schemas.openxmlformats.org/officeDocument/2006/relationships" xmlns:p="http://schemas.openxmlformats.org/presentationml/2006/main">
  <p:tag name="ADJUSTMENTS" val="5.029812"/>
</p:tagLst>
</file>

<file path=ppt/tags/tag188.xml><?xml version="1.0" encoding="utf-8"?>
<p:tagLst xmlns:a="http://schemas.openxmlformats.org/drawingml/2006/main" xmlns:r="http://schemas.openxmlformats.org/officeDocument/2006/relationships" xmlns:p="http://schemas.openxmlformats.org/presentationml/2006/main">
  <p:tag name="ADJUSTMENTS" val="5.029812"/>
</p:tagLst>
</file>

<file path=ppt/tags/tag189.xml><?xml version="1.0" encoding="utf-8"?>
<p:tagLst xmlns:a="http://schemas.openxmlformats.org/drawingml/2006/main" xmlns:r="http://schemas.openxmlformats.org/officeDocument/2006/relationships" xmlns:p="http://schemas.openxmlformats.org/presentationml/2006/main">
  <p:tag name="ADJUSTMENTS" val="5.029812"/>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3.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204.xml><?xml version="1.0" encoding="utf-8"?>
<p:tagLst xmlns:a="http://schemas.openxmlformats.org/drawingml/2006/main" xmlns:r="http://schemas.openxmlformats.org/officeDocument/2006/relationships" xmlns:p="http://schemas.openxmlformats.org/presentationml/2006/main">
  <p:tag name="ADJUSTMENTS" val="5.00244"/>
  <p:tag name="SHADOWSIZE" val="100"/>
</p:tagLst>
</file>

<file path=ppt/tags/tag205.xml><?xml version="1.0" encoding="utf-8"?>
<p:tagLst xmlns:a="http://schemas.openxmlformats.org/drawingml/2006/main" xmlns:r="http://schemas.openxmlformats.org/officeDocument/2006/relationships" xmlns:p="http://schemas.openxmlformats.org/presentationml/2006/main">
  <p:tag name="ADJUSTMENTS" val="5.029812"/>
</p:tagLst>
</file>

<file path=ppt/tags/tag206.xml><?xml version="1.0" encoding="utf-8"?>
<p:tagLst xmlns:a="http://schemas.openxmlformats.org/drawingml/2006/main" xmlns:r="http://schemas.openxmlformats.org/officeDocument/2006/relationships" xmlns:p="http://schemas.openxmlformats.org/presentationml/2006/main">
  <p:tag name="ADJUSTMENTS" val="5.029812"/>
</p:tagLst>
</file>

<file path=ppt/tags/tag207.xml><?xml version="1.0" encoding="utf-8"?>
<p:tagLst xmlns:a="http://schemas.openxmlformats.org/drawingml/2006/main" xmlns:r="http://schemas.openxmlformats.org/officeDocument/2006/relationships" xmlns:p="http://schemas.openxmlformats.org/presentationml/2006/main">
  <p:tag name="ADJUSTMENTS" val="5.029812"/>
</p:tagLst>
</file>

<file path=ppt/tags/tag208.xml><?xml version="1.0" encoding="utf-8"?>
<p:tagLst xmlns:a="http://schemas.openxmlformats.org/drawingml/2006/main" xmlns:r="http://schemas.openxmlformats.org/officeDocument/2006/relationships" xmlns:p="http://schemas.openxmlformats.org/presentationml/2006/main">
  <p:tag name="SHADOWSIZE" val="102"/>
</p:tagLst>
</file>

<file path=ppt/tags/tag209.xml><?xml version="1.0" encoding="utf-8"?>
<p:tagLst xmlns:a="http://schemas.openxmlformats.org/drawingml/2006/main" xmlns:r="http://schemas.openxmlformats.org/officeDocument/2006/relationships" xmlns:p="http://schemas.openxmlformats.org/presentationml/2006/main">
  <p:tag name="SHADOWSIZE" val="102"/>
</p:tagLst>
</file>

<file path=ppt/tags/tag210.xml><?xml version="1.0" encoding="utf-8"?>
<p:tagLst xmlns:a="http://schemas.openxmlformats.org/drawingml/2006/main" xmlns:r="http://schemas.openxmlformats.org/officeDocument/2006/relationships" xmlns:p="http://schemas.openxmlformats.org/presentationml/2006/main">
  <p:tag name="SHADOWSIZE" val="102"/>
</p:tagLst>
</file>

<file path=ppt/tags/tag211.xml><?xml version="1.0" encoding="utf-8"?>
<p:tagLst xmlns:a="http://schemas.openxmlformats.org/drawingml/2006/main" xmlns:r="http://schemas.openxmlformats.org/officeDocument/2006/relationships" xmlns:p="http://schemas.openxmlformats.org/presentationml/2006/main">
  <p:tag name="SHADOWSIZE" val="102"/>
</p:tagLst>
</file>

<file path=ppt/tags/tag212.xml><?xml version="1.0" encoding="utf-8"?>
<p:tagLst xmlns:a="http://schemas.openxmlformats.org/drawingml/2006/main" xmlns:r="http://schemas.openxmlformats.org/officeDocument/2006/relationships" xmlns:p="http://schemas.openxmlformats.org/presentationml/2006/main">
  <p:tag name="SHADOWSIZE" val="102"/>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SHADOWSIZE" val="92"/>
</p:tagLst>
</file>

<file path=ppt/tags/tag218.xml><?xml version="1.0" encoding="utf-8"?>
<p:tagLst xmlns:a="http://schemas.openxmlformats.org/drawingml/2006/main" xmlns:r="http://schemas.openxmlformats.org/officeDocument/2006/relationships" xmlns:p="http://schemas.openxmlformats.org/presentationml/2006/main">
  <p:tag name="SHADOWSIZE" val="92"/>
</p:tagLst>
</file>

<file path=ppt/tags/tag219.xml><?xml version="1.0" encoding="utf-8"?>
<p:tagLst xmlns:a="http://schemas.openxmlformats.org/drawingml/2006/main" xmlns:r="http://schemas.openxmlformats.org/officeDocument/2006/relationships" xmlns:p="http://schemas.openxmlformats.org/presentationml/2006/main">
  <p:tag name="SHADOWSIZE" val="92"/>
</p:tagLst>
</file>

<file path=ppt/tags/tag220.xml><?xml version="1.0" encoding="utf-8"?>
<p:tagLst xmlns:a="http://schemas.openxmlformats.org/drawingml/2006/main" xmlns:r="http://schemas.openxmlformats.org/officeDocument/2006/relationships" xmlns:p="http://schemas.openxmlformats.org/presentationml/2006/main">
  <p:tag name="PA" val="v5.2.11"/>
  <p:tag name="KSO_WM_BEAUTIFY_FLAG" val=""/>
</p:tagLst>
</file>

<file path=ppt/tags/tag221.xml><?xml version="1.0" encoding="utf-8"?>
<p:tagLst xmlns:a="http://schemas.openxmlformats.org/drawingml/2006/main" xmlns:r="http://schemas.openxmlformats.org/officeDocument/2006/relationships" xmlns:p="http://schemas.openxmlformats.org/presentationml/2006/main">
  <p:tag name="PA" val="v5.2.11"/>
  <p:tag name="KSO_WM_BEAUTIFY_FLAG" val=""/>
</p:tagLst>
</file>

<file path=ppt/tags/tag222.xml><?xml version="1.0" encoding="utf-8"?>
<p:tagLst xmlns:a="http://schemas.openxmlformats.org/drawingml/2006/main" xmlns:r="http://schemas.openxmlformats.org/officeDocument/2006/relationships" xmlns:p="http://schemas.openxmlformats.org/presentationml/2006/main">
  <p:tag name="PA" val="v5.2.11"/>
  <p:tag name="KSO_WM_BEAUTIFY_FLAG" val=""/>
</p:tagLst>
</file>

<file path=ppt/tags/tag223.xml><?xml version="1.0" encoding="utf-8"?>
<p:tagLst xmlns:a="http://schemas.openxmlformats.org/drawingml/2006/main" xmlns:r="http://schemas.openxmlformats.org/officeDocument/2006/relationships" xmlns:p="http://schemas.openxmlformats.org/presentationml/2006/main">
  <p:tag name="PA" val="v5.2.11"/>
  <p:tag name="KSO_WM_BEAUTIFY_FLAG" val=""/>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5.xml><?xml version="1.0" encoding="utf-8"?>
<p:tagLst xmlns:a="http://schemas.openxmlformats.org/drawingml/2006/main" xmlns:r="http://schemas.openxmlformats.org/officeDocument/2006/relationships" xmlns:p="http://schemas.openxmlformats.org/presentationml/2006/main">
  <p:tag name="PA" val="v5.2.11"/>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4.xml><?xml version="1.0" encoding="utf-8"?>
<p:tagLst xmlns:a="http://schemas.openxmlformats.org/drawingml/2006/main" xmlns:r="http://schemas.openxmlformats.org/officeDocument/2006/relationships" xmlns:p="http://schemas.openxmlformats.org/presentationml/2006/main">
  <p:tag name="SHADOWSIZE" val="100"/>
</p:tagLst>
</file>

<file path=ppt/tags/tag245.xml><?xml version="1.0" encoding="utf-8"?>
<p:tagLst xmlns:a="http://schemas.openxmlformats.org/drawingml/2006/main" xmlns:r="http://schemas.openxmlformats.org/officeDocument/2006/relationships" xmlns:p="http://schemas.openxmlformats.org/presentationml/2006/main">
  <p:tag name="SHADOWSIZE" val="102"/>
</p:tagLst>
</file>

<file path=ppt/tags/tag246.xml><?xml version="1.0" encoding="utf-8"?>
<p:tagLst xmlns:a="http://schemas.openxmlformats.org/drawingml/2006/main" xmlns:r="http://schemas.openxmlformats.org/officeDocument/2006/relationships" xmlns:p="http://schemas.openxmlformats.org/presentationml/2006/main">
  <p:tag name="SHADOWSIZE" val="102"/>
</p:tagLst>
</file>

<file path=ppt/tags/tag247.xml><?xml version="1.0" encoding="utf-8"?>
<p:tagLst xmlns:a="http://schemas.openxmlformats.org/drawingml/2006/main" xmlns:r="http://schemas.openxmlformats.org/officeDocument/2006/relationships" xmlns:p="http://schemas.openxmlformats.org/presentationml/2006/main">
  <p:tag name="SHADOWSIZE" val="102"/>
</p:tagLst>
</file>

<file path=ppt/tags/tag248.xml><?xml version="1.0" encoding="utf-8"?>
<p:tagLst xmlns:a="http://schemas.openxmlformats.org/drawingml/2006/main" xmlns:r="http://schemas.openxmlformats.org/officeDocument/2006/relationships" xmlns:p="http://schemas.openxmlformats.org/presentationml/2006/main">
  <p:tag name="SHADOWSIZE" val="102"/>
</p:tagLst>
</file>

<file path=ppt/tags/tag249.xml><?xml version="1.0" encoding="utf-8"?>
<p:tagLst xmlns:a="http://schemas.openxmlformats.org/drawingml/2006/main" xmlns:r="http://schemas.openxmlformats.org/officeDocument/2006/relationships" xmlns:p="http://schemas.openxmlformats.org/presentationml/2006/main">
  <p:tag name="SHADOWSIZE" val="102"/>
</p:tagLst>
</file>

<file path=ppt/tags/tag250.xml><?xml version="1.0" encoding="utf-8"?>
<p:tagLst xmlns:a="http://schemas.openxmlformats.org/drawingml/2006/main" xmlns:r="http://schemas.openxmlformats.org/officeDocument/2006/relationships" xmlns:p="http://schemas.openxmlformats.org/presentationml/2006/main">
  <p:tag name="SHADOWSIZE" val="102"/>
</p:tagLst>
</file>

<file path=ppt/tags/tag251.xml><?xml version="1.0" encoding="utf-8"?>
<p:tagLst xmlns:a="http://schemas.openxmlformats.org/drawingml/2006/main" xmlns:r="http://schemas.openxmlformats.org/officeDocument/2006/relationships" xmlns:p="http://schemas.openxmlformats.org/presentationml/2006/main">
  <p:tag name="SHADOWSIZE" val="102"/>
</p:tagLst>
</file>

<file path=ppt/tags/tag252.xml><?xml version="1.0" encoding="utf-8"?>
<p:tagLst xmlns:a="http://schemas.openxmlformats.org/drawingml/2006/main" xmlns:r="http://schemas.openxmlformats.org/officeDocument/2006/relationships" xmlns:p="http://schemas.openxmlformats.org/presentationml/2006/main">
  <p:tag name="SHADOWSIZE" val="102"/>
</p:tagLst>
</file>

<file path=ppt/theme/theme1.xml><?xml version="1.0" encoding="utf-8"?>
<a:theme xmlns:a="http://schemas.openxmlformats.org/drawingml/2006/main" name="Office 主题​​">
  <a:themeElements>
    <a:clrScheme name="紫罗兰色">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102336"/>
      </a:dk2>
      <a:lt2>
        <a:srgbClr val="FBFCFE"/>
      </a:lt2>
      <a:accent1>
        <a:srgbClr val="71A2E1"/>
      </a:accent1>
      <a:accent2>
        <a:srgbClr val="F09F5A"/>
      </a:accent2>
      <a:accent3>
        <a:srgbClr val="4DBCA2"/>
      </a:accent3>
      <a:accent4>
        <a:srgbClr val="A088DD"/>
      </a:accent4>
      <a:accent5>
        <a:srgbClr val="51B5DF"/>
      </a:accent5>
      <a:accent6>
        <a:srgbClr val="E47C5C"/>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
      <a:dk1>
        <a:srgbClr val="000000"/>
      </a:dk1>
      <a:lt1>
        <a:srgbClr val="FFFFFF"/>
      </a:lt1>
      <a:dk2>
        <a:srgbClr val="264653"/>
      </a:dk2>
      <a:lt2>
        <a:srgbClr val="F6FBFA"/>
      </a:lt2>
      <a:accent1>
        <a:srgbClr val="409E8C"/>
      </a:accent1>
      <a:accent2>
        <a:srgbClr val="3C899F"/>
      </a:accent2>
      <a:accent3>
        <a:srgbClr val="98BB66"/>
      </a:accent3>
      <a:accent4>
        <a:srgbClr val="E7B759"/>
      </a:accent4>
      <a:accent5>
        <a:srgbClr val="EBA25B"/>
      </a:accent5>
      <a:accent6>
        <a:srgbClr val="DF6F4E"/>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
      <a:dk1>
        <a:srgbClr val="000000"/>
      </a:dk1>
      <a:lt1>
        <a:srgbClr val="FFFFFF"/>
      </a:lt1>
      <a:dk2>
        <a:srgbClr val="0B410B"/>
      </a:dk2>
      <a:lt2>
        <a:srgbClr val="EEFCEE"/>
      </a:lt2>
      <a:accent1>
        <a:srgbClr val="21C421"/>
      </a:accent1>
      <a:accent2>
        <a:srgbClr val="3CC421"/>
      </a:accent2>
      <a:accent3>
        <a:srgbClr val="73C421"/>
      </a:accent3>
      <a:accent4>
        <a:srgbClr val="73C421"/>
      </a:accent4>
      <a:accent5>
        <a:srgbClr val="91C922"/>
      </a:accent5>
      <a:accent6>
        <a:srgbClr val="B1CD23"/>
      </a:accent6>
      <a:hlink>
        <a:srgbClr val="126D12"/>
      </a:hlink>
      <a:folHlink>
        <a:srgbClr val="394739"/>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
      <a:dk1>
        <a:srgbClr val="000000"/>
      </a:dk1>
      <a:lt1>
        <a:srgbClr val="FFFFFF"/>
      </a:lt1>
      <a:dk2>
        <a:srgbClr val="070D3F"/>
      </a:dk2>
      <a:lt2>
        <a:srgbClr val="F3F4FE"/>
      </a:lt2>
      <a:accent1>
        <a:srgbClr val="12209B"/>
      </a:accent1>
      <a:accent2>
        <a:srgbClr val="2A51DA"/>
      </a:accent2>
      <a:accent3>
        <a:srgbClr val="30986A"/>
      </a:accent3>
      <a:accent4>
        <a:srgbClr val="757D73"/>
      </a:accent4>
      <a:accent5>
        <a:srgbClr val="79978C"/>
      </a:accent5>
      <a:accent6>
        <a:srgbClr val="006686"/>
      </a:accent6>
      <a:hlink>
        <a:srgbClr val="0026E5"/>
      </a:hlink>
      <a:folHlink>
        <a:srgbClr val="7E1FAD"/>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
      <a:dk1>
        <a:srgbClr val="000000"/>
      </a:dk1>
      <a:lt1>
        <a:srgbClr val="FFFFFF"/>
      </a:lt1>
      <a:dk2>
        <a:srgbClr val="3B0500"/>
      </a:dk2>
      <a:lt2>
        <a:srgbClr val="FFF4F3"/>
      </a:lt2>
      <a:accent1>
        <a:srgbClr val="D02300"/>
      </a:accent1>
      <a:accent2>
        <a:srgbClr val="BF3C2E"/>
      </a:accent2>
      <a:accent3>
        <a:srgbClr val="E17467"/>
      </a:accent3>
      <a:accent4>
        <a:srgbClr val="FD905F"/>
      </a:accent4>
      <a:accent5>
        <a:srgbClr val="D39C83"/>
      </a:accent5>
      <a:accent6>
        <a:srgbClr val="B0A17E"/>
      </a:accent6>
      <a:hlink>
        <a:srgbClr val="0563C1"/>
      </a:hlink>
      <a:folHlink>
        <a:srgbClr val="954F72"/>
      </a:folHlink>
    </a:clrScheme>
    <a:fontScheme name="阿里">
      <a:majorFont>
        <a:latin typeface="思源宋体 CN Heavy"/>
        <a:ea typeface="思源宋体 CN Heavy"/>
        <a:cs typeface=""/>
      </a:majorFont>
      <a:minorFont>
        <a:latin typeface="思源宋体 CN Heavy"/>
        <a:ea typeface="思源宋体 CN Heavy"/>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ajorFont>
      <a:minorFont>
        <a:latin typeface="思源宋体 CN Heavy"/>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ajorFont>
      <a:minorFont>
        <a:latin typeface="思源宋体 CN Heavy"/>
        <a:ea typeface=""/>
        <a:cs typeface=""/>
        <a:font script="Jpan" typeface="ＭＳ Ｐゴシック"/>
        <a:font script="Hang" typeface="맑은 고딕"/>
        <a:font script="Hans" typeface="思源宋体 CN Heavy"/>
        <a:font script="Hant" typeface="新細明體"/>
        <a:font script="Arab" typeface="思源宋体 CN Heavy"/>
        <a:font script="Hebr" typeface="思源宋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3622</Words>
  <Application>Microsoft Macintosh PowerPoint</Application>
  <PresentationFormat>宽屏</PresentationFormat>
  <Paragraphs>1012</Paragraphs>
  <Slides>30</Slides>
  <Notes>0</Notes>
  <HiddenSlides>0</HiddenSlides>
  <MMClips>0</MMClips>
  <ScaleCrop>false</ScaleCrop>
  <HeadingPairs>
    <vt:vector size="6" baseType="variant">
      <vt:variant>
        <vt:lpstr>已用的字体</vt:lpstr>
      </vt:variant>
      <vt:variant>
        <vt:i4>19</vt:i4>
      </vt:variant>
      <vt:variant>
        <vt:lpstr>主题</vt:lpstr>
      </vt:variant>
      <vt:variant>
        <vt:i4>6</vt:i4>
      </vt:variant>
      <vt:variant>
        <vt:lpstr>幻灯片标题</vt:lpstr>
      </vt:variant>
      <vt:variant>
        <vt:i4>30</vt:i4>
      </vt:variant>
    </vt:vector>
  </HeadingPairs>
  <TitlesOfParts>
    <vt:vector size="55" baseType="lpstr">
      <vt:lpstr>阿里巴巴普惠体 R</vt:lpstr>
      <vt:lpstr>梦源黑体 CN W20</vt:lpstr>
      <vt:lpstr>思源黑体 CN Bold</vt:lpstr>
      <vt:lpstr>思源黑体 CN Medium</vt:lpstr>
      <vt:lpstr>思源黑体 CN Normal</vt:lpstr>
      <vt:lpstr>思源黑体 CN Regular</vt:lpstr>
      <vt:lpstr>思源宋体 CN Heavy</vt:lpstr>
      <vt:lpstr>微软雅黑</vt:lpstr>
      <vt:lpstr>HarmonyOS Sans SC</vt:lpstr>
      <vt:lpstr>MiSans Medium</vt:lpstr>
      <vt:lpstr>Noto Sans SC</vt:lpstr>
      <vt:lpstr>OPPOSans L</vt:lpstr>
      <vt:lpstr>OPPOSans R</vt:lpstr>
      <vt:lpstr>quote-cjk-patch</vt:lpstr>
      <vt:lpstr>Roboto Regular</vt:lpstr>
      <vt:lpstr>Arial</vt:lpstr>
      <vt:lpstr>Lato</vt:lpstr>
      <vt:lpstr>Roboto</vt:lpstr>
      <vt:lpstr>Wingdings</vt:lpstr>
      <vt:lpstr>Office 主题​​</vt:lpstr>
      <vt:lpstr>1_Office 主题​​</vt:lpstr>
      <vt:lpstr>2_Office 主题​​</vt:lpstr>
      <vt:lpstr>3_Office 主题​​</vt:lpstr>
      <vt:lpstr>4_Office 主题​​</vt:lpstr>
      <vt:lpstr>5_Office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加 酒</dc:creator>
  <cp:lastModifiedBy>Sun guang</cp:lastModifiedBy>
  <cp:revision>22</cp:revision>
  <dcterms:created xsi:type="dcterms:W3CDTF">2025-02-06T01:18:00Z</dcterms:created>
  <dcterms:modified xsi:type="dcterms:W3CDTF">2026-06-22T03:32:54Z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89BA4064A52A4018871F63163A967659_13</vt:lpwstr>
  </property>
  <property fmtid="{D5CDD505-2E9C-101B-9397-08002B2CF9AE}" pid="3" name="KSOProductBuildVer">
    <vt:lpwstr>2052-12.1.0.24034</vt:lpwstr>
  </property>
</Properties>
</file>