
<file path=[Content_Types].xml><?xml version="1.0" encoding="utf-8"?>
<Types xmlns="http://schemas.openxmlformats.org/package/2006/content-types">
  <Default ContentType="image/.jpg" Extension="JPG"/>
  <Default ContentType="application/vnd.openxmlformats-officedocument.spreadsheetml.sheet" Extension="xlsx"/>
  <Default ContentType="image/png" Extension="png"/>
  <Default ContentType="image/vnd.ms-photo" Extension="wdp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custom-properties+xml" PartName="/docProps/custom.xml"/>
  <Override ContentType="application/vnd.openxmlformats-officedocument.drawingml.chart+xml" PartName="/ppt/charts/chart1.xml"/>
  <Override ContentType="application/vnd.ms-office.chartcolorstyle+xml" PartName="/ppt/charts/colors1.xml"/>
  <Override ContentType="application/vnd.ms-office.chartstyle+xml" PartName="/ppt/charts/style1.xml"/>
  <Override ContentType="image/svg+xml" PartName="/ppt/media/image2.svg"/>
  <Override ContentType="image/svg+xml" PartName="/ppt/media/image25.svg"/>
  <Override ContentType="image/svg+xml" PartName="/ppt/media/image27.svg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Props+xml" PartName="/ppt/presProps.xml"/>
  <Override ContentType="application/vnd.openxmlformats-officedocument.presentationml.presentation.main+xml" PartName="/ppt/presentation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presentationml.tags+xml" PartName="/ppt/tags/tag1.xml"/>
  <Override ContentType="application/vnd.openxmlformats-officedocument.theme+xml" PartName="/ppt/theme/theme1.xml"/>
  <Override ContentType="application/vnd.openxmlformats-officedocument.theme+xml" PartName="/ppt/theme/theme2.xml"/>
  <Override PartName="/ppt/viewProps.xml" ContentType="application/vnd.openxmlformats-officedocument.presentationml.viewProps+xml"/>
  <Override PartName="/docProps/thumbnail.jpeg" ContentType="image/jpeg"/>
</Types>
</file>

<file path=_rels/.rels><?xml version='1.0' encoding='UTF-8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4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0"/>
  </p:notesMasterIdLst>
  <p:sldIdLst>
    <p:sldId id="262" r:id="rId3"/>
    <p:sldId id="265" r:id="rId4"/>
    <p:sldId id="266" r:id="rId5"/>
    <p:sldId id="823" r:id="rId6"/>
    <p:sldId id="444" r:id="rId7"/>
    <p:sldId id="455" r:id="rId8"/>
    <p:sldId id="820" r:id="rId9"/>
    <p:sldId id="267" r:id="rId11"/>
    <p:sldId id="596" r:id="rId12"/>
    <p:sldId id="825" r:id="rId13"/>
    <p:sldId id="518" r:id="rId14"/>
    <p:sldId id="268" r:id="rId15"/>
    <p:sldId id="534" r:id="rId16"/>
    <p:sldId id="562" r:id="rId17"/>
    <p:sldId id="875" r:id="rId18"/>
    <p:sldId id="269" r:id="rId19"/>
    <p:sldId id="510" r:id="rId20"/>
    <p:sldId id="874" r:id="rId21"/>
    <p:sldId id="572" r:id="rId22"/>
    <p:sldId id="264" r:id="rId23"/>
    <p:sldId id="890" r:id="rId24"/>
  </p:sldIdLst>
  <p:sldSz cx="12192000" cy="6858000"/>
  <p:notesSz cx="6858000" cy="9144000"/>
  <p:custDataLst>
    <p:tags r:id="rId3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7F9"/>
    <a:srgbClr val="2B357A"/>
    <a:srgbClr val="FAA718"/>
    <a:srgbClr val="61C9DC"/>
    <a:srgbClr val="F2634B"/>
    <a:srgbClr val="E6E6E6"/>
    <a:srgbClr val="C7141A"/>
    <a:srgbClr val="F8F8F8"/>
    <a:srgbClr val="9F9F9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 horzBarState="restored" preferSingleView="0" vertBarState="restored">
    <p:restoredLeft sz="18000" autoAdjust="0"/>
    <p:restoredTop sz="90000"/>
  </p:normalViewPr>
  <p:slideViewPr>
    <p:cSldViewPr snapToGrid="0">
      <p:cViewPr varScale="1">
        <p:scale>
          <a:sx n="66" d="100"/>
          <a:sy n="66" d="100"/>
        </p:scale>
        <p:origin x="198" y="85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'1.0' encoding='UTF-8'?>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tags" Target="tags/tag1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26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01593056"/>
        <c:axId val="901594368"/>
      </c:barChart>
      <c:catAx>
        <c:axId val="9015930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</a:p>
        </c:txPr>
        <c:crossAx val="901594368"/>
        <c:crosses val="autoZero"/>
        <c:auto val="1"/>
        <c:lblAlgn val="ctr"/>
        <c:lblOffset val="100"/>
        <c:noMultiLvlLbl val="0"/>
      </c:catAx>
      <c:valAx>
        <c:axId val="901594368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chemeClr val="bg1">
                  <a:lumMod val="85000"/>
                  <a:alpha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</a:p>
        </c:txPr>
        <c:crossAx val="9015930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ea"/>
              <a:sym typeface="+mn-lt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+mn-lt"/>
          <a:ea typeface="+mn-ea"/>
          <a:cs typeface="+mn-ea"/>
          <a:sym typeface="+mn-lt"/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0BA430-9691-48CB-A3D3-9D6A17F9207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2A20CA-116A-49D1-AF6E-54FF8F9FE4A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0013C-4270-4241-AF0E-1E61A889025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板块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组合 141"/>
          <p:cNvGrpSpPr/>
          <p:nvPr userDrawn="1"/>
        </p:nvGrpSpPr>
        <p:grpSpPr>
          <a:xfrm>
            <a:off x="8327264" y="2565727"/>
            <a:ext cx="5333202" cy="5750156"/>
            <a:chOff x="8327264" y="2565727"/>
            <a:chExt cx="5333202" cy="5750156"/>
          </a:xfrm>
        </p:grpSpPr>
        <p:grpSp>
          <p:nvGrpSpPr>
            <p:cNvPr id="2" name="组合 1"/>
            <p:cNvGrpSpPr/>
            <p:nvPr userDrawn="1"/>
          </p:nvGrpSpPr>
          <p:grpSpPr>
            <a:xfrm>
              <a:off x="8629650" y="3314700"/>
              <a:ext cx="4263853" cy="4740854"/>
              <a:chOff x="3248171" y="3197770"/>
              <a:chExt cx="3295332" cy="3663984"/>
            </a:xfrm>
          </p:grpSpPr>
          <p:sp>
            <p:nvSpPr>
              <p:cNvPr id="3" name="任意多边形: 形状 2"/>
              <p:cNvSpPr/>
              <p:nvPr/>
            </p:nvSpPr>
            <p:spPr>
              <a:xfrm>
                <a:off x="3505550" y="3197770"/>
                <a:ext cx="2747988" cy="3663984"/>
              </a:xfrm>
              <a:custGeom>
                <a:avLst/>
                <a:gdLst>
                  <a:gd name="connsiteX0" fmla="*/ 7144 w 1743075"/>
                  <a:gd name="connsiteY0" fmla="*/ 1742789 h 2324100"/>
                  <a:gd name="connsiteX1" fmla="*/ 1742789 w 1743075"/>
                  <a:gd name="connsiteY1" fmla="*/ 7144 h 2324100"/>
                  <a:gd name="connsiteX2" fmla="*/ 1742789 w 1743075"/>
                  <a:gd name="connsiteY2" fmla="*/ 585692 h 2324100"/>
                  <a:gd name="connsiteX3" fmla="*/ 7144 w 1743075"/>
                  <a:gd name="connsiteY3" fmla="*/ 2321243 h 2324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43075" h="2324100">
                    <a:moveTo>
                      <a:pt x="7144" y="1742789"/>
                    </a:moveTo>
                    <a:lnTo>
                      <a:pt x="1742789" y="7144"/>
                    </a:lnTo>
                    <a:lnTo>
                      <a:pt x="1742789" y="585692"/>
                    </a:lnTo>
                    <a:lnTo>
                      <a:pt x="7144" y="2321243"/>
                    </a:lnTo>
                    <a:close/>
                  </a:path>
                </a:pathLst>
              </a:custGeom>
              <a:solidFill>
                <a:srgbClr val="F2634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" name="任意多边形: 形状 3"/>
              <p:cNvSpPr/>
              <p:nvPr/>
            </p:nvSpPr>
            <p:spPr>
              <a:xfrm>
                <a:off x="4157559" y="4505392"/>
                <a:ext cx="570620" cy="1126225"/>
              </a:xfrm>
              <a:custGeom>
                <a:avLst/>
                <a:gdLst>
                  <a:gd name="connsiteX0" fmla="*/ 153353 w 361950"/>
                  <a:gd name="connsiteY0" fmla="*/ 360141 h 714375"/>
                  <a:gd name="connsiteX1" fmla="*/ 7144 w 361950"/>
                  <a:gd name="connsiteY1" fmla="*/ 7144 h 714375"/>
                  <a:gd name="connsiteX2" fmla="*/ 360140 w 361950"/>
                  <a:gd name="connsiteY2" fmla="*/ 360141 h 714375"/>
                  <a:gd name="connsiteX3" fmla="*/ 7144 w 361950"/>
                  <a:gd name="connsiteY3" fmla="*/ 713137 h 714375"/>
                  <a:gd name="connsiteX4" fmla="*/ 153353 w 361950"/>
                  <a:gd name="connsiteY4" fmla="*/ 360141 h 714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61950" h="714375">
                    <a:moveTo>
                      <a:pt x="153353" y="360141"/>
                    </a:moveTo>
                    <a:cubicBezTo>
                      <a:pt x="153353" y="232410"/>
                      <a:pt x="104584" y="104680"/>
                      <a:pt x="7144" y="7144"/>
                    </a:cubicBezTo>
                    <a:lnTo>
                      <a:pt x="360140" y="360141"/>
                    </a:lnTo>
                    <a:lnTo>
                      <a:pt x="7144" y="713137"/>
                    </a:lnTo>
                    <a:cubicBezTo>
                      <a:pt x="104584" y="615696"/>
                      <a:pt x="153353" y="487871"/>
                      <a:pt x="153353" y="360141"/>
                    </a:cubicBez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" name="任意多边形: 形状 4"/>
              <p:cNvSpPr/>
              <p:nvPr/>
            </p:nvSpPr>
            <p:spPr>
              <a:xfrm>
                <a:off x="3601054" y="4689493"/>
                <a:ext cx="540588" cy="765833"/>
              </a:xfrm>
              <a:custGeom>
                <a:avLst/>
                <a:gdLst>
                  <a:gd name="connsiteX0" fmla="*/ 7144 w 342900"/>
                  <a:gd name="connsiteY0" fmla="*/ 243364 h 485775"/>
                  <a:gd name="connsiteX1" fmla="*/ 243364 w 342900"/>
                  <a:gd name="connsiteY1" fmla="*/ 7144 h 485775"/>
                  <a:gd name="connsiteX2" fmla="*/ 341186 w 342900"/>
                  <a:gd name="connsiteY2" fmla="*/ 243364 h 485775"/>
                  <a:gd name="connsiteX3" fmla="*/ 243364 w 342900"/>
                  <a:gd name="connsiteY3" fmla="*/ 479584 h 485775"/>
                  <a:gd name="connsiteX4" fmla="*/ 7144 w 342900"/>
                  <a:gd name="connsiteY4" fmla="*/ 243364 h 485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2900" h="485775">
                    <a:moveTo>
                      <a:pt x="7144" y="243364"/>
                    </a:moveTo>
                    <a:lnTo>
                      <a:pt x="243364" y="7144"/>
                    </a:lnTo>
                    <a:cubicBezTo>
                      <a:pt x="308610" y="72390"/>
                      <a:pt x="341186" y="157829"/>
                      <a:pt x="341186" y="243364"/>
                    </a:cubicBezTo>
                    <a:cubicBezTo>
                      <a:pt x="341186" y="328898"/>
                      <a:pt x="308610" y="414338"/>
                      <a:pt x="243364" y="479584"/>
                    </a:cubicBezTo>
                    <a:lnTo>
                      <a:pt x="7144" y="243364"/>
                    </a:ln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" name="任意多边形: 形状 5"/>
              <p:cNvSpPr/>
              <p:nvPr/>
            </p:nvSpPr>
            <p:spPr>
              <a:xfrm>
                <a:off x="3601054" y="4689493"/>
                <a:ext cx="540588" cy="765833"/>
              </a:xfrm>
              <a:custGeom>
                <a:avLst/>
                <a:gdLst>
                  <a:gd name="connsiteX0" fmla="*/ 7144 w 342900"/>
                  <a:gd name="connsiteY0" fmla="*/ 243364 h 485775"/>
                  <a:gd name="connsiteX1" fmla="*/ 243364 w 342900"/>
                  <a:gd name="connsiteY1" fmla="*/ 7144 h 485775"/>
                  <a:gd name="connsiteX2" fmla="*/ 341186 w 342900"/>
                  <a:gd name="connsiteY2" fmla="*/ 243364 h 485775"/>
                  <a:gd name="connsiteX3" fmla="*/ 243364 w 342900"/>
                  <a:gd name="connsiteY3" fmla="*/ 479584 h 485775"/>
                  <a:gd name="connsiteX4" fmla="*/ 7144 w 342900"/>
                  <a:gd name="connsiteY4" fmla="*/ 243364 h 485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2900" h="485775">
                    <a:moveTo>
                      <a:pt x="7144" y="243364"/>
                    </a:moveTo>
                    <a:lnTo>
                      <a:pt x="243364" y="7144"/>
                    </a:lnTo>
                    <a:cubicBezTo>
                      <a:pt x="308610" y="72390"/>
                      <a:pt x="341186" y="157829"/>
                      <a:pt x="341186" y="243364"/>
                    </a:cubicBezTo>
                    <a:cubicBezTo>
                      <a:pt x="341186" y="328898"/>
                      <a:pt x="308610" y="414338"/>
                      <a:pt x="243364" y="479584"/>
                    </a:cubicBezTo>
                    <a:lnTo>
                      <a:pt x="7144" y="243364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" name="任意多边形: 形状 6"/>
              <p:cNvSpPr/>
              <p:nvPr/>
            </p:nvSpPr>
            <p:spPr>
              <a:xfrm>
                <a:off x="3601054" y="4689493"/>
                <a:ext cx="540588" cy="765833"/>
              </a:xfrm>
              <a:custGeom>
                <a:avLst/>
                <a:gdLst>
                  <a:gd name="connsiteX0" fmla="*/ 7144 w 342900"/>
                  <a:gd name="connsiteY0" fmla="*/ 243364 h 485775"/>
                  <a:gd name="connsiteX1" fmla="*/ 243364 w 342900"/>
                  <a:gd name="connsiteY1" fmla="*/ 7144 h 485775"/>
                  <a:gd name="connsiteX2" fmla="*/ 341186 w 342900"/>
                  <a:gd name="connsiteY2" fmla="*/ 243364 h 485775"/>
                  <a:gd name="connsiteX3" fmla="*/ 243364 w 342900"/>
                  <a:gd name="connsiteY3" fmla="*/ 479584 h 485775"/>
                  <a:gd name="connsiteX4" fmla="*/ 7144 w 342900"/>
                  <a:gd name="connsiteY4" fmla="*/ 243364 h 485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2900" h="485775">
                    <a:moveTo>
                      <a:pt x="7144" y="243364"/>
                    </a:moveTo>
                    <a:lnTo>
                      <a:pt x="243364" y="7144"/>
                    </a:lnTo>
                    <a:cubicBezTo>
                      <a:pt x="308610" y="72390"/>
                      <a:pt x="341186" y="157829"/>
                      <a:pt x="341186" y="243364"/>
                    </a:cubicBezTo>
                    <a:cubicBezTo>
                      <a:pt x="341186" y="328898"/>
                      <a:pt x="308610" y="414338"/>
                      <a:pt x="243364" y="479584"/>
                    </a:cubicBezTo>
                    <a:lnTo>
                      <a:pt x="7144" y="243364"/>
                    </a:lnTo>
                    <a:close/>
                  </a:path>
                </a:pathLst>
              </a:custGeom>
              <a:solidFill>
                <a:srgbClr val="61C9D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" name="任意多边形: 形状 7"/>
              <p:cNvSpPr/>
              <p:nvPr/>
            </p:nvSpPr>
            <p:spPr>
              <a:xfrm>
                <a:off x="4445122" y="4524914"/>
                <a:ext cx="825898" cy="1096192"/>
              </a:xfrm>
              <a:custGeom>
                <a:avLst/>
                <a:gdLst>
                  <a:gd name="connsiteX0" fmla="*/ 348805 w 523875"/>
                  <a:gd name="connsiteY0" fmla="*/ 519684 h 695325"/>
                  <a:gd name="connsiteX1" fmla="*/ 519684 w 523875"/>
                  <a:gd name="connsiteY1" fmla="*/ 348805 h 695325"/>
                  <a:gd name="connsiteX2" fmla="*/ 348805 w 523875"/>
                  <a:gd name="connsiteY2" fmla="*/ 178022 h 695325"/>
                  <a:gd name="connsiteX3" fmla="*/ 178022 w 523875"/>
                  <a:gd name="connsiteY3" fmla="*/ 7144 h 695325"/>
                  <a:gd name="connsiteX4" fmla="*/ 7144 w 523875"/>
                  <a:gd name="connsiteY4" fmla="*/ 178022 h 695325"/>
                  <a:gd name="connsiteX5" fmla="*/ 178022 w 523875"/>
                  <a:gd name="connsiteY5" fmla="*/ 348805 h 695325"/>
                  <a:gd name="connsiteX6" fmla="*/ 7144 w 523875"/>
                  <a:gd name="connsiteY6" fmla="*/ 519684 h 695325"/>
                  <a:gd name="connsiteX7" fmla="*/ 178022 w 523875"/>
                  <a:gd name="connsiteY7" fmla="*/ 690563 h 695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23875" h="695325">
                    <a:moveTo>
                      <a:pt x="348805" y="519684"/>
                    </a:moveTo>
                    <a:lnTo>
                      <a:pt x="519684" y="348805"/>
                    </a:lnTo>
                    <a:lnTo>
                      <a:pt x="348805" y="178022"/>
                    </a:lnTo>
                    <a:lnTo>
                      <a:pt x="178022" y="7144"/>
                    </a:lnTo>
                    <a:lnTo>
                      <a:pt x="7144" y="178022"/>
                    </a:lnTo>
                    <a:lnTo>
                      <a:pt x="178022" y="348805"/>
                    </a:lnTo>
                    <a:lnTo>
                      <a:pt x="7144" y="519684"/>
                    </a:lnTo>
                    <a:lnTo>
                      <a:pt x="178022" y="690563"/>
                    </a:lnTo>
                    <a:close/>
                  </a:path>
                </a:pathLst>
              </a:custGeom>
              <a:solidFill>
                <a:srgbClr val="F2634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" name="任意多边形: 形状 8"/>
              <p:cNvSpPr/>
              <p:nvPr/>
            </p:nvSpPr>
            <p:spPr>
              <a:xfrm>
                <a:off x="4445122" y="4524914"/>
                <a:ext cx="285310" cy="555604"/>
              </a:xfrm>
              <a:custGeom>
                <a:avLst/>
                <a:gdLst>
                  <a:gd name="connsiteX0" fmla="*/ 178022 w 180975"/>
                  <a:gd name="connsiteY0" fmla="*/ 348805 h 352425"/>
                  <a:gd name="connsiteX1" fmla="*/ 178022 w 180975"/>
                  <a:gd name="connsiteY1" fmla="*/ 7144 h 352425"/>
                  <a:gd name="connsiteX2" fmla="*/ 7144 w 180975"/>
                  <a:gd name="connsiteY2" fmla="*/ 178022 h 35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80975" h="352425">
                    <a:moveTo>
                      <a:pt x="178022" y="348805"/>
                    </a:moveTo>
                    <a:lnTo>
                      <a:pt x="178022" y="7144"/>
                    </a:lnTo>
                    <a:lnTo>
                      <a:pt x="7144" y="178022"/>
                    </a:ln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" name="任意多边形: 形状 9"/>
              <p:cNvSpPr/>
              <p:nvPr/>
            </p:nvSpPr>
            <p:spPr>
              <a:xfrm>
                <a:off x="5252099" y="4281949"/>
                <a:ext cx="1291404" cy="1306420"/>
              </a:xfrm>
              <a:custGeom>
                <a:avLst/>
                <a:gdLst>
                  <a:gd name="connsiteX0" fmla="*/ 819722 w 819150"/>
                  <a:gd name="connsiteY0" fmla="*/ 723900 h 828675"/>
                  <a:gd name="connsiteX1" fmla="*/ 106775 w 819150"/>
                  <a:gd name="connsiteY1" fmla="*/ 7144 h 828675"/>
                  <a:gd name="connsiteX2" fmla="*/ 7144 w 819150"/>
                  <a:gd name="connsiteY2" fmla="*/ 106680 h 828675"/>
                  <a:gd name="connsiteX3" fmla="*/ 720185 w 819150"/>
                  <a:gd name="connsiteY3" fmla="*/ 823436 h 828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19150" h="828675">
                    <a:moveTo>
                      <a:pt x="819722" y="723900"/>
                    </a:moveTo>
                    <a:lnTo>
                      <a:pt x="106775" y="7144"/>
                    </a:lnTo>
                    <a:lnTo>
                      <a:pt x="7144" y="106680"/>
                    </a:lnTo>
                    <a:lnTo>
                      <a:pt x="720185" y="823436"/>
                    </a:ln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" name="任意多边形: 形状 10"/>
              <p:cNvSpPr/>
              <p:nvPr/>
            </p:nvSpPr>
            <p:spPr>
              <a:xfrm>
                <a:off x="4938257" y="4438869"/>
                <a:ext cx="961045" cy="1276388"/>
              </a:xfrm>
              <a:custGeom>
                <a:avLst/>
                <a:gdLst>
                  <a:gd name="connsiteX0" fmla="*/ 7144 w 609600"/>
                  <a:gd name="connsiteY0" fmla="*/ 206312 h 809625"/>
                  <a:gd name="connsiteX1" fmla="*/ 206216 w 609600"/>
                  <a:gd name="connsiteY1" fmla="*/ 405384 h 809625"/>
                  <a:gd name="connsiteX2" fmla="*/ 7144 w 609600"/>
                  <a:gd name="connsiteY2" fmla="*/ 604552 h 809625"/>
                  <a:gd name="connsiteX3" fmla="*/ 206216 w 609600"/>
                  <a:gd name="connsiteY3" fmla="*/ 803625 h 809625"/>
                  <a:gd name="connsiteX4" fmla="*/ 405384 w 609600"/>
                  <a:gd name="connsiteY4" fmla="*/ 604552 h 809625"/>
                  <a:gd name="connsiteX5" fmla="*/ 604457 w 609600"/>
                  <a:gd name="connsiteY5" fmla="*/ 405384 h 809625"/>
                  <a:gd name="connsiteX6" fmla="*/ 405384 w 609600"/>
                  <a:gd name="connsiteY6" fmla="*/ 206312 h 809625"/>
                  <a:gd name="connsiteX7" fmla="*/ 206216 w 609600"/>
                  <a:gd name="connsiteY7" fmla="*/ 7144 h 809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09600" h="809625">
                    <a:moveTo>
                      <a:pt x="7144" y="206312"/>
                    </a:moveTo>
                    <a:lnTo>
                      <a:pt x="206216" y="405384"/>
                    </a:lnTo>
                    <a:lnTo>
                      <a:pt x="7144" y="604552"/>
                    </a:lnTo>
                    <a:lnTo>
                      <a:pt x="206216" y="803625"/>
                    </a:lnTo>
                    <a:lnTo>
                      <a:pt x="405384" y="604552"/>
                    </a:lnTo>
                    <a:lnTo>
                      <a:pt x="604457" y="405384"/>
                    </a:lnTo>
                    <a:lnTo>
                      <a:pt x="405384" y="206312"/>
                    </a:lnTo>
                    <a:lnTo>
                      <a:pt x="206216" y="7144"/>
                    </a:ln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" name="任意多边形: 形状 11"/>
              <p:cNvSpPr/>
              <p:nvPr/>
            </p:nvSpPr>
            <p:spPr>
              <a:xfrm>
                <a:off x="3248171" y="4936060"/>
                <a:ext cx="270294" cy="270294"/>
              </a:xfrm>
              <a:custGeom>
                <a:avLst/>
                <a:gdLst>
                  <a:gd name="connsiteX0" fmla="*/ 166783 w 171450"/>
                  <a:gd name="connsiteY0" fmla="*/ 86963 h 171450"/>
                  <a:gd name="connsiteX1" fmla="*/ 86963 w 171450"/>
                  <a:gd name="connsiteY1" fmla="*/ 166783 h 171450"/>
                  <a:gd name="connsiteX2" fmla="*/ 7144 w 171450"/>
                  <a:gd name="connsiteY2" fmla="*/ 86963 h 171450"/>
                  <a:gd name="connsiteX3" fmla="*/ 86963 w 171450"/>
                  <a:gd name="connsiteY3" fmla="*/ 7144 h 171450"/>
                  <a:gd name="connsiteX4" fmla="*/ 166783 w 171450"/>
                  <a:gd name="connsiteY4" fmla="*/ 86963 h 171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0" h="171450">
                    <a:moveTo>
                      <a:pt x="166783" y="86963"/>
                    </a:moveTo>
                    <a:cubicBezTo>
                      <a:pt x="166783" y="131047"/>
                      <a:pt x="131046" y="166783"/>
                      <a:pt x="86963" y="166783"/>
                    </a:cubicBezTo>
                    <a:cubicBezTo>
                      <a:pt x="42880" y="166783"/>
                      <a:pt x="7144" y="131047"/>
                      <a:pt x="7144" y="86963"/>
                    </a:cubicBezTo>
                    <a:cubicBezTo>
                      <a:pt x="7144" y="42880"/>
                      <a:pt x="42880" y="7144"/>
                      <a:pt x="86963" y="7144"/>
                    </a:cubicBezTo>
                    <a:cubicBezTo>
                      <a:pt x="131046" y="7144"/>
                      <a:pt x="166783" y="42880"/>
                      <a:pt x="166783" y="86963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" name="任意多边形: 形状 12"/>
              <p:cNvSpPr/>
              <p:nvPr/>
            </p:nvSpPr>
            <p:spPr>
              <a:xfrm>
                <a:off x="5248044" y="4843860"/>
                <a:ext cx="900980" cy="900980"/>
              </a:xfrm>
              <a:custGeom>
                <a:avLst/>
                <a:gdLst>
                  <a:gd name="connsiteX0" fmla="*/ 429768 w 571500"/>
                  <a:gd name="connsiteY0" fmla="*/ 570643 h 571500"/>
                  <a:gd name="connsiteX1" fmla="*/ 7144 w 571500"/>
                  <a:gd name="connsiteY1" fmla="*/ 148018 h 571500"/>
                  <a:gd name="connsiteX2" fmla="*/ 148019 w 571500"/>
                  <a:gd name="connsiteY2" fmla="*/ 7144 h 571500"/>
                  <a:gd name="connsiteX3" fmla="*/ 570643 w 571500"/>
                  <a:gd name="connsiteY3" fmla="*/ 429768 h 571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1500" h="571500">
                    <a:moveTo>
                      <a:pt x="429768" y="570643"/>
                    </a:moveTo>
                    <a:lnTo>
                      <a:pt x="7144" y="148018"/>
                    </a:lnTo>
                    <a:lnTo>
                      <a:pt x="148019" y="7144"/>
                    </a:lnTo>
                    <a:lnTo>
                      <a:pt x="570643" y="429768"/>
                    </a:lnTo>
                    <a:close/>
                  </a:path>
                </a:pathLst>
              </a:custGeom>
              <a:solidFill>
                <a:srgbClr val="61C9D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" name="任意多边形: 形状 13"/>
              <p:cNvSpPr/>
              <p:nvPr/>
            </p:nvSpPr>
            <p:spPr>
              <a:xfrm>
                <a:off x="5489958" y="5079015"/>
                <a:ext cx="60065" cy="60065"/>
              </a:xfrm>
              <a:custGeom>
                <a:avLst/>
                <a:gdLst>
                  <a:gd name="connsiteX0" fmla="*/ 35433 w 38100"/>
                  <a:gd name="connsiteY0" fmla="*/ 35433 h 38100"/>
                  <a:gd name="connsiteX1" fmla="*/ 35433 w 38100"/>
                  <a:gd name="connsiteY1" fmla="*/ 12001 h 38100"/>
                  <a:gd name="connsiteX2" fmla="*/ 12001 w 38100"/>
                  <a:gd name="connsiteY2" fmla="*/ 12001 h 38100"/>
                  <a:gd name="connsiteX3" fmla="*/ 12001 w 38100"/>
                  <a:gd name="connsiteY3" fmla="*/ 35433 h 38100"/>
                  <a:gd name="connsiteX4" fmla="*/ 35433 w 38100"/>
                  <a:gd name="connsiteY4" fmla="*/ 35433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5433" y="35433"/>
                    </a:moveTo>
                    <a:cubicBezTo>
                      <a:pt x="41910" y="28956"/>
                      <a:pt x="41910" y="18478"/>
                      <a:pt x="35433" y="12001"/>
                    </a:cubicBezTo>
                    <a:cubicBezTo>
                      <a:pt x="28956" y="5525"/>
                      <a:pt x="18479" y="5525"/>
                      <a:pt x="12001" y="12001"/>
                    </a:cubicBezTo>
                    <a:cubicBezTo>
                      <a:pt x="5525" y="18478"/>
                      <a:pt x="5525" y="28956"/>
                      <a:pt x="12001" y="35433"/>
                    </a:cubicBezTo>
                    <a:cubicBezTo>
                      <a:pt x="18479" y="41910"/>
                      <a:pt x="28956" y="41910"/>
                      <a:pt x="35433" y="35433"/>
                    </a:cubicBez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5" name="任意多边形: 形状 14"/>
              <p:cNvSpPr/>
              <p:nvPr/>
            </p:nvSpPr>
            <p:spPr>
              <a:xfrm>
                <a:off x="5687423" y="5276480"/>
                <a:ext cx="60065" cy="60065"/>
              </a:xfrm>
              <a:custGeom>
                <a:avLst/>
                <a:gdLst>
                  <a:gd name="connsiteX0" fmla="*/ 35433 w 38100"/>
                  <a:gd name="connsiteY0" fmla="*/ 35433 h 38100"/>
                  <a:gd name="connsiteX1" fmla="*/ 35433 w 38100"/>
                  <a:gd name="connsiteY1" fmla="*/ 12001 h 38100"/>
                  <a:gd name="connsiteX2" fmla="*/ 12002 w 38100"/>
                  <a:gd name="connsiteY2" fmla="*/ 12001 h 38100"/>
                  <a:gd name="connsiteX3" fmla="*/ 12002 w 38100"/>
                  <a:gd name="connsiteY3" fmla="*/ 35433 h 38100"/>
                  <a:gd name="connsiteX4" fmla="*/ 35433 w 38100"/>
                  <a:gd name="connsiteY4" fmla="*/ 35433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5433" y="35433"/>
                    </a:moveTo>
                    <a:cubicBezTo>
                      <a:pt x="41910" y="28956"/>
                      <a:pt x="41910" y="18478"/>
                      <a:pt x="35433" y="12001"/>
                    </a:cubicBezTo>
                    <a:cubicBezTo>
                      <a:pt x="28956" y="5525"/>
                      <a:pt x="18479" y="5525"/>
                      <a:pt x="12002" y="12001"/>
                    </a:cubicBezTo>
                    <a:cubicBezTo>
                      <a:pt x="5524" y="18478"/>
                      <a:pt x="5524" y="28956"/>
                      <a:pt x="12002" y="35433"/>
                    </a:cubicBezTo>
                    <a:cubicBezTo>
                      <a:pt x="18479" y="41910"/>
                      <a:pt x="28956" y="41910"/>
                      <a:pt x="35433" y="35433"/>
                    </a:cubicBez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6" name="任意多边形: 形状 15"/>
              <p:cNvSpPr/>
              <p:nvPr/>
            </p:nvSpPr>
            <p:spPr>
              <a:xfrm>
                <a:off x="5884888" y="5473946"/>
                <a:ext cx="60065" cy="60065"/>
              </a:xfrm>
              <a:custGeom>
                <a:avLst/>
                <a:gdLst>
                  <a:gd name="connsiteX0" fmla="*/ 40291 w 38100"/>
                  <a:gd name="connsiteY0" fmla="*/ 23717 h 38100"/>
                  <a:gd name="connsiteX1" fmla="*/ 23717 w 38100"/>
                  <a:gd name="connsiteY1" fmla="*/ 40291 h 38100"/>
                  <a:gd name="connsiteX2" fmla="*/ 7144 w 38100"/>
                  <a:gd name="connsiteY2" fmla="*/ 23717 h 38100"/>
                  <a:gd name="connsiteX3" fmla="*/ 23717 w 38100"/>
                  <a:gd name="connsiteY3" fmla="*/ 7144 h 38100"/>
                  <a:gd name="connsiteX4" fmla="*/ 40291 w 38100"/>
                  <a:gd name="connsiteY4" fmla="*/ 23717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40291" y="23717"/>
                    </a:moveTo>
                    <a:cubicBezTo>
                      <a:pt x="40291" y="32871"/>
                      <a:pt x="32871" y="40291"/>
                      <a:pt x="23717" y="40291"/>
                    </a:cubicBezTo>
                    <a:cubicBezTo>
                      <a:pt x="14564" y="40291"/>
                      <a:pt x="7144" y="32870"/>
                      <a:pt x="7144" y="23717"/>
                    </a:cubicBezTo>
                    <a:cubicBezTo>
                      <a:pt x="7144" y="14564"/>
                      <a:pt x="14564" y="7144"/>
                      <a:pt x="23717" y="7144"/>
                    </a:cubicBezTo>
                    <a:cubicBezTo>
                      <a:pt x="32871" y="7144"/>
                      <a:pt x="40291" y="14564"/>
                      <a:pt x="40291" y="23717"/>
                    </a:cubicBez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7" name="任意多边形: 形状 16"/>
              <p:cNvSpPr/>
              <p:nvPr/>
            </p:nvSpPr>
            <p:spPr>
              <a:xfrm>
                <a:off x="5153442" y="348157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8" name="任意多边形: 形状 17"/>
              <p:cNvSpPr/>
              <p:nvPr/>
            </p:nvSpPr>
            <p:spPr>
              <a:xfrm>
                <a:off x="5279579" y="348157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574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9" name="任意多边形: 形状 18"/>
              <p:cNvSpPr/>
              <p:nvPr/>
            </p:nvSpPr>
            <p:spPr>
              <a:xfrm>
                <a:off x="5405567" y="348157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69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0" name="任意多边形: 形状 19"/>
              <p:cNvSpPr/>
              <p:nvPr/>
            </p:nvSpPr>
            <p:spPr>
              <a:xfrm>
                <a:off x="5531704" y="348157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574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1" name="任意多边形: 形状 20"/>
              <p:cNvSpPr/>
              <p:nvPr/>
            </p:nvSpPr>
            <p:spPr>
              <a:xfrm>
                <a:off x="5657690" y="348157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" name="任意多边形: 形状 21"/>
              <p:cNvSpPr/>
              <p:nvPr/>
            </p:nvSpPr>
            <p:spPr>
              <a:xfrm>
                <a:off x="5783677" y="348157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3" name="任意多边形: 形状 22"/>
              <p:cNvSpPr/>
              <p:nvPr/>
            </p:nvSpPr>
            <p:spPr>
              <a:xfrm>
                <a:off x="5153442" y="3607415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8"/>
                      <a:pt x="22669" y="27146"/>
                      <a:pt x="17145" y="27146"/>
                    </a:cubicBezTo>
                    <a:cubicBezTo>
                      <a:pt x="11622" y="27146"/>
                      <a:pt x="7144" y="22668"/>
                      <a:pt x="7144" y="17145"/>
                    </a:cubicBezTo>
                    <a:cubicBezTo>
                      <a:pt x="7144" y="11621"/>
                      <a:pt x="11622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4" name="任意多边形: 形状 23"/>
              <p:cNvSpPr/>
              <p:nvPr/>
            </p:nvSpPr>
            <p:spPr>
              <a:xfrm>
                <a:off x="5279430" y="3607415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8"/>
                      <a:pt x="22669" y="27146"/>
                      <a:pt x="17145" y="27146"/>
                    </a:cubicBezTo>
                    <a:cubicBezTo>
                      <a:pt x="11622" y="27146"/>
                      <a:pt x="7144" y="22668"/>
                      <a:pt x="7144" y="17145"/>
                    </a:cubicBezTo>
                    <a:cubicBezTo>
                      <a:pt x="7144" y="11621"/>
                      <a:pt x="11622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5" name="任意多边形: 形状 24"/>
              <p:cNvSpPr/>
              <p:nvPr/>
            </p:nvSpPr>
            <p:spPr>
              <a:xfrm>
                <a:off x="5405567" y="3607415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8"/>
                      <a:pt x="22669" y="27146"/>
                      <a:pt x="17145" y="27146"/>
                    </a:cubicBezTo>
                    <a:cubicBezTo>
                      <a:pt x="11622" y="27146"/>
                      <a:pt x="7144" y="22668"/>
                      <a:pt x="7144" y="17145"/>
                    </a:cubicBezTo>
                    <a:cubicBezTo>
                      <a:pt x="7144" y="11621"/>
                      <a:pt x="11622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6" name="任意多边形: 形状 25"/>
              <p:cNvSpPr/>
              <p:nvPr/>
            </p:nvSpPr>
            <p:spPr>
              <a:xfrm>
                <a:off x="5531553" y="3607415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8"/>
                      <a:pt x="22669" y="27146"/>
                      <a:pt x="17145" y="27146"/>
                    </a:cubicBezTo>
                    <a:cubicBezTo>
                      <a:pt x="11622" y="27146"/>
                      <a:pt x="7144" y="22668"/>
                      <a:pt x="7144" y="17145"/>
                    </a:cubicBezTo>
                    <a:cubicBezTo>
                      <a:pt x="7144" y="11621"/>
                      <a:pt x="11622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7" name="任意多边形: 形状 26"/>
              <p:cNvSpPr/>
              <p:nvPr/>
            </p:nvSpPr>
            <p:spPr>
              <a:xfrm>
                <a:off x="5657690" y="3607415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8"/>
                      <a:pt x="22669" y="27146"/>
                      <a:pt x="17145" y="27146"/>
                    </a:cubicBezTo>
                    <a:cubicBezTo>
                      <a:pt x="11622" y="27146"/>
                      <a:pt x="7144" y="22668"/>
                      <a:pt x="7144" y="17145"/>
                    </a:cubicBezTo>
                    <a:cubicBezTo>
                      <a:pt x="7144" y="11621"/>
                      <a:pt x="11622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8" name="任意多边形: 形状 27"/>
              <p:cNvSpPr/>
              <p:nvPr/>
            </p:nvSpPr>
            <p:spPr>
              <a:xfrm>
                <a:off x="5153442" y="3733403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9"/>
                      <a:pt x="22669" y="27146"/>
                      <a:pt x="17145" y="27146"/>
                    </a:cubicBezTo>
                    <a:cubicBezTo>
                      <a:pt x="11622" y="27146"/>
                      <a:pt x="7144" y="22669"/>
                      <a:pt x="7144" y="17145"/>
                    </a:cubicBezTo>
                    <a:cubicBezTo>
                      <a:pt x="7144" y="11622"/>
                      <a:pt x="11622" y="7144"/>
                      <a:pt x="17145" y="7144"/>
                    </a:cubicBezTo>
                    <a:cubicBezTo>
                      <a:pt x="22669" y="7144"/>
                      <a:pt x="27146" y="11622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9" name="任意多边形: 形状 28"/>
              <p:cNvSpPr/>
              <p:nvPr/>
            </p:nvSpPr>
            <p:spPr>
              <a:xfrm>
                <a:off x="5279430" y="3733403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9"/>
                      <a:pt x="22669" y="27146"/>
                      <a:pt x="17145" y="27146"/>
                    </a:cubicBezTo>
                    <a:cubicBezTo>
                      <a:pt x="11622" y="27146"/>
                      <a:pt x="7144" y="22669"/>
                      <a:pt x="7144" y="17145"/>
                    </a:cubicBezTo>
                    <a:cubicBezTo>
                      <a:pt x="7144" y="11622"/>
                      <a:pt x="11622" y="7144"/>
                      <a:pt x="17145" y="7144"/>
                    </a:cubicBezTo>
                    <a:cubicBezTo>
                      <a:pt x="22669" y="7144"/>
                      <a:pt x="27146" y="11622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0" name="任意多边形: 形状 29"/>
              <p:cNvSpPr/>
              <p:nvPr/>
            </p:nvSpPr>
            <p:spPr>
              <a:xfrm>
                <a:off x="5405567" y="3733403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9"/>
                      <a:pt x="22669" y="27146"/>
                      <a:pt x="17145" y="27146"/>
                    </a:cubicBezTo>
                    <a:cubicBezTo>
                      <a:pt x="11622" y="27146"/>
                      <a:pt x="7144" y="22669"/>
                      <a:pt x="7144" y="17145"/>
                    </a:cubicBezTo>
                    <a:cubicBezTo>
                      <a:pt x="7144" y="11622"/>
                      <a:pt x="11622" y="7144"/>
                      <a:pt x="17145" y="7144"/>
                    </a:cubicBezTo>
                    <a:cubicBezTo>
                      <a:pt x="22669" y="7144"/>
                      <a:pt x="27146" y="11622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1" name="任意多边形: 形状 30"/>
              <p:cNvSpPr/>
              <p:nvPr/>
            </p:nvSpPr>
            <p:spPr>
              <a:xfrm>
                <a:off x="5531553" y="3733403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9"/>
                      <a:pt x="22669" y="27146"/>
                      <a:pt x="17145" y="27146"/>
                    </a:cubicBezTo>
                    <a:cubicBezTo>
                      <a:pt x="11622" y="27146"/>
                      <a:pt x="7144" y="22669"/>
                      <a:pt x="7144" y="17145"/>
                    </a:cubicBezTo>
                    <a:cubicBezTo>
                      <a:pt x="7144" y="11622"/>
                      <a:pt x="11622" y="7144"/>
                      <a:pt x="17145" y="7144"/>
                    </a:cubicBezTo>
                    <a:cubicBezTo>
                      <a:pt x="22669" y="7144"/>
                      <a:pt x="27146" y="11622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2" name="任意多边形: 形状 31"/>
              <p:cNvSpPr/>
              <p:nvPr/>
            </p:nvSpPr>
            <p:spPr>
              <a:xfrm>
                <a:off x="5153442" y="385923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3" name="任意多边形: 形状 32"/>
              <p:cNvSpPr/>
              <p:nvPr/>
            </p:nvSpPr>
            <p:spPr>
              <a:xfrm>
                <a:off x="5279579" y="385923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574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4" name="任意多边形: 形状 33"/>
              <p:cNvSpPr/>
              <p:nvPr/>
            </p:nvSpPr>
            <p:spPr>
              <a:xfrm>
                <a:off x="5405567" y="385923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69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5" name="任意多边形: 形状 34"/>
              <p:cNvSpPr/>
              <p:nvPr/>
            </p:nvSpPr>
            <p:spPr>
              <a:xfrm>
                <a:off x="5153442" y="3985076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6" name="任意多边形: 形状 35"/>
              <p:cNvSpPr/>
              <p:nvPr/>
            </p:nvSpPr>
            <p:spPr>
              <a:xfrm>
                <a:off x="5279579" y="3985076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574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7" name="任意多边形: 形状 36"/>
              <p:cNvSpPr/>
              <p:nvPr/>
            </p:nvSpPr>
            <p:spPr>
              <a:xfrm>
                <a:off x="5153442" y="4110914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8"/>
                      <a:pt x="22669" y="27146"/>
                      <a:pt x="17145" y="27146"/>
                    </a:cubicBezTo>
                    <a:cubicBezTo>
                      <a:pt x="11622" y="27146"/>
                      <a:pt x="7144" y="22668"/>
                      <a:pt x="7144" y="17145"/>
                    </a:cubicBezTo>
                    <a:cubicBezTo>
                      <a:pt x="7144" y="11621"/>
                      <a:pt x="11622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38" name="组合 37"/>
            <p:cNvGrpSpPr/>
            <p:nvPr userDrawn="1"/>
          </p:nvGrpSpPr>
          <p:grpSpPr>
            <a:xfrm>
              <a:off x="8327264" y="2565727"/>
              <a:ext cx="5333202" cy="5750156"/>
              <a:chOff x="8327264" y="2565727"/>
              <a:chExt cx="5333202" cy="5750156"/>
            </a:xfrm>
          </p:grpSpPr>
          <p:sp>
            <p:nvSpPr>
              <p:cNvPr id="39" name="矩形 38"/>
              <p:cNvSpPr/>
              <p:nvPr/>
            </p:nvSpPr>
            <p:spPr>
              <a:xfrm>
                <a:off x="8327264" y="6858653"/>
                <a:ext cx="5041900" cy="1457230"/>
              </a:xfrm>
              <a:prstGeom prst="rect">
                <a:avLst/>
              </a:prstGeom>
              <a:solidFill>
                <a:srgbClr val="F5F7F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0" name="矩形 39"/>
              <p:cNvSpPr/>
              <p:nvPr/>
            </p:nvSpPr>
            <p:spPr>
              <a:xfrm rot="5400000">
                <a:off x="10410901" y="4358062"/>
                <a:ext cx="5041900" cy="1457230"/>
              </a:xfrm>
              <a:prstGeom prst="rect">
                <a:avLst/>
              </a:prstGeom>
              <a:solidFill>
                <a:srgbClr val="F5F7F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41" name="组合 140"/>
          <p:cNvGrpSpPr/>
          <p:nvPr userDrawn="1"/>
        </p:nvGrpSpPr>
        <p:grpSpPr>
          <a:xfrm>
            <a:off x="-1464644" y="-1454855"/>
            <a:ext cx="5333202" cy="5750156"/>
            <a:chOff x="-1464644" y="-1454855"/>
            <a:chExt cx="5333202" cy="5750156"/>
          </a:xfrm>
        </p:grpSpPr>
        <p:sp>
          <p:nvSpPr>
            <p:cNvPr id="41" name="任意多边形: 形状 40"/>
            <p:cNvSpPr/>
            <p:nvPr userDrawn="1"/>
          </p:nvSpPr>
          <p:spPr>
            <a:xfrm flipH="1" flipV="1">
              <a:off x="-169463" y="-1390452"/>
              <a:ext cx="3555641" cy="4740854"/>
            </a:xfrm>
            <a:custGeom>
              <a:avLst/>
              <a:gdLst>
                <a:gd name="connsiteX0" fmla="*/ 7144 w 1743075"/>
                <a:gd name="connsiteY0" fmla="*/ 1742789 h 2324100"/>
                <a:gd name="connsiteX1" fmla="*/ 1742789 w 1743075"/>
                <a:gd name="connsiteY1" fmla="*/ 7144 h 2324100"/>
                <a:gd name="connsiteX2" fmla="*/ 1742789 w 1743075"/>
                <a:gd name="connsiteY2" fmla="*/ 585692 h 2324100"/>
                <a:gd name="connsiteX3" fmla="*/ 7144 w 1743075"/>
                <a:gd name="connsiteY3" fmla="*/ 2321338 h 2324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43075" h="2324100">
                  <a:moveTo>
                    <a:pt x="7144" y="1742789"/>
                  </a:moveTo>
                  <a:lnTo>
                    <a:pt x="1742789" y="7144"/>
                  </a:lnTo>
                  <a:lnTo>
                    <a:pt x="1742789" y="585692"/>
                  </a:lnTo>
                  <a:lnTo>
                    <a:pt x="7144" y="2321338"/>
                  </a:lnTo>
                  <a:close/>
                </a:path>
              </a:pathLst>
            </a:custGeom>
            <a:solidFill>
              <a:srgbClr val="F2634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42" name="组合 41"/>
            <p:cNvGrpSpPr/>
            <p:nvPr userDrawn="1"/>
          </p:nvGrpSpPr>
          <p:grpSpPr>
            <a:xfrm flipV="1">
              <a:off x="-433823" y="-395398"/>
              <a:ext cx="3130579" cy="3407352"/>
              <a:chOff x="939861" y="-575832"/>
              <a:chExt cx="2588513" cy="2817362"/>
            </a:xfrm>
          </p:grpSpPr>
          <p:sp>
            <p:nvSpPr>
              <p:cNvPr id="43" name="任意多边形: 形状 42"/>
              <p:cNvSpPr/>
              <p:nvPr/>
            </p:nvSpPr>
            <p:spPr>
              <a:xfrm>
                <a:off x="939861" y="935110"/>
                <a:ext cx="1306420" cy="1306420"/>
              </a:xfrm>
              <a:custGeom>
                <a:avLst/>
                <a:gdLst>
                  <a:gd name="connsiteX0" fmla="*/ 829818 w 828675"/>
                  <a:gd name="connsiteY0" fmla="*/ 418529 h 828675"/>
                  <a:gd name="connsiteX1" fmla="*/ 418433 w 828675"/>
                  <a:gd name="connsiteY1" fmla="*/ 7144 h 828675"/>
                  <a:gd name="connsiteX2" fmla="*/ 7144 w 828675"/>
                  <a:gd name="connsiteY2" fmla="*/ 418529 h 828675"/>
                  <a:gd name="connsiteX3" fmla="*/ 418433 w 828675"/>
                  <a:gd name="connsiteY3" fmla="*/ 829818 h 828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28675" h="828675">
                    <a:moveTo>
                      <a:pt x="829818" y="418529"/>
                    </a:moveTo>
                    <a:lnTo>
                      <a:pt x="418433" y="7144"/>
                    </a:lnTo>
                    <a:lnTo>
                      <a:pt x="7144" y="418529"/>
                    </a:lnTo>
                    <a:lnTo>
                      <a:pt x="418433" y="829818"/>
                    </a:ln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4" name="任意多边形: 形状 43"/>
              <p:cNvSpPr/>
              <p:nvPr/>
            </p:nvSpPr>
            <p:spPr>
              <a:xfrm>
                <a:off x="1201820" y="1591398"/>
                <a:ext cx="60065" cy="60065"/>
              </a:xfrm>
              <a:custGeom>
                <a:avLst/>
                <a:gdLst>
                  <a:gd name="connsiteX0" fmla="*/ 34623 w 38100"/>
                  <a:gd name="connsiteY0" fmla="*/ 11859 h 38100"/>
                  <a:gd name="connsiteX1" fmla="*/ 11859 w 38100"/>
                  <a:gd name="connsiteY1" fmla="*/ 11859 h 38100"/>
                  <a:gd name="connsiteX2" fmla="*/ 11859 w 38100"/>
                  <a:gd name="connsiteY2" fmla="*/ 34624 h 38100"/>
                  <a:gd name="connsiteX3" fmla="*/ 34623 w 38100"/>
                  <a:gd name="connsiteY3" fmla="*/ 34624 h 38100"/>
                  <a:gd name="connsiteX4" fmla="*/ 34623 w 38100"/>
                  <a:gd name="connsiteY4" fmla="*/ 11859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4623" y="11859"/>
                    </a:moveTo>
                    <a:cubicBezTo>
                      <a:pt x="28337" y="5572"/>
                      <a:pt x="18145" y="5572"/>
                      <a:pt x="11859" y="11859"/>
                    </a:cubicBezTo>
                    <a:cubicBezTo>
                      <a:pt x="5572" y="18145"/>
                      <a:pt x="5572" y="28337"/>
                      <a:pt x="11859" y="34624"/>
                    </a:cubicBezTo>
                    <a:cubicBezTo>
                      <a:pt x="18145" y="40910"/>
                      <a:pt x="28337" y="40910"/>
                      <a:pt x="34623" y="34624"/>
                    </a:cubicBezTo>
                    <a:cubicBezTo>
                      <a:pt x="40910" y="28337"/>
                      <a:pt x="40910" y="18145"/>
                      <a:pt x="34623" y="11859"/>
                    </a:cubicBezTo>
                    <a:close/>
                  </a:path>
                </a:pathLst>
              </a:custGeom>
              <a:solidFill>
                <a:srgbClr val="FED6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5" name="任意多边形: 形状 44"/>
              <p:cNvSpPr/>
              <p:nvPr/>
            </p:nvSpPr>
            <p:spPr>
              <a:xfrm>
                <a:off x="1370003" y="1759431"/>
                <a:ext cx="60065" cy="60065"/>
              </a:xfrm>
              <a:custGeom>
                <a:avLst/>
                <a:gdLst>
                  <a:gd name="connsiteX0" fmla="*/ 34623 w 38100"/>
                  <a:gd name="connsiteY0" fmla="*/ 11859 h 38100"/>
                  <a:gd name="connsiteX1" fmla="*/ 11859 w 38100"/>
                  <a:gd name="connsiteY1" fmla="*/ 11859 h 38100"/>
                  <a:gd name="connsiteX2" fmla="*/ 11859 w 38100"/>
                  <a:gd name="connsiteY2" fmla="*/ 34624 h 38100"/>
                  <a:gd name="connsiteX3" fmla="*/ 34623 w 38100"/>
                  <a:gd name="connsiteY3" fmla="*/ 34624 h 38100"/>
                  <a:gd name="connsiteX4" fmla="*/ 34623 w 38100"/>
                  <a:gd name="connsiteY4" fmla="*/ 11859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4623" y="11859"/>
                    </a:moveTo>
                    <a:cubicBezTo>
                      <a:pt x="28337" y="5572"/>
                      <a:pt x="18145" y="5572"/>
                      <a:pt x="11859" y="11859"/>
                    </a:cubicBezTo>
                    <a:cubicBezTo>
                      <a:pt x="5572" y="18145"/>
                      <a:pt x="5572" y="28337"/>
                      <a:pt x="11859" y="34624"/>
                    </a:cubicBezTo>
                    <a:cubicBezTo>
                      <a:pt x="18145" y="40910"/>
                      <a:pt x="28337" y="40910"/>
                      <a:pt x="34623" y="34624"/>
                    </a:cubicBezTo>
                    <a:cubicBezTo>
                      <a:pt x="40910" y="28432"/>
                      <a:pt x="40910" y="18145"/>
                      <a:pt x="34623" y="11859"/>
                    </a:cubicBezTo>
                    <a:close/>
                  </a:path>
                </a:pathLst>
              </a:custGeom>
              <a:solidFill>
                <a:srgbClr val="FED6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6" name="任意多边形: 形状 45"/>
              <p:cNvSpPr/>
              <p:nvPr/>
            </p:nvSpPr>
            <p:spPr>
              <a:xfrm>
                <a:off x="1538036" y="1927614"/>
                <a:ext cx="60065" cy="60065"/>
              </a:xfrm>
              <a:custGeom>
                <a:avLst/>
                <a:gdLst>
                  <a:gd name="connsiteX0" fmla="*/ 34623 w 38100"/>
                  <a:gd name="connsiteY0" fmla="*/ 11859 h 38100"/>
                  <a:gd name="connsiteX1" fmla="*/ 11859 w 38100"/>
                  <a:gd name="connsiteY1" fmla="*/ 11859 h 38100"/>
                  <a:gd name="connsiteX2" fmla="*/ 11859 w 38100"/>
                  <a:gd name="connsiteY2" fmla="*/ 34623 h 38100"/>
                  <a:gd name="connsiteX3" fmla="*/ 34623 w 38100"/>
                  <a:gd name="connsiteY3" fmla="*/ 34623 h 38100"/>
                  <a:gd name="connsiteX4" fmla="*/ 34623 w 38100"/>
                  <a:gd name="connsiteY4" fmla="*/ 11859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4623" y="11859"/>
                    </a:moveTo>
                    <a:cubicBezTo>
                      <a:pt x="28337" y="5572"/>
                      <a:pt x="18145" y="5572"/>
                      <a:pt x="11859" y="11859"/>
                    </a:cubicBezTo>
                    <a:cubicBezTo>
                      <a:pt x="5572" y="18145"/>
                      <a:pt x="5572" y="28337"/>
                      <a:pt x="11859" y="34623"/>
                    </a:cubicBezTo>
                    <a:cubicBezTo>
                      <a:pt x="18145" y="40910"/>
                      <a:pt x="28337" y="40910"/>
                      <a:pt x="34623" y="34623"/>
                    </a:cubicBezTo>
                    <a:cubicBezTo>
                      <a:pt x="40910" y="28337"/>
                      <a:pt x="40910" y="18145"/>
                      <a:pt x="34623" y="11859"/>
                    </a:cubicBezTo>
                    <a:close/>
                  </a:path>
                </a:pathLst>
              </a:custGeom>
              <a:solidFill>
                <a:srgbClr val="FED6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7" name="任意多边形: 形状 46"/>
              <p:cNvSpPr/>
              <p:nvPr/>
            </p:nvSpPr>
            <p:spPr>
              <a:xfrm>
                <a:off x="1394029" y="1399189"/>
                <a:ext cx="60065" cy="60065"/>
              </a:xfrm>
              <a:custGeom>
                <a:avLst/>
                <a:gdLst>
                  <a:gd name="connsiteX0" fmla="*/ 34623 w 38100"/>
                  <a:gd name="connsiteY0" fmla="*/ 11859 h 38100"/>
                  <a:gd name="connsiteX1" fmla="*/ 11859 w 38100"/>
                  <a:gd name="connsiteY1" fmla="*/ 11859 h 38100"/>
                  <a:gd name="connsiteX2" fmla="*/ 11859 w 38100"/>
                  <a:gd name="connsiteY2" fmla="*/ 34623 h 38100"/>
                  <a:gd name="connsiteX3" fmla="*/ 34623 w 38100"/>
                  <a:gd name="connsiteY3" fmla="*/ 34623 h 38100"/>
                  <a:gd name="connsiteX4" fmla="*/ 34623 w 38100"/>
                  <a:gd name="connsiteY4" fmla="*/ 11859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4623" y="11859"/>
                    </a:moveTo>
                    <a:cubicBezTo>
                      <a:pt x="28337" y="5572"/>
                      <a:pt x="18145" y="5572"/>
                      <a:pt x="11859" y="11859"/>
                    </a:cubicBezTo>
                    <a:cubicBezTo>
                      <a:pt x="5572" y="18145"/>
                      <a:pt x="5572" y="28337"/>
                      <a:pt x="11859" y="34623"/>
                    </a:cubicBezTo>
                    <a:cubicBezTo>
                      <a:pt x="18145" y="40910"/>
                      <a:pt x="28337" y="40910"/>
                      <a:pt x="34623" y="34623"/>
                    </a:cubicBezTo>
                    <a:cubicBezTo>
                      <a:pt x="40910" y="28337"/>
                      <a:pt x="40910" y="18145"/>
                      <a:pt x="34623" y="11859"/>
                    </a:cubicBezTo>
                    <a:close/>
                  </a:path>
                </a:pathLst>
              </a:custGeom>
              <a:solidFill>
                <a:srgbClr val="FED6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8" name="任意多边形: 形状 47"/>
              <p:cNvSpPr/>
              <p:nvPr/>
            </p:nvSpPr>
            <p:spPr>
              <a:xfrm>
                <a:off x="1562212" y="1567222"/>
                <a:ext cx="60065" cy="60065"/>
              </a:xfrm>
              <a:custGeom>
                <a:avLst/>
                <a:gdLst>
                  <a:gd name="connsiteX0" fmla="*/ 34623 w 38100"/>
                  <a:gd name="connsiteY0" fmla="*/ 11859 h 38100"/>
                  <a:gd name="connsiteX1" fmla="*/ 11859 w 38100"/>
                  <a:gd name="connsiteY1" fmla="*/ 11859 h 38100"/>
                  <a:gd name="connsiteX2" fmla="*/ 11859 w 38100"/>
                  <a:gd name="connsiteY2" fmla="*/ 34623 h 38100"/>
                  <a:gd name="connsiteX3" fmla="*/ 34623 w 38100"/>
                  <a:gd name="connsiteY3" fmla="*/ 34623 h 38100"/>
                  <a:gd name="connsiteX4" fmla="*/ 34623 w 38100"/>
                  <a:gd name="connsiteY4" fmla="*/ 11859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4623" y="11859"/>
                    </a:moveTo>
                    <a:cubicBezTo>
                      <a:pt x="28337" y="5572"/>
                      <a:pt x="18145" y="5572"/>
                      <a:pt x="11859" y="11859"/>
                    </a:cubicBezTo>
                    <a:cubicBezTo>
                      <a:pt x="5572" y="18145"/>
                      <a:pt x="5572" y="28337"/>
                      <a:pt x="11859" y="34623"/>
                    </a:cubicBezTo>
                    <a:cubicBezTo>
                      <a:pt x="18145" y="40910"/>
                      <a:pt x="28337" y="40910"/>
                      <a:pt x="34623" y="34623"/>
                    </a:cubicBezTo>
                    <a:cubicBezTo>
                      <a:pt x="40910" y="28432"/>
                      <a:pt x="40910" y="18145"/>
                      <a:pt x="34623" y="11859"/>
                    </a:cubicBezTo>
                    <a:close/>
                  </a:path>
                </a:pathLst>
              </a:custGeom>
              <a:solidFill>
                <a:srgbClr val="FED6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9" name="任意多边形: 形状 48"/>
              <p:cNvSpPr/>
              <p:nvPr/>
            </p:nvSpPr>
            <p:spPr>
              <a:xfrm>
                <a:off x="1730245" y="1735405"/>
                <a:ext cx="60065" cy="60065"/>
              </a:xfrm>
              <a:custGeom>
                <a:avLst/>
                <a:gdLst>
                  <a:gd name="connsiteX0" fmla="*/ 34623 w 38100"/>
                  <a:gd name="connsiteY0" fmla="*/ 11858 h 38100"/>
                  <a:gd name="connsiteX1" fmla="*/ 11859 w 38100"/>
                  <a:gd name="connsiteY1" fmla="*/ 11858 h 38100"/>
                  <a:gd name="connsiteX2" fmla="*/ 11859 w 38100"/>
                  <a:gd name="connsiteY2" fmla="*/ 34623 h 38100"/>
                  <a:gd name="connsiteX3" fmla="*/ 34623 w 38100"/>
                  <a:gd name="connsiteY3" fmla="*/ 34623 h 38100"/>
                  <a:gd name="connsiteX4" fmla="*/ 34623 w 38100"/>
                  <a:gd name="connsiteY4" fmla="*/ 11858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4623" y="11858"/>
                    </a:moveTo>
                    <a:cubicBezTo>
                      <a:pt x="28337" y="5572"/>
                      <a:pt x="18145" y="5572"/>
                      <a:pt x="11859" y="11858"/>
                    </a:cubicBezTo>
                    <a:cubicBezTo>
                      <a:pt x="5572" y="18145"/>
                      <a:pt x="5572" y="28337"/>
                      <a:pt x="11859" y="34623"/>
                    </a:cubicBezTo>
                    <a:cubicBezTo>
                      <a:pt x="18145" y="40910"/>
                      <a:pt x="28337" y="40910"/>
                      <a:pt x="34623" y="34623"/>
                    </a:cubicBezTo>
                    <a:cubicBezTo>
                      <a:pt x="40910" y="28337"/>
                      <a:pt x="40910" y="18145"/>
                      <a:pt x="34623" y="11858"/>
                    </a:cubicBezTo>
                    <a:close/>
                  </a:path>
                </a:pathLst>
              </a:custGeom>
              <a:solidFill>
                <a:srgbClr val="FED6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0" name="任意多边形: 形状 49"/>
              <p:cNvSpPr/>
              <p:nvPr/>
            </p:nvSpPr>
            <p:spPr>
              <a:xfrm>
                <a:off x="1586164" y="1206906"/>
                <a:ext cx="60065" cy="60065"/>
              </a:xfrm>
              <a:custGeom>
                <a:avLst/>
                <a:gdLst>
                  <a:gd name="connsiteX0" fmla="*/ 39338 w 38100"/>
                  <a:gd name="connsiteY0" fmla="*/ 23241 h 38100"/>
                  <a:gd name="connsiteX1" fmla="*/ 23241 w 38100"/>
                  <a:gd name="connsiteY1" fmla="*/ 39338 h 38100"/>
                  <a:gd name="connsiteX2" fmla="*/ 7144 w 38100"/>
                  <a:gd name="connsiteY2" fmla="*/ 23241 h 38100"/>
                  <a:gd name="connsiteX3" fmla="*/ 23241 w 38100"/>
                  <a:gd name="connsiteY3" fmla="*/ 7144 h 38100"/>
                  <a:gd name="connsiteX4" fmla="*/ 39338 w 38100"/>
                  <a:gd name="connsiteY4" fmla="*/ 23241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9338" y="23241"/>
                    </a:moveTo>
                    <a:cubicBezTo>
                      <a:pt x="39338" y="32131"/>
                      <a:pt x="32131" y="39338"/>
                      <a:pt x="23241" y="39338"/>
                    </a:cubicBezTo>
                    <a:cubicBezTo>
                      <a:pt x="14351" y="39338"/>
                      <a:pt x="7144" y="32131"/>
                      <a:pt x="7144" y="23241"/>
                    </a:cubicBezTo>
                    <a:cubicBezTo>
                      <a:pt x="7144" y="14351"/>
                      <a:pt x="14351" y="7144"/>
                      <a:pt x="23241" y="7144"/>
                    </a:cubicBezTo>
                    <a:cubicBezTo>
                      <a:pt x="32131" y="7144"/>
                      <a:pt x="39338" y="14351"/>
                      <a:pt x="39338" y="23241"/>
                    </a:cubicBezTo>
                    <a:close/>
                  </a:path>
                </a:pathLst>
              </a:custGeom>
              <a:solidFill>
                <a:srgbClr val="FED6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1" name="任意多边形: 形状 50"/>
              <p:cNvSpPr/>
              <p:nvPr/>
            </p:nvSpPr>
            <p:spPr>
              <a:xfrm>
                <a:off x="1754421" y="1375013"/>
                <a:ext cx="60065" cy="60065"/>
              </a:xfrm>
              <a:custGeom>
                <a:avLst/>
                <a:gdLst>
                  <a:gd name="connsiteX0" fmla="*/ 34623 w 38100"/>
                  <a:gd name="connsiteY0" fmla="*/ 11858 h 38100"/>
                  <a:gd name="connsiteX1" fmla="*/ 11859 w 38100"/>
                  <a:gd name="connsiteY1" fmla="*/ 11858 h 38100"/>
                  <a:gd name="connsiteX2" fmla="*/ 11859 w 38100"/>
                  <a:gd name="connsiteY2" fmla="*/ 34623 h 38100"/>
                  <a:gd name="connsiteX3" fmla="*/ 34623 w 38100"/>
                  <a:gd name="connsiteY3" fmla="*/ 34623 h 38100"/>
                  <a:gd name="connsiteX4" fmla="*/ 34623 w 38100"/>
                  <a:gd name="connsiteY4" fmla="*/ 11858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4623" y="11858"/>
                    </a:moveTo>
                    <a:cubicBezTo>
                      <a:pt x="28337" y="5572"/>
                      <a:pt x="18145" y="5572"/>
                      <a:pt x="11859" y="11858"/>
                    </a:cubicBezTo>
                    <a:cubicBezTo>
                      <a:pt x="5572" y="18145"/>
                      <a:pt x="5572" y="28337"/>
                      <a:pt x="11859" y="34623"/>
                    </a:cubicBezTo>
                    <a:cubicBezTo>
                      <a:pt x="18145" y="40910"/>
                      <a:pt x="28337" y="40910"/>
                      <a:pt x="34623" y="34623"/>
                    </a:cubicBezTo>
                    <a:cubicBezTo>
                      <a:pt x="40910" y="28432"/>
                      <a:pt x="40910" y="18145"/>
                      <a:pt x="34623" y="11858"/>
                    </a:cubicBezTo>
                    <a:close/>
                  </a:path>
                </a:pathLst>
              </a:custGeom>
              <a:solidFill>
                <a:srgbClr val="FED6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2" name="任意多边形: 形状 51"/>
              <p:cNvSpPr/>
              <p:nvPr/>
            </p:nvSpPr>
            <p:spPr>
              <a:xfrm>
                <a:off x="1922454" y="1543196"/>
                <a:ext cx="60065" cy="60065"/>
              </a:xfrm>
              <a:custGeom>
                <a:avLst/>
                <a:gdLst>
                  <a:gd name="connsiteX0" fmla="*/ 34623 w 38100"/>
                  <a:gd name="connsiteY0" fmla="*/ 11859 h 38100"/>
                  <a:gd name="connsiteX1" fmla="*/ 11859 w 38100"/>
                  <a:gd name="connsiteY1" fmla="*/ 11859 h 38100"/>
                  <a:gd name="connsiteX2" fmla="*/ 11859 w 38100"/>
                  <a:gd name="connsiteY2" fmla="*/ 34624 h 38100"/>
                  <a:gd name="connsiteX3" fmla="*/ 34623 w 38100"/>
                  <a:gd name="connsiteY3" fmla="*/ 34624 h 38100"/>
                  <a:gd name="connsiteX4" fmla="*/ 34623 w 38100"/>
                  <a:gd name="connsiteY4" fmla="*/ 11859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4623" y="11859"/>
                    </a:moveTo>
                    <a:cubicBezTo>
                      <a:pt x="28337" y="5572"/>
                      <a:pt x="18145" y="5572"/>
                      <a:pt x="11859" y="11859"/>
                    </a:cubicBezTo>
                    <a:cubicBezTo>
                      <a:pt x="5572" y="18145"/>
                      <a:pt x="5572" y="28337"/>
                      <a:pt x="11859" y="34624"/>
                    </a:cubicBezTo>
                    <a:cubicBezTo>
                      <a:pt x="18145" y="40910"/>
                      <a:pt x="28337" y="40910"/>
                      <a:pt x="34623" y="34624"/>
                    </a:cubicBezTo>
                    <a:cubicBezTo>
                      <a:pt x="40910" y="28337"/>
                      <a:pt x="40910" y="18145"/>
                      <a:pt x="34623" y="11859"/>
                    </a:cubicBezTo>
                    <a:close/>
                  </a:path>
                </a:pathLst>
              </a:custGeom>
              <a:solidFill>
                <a:srgbClr val="FED6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3" name="任意多边形: 形状 52"/>
              <p:cNvSpPr/>
              <p:nvPr/>
            </p:nvSpPr>
            <p:spPr>
              <a:xfrm>
                <a:off x="1729119" y="-88253"/>
                <a:ext cx="900980" cy="900980"/>
              </a:xfrm>
              <a:custGeom>
                <a:avLst/>
                <a:gdLst>
                  <a:gd name="connsiteX0" fmla="*/ 570548 w 571500"/>
                  <a:gd name="connsiteY0" fmla="*/ 429768 h 571500"/>
                  <a:gd name="connsiteX1" fmla="*/ 429673 w 571500"/>
                  <a:gd name="connsiteY1" fmla="*/ 570643 h 571500"/>
                  <a:gd name="connsiteX2" fmla="*/ 7144 w 571500"/>
                  <a:gd name="connsiteY2" fmla="*/ 148114 h 571500"/>
                  <a:gd name="connsiteX3" fmla="*/ 148018 w 571500"/>
                  <a:gd name="connsiteY3" fmla="*/ 7144 h 571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1500" h="571500">
                    <a:moveTo>
                      <a:pt x="570548" y="429768"/>
                    </a:moveTo>
                    <a:lnTo>
                      <a:pt x="429673" y="570643"/>
                    </a:lnTo>
                    <a:lnTo>
                      <a:pt x="7144" y="148114"/>
                    </a:lnTo>
                    <a:lnTo>
                      <a:pt x="148018" y="7144"/>
                    </a:lnTo>
                    <a:close/>
                  </a:path>
                </a:pathLst>
              </a:custGeom>
              <a:solidFill>
                <a:srgbClr val="61C9D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4" name="任意多边形: 形状 53"/>
              <p:cNvSpPr/>
              <p:nvPr/>
            </p:nvSpPr>
            <p:spPr>
              <a:xfrm>
                <a:off x="1258507" y="382359"/>
                <a:ext cx="900980" cy="900980"/>
              </a:xfrm>
              <a:custGeom>
                <a:avLst/>
                <a:gdLst>
                  <a:gd name="connsiteX0" fmla="*/ 429768 w 571500"/>
                  <a:gd name="connsiteY0" fmla="*/ 570643 h 571500"/>
                  <a:gd name="connsiteX1" fmla="*/ 7144 w 571500"/>
                  <a:gd name="connsiteY1" fmla="*/ 148019 h 571500"/>
                  <a:gd name="connsiteX2" fmla="*/ 148019 w 571500"/>
                  <a:gd name="connsiteY2" fmla="*/ 7144 h 571500"/>
                  <a:gd name="connsiteX3" fmla="*/ 570643 w 571500"/>
                  <a:gd name="connsiteY3" fmla="*/ 429768 h 571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1500" h="571500">
                    <a:moveTo>
                      <a:pt x="429768" y="570643"/>
                    </a:moveTo>
                    <a:lnTo>
                      <a:pt x="7144" y="148019"/>
                    </a:lnTo>
                    <a:lnTo>
                      <a:pt x="148019" y="7144"/>
                    </a:lnTo>
                    <a:lnTo>
                      <a:pt x="570643" y="429768"/>
                    </a:lnTo>
                    <a:close/>
                  </a:path>
                </a:pathLst>
              </a:custGeom>
              <a:solidFill>
                <a:srgbClr val="61C9D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5" name="任意多边形: 形状 54"/>
              <p:cNvSpPr/>
              <p:nvPr/>
            </p:nvSpPr>
            <p:spPr>
              <a:xfrm>
                <a:off x="1729119" y="-88253"/>
                <a:ext cx="900980" cy="900980"/>
              </a:xfrm>
              <a:custGeom>
                <a:avLst/>
                <a:gdLst>
                  <a:gd name="connsiteX0" fmla="*/ 148018 w 571500"/>
                  <a:gd name="connsiteY0" fmla="*/ 7144 h 571500"/>
                  <a:gd name="connsiteX1" fmla="*/ 570548 w 571500"/>
                  <a:gd name="connsiteY1" fmla="*/ 429768 h 571500"/>
                  <a:gd name="connsiteX2" fmla="*/ 429768 w 571500"/>
                  <a:gd name="connsiteY2" fmla="*/ 570643 h 571500"/>
                  <a:gd name="connsiteX3" fmla="*/ 7144 w 571500"/>
                  <a:gd name="connsiteY3" fmla="*/ 148019 h 571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1500" h="571500">
                    <a:moveTo>
                      <a:pt x="148018" y="7144"/>
                    </a:moveTo>
                    <a:lnTo>
                      <a:pt x="570548" y="429768"/>
                    </a:lnTo>
                    <a:lnTo>
                      <a:pt x="429768" y="570643"/>
                    </a:lnTo>
                    <a:lnTo>
                      <a:pt x="7144" y="148019"/>
                    </a:ln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6" name="任意多边形: 形状 55"/>
              <p:cNvSpPr/>
              <p:nvPr/>
            </p:nvSpPr>
            <p:spPr>
              <a:xfrm>
                <a:off x="1974635" y="143299"/>
                <a:ext cx="60065" cy="60065"/>
              </a:xfrm>
              <a:custGeom>
                <a:avLst/>
                <a:gdLst>
                  <a:gd name="connsiteX0" fmla="*/ 35433 w 38100"/>
                  <a:gd name="connsiteY0" fmla="*/ 35433 h 38100"/>
                  <a:gd name="connsiteX1" fmla="*/ 35433 w 38100"/>
                  <a:gd name="connsiteY1" fmla="*/ 12002 h 38100"/>
                  <a:gd name="connsiteX2" fmla="*/ 12002 w 38100"/>
                  <a:gd name="connsiteY2" fmla="*/ 12002 h 38100"/>
                  <a:gd name="connsiteX3" fmla="*/ 12002 w 38100"/>
                  <a:gd name="connsiteY3" fmla="*/ 35433 h 38100"/>
                  <a:gd name="connsiteX4" fmla="*/ 35433 w 38100"/>
                  <a:gd name="connsiteY4" fmla="*/ 35433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5433" y="35433"/>
                    </a:moveTo>
                    <a:cubicBezTo>
                      <a:pt x="41910" y="28956"/>
                      <a:pt x="41910" y="18478"/>
                      <a:pt x="35433" y="12002"/>
                    </a:cubicBezTo>
                    <a:cubicBezTo>
                      <a:pt x="28956" y="5524"/>
                      <a:pt x="18479" y="5524"/>
                      <a:pt x="12002" y="12002"/>
                    </a:cubicBezTo>
                    <a:cubicBezTo>
                      <a:pt x="5524" y="18478"/>
                      <a:pt x="5524" y="28956"/>
                      <a:pt x="12002" y="35433"/>
                    </a:cubicBezTo>
                    <a:cubicBezTo>
                      <a:pt x="18479" y="41910"/>
                      <a:pt x="28956" y="41910"/>
                      <a:pt x="35433" y="35433"/>
                    </a:cubicBezTo>
                    <a:close/>
                  </a:path>
                </a:pathLst>
              </a:custGeom>
              <a:solidFill>
                <a:srgbClr val="F7F8F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7" name="任意多边形: 形状 56"/>
              <p:cNvSpPr/>
              <p:nvPr/>
            </p:nvSpPr>
            <p:spPr>
              <a:xfrm>
                <a:off x="2172100" y="340764"/>
                <a:ext cx="60065" cy="60065"/>
              </a:xfrm>
              <a:custGeom>
                <a:avLst/>
                <a:gdLst>
                  <a:gd name="connsiteX0" fmla="*/ 35433 w 38100"/>
                  <a:gd name="connsiteY0" fmla="*/ 35433 h 38100"/>
                  <a:gd name="connsiteX1" fmla="*/ 35433 w 38100"/>
                  <a:gd name="connsiteY1" fmla="*/ 12001 h 38100"/>
                  <a:gd name="connsiteX2" fmla="*/ 12002 w 38100"/>
                  <a:gd name="connsiteY2" fmla="*/ 12001 h 38100"/>
                  <a:gd name="connsiteX3" fmla="*/ 12002 w 38100"/>
                  <a:gd name="connsiteY3" fmla="*/ 35433 h 38100"/>
                  <a:gd name="connsiteX4" fmla="*/ 35433 w 38100"/>
                  <a:gd name="connsiteY4" fmla="*/ 35433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5433" y="35433"/>
                    </a:moveTo>
                    <a:cubicBezTo>
                      <a:pt x="41910" y="28956"/>
                      <a:pt x="41910" y="18478"/>
                      <a:pt x="35433" y="12001"/>
                    </a:cubicBezTo>
                    <a:cubicBezTo>
                      <a:pt x="28956" y="5525"/>
                      <a:pt x="18479" y="5525"/>
                      <a:pt x="12002" y="12001"/>
                    </a:cubicBezTo>
                    <a:cubicBezTo>
                      <a:pt x="5524" y="18478"/>
                      <a:pt x="5524" y="28956"/>
                      <a:pt x="12002" y="35433"/>
                    </a:cubicBezTo>
                    <a:cubicBezTo>
                      <a:pt x="18479" y="41910"/>
                      <a:pt x="28956" y="41910"/>
                      <a:pt x="35433" y="35433"/>
                    </a:cubicBezTo>
                    <a:close/>
                  </a:path>
                </a:pathLst>
              </a:custGeom>
              <a:solidFill>
                <a:srgbClr val="F7F8F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8" name="任意多边形: 形状 57"/>
              <p:cNvSpPr/>
              <p:nvPr/>
            </p:nvSpPr>
            <p:spPr>
              <a:xfrm>
                <a:off x="2369565" y="538229"/>
                <a:ext cx="60065" cy="60065"/>
              </a:xfrm>
              <a:custGeom>
                <a:avLst/>
                <a:gdLst>
                  <a:gd name="connsiteX0" fmla="*/ 40291 w 38100"/>
                  <a:gd name="connsiteY0" fmla="*/ 23717 h 38100"/>
                  <a:gd name="connsiteX1" fmla="*/ 23717 w 38100"/>
                  <a:gd name="connsiteY1" fmla="*/ 40291 h 38100"/>
                  <a:gd name="connsiteX2" fmla="*/ 7144 w 38100"/>
                  <a:gd name="connsiteY2" fmla="*/ 23717 h 38100"/>
                  <a:gd name="connsiteX3" fmla="*/ 23717 w 38100"/>
                  <a:gd name="connsiteY3" fmla="*/ 7144 h 38100"/>
                  <a:gd name="connsiteX4" fmla="*/ 40291 w 38100"/>
                  <a:gd name="connsiteY4" fmla="*/ 23717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40291" y="23717"/>
                    </a:moveTo>
                    <a:cubicBezTo>
                      <a:pt x="40291" y="32871"/>
                      <a:pt x="32871" y="40291"/>
                      <a:pt x="23717" y="40291"/>
                    </a:cubicBezTo>
                    <a:cubicBezTo>
                      <a:pt x="14564" y="40291"/>
                      <a:pt x="7144" y="32871"/>
                      <a:pt x="7144" y="23717"/>
                    </a:cubicBezTo>
                    <a:cubicBezTo>
                      <a:pt x="7144" y="14564"/>
                      <a:pt x="14564" y="7144"/>
                      <a:pt x="23717" y="7144"/>
                    </a:cubicBezTo>
                    <a:cubicBezTo>
                      <a:pt x="32871" y="7144"/>
                      <a:pt x="40291" y="14564"/>
                      <a:pt x="40291" y="23717"/>
                    </a:cubicBezTo>
                    <a:close/>
                  </a:path>
                </a:pathLst>
              </a:custGeom>
              <a:solidFill>
                <a:srgbClr val="F7F8F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9" name="任意多边形: 形状 58"/>
              <p:cNvSpPr/>
              <p:nvPr/>
            </p:nvSpPr>
            <p:spPr>
              <a:xfrm>
                <a:off x="1500420" y="617514"/>
                <a:ext cx="60065" cy="60065"/>
              </a:xfrm>
              <a:custGeom>
                <a:avLst/>
                <a:gdLst>
                  <a:gd name="connsiteX0" fmla="*/ 35433 w 38100"/>
                  <a:gd name="connsiteY0" fmla="*/ 35433 h 38100"/>
                  <a:gd name="connsiteX1" fmla="*/ 35433 w 38100"/>
                  <a:gd name="connsiteY1" fmla="*/ 12001 h 38100"/>
                  <a:gd name="connsiteX2" fmla="*/ 12002 w 38100"/>
                  <a:gd name="connsiteY2" fmla="*/ 12001 h 38100"/>
                  <a:gd name="connsiteX3" fmla="*/ 12002 w 38100"/>
                  <a:gd name="connsiteY3" fmla="*/ 35433 h 38100"/>
                  <a:gd name="connsiteX4" fmla="*/ 35433 w 38100"/>
                  <a:gd name="connsiteY4" fmla="*/ 35433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5433" y="35433"/>
                    </a:moveTo>
                    <a:cubicBezTo>
                      <a:pt x="41910" y="28956"/>
                      <a:pt x="41910" y="18479"/>
                      <a:pt x="35433" y="12001"/>
                    </a:cubicBezTo>
                    <a:cubicBezTo>
                      <a:pt x="28956" y="5525"/>
                      <a:pt x="18479" y="5525"/>
                      <a:pt x="12002" y="12001"/>
                    </a:cubicBezTo>
                    <a:cubicBezTo>
                      <a:pt x="5524" y="18479"/>
                      <a:pt x="5524" y="28956"/>
                      <a:pt x="12002" y="35433"/>
                    </a:cubicBezTo>
                    <a:cubicBezTo>
                      <a:pt x="18479" y="41910"/>
                      <a:pt x="28956" y="41910"/>
                      <a:pt x="35433" y="35433"/>
                    </a:cubicBez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0" name="任意多边形: 形状 59"/>
              <p:cNvSpPr/>
              <p:nvPr/>
            </p:nvSpPr>
            <p:spPr>
              <a:xfrm>
                <a:off x="1697885" y="814979"/>
                <a:ext cx="60065" cy="60065"/>
              </a:xfrm>
              <a:custGeom>
                <a:avLst/>
                <a:gdLst>
                  <a:gd name="connsiteX0" fmla="*/ 35433 w 38100"/>
                  <a:gd name="connsiteY0" fmla="*/ 35433 h 38100"/>
                  <a:gd name="connsiteX1" fmla="*/ 35433 w 38100"/>
                  <a:gd name="connsiteY1" fmla="*/ 12002 h 38100"/>
                  <a:gd name="connsiteX2" fmla="*/ 12002 w 38100"/>
                  <a:gd name="connsiteY2" fmla="*/ 12002 h 38100"/>
                  <a:gd name="connsiteX3" fmla="*/ 12002 w 38100"/>
                  <a:gd name="connsiteY3" fmla="*/ 35433 h 38100"/>
                  <a:gd name="connsiteX4" fmla="*/ 35433 w 38100"/>
                  <a:gd name="connsiteY4" fmla="*/ 35433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5433" y="35433"/>
                    </a:moveTo>
                    <a:cubicBezTo>
                      <a:pt x="41910" y="28956"/>
                      <a:pt x="41910" y="18478"/>
                      <a:pt x="35433" y="12002"/>
                    </a:cubicBezTo>
                    <a:cubicBezTo>
                      <a:pt x="28956" y="5524"/>
                      <a:pt x="18479" y="5524"/>
                      <a:pt x="12002" y="12002"/>
                    </a:cubicBezTo>
                    <a:cubicBezTo>
                      <a:pt x="5524" y="18478"/>
                      <a:pt x="5524" y="28956"/>
                      <a:pt x="12002" y="35433"/>
                    </a:cubicBezTo>
                    <a:cubicBezTo>
                      <a:pt x="18479" y="41910"/>
                      <a:pt x="28956" y="41910"/>
                      <a:pt x="35433" y="35433"/>
                    </a:cubicBez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1" name="任意多边形: 形状 60"/>
              <p:cNvSpPr/>
              <p:nvPr/>
            </p:nvSpPr>
            <p:spPr>
              <a:xfrm>
                <a:off x="1895350" y="1012444"/>
                <a:ext cx="60065" cy="60065"/>
              </a:xfrm>
              <a:custGeom>
                <a:avLst/>
                <a:gdLst>
                  <a:gd name="connsiteX0" fmla="*/ 40291 w 38100"/>
                  <a:gd name="connsiteY0" fmla="*/ 23717 h 38100"/>
                  <a:gd name="connsiteX1" fmla="*/ 23717 w 38100"/>
                  <a:gd name="connsiteY1" fmla="*/ 40291 h 38100"/>
                  <a:gd name="connsiteX2" fmla="*/ 7144 w 38100"/>
                  <a:gd name="connsiteY2" fmla="*/ 23717 h 38100"/>
                  <a:gd name="connsiteX3" fmla="*/ 23717 w 38100"/>
                  <a:gd name="connsiteY3" fmla="*/ 7144 h 38100"/>
                  <a:gd name="connsiteX4" fmla="*/ 40291 w 38100"/>
                  <a:gd name="connsiteY4" fmla="*/ 23717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40291" y="23717"/>
                    </a:moveTo>
                    <a:cubicBezTo>
                      <a:pt x="40291" y="32870"/>
                      <a:pt x="32871" y="40291"/>
                      <a:pt x="23717" y="40291"/>
                    </a:cubicBezTo>
                    <a:cubicBezTo>
                      <a:pt x="14564" y="40291"/>
                      <a:pt x="7144" y="32870"/>
                      <a:pt x="7144" y="23717"/>
                    </a:cubicBezTo>
                    <a:cubicBezTo>
                      <a:pt x="7144" y="14564"/>
                      <a:pt x="14564" y="7144"/>
                      <a:pt x="23717" y="7144"/>
                    </a:cubicBezTo>
                    <a:cubicBezTo>
                      <a:pt x="32871" y="7144"/>
                      <a:pt x="40291" y="14564"/>
                      <a:pt x="40291" y="23717"/>
                    </a:cubicBez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2" name="任意多边形: 形状 61"/>
              <p:cNvSpPr/>
              <p:nvPr/>
            </p:nvSpPr>
            <p:spPr>
              <a:xfrm>
                <a:off x="2236970" y="641991"/>
                <a:ext cx="645702" cy="645702"/>
              </a:xfrm>
              <a:custGeom>
                <a:avLst/>
                <a:gdLst>
                  <a:gd name="connsiteX0" fmla="*/ 405289 w 409575"/>
                  <a:gd name="connsiteY0" fmla="*/ 206216 h 409575"/>
                  <a:gd name="connsiteX1" fmla="*/ 206216 w 409575"/>
                  <a:gd name="connsiteY1" fmla="*/ 7144 h 409575"/>
                  <a:gd name="connsiteX2" fmla="*/ 7144 w 409575"/>
                  <a:gd name="connsiteY2" fmla="*/ 206216 h 409575"/>
                  <a:gd name="connsiteX3" fmla="*/ 206216 w 409575"/>
                  <a:gd name="connsiteY3" fmla="*/ 405384 h 409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9575" h="409575">
                    <a:moveTo>
                      <a:pt x="405289" y="206216"/>
                    </a:moveTo>
                    <a:lnTo>
                      <a:pt x="206216" y="7144"/>
                    </a:lnTo>
                    <a:lnTo>
                      <a:pt x="7144" y="206216"/>
                    </a:lnTo>
                    <a:lnTo>
                      <a:pt x="206216" y="405384"/>
                    </a:lnTo>
                    <a:close/>
                  </a:path>
                </a:pathLst>
              </a:custGeom>
              <a:solidFill>
                <a:srgbClr val="F2634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3" name="任意多边形: 形状 62"/>
              <p:cNvSpPr/>
              <p:nvPr/>
            </p:nvSpPr>
            <p:spPr>
              <a:xfrm>
                <a:off x="2236970" y="798913"/>
                <a:ext cx="1291404" cy="1306420"/>
              </a:xfrm>
              <a:custGeom>
                <a:avLst/>
                <a:gdLst>
                  <a:gd name="connsiteX0" fmla="*/ 819626 w 819150"/>
                  <a:gd name="connsiteY0" fmla="*/ 723900 h 828675"/>
                  <a:gd name="connsiteX1" fmla="*/ 106680 w 819150"/>
                  <a:gd name="connsiteY1" fmla="*/ 7144 h 828675"/>
                  <a:gd name="connsiteX2" fmla="*/ 7144 w 819150"/>
                  <a:gd name="connsiteY2" fmla="*/ 106680 h 828675"/>
                  <a:gd name="connsiteX3" fmla="*/ 720090 w 819150"/>
                  <a:gd name="connsiteY3" fmla="*/ 823436 h 828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19150" h="828675">
                    <a:moveTo>
                      <a:pt x="819626" y="723900"/>
                    </a:moveTo>
                    <a:lnTo>
                      <a:pt x="106680" y="7144"/>
                    </a:lnTo>
                    <a:lnTo>
                      <a:pt x="7144" y="106680"/>
                    </a:lnTo>
                    <a:lnTo>
                      <a:pt x="720090" y="823436"/>
                    </a:ln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4" name="任意多边形: 形状 63"/>
              <p:cNvSpPr/>
              <p:nvPr/>
            </p:nvSpPr>
            <p:spPr>
              <a:xfrm>
                <a:off x="1922980" y="955833"/>
                <a:ext cx="961045" cy="1276388"/>
              </a:xfrm>
              <a:custGeom>
                <a:avLst/>
                <a:gdLst>
                  <a:gd name="connsiteX0" fmla="*/ 7144 w 609600"/>
                  <a:gd name="connsiteY0" fmla="*/ 206311 h 809625"/>
                  <a:gd name="connsiteX1" fmla="*/ 206312 w 609600"/>
                  <a:gd name="connsiteY1" fmla="*/ 405384 h 809625"/>
                  <a:gd name="connsiteX2" fmla="*/ 7144 w 609600"/>
                  <a:gd name="connsiteY2" fmla="*/ 604457 h 809625"/>
                  <a:gd name="connsiteX3" fmla="*/ 206312 w 609600"/>
                  <a:gd name="connsiteY3" fmla="*/ 803624 h 809625"/>
                  <a:gd name="connsiteX4" fmla="*/ 405384 w 609600"/>
                  <a:gd name="connsiteY4" fmla="*/ 604457 h 809625"/>
                  <a:gd name="connsiteX5" fmla="*/ 604457 w 609600"/>
                  <a:gd name="connsiteY5" fmla="*/ 405384 h 809625"/>
                  <a:gd name="connsiteX6" fmla="*/ 405384 w 609600"/>
                  <a:gd name="connsiteY6" fmla="*/ 206311 h 809625"/>
                  <a:gd name="connsiteX7" fmla="*/ 206312 w 609600"/>
                  <a:gd name="connsiteY7" fmla="*/ 7144 h 809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09600" h="809625">
                    <a:moveTo>
                      <a:pt x="7144" y="206311"/>
                    </a:moveTo>
                    <a:lnTo>
                      <a:pt x="206312" y="405384"/>
                    </a:lnTo>
                    <a:lnTo>
                      <a:pt x="7144" y="604457"/>
                    </a:lnTo>
                    <a:lnTo>
                      <a:pt x="206312" y="803624"/>
                    </a:lnTo>
                    <a:lnTo>
                      <a:pt x="405384" y="604457"/>
                    </a:lnTo>
                    <a:lnTo>
                      <a:pt x="604457" y="405384"/>
                    </a:lnTo>
                    <a:lnTo>
                      <a:pt x="405384" y="206311"/>
                    </a:lnTo>
                    <a:lnTo>
                      <a:pt x="206312" y="7144"/>
                    </a:ln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5" name="任意多边形: 形状 64"/>
              <p:cNvSpPr/>
              <p:nvPr/>
            </p:nvSpPr>
            <p:spPr>
              <a:xfrm>
                <a:off x="1438703" y="-575832"/>
                <a:ext cx="270294" cy="270294"/>
              </a:xfrm>
              <a:custGeom>
                <a:avLst/>
                <a:gdLst>
                  <a:gd name="connsiteX0" fmla="*/ 166783 w 171450"/>
                  <a:gd name="connsiteY0" fmla="*/ 86963 h 171450"/>
                  <a:gd name="connsiteX1" fmla="*/ 86963 w 171450"/>
                  <a:gd name="connsiteY1" fmla="*/ 166783 h 171450"/>
                  <a:gd name="connsiteX2" fmla="*/ 7144 w 171450"/>
                  <a:gd name="connsiteY2" fmla="*/ 86963 h 171450"/>
                  <a:gd name="connsiteX3" fmla="*/ 86963 w 171450"/>
                  <a:gd name="connsiteY3" fmla="*/ 7144 h 171450"/>
                  <a:gd name="connsiteX4" fmla="*/ 166783 w 171450"/>
                  <a:gd name="connsiteY4" fmla="*/ 86963 h 171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0" h="171450">
                    <a:moveTo>
                      <a:pt x="166783" y="86963"/>
                    </a:moveTo>
                    <a:cubicBezTo>
                      <a:pt x="166783" y="131046"/>
                      <a:pt x="131046" y="166783"/>
                      <a:pt x="86963" y="166783"/>
                    </a:cubicBezTo>
                    <a:cubicBezTo>
                      <a:pt x="42880" y="166783"/>
                      <a:pt x="7144" y="131046"/>
                      <a:pt x="7144" y="86963"/>
                    </a:cubicBezTo>
                    <a:cubicBezTo>
                      <a:pt x="7144" y="42880"/>
                      <a:pt x="42880" y="7144"/>
                      <a:pt x="86963" y="7144"/>
                    </a:cubicBezTo>
                    <a:cubicBezTo>
                      <a:pt x="131046" y="7144"/>
                      <a:pt x="166783" y="42880"/>
                      <a:pt x="166783" y="86963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6" name="任意多边形: 形状 65"/>
              <p:cNvSpPr/>
              <p:nvPr/>
            </p:nvSpPr>
            <p:spPr>
              <a:xfrm>
                <a:off x="3467108" y="1107647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ubicBezTo>
                      <a:pt x="27146" y="22670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7" name="任意多边形: 形状 66"/>
              <p:cNvSpPr/>
              <p:nvPr/>
            </p:nvSpPr>
            <p:spPr>
              <a:xfrm>
                <a:off x="3467108" y="1233634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69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ubicBezTo>
                      <a:pt x="27146" y="22669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8" name="任意多边形: 形状 67"/>
              <p:cNvSpPr/>
              <p:nvPr/>
            </p:nvSpPr>
            <p:spPr>
              <a:xfrm>
                <a:off x="3467108" y="1359771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ubicBezTo>
                      <a:pt x="27146" y="22670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9" name="任意多边形: 形状 68"/>
              <p:cNvSpPr/>
              <p:nvPr/>
            </p:nvSpPr>
            <p:spPr>
              <a:xfrm>
                <a:off x="3467108" y="1485759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ubicBezTo>
                      <a:pt x="27146" y="22670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0" name="任意多边形: 形状 69"/>
              <p:cNvSpPr/>
              <p:nvPr/>
            </p:nvSpPr>
            <p:spPr>
              <a:xfrm>
                <a:off x="3467108" y="1611896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69"/>
                      <a:pt x="7144" y="17145"/>
                    </a:cubicBezTo>
                    <a:cubicBezTo>
                      <a:pt x="7144" y="11620"/>
                      <a:pt x="11621" y="7144"/>
                      <a:pt x="17145" y="7144"/>
                    </a:cubicBezTo>
                    <a:cubicBezTo>
                      <a:pt x="22670" y="7144"/>
                      <a:pt x="27146" y="11620"/>
                      <a:pt x="27146" y="17145"/>
                    </a:cubicBezTo>
                    <a:cubicBezTo>
                      <a:pt x="27146" y="22669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1" name="任意多边形: 形状 70"/>
              <p:cNvSpPr/>
              <p:nvPr/>
            </p:nvSpPr>
            <p:spPr>
              <a:xfrm>
                <a:off x="3467108" y="1737883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ubicBezTo>
                      <a:pt x="27146" y="22670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2" name="任意多边形: 形状 71"/>
              <p:cNvSpPr/>
              <p:nvPr/>
            </p:nvSpPr>
            <p:spPr>
              <a:xfrm>
                <a:off x="3341122" y="1107647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ubicBezTo>
                      <a:pt x="27242" y="22670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3" name="任意多边形: 形状 72"/>
              <p:cNvSpPr/>
              <p:nvPr/>
            </p:nvSpPr>
            <p:spPr>
              <a:xfrm>
                <a:off x="3341122" y="1233634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9"/>
                      <a:pt x="22668" y="27146"/>
                      <a:pt x="17145" y="27146"/>
                    </a:cubicBezTo>
                    <a:cubicBezTo>
                      <a:pt x="11621" y="27146"/>
                      <a:pt x="7144" y="22669"/>
                      <a:pt x="7144" y="17145"/>
                    </a:cubicBezTo>
                    <a:cubicBezTo>
                      <a:pt x="7144" y="11622"/>
                      <a:pt x="11621" y="7144"/>
                      <a:pt x="17145" y="7144"/>
                    </a:cubicBezTo>
                    <a:cubicBezTo>
                      <a:pt x="22668" y="7144"/>
                      <a:pt x="27146" y="11622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4" name="任意多边形: 形状 73"/>
              <p:cNvSpPr/>
              <p:nvPr/>
            </p:nvSpPr>
            <p:spPr>
              <a:xfrm>
                <a:off x="3341122" y="1359622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9"/>
                      <a:pt x="22668" y="27146"/>
                      <a:pt x="17145" y="27146"/>
                    </a:cubicBezTo>
                    <a:cubicBezTo>
                      <a:pt x="11621" y="27146"/>
                      <a:pt x="7144" y="22669"/>
                      <a:pt x="7144" y="17145"/>
                    </a:cubicBezTo>
                    <a:cubicBezTo>
                      <a:pt x="7144" y="11622"/>
                      <a:pt x="11621" y="7144"/>
                      <a:pt x="17145" y="7144"/>
                    </a:cubicBezTo>
                    <a:cubicBezTo>
                      <a:pt x="22668" y="7144"/>
                      <a:pt x="27146" y="11622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5" name="任意多边形: 形状 74"/>
              <p:cNvSpPr/>
              <p:nvPr/>
            </p:nvSpPr>
            <p:spPr>
              <a:xfrm>
                <a:off x="3341122" y="148575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9"/>
                      <a:pt x="22668" y="27146"/>
                      <a:pt x="17145" y="27146"/>
                    </a:cubicBezTo>
                    <a:cubicBezTo>
                      <a:pt x="11621" y="27146"/>
                      <a:pt x="7144" y="22669"/>
                      <a:pt x="7144" y="17145"/>
                    </a:cubicBezTo>
                    <a:cubicBezTo>
                      <a:pt x="7144" y="11622"/>
                      <a:pt x="11621" y="7144"/>
                      <a:pt x="17145" y="7144"/>
                    </a:cubicBezTo>
                    <a:cubicBezTo>
                      <a:pt x="22668" y="7144"/>
                      <a:pt x="27146" y="11622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6" name="任意多边形: 形状 75"/>
              <p:cNvSpPr/>
              <p:nvPr/>
            </p:nvSpPr>
            <p:spPr>
              <a:xfrm>
                <a:off x="3341122" y="1611896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69"/>
                      <a:pt x="7144" y="17145"/>
                    </a:cubicBezTo>
                    <a:cubicBezTo>
                      <a:pt x="7144" y="11620"/>
                      <a:pt x="11621" y="7144"/>
                      <a:pt x="17145" y="7144"/>
                    </a:cubicBezTo>
                    <a:cubicBezTo>
                      <a:pt x="22670" y="7144"/>
                      <a:pt x="27146" y="11620"/>
                      <a:pt x="27146" y="17145"/>
                    </a:cubicBezTo>
                    <a:cubicBezTo>
                      <a:pt x="27242" y="22669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7" name="任意多边形: 形状 76"/>
              <p:cNvSpPr/>
              <p:nvPr/>
            </p:nvSpPr>
            <p:spPr>
              <a:xfrm>
                <a:off x="3215285" y="1107647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ubicBezTo>
                      <a:pt x="27146" y="22670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8" name="任意多边形: 形状 77"/>
              <p:cNvSpPr/>
              <p:nvPr/>
            </p:nvSpPr>
            <p:spPr>
              <a:xfrm>
                <a:off x="3215285" y="1233634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69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ubicBezTo>
                      <a:pt x="27146" y="22669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9" name="任意多边形: 形状 78"/>
              <p:cNvSpPr/>
              <p:nvPr/>
            </p:nvSpPr>
            <p:spPr>
              <a:xfrm>
                <a:off x="3215285" y="1359771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ubicBezTo>
                      <a:pt x="27146" y="22670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0" name="任意多边形: 形状 79"/>
              <p:cNvSpPr/>
              <p:nvPr/>
            </p:nvSpPr>
            <p:spPr>
              <a:xfrm>
                <a:off x="3215285" y="1485759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ubicBezTo>
                      <a:pt x="27146" y="22670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1" name="任意多边形: 形状 80"/>
              <p:cNvSpPr/>
              <p:nvPr/>
            </p:nvSpPr>
            <p:spPr>
              <a:xfrm>
                <a:off x="3089447" y="1107647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ubicBezTo>
                      <a:pt x="27146" y="22670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2" name="任意多边形: 形状 81"/>
              <p:cNvSpPr/>
              <p:nvPr/>
            </p:nvSpPr>
            <p:spPr>
              <a:xfrm>
                <a:off x="3089447" y="1233634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69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ubicBezTo>
                      <a:pt x="27146" y="22669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3" name="任意多边形: 形状 82"/>
              <p:cNvSpPr/>
              <p:nvPr/>
            </p:nvSpPr>
            <p:spPr>
              <a:xfrm>
                <a:off x="3089447" y="1359771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ubicBezTo>
                      <a:pt x="27146" y="22670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4" name="任意多边形: 形状 83"/>
              <p:cNvSpPr/>
              <p:nvPr/>
            </p:nvSpPr>
            <p:spPr>
              <a:xfrm>
                <a:off x="2963461" y="1107647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ubicBezTo>
                      <a:pt x="27242" y="22670"/>
                      <a:pt x="22765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5" name="任意多边形: 形状 84"/>
              <p:cNvSpPr/>
              <p:nvPr/>
            </p:nvSpPr>
            <p:spPr>
              <a:xfrm>
                <a:off x="2963461" y="1233634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9"/>
                      <a:pt x="22668" y="27146"/>
                      <a:pt x="17145" y="27146"/>
                    </a:cubicBezTo>
                    <a:cubicBezTo>
                      <a:pt x="11621" y="27146"/>
                      <a:pt x="7144" y="22669"/>
                      <a:pt x="7144" y="17145"/>
                    </a:cubicBezTo>
                    <a:cubicBezTo>
                      <a:pt x="7144" y="11622"/>
                      <a:pt x="11621" y="7144"/>
                      <a:pt x="17145" y="7144"/>
                    </a:cubicBezTo>
                    <a:cubicBezTo>
                      <a:pt x="22668" y="7144"/>
                      <a:pt x="27146" y="11622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6" name="任意多边形: 形状 85"/>
              <p:cNvSpPr/>
              <p:nvPr/>
            </p:nvSpPr>
            <p:spPr>
              <a:xfrm>
                <a:off x="2837623" y="1107647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ubicBezTo>
                      <a:pt x="27146" y="22670"/>
                      <a:pt x="22669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87" name="组合 86"/>
            <p:cNvGrpSpPr/>
            <p:nvPr userDrawn="1"/>
          </p:nvGrpSpPr>
          <p:grpSpPr>
            <a:xfrm rot="10800000">
              <a:off x="-1464644" y="-1454855"/>
              <a:ext cx="5333202" cy="5750156"/>
              <a:chOff x="8327264" y="2565727"/>
              <a:chExt cx="5333202" cy="5750156"/>
            </a:xfrm>
          </p:grpSpPr>
          <p:sp>
            <p:nvSpPr>
              <p:cNvPr id="88" name="矩形 87"/>
              <p:cNvSpPr/>
              <p:nvPr/>
            </p:nvSpPr>
            <p:spPr>
              <a:xfrm>
                <a:off x="8327264" y="6858653"/>
                <a:ext cx="5041900" cy="1457230"/>
              </a:xfrm>
              <a:prstGeom prst="rect">
                <a:avLst/>
              </a:prstGeom>
              <a:solidFill>
                <a:srgbClr val="F5F7F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9" name="矩形 88"/>
              <p:cNvSpPr/>
              <p:nvPr/>
            </p:nvSpPr>
            <p:spPr>
              <a:xfrm rot="5400000">
                <a:off x="10410901" y="4358062"/>
                <a:ext cx="5041900" cy="1457230"/>
              </a:xfrm>
              <a:prstGeom prst="rect">
                <a:avLst/>
              </a:prstGeom>
              <a:solidFill>
                <a:srgbClr val="F5F7F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90" name="组合 89"/>
            <p:cNvGrpSpPr/>
            <p:nvPr userDrawn="1"/>
          </p:nvGrpSpPr>
          <p:grpSpPr>
            <a:xfrm>
              <a:off x="855797" y="2495457"/>
              <a:ext cx="707138" cy="706096"/>
              <a:chOff x="804659" y="2305858"/>
              <a:chExt cx="1124799" cy="1123142"/>
            </a:xfrm>
          </p:grpSpPr>
          <p:sp>
            <p:nvSpPr>
              <p:cNvPr id="91" name="任意多边形: 形状 90"/>
              <p:cNvSpPr/>
              <p:nvPr/>
            </p:nvSpPr>
            <p:spPr>
              <a:xfrm flipV="1">
                <a:off x="804659" y="2466471"/>
                <a:ext cx="962529" cy="962529"/>
              </a:xfrm>
              <a:custGeom>
                <a:avLst/>
                <a:gdLst>
                  <a:gd name="connsiteX0" fmla="*/ 91393 w 504825"/>
                  <a:gd name="connsiteY0" fmla="*/ 92334 h 504825"/>
                  <a:gd name="connsiteX1" fmla="*/ 91393 w 504825"/>
                  <a:gd name="connsiteY1" fmla="*/ 92334 h 504825"/>
                  <a:gd name="connsiteX2" fmla="*/ 92346 w 504825"/>
                  <a:gd name="connsiteY2" fmla="*/ 501432 h 504825"/>
                  <a:gd name="connsiteX3" fmla="*/ 92346 w 504825"/>
                  <a:gd name="connsiteY3" fmla="*/ 501432 h 504825"/>
                  <a:gd name="connsiteX4" fmla="*/ 296466 w 504825"/>
                  <a:gd name="connsiteY4" fmla="*/ 296454 h 504825"/>
                  <a:gd name="connsiteX5" fmla="*/ 500587 w 504825"/>
                  <a:gd name="connsiteY5" fmla="*/ 91476 h 504825"/>
                  <a:gd name="connsiteX6" fmla="*/ 500587 w 504825"/>
                  <a:gd name="connsiteY6" fmla="*/ 91476 h 504825"/>
                  <a:gd name="connsiteX7" fmla="*/ 91393 w 504825"/>
                  <a:gd name="connsiteY7" fmla="*/ 92334 h 504825"/>
                  <a:gd name="connsiteX8" fmla="*/ 91393 w 504825"/>
                  <a:gd name="connsiteY8" fmla="*/ 92334 h 504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04825" h="504825">
                    <a:moveTo>
                      <a:pt x="91393" y="92334"/>
                    </a:moveTo>
                    <a:lnTo>
                      <a:pt x="91393" y="92334"/>
                    </a:lnTo>
                    <a:cubicBezTo>
                      <a:pt x="-21288" y="205586"/>
                      <a:pt x="-20907" y="388752"/>
                      <a:pt x="92346" y="501432"/>
                    </a:cubicBezTo>
                    <a:lnTo>
                      <a:pt x="92346" y="501432"/>
                    </a:lnTo>
                    <a:lnTo>
                      <a:pt x="296466" y="296454"/>
                    </a:lnTo>
                    <a:lnTo>
                      <a:pt x="500587" y="91476"/>
                    </a:lnTo>
                    <a:lnTo>
                      <a:pt x="500587" y="91476"/>
                    </a:lnTo>
                    <a:cubicBezTo>
                      <a:pt x="387335" y="-21300"/>
                      <a:pt x="204169" y="-20919"/>
                      <a:pt x="91393" y="92334"/>
                    </a:cubicBezTo>
                    <a:lnTo>
                      <a:pt x="91393" y="92334"/>
                    </a:ln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2" name="任意多边形: 形状 91"/>
              <p:cNvSpPr/>
              <p:nvPr/>
            </p:nvSpPr>
            <p:spPr>
              <a:xfrm flipV="1">
                <a:off x="966929" y="2305858"/>
                <a:ext cx="962529" cy="962529"/>
              </a:xfrm>
              <a:custGeom>
                <a:avLst/>
                <a:gdLst>
                  <a:gd name="connsiteX0" fmla="*/ 416338 w 504825"/>
                  <a:gd name="connsiteY0" fmla="*/ 416242 h 504825"/>
                  <a:gd name="connsiteX1" fmla="*/ 416338 w 504825"/>
                  <a:gd name="connsiteY1" fmla="*/ 416242 h 504825"/>
                  <a:gd name="connsiteX2" fmla="*/ 415385 w 504825"/>
                  <a:gd name="connsiteY2" fmla="*/ 7144 h 504825"/>
                  <a:gd name="connsiteX3" fmla="*/ 415385 w 504825"/>
                  <a:gd name="connsiteY3" fmla="*/ 7144 h 504825"/>
                  <a:gd name="connsiteX4" fmla="*/ 211264 w 504825"/>
                  <a:gd name="connsiteY4" fmla="*/ 212122 h 504825"/>
                  <a:gd name="connsiteX5" fmla="*/ 7144 w 504825"/>
                  <a:gd name="connsiteY5" fmla="*/ 417100 h 504825"/>
                  <a:gd name="connsiteX6" fmla="*/ 7144 w 504825"/>
                  <a:gd name="connsiteY6" fmla="*/ 417100 h 504825"/>
                  <a:gd name="connsiteX7" fmla="*/ 416338 w 504825"/>
                  <a:gd name="connsiteY7" fmla="*/ 416242 h 504825"/>
                  <a:gd name="connsiteX8" fmla="*/ 416338 w 504825"/>
                  <a:gd name="connsiteY8" fmla="*/ 416242 h 504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04825" h="504825">
                    <a:moveTo>
                      <a:pt x="416338" y="416242"/>
                    </a:moveTo>
                    <a:lnTo>
                      <a:pt x="416338" y="416242"/>
                    </a:lnTo>
                    <a:cubicBezTo>
                      <a:pt x="529018" y="302990"/>
                      <a:pt x="528638" y="119825"/>
                      <a:pt x="415385" y="7144"/>
                    </a:cubicBezTo>
                    <a:lnTo>
                      <a:pt x="415385" y="7144"/>
                    </a:lnTo>
                    <a:lnTo>
                      <a:pt x="211264" y="212122"/>
                    </a:lnTo>
                    <a:lnTo>
                      <a:pt x="7144" y="417100"/>
                    </a:lnTo>
                    <a:lnTo>
                      <a:pt x="7144" y="417100"/>
                    </a:lnTo>
                    <a:cubicBezTo>
                      <a:pt x="120396" y="529876"/>
                      <a:pt x="303562" y="529495"/>
                      <a:pt x="416338" y="416242"/>
                    </a:cubicBezTo>
                    <a:lnTo>
                      <a:pt x="416338" y="416242"/>
                    </a:ln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93" name="组合 92"/>
          <p:cNvGrpSpPr/>
          <p:nvPr userDrawn="1"/>
        </p:nvGrpSpPr>
        <p:grpSpPr>
          <a:xfrm flipH="1">
            <a:off x="11402827" y="-12700"/>
            <a:ext cx="810882" cy="810882"/>
            <a:chOff x="4495775" y="2105906"/>
            <a:chExt cx="810882" cy="810882"/>
          </a:xfrm>
        </p:grpSpPr>
        <p:sp>
          <p:nvSpPr>
            <p:cNvPr id="94" name="任意多边形: 形状 93"/>
            <p:cNvSpPr/>
            <p:nvPr/>
          </p:nvSpPr>
          <p:spPr>
            <a:xfrm>
              <a:off x="4495775" y="2105906"/>
              <a:ext cx="810882" cy="810882"/>
            </a:xfrm>
            <a:custGeom>
              <a:avLst/>
              <a:gdLst>
                <a:gd name="connsiteX0" fmla="*/ 7144 w 514350"/>
                <a:gd name="connsiteY0" fmla="*/ 510159 h 514350"/>
                <a:gd name="connsiteX1" fmla="*/ 7144 w 514350"/>
                <a:gd name="connsiteY1" fmla="*/ 510159 h 514350"/>
                <a:gd name="connsiteX2" fmla="*/ 510159 w 514350"/>
                <a:gd name="connsiteY2" fmla="*/ 7144 h 514350"/>
                <a:gd name="connsiteX3" fmla="*/ 510159 w 514350"/>
                <a:gd name="connsiteY3" fmla="*/ 7144 h 514350"/>
                <a:gd name="connsiteX4" fmla="*/ 7144 w 514350"/>
                <a:gd name="connsiteY4" fmla="*/ 7144 h 514350"/>
                <a:gd name="connsiteX5" fmla="*/ 7144 w 514350"/>
                <a:gd name="connsiteY5" fmla="*/ 510159 h 51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14350" h="514350">
                  <a:moveTo>
                    <a:pt x="7144" y="510159"/>
                  </a:moveTo>
                  <a:lnTo>
                    <a:pt x="7144" y="510159"/>
                  </a:lnTo>
                  <a:cubicBezTo>
                    <a:pt x="284988" y="510159"/>
                    <a:pt x="510159" y="284988"/>
                    <a:pt x="510159" y="7144"/>
                  </a:cubicBezTo>
                  <a:lnTo>
                    <a:pt x="510159" y="7144"/>
                  </a:lnTo>
                  <a:lnTo>
                    <a:pt x="7144" y="7144"/>
                  </a:lnTo>
                  <a:lnTo>
                    <a:pt x="7144" y="510159"/>
                  </a:lnTo>
                  <a:close/>
                </a:path>
              </a:pathLst>
            </a:custGeom>
            <a:solidFill>
              <a:srgbClr val="FAA71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95" name="任意多边形: 形状 94"/>
            <p:cNvSpPr/>
            <p:nvPr/>
          </p:nvSpPr>
          <p:spPr>
            <a:xfrm>
              <a:off x="4495775" y="2105906"/>
              <a:ext cx="465506" cy="465506"/>
            </a:xfrm>
            <a:custGeom>
              <a:avLst/>
              <a:gdLst>
                <a:gd name="connsiteX0" fmla="*/ 7144 w 295275"/>
                <a:gd name="connsiteY0" fmla="*/ 289084 h 295275"/>
                <a:gd name="connsiteX1" fmla="*/ 7144 w 295275"/>
                <a:gd name="connsiteY1" fmla="*/ 289084 h 295275"/>
                <a:gd name="connsiteX2" fmla="*/ 289084 w 295275"/>
                <a:gd name="connsiteY2" fmla="*/ 7144 h 295275"/>
                <a:gd name="connsiteX3" fmla="*/ 289084 w 295275"/>
                <a:gd name="connsiteY3" fmla="*/ 7144 h 295275"/>
                <a:gd name="connsiteX4" fmla="*/ 7144 w 295275"/>
                <a:gd name="connsiteY4" fmla="*/ 7144 h 295275"/>
                <a:gd name="connsiteX5" fmla="*/ 7144 w 295275"/>
                <a:gd name="connsiteY5" fmla="*/ 28908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5275" h="295275">
                  <a:moveTo>
                    <a:pt x="7144" y="289084"/>
                  </a:moveTo>
                  <a:lnTo>
                    <a:pt x="7144" y="289084"/>
                  </a:lnTo>
                  <a:cubicBezTo>
                    <a:pt x="162878" y="289084"/>
                    <a:pt x="289084" y="162877"/>
                    <a:pt x="289084" y="7144"/>
                  </a:cubicBezTo>
                  <a:lnTo>
                    <a:pt x="289084" y="7144"/>
                  </a:lnTo>
                  <a:lnTo>
                    <a:pt x="7144" y="7144"/>
                  </a:lnTo>
                  <a:lnTo>
                    <a:pt x="7144" y="289084"/>
                  </a:lnTo>
                  <a:close/>
                </a:path>
              </a:pathLst>
            </a:custGeom>
            <a:solidFill>
              <a:srgbClr val="61C9D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96" name="组合 95"/>
          <p:cNvGrpSpPr/>
          <p:nvPr userDrawn="1"/>
        </p:nvGrpSpPr>
        <p:grpSpPr>
          <a:xfrm rot="10800000" flipH="1">
            <a:off x="-12175" y="6059883"/>
            <a:ext cx="810882" cy="810882"/>
            <a:chOff x="4495775" y="2105906"/>
            <a:chExt cx="810882" cy="810882"/>
          </a:xfrm>
        </p:grpSpPr>
        <p:sp>
          <p:nvSpPr>
            <p:cNvPr id="97" name="任意多边形: 形状 96"/>
            <p:cNvSpPr/>
            <p:nvPr/>
          </p:nvSpPr>
          <p:spPr>
            <a:xfrm>
              <a:off x="4495775" y="2105906"/>
              <a:ext cx="810882" cy="810882"/>
            </a:xfrm>
            <a:custGeom>
              <a:avLst/>
              <a:gdLst>
                <a:gd name="connsiteX0" fmla="*/ 7144 w 514350"/>
                <a:gd name="connsiteY0" fmla="*/ 510159 h 514350"/>
                <a:gd name="connsiteX1" fmla="*/ 7144 w 514350"/>
                <a:gd name="connsiteY1" fmla="*/ 510159 h 514350"/>
                <a:gd name="connsiteX2" fmla="*/ 510159 w 514350"/>
                <a:gd name="connsiteY2" fmla="*/ 7144 h 514350"/>
                <a:gd name="connsiteX3" fmla="*/ 510159 w 514350"/>
                <a:gd name="connsiteY3" fmla="*/ 7144 h 514350"/>
                <a:gd name="connsiteX4" fmla="*/ 7144 w 514350"/>
                <a:gd name="connsiteY4" fmla="*/ 7144 h 514350"/>
                <a:gd name="connsiteX5" fmla="*/ 7144 w 514350"/>
                <a:gd name="connsiteY5" fmla="*/ 510159 h 51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14350" h="514350">
                  <a:moveTo>
                    <a:pt x="7144" y="510159"/>
                  </a:moveTo>
                  <a:lnTo>
                    <a:pt x="7144" y="510159"/>
                  </a:lnTo>
                  <a:cubicBezTo>
                    <a:pt x="284988" y="510159"/>
                    <a:pt x="510159" y="284988"/>
                    <a:pt x="510159" y="7144"/>
                  </a:cubicBezTo>
                  <a:lnTo>
                    <a:pt x="510159" y="7144"/>
                  </a:lnTo>
                  <a:lnTo>
                    <a:pt x="7144" y="7144"/>
                  </a:lnTo>
                  <a:lnTo>
                    <a:pt x="7144" y="510159"/>
                  </a:lnTo>
                  <a:close/>
                </a:path>
              </a:pathLst>
            </a:custGeom>
            <a:solidFill>
              <a:srgbClr val="FAA71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98" name="任意多边形: 形状 97"/>
            <p:cNvSpPr/>
            <p:nvPr/>
          </p:nvSpPr>
          <p:spPr>
            <a:xfrm>
              <a:off x="4495775" y="2105906"/>
              <a:ext cx="465506" cy="465506"/>
            </a:xfrm>
            <a:custGeom>
              <a:avLst/>
              <a:gdLst>
                <a:gd name="connsiteX0" fmla="*/ 7144 w 295275"/>
                <a:gd name="connsiteY0" fmla="*/ 289084 h 295275"/>
                <a:gd name="connsiteX1" fmla="*/ 7144 w 295275"/>
                <a:gd name="connsiteY1" fmla="*/ 289084 h 295275"/>
                <a:gd name="connsiteX2" fmla="*/ 289084 w 295275"/>
                <a:gd name="connsiteY2" fmla="*/ 7144 h 295275"/>
                <a:gd name="connsiteX3" fmla="*/ 289084 w 295275"/>
                <a:gd name="connsiteY3" fmla="*/ 7144 h 295275"/>
                <a:gd name="connsiteX4" fmla="*/ 7144 w 295275"/>
                <a:gd name="connsiteY4" fmla="*/ 7144 h 295275"/>
                <a:gd name="connsiteX5" fmla="*/ 7144 w 295275"/>
                <a:gd name="connsiteY5" fmla="*/ 28908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5275" h="295275">
                  <a:moveTo>
                    <a:pt x="7144" y="289084"/>
                  </a:moveTo>
                  <a:lnTo>
                    <a:pt x="7144" y="289084"/>
                  </a:lnTo>
                  <a:cubicBezTo>
                    <a:pt x="162878" y="289084"/>
                    <a:pt x="289084" y="162877"/>
                    <a:pt x="289084" y="7144"/>
                  </a:cubicBezTo>
                  <a:lnTo>
                    <a:pt x="289084" y="7144"/>
                  </a:lnTo>
                  <a:lnTo>
                    <a:pt x="7144" y="7144"/>
                  </a:lnTo>
                  <a:lnTo>
                    <a:pt x="7144" y="289084"/>
                  </a:lnTo>
                  <a:close/>
                </a:path>
              </a:pathLst>
            </a:custGeom>
            <a:solidFill>
              <a:srgbClr val="61C9D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19" name="组合 118"/>
          <p:cNvGrpSpPr/>
          <p:nvPr userDrawn="1"/>
        </p:nvGrpSpPr>
        <p:grpSpPr>
          <a:xfrm rot="5400000">
            <a:off x="10094352" y="2323442"/>
            <a:ext cx="648268" cy="283109"/>
            <a:chOff x="7531100" y="642935"/>
            <a:chExt cx="838995" cy="366402"/>
          </a:xfrm>
          <a:solidFill>
            <a:schemeClr val="bg1">
              <a:lumMod val="85000"/>
            </a:schemeClr>
          </a:solidFill>
        </p:grpSpPr>
        <p:grpSp>
          <p:nvGrpSpPr>
            <p:cNvPr id="120" name="组合 119"/>
            <p:cNvGrpSpPr/>
            <p:nvPr/>
          </p:nvGrpSpPr>
          <p:grpSpPr>
            <a:xfrm>
              <a:off x="7531100" y="642935"/>
              <a:ext cx="838995" cy="131764"/>
              <a:chOff x="7531100" y="642935"/>
              <a:chExt cx="838995" cy="131764"/>
            </a:xfrm>
            <a:grpFill/>
          </p:grpSpPr>
          <p:sp>
            <p:nvSpPr>
              <p:cNvPr id="126" name="椭圆 125"/>
              <p:cNvSpPr/>
              <p:nvPr/>
            </p:nvSpPr>
            <p:spPr>
              <a:xfrm>
                <a:off x="7531100" y="642936"/>
                <a:ext cx="131763" cy="13176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7" name="椭圆 126"/>
              <p:cNvSpPr/>
              <p:nvPr/>
            </p:nvSpPr>
            <p:spPr>
              <a:xfrm>
                <a:off x="7766844" y="642936"/>
                <a:ext cx="131763" cy="13176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8" name="椭圆 127"/>
              <p:cNvSpPr/>
              <p:nvPr/>
            </p:nvSpPr>
            <p:spPr>
              <a:xfrm>
                <a:off x="8002588" y="642935"/>
                <a:ext cx="131763" cy="13176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9" name="椭圆 128"/>
              <p:cNvSpPr/>
              <p:nvPr/>
            </p:nvSpPr>
            <p:spPr>
              <a:xfrm>
                <a:off x="8238332" y="642935"/>
                <a:ext cx="131763" cy="13176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21" name="组合 120"/>
            <p:cNvGrpSpPr/>
            <p:nvPr/>
          </p:nvGrpSpPr>
          <p:grpSpPr>
            <a:xfrm>
              <a:off x="7531100" y="877573"/>
              <a:ext cx="838995" cy="131764"/>
              <a:chOff x="7531100" y="642935"/>
              <a:chExt cx="838995" cy="131764"/>
            </a:xfrm>
            <a:grpFill/>
          </p:grpSpPr>
          <p:sp>
            <p:nvSpPr>
              <p:cNvPr id="122" name="椭圆 121"/>
              <p:cNvSpPr/>
              <p:nvPr/>
            </p:nvSpPr>
            <p:spPr>
              <a:xfrm>
                <a:off x="7531100" y="642936"/>
                <a:ext cx="131763" cy="13176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3" name="椭圆 122"/>
              <p:cNvSpPr/>
              <p:nvPr/>
            </p:nvSpPr>
            <p:spPr>
              <a:xfrm>
                <a:off x="7766844" y="642936"/>
                <a:ext cx="131763" cy="13176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4" name="椭圆 123"/>
              <p:cNvSpPr/>
              <p:nvPr/>
            </p:nvSpPr>
            <p:spPr>
              <a:xfrm>
                <a:off x="8002588" y="642935"/>
                <a:ext cx="131763" cy="13176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5" name="椭圆 124"/>
              <p:cNvSpPr/>
              <p:nvPr/>
            </p:nvSpPr>
            <p:spPr>
              <a:xfrm>
                <a:off x="8238332" y="642935"/>
                <a:ext cx="131763" cy="13176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30" name="组合 129"/>
          <p:cNvGrpSpPr/>
          <p:nvPr userDrawn="1"/>
        </p:nvGrpSpPr>
        <p:grpSpPr>
          <a:xfrm>
            <a:off x="1644660" y="4973354"/>
            <a:ext cx="648268" cy="283109"/>
            <a:chOff x="7531100" y="642935"/>
            <a:chExt cx="838995" cy="366402"/>
          </a:xfrm>
          <a:solidFill>
            <a:schemeClr val="bg1">
              <a:lumMod val="85000"/>
            </a:schemeClr>
          </a:solidFill>
        </p:grpSpPr>
        <p:grpSp>
          <p:nvGrpSpPr>
            <p:cNvPr id="131" name="组合 130"/>
            <p:cNvGrpSpPr/>
            <p:nvPr/>
          </p:nvGrpSpPr>
          <p:grpSpPr>
            <a:xfrm>
              <a:off x="7531100" y="642935"/>
              <a:ext cx="838995" cy="131764"/>
              <a:chOff x="7531100" y="642935"/>
              <a:chExt cx="838995" cy="131764"/>
            </a:xfrm>
            <a:grpFill/>
          </p:grpSpPr>
          <p:sp>
            <p:nvSpPr>
              <p:cNvPr id="137" name="椭圆 136"/>
              <p:cNvSpPr/>
              <p:nvPr/>
            </p:nvSpPr>
            <p:spPr>
              <a:xfrm>
                <a:off x="7531100" y="642936"/>
                <a:ext cx="131763" cy="13176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8" name="椭圆 137"/>
              <p:cNvSpPr/>
              <p:nvPr/>
            </p:nvSpPr>
            <p:spPr>
              <a:xfrm>
                <a:off x="7766844" y="642936"/>
                <a:ext cx="131763" cy="13176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9" name="椭圆 138"/>
              <p:cNvSpPr/>
              <p:nvPr/>
            </p:nvSpPr>
            <p:spPr>
              <a:xfrm>
                <a:off x="8002588" y="642935"/>
                <a:ext cx="131763" cy="13176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0" name="椭圆 139"/>
              <p:cNvSpPr/>
              <p:nvPr/>
            </p:nvSpPr>
            <p:spPr>
              <a:xfrm>
                <a:off x="8238332" y="642935"/>
                <a:ext cx="131763" cy="13176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32" name="组合 131"/>
            <p:cNvGrpSpPr/>
            <p:nvPr/>
          </p:nvGrpSpPr>
          <p:grpSpPr>
            <a:xfrm>
              <a:off x="7531100" y="877573"/>
              <a:ext cx="838995" cy="131764"/>
              <a:chOff x="7531100" y="642935"/>
              <a:chExt cx="838995" cy="131764"/>
            </a:xfrm>
            <a:grpFill/>
          </p:grpSpPr>
          <p:sp>
            <p:nvSpPr>
              <p:cNvPr id="133" name="椭圆 132"/>
              <p:cNvSpPr/>
              <p:nvPr/>
            </p:nvSpPr>
            <p:spPr>
              <a:xfrm>
                <a:off x="7531100" y="642936"/>
                <a:ext cx="131763" cy="13176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4" name="椭圆 133"/>
              <p:cNvSpPr/>
              <p:nvPr/>
            </p:nvSpPr>
            <p:spPr>
              <a:xfrm>
                <a:off x="7766844" y="642936"/>
                <a:ext cx="131763" cy="13176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5" name="椭圆 134"/>
              <p:cNvSpPr/>
              <p:nvPr/>
            </p:nvSpPr>
            <p:spPr>
              <a:xfrm>
                <a:off x="8002588" y="642935"/>
                <a:ext cx="131763" cy="13176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6" name="椭圆 135"/>
              <p:cNvSpPr/>
              <p:nvPr/>
            </p:nvSpPr>
            <p:spPr>
              <a:xfrm>
                <a:off x="8238332" y="642935"/>
                <a:ext cx="131763" cy="13176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 flipV="1">
            <a:off x="10445749" y="-692855"/>
            <a:ext cx="2447728" cy="2674055"/>
            <a:chOff x="8327264" y="2565728"/>
            <a:chExt cx="5222380" cy="5705265"/>
          </a:xfrm>
        </p:grpSpPr>
        <p:grpSp>
          <p:nvGrpSpPr>
            <p:cNvPr id="4" name="组合 3"/>
            <p:cNvGrpSpPr/>
            <p:nvPr userDrawn="1"/>
          </p:nvGrpSpPr>
          <p:grpSpPr>
            <a:xfrm>
              <a:off x="8629650" y="3314700"/>
              <a:ext cx="4263853" cy="4740854"/>
              <a:chOff x="3248171" y="3197770"/>
              <a:chExt cx="3295332" cy="3663984"/>
            </a:xfrm>
          </p:grpSpPr>
          <p:sp>
            <p:nvSpPr>
              <p:cNvPr id="8" name="任意多边形: 形状 7"/>
              <p:cNvSpPr/>
              <p:nvPr/>
            </p:nvSpPr>
            <p:spPr>
              <a:xfrm>
                <a:off x="3505550" y="3197770"/>
                <a:ext cx="2747988" cy="3663984"/>
              </a:xfrm>
              <a:custGeom>
                <a:avLst/>
                <a:gdLst>
                  <a:gd name="connsiteX0" fmla="*/ 7144 w 1743075"/>
                  <a:gd name="connsiteY0" fmla="*/ 1742789 h 2324100"/>
                  <a:gd name="connsiteX1" fmla="*/ 1742789 w 1743075"/>
                  <a:gd name="connsiteY1" fmla="*/ 7144 h 2324100"/>
                  <a:gd name="connsiteX2" fmla="*/ 1742789 w 1743075"/>
                  <a:gd name="connsiteY2" fmla="*/ 585692 h 2324100"/>
                  <a:gd name="connsiteX3" fmla="*/ 7144 w 1743075"/>
                  <a:gd name="connsiteY3" fmla="*/ 2321243 h 2324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43075" h="2324100">
                    <a:moveTo>
                      <a:pt x="7144" y="1742789"/>
                    </a:moveTo>
                    <a:lnTo>
                      <a:pt x="1742789" y="7144"/>
                    </a:lnTo>
                    <a:lnTo>
                      <a:pt x="1742789" y="585692"/>
                    </a:lnTo>
                    <a:lnTo>
                      <a:pt x="7144" y="2321243"/>
                    </a:lnTo>
                    <a:close/>
                  </a:path>
                </a:pathLst>
              </a:custGeom>
              <a:solidFill>
                <a:srgbClr val="F2634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" name="任意多边形: 形状 8"/>
              <p:cNvSpPr/>
              <p:nvPr/>
            </p:nvSpPr>
            <p:spPr>
              <a:xfrm>
                <a:off x="4157559" y="4505392"/>
                <a:ext cx="570620" cy="1126225"/>
              </a:xfrm>
              <a:custGeom>
                <a:avLst/>
                <a:gdLst>
                  <a:gd name="connsiteX0" fmla="*/ 153353 w 361950"/>
                  <a:gd name="connsiteY0" fmla="*/ 360141 h 714375"/>
                  <a:gd name="connsiteX1" fmla="*/ 7144 w 361950"/>
                  <a:gd name="connsiteY1" fmla="*/ 7144 h 714375"/>
                  <a:gd name="connsiteX2" fmla="*/ 360140 w 361950"/>
                  <a:gd name="connsiteY2" fmla="*/ 360141 h 714375"/>
                  <a:gd name="connsiteX3" fmla="*/ 7144 w 361950"/>
                  <a:gd name="connsiteY3" fmla="*/ 713137 h 714375"/>
                  <a:gd name="connsiteX4" fmla="*/ 153353 w 361950"/>
                  <a:gd name="connsiteY4" fmla="*/ 360141 h 714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61950" h="714375">
                    <a:moveTo>
                      <a:pt x="153353" y="360141"/>
                    </a:moveTo>
                    <a:cubicBezTo>
                      <a:pt x="153353" y="232410"/>
                      <a:pt x="104584" y="104680"/>
                      <a:pt x="7144" y="7144"/>
                    </a:cubicBezTo>
                    <a:lnTo>
                      <a:pt x="360140" y="360141"/>
                    </a:lnTo>
                    <a:lnTo>
                      <a:pt x="7144" y="713137"/>
                    </a:lnTo>
                    <a:cubicBezTo>
                      <a:pt x="104584" y="615696"/>
                      <a:pt x="153353" y="487871"/>
                      <a:pt x="153353" y="360141"/>
                    </a:cubicBez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" name="任意多边形: 形状 9"/>
              <p:cNvSpPr/>
              <p:nvPr/>
            </p:nvSpPr>
            <p:spPr>
              <a:xfrm>
                <a:off x="3601054" y="4689493"/>
                <a:ext cx="540588" cy="765833"/>
              </a:xfrm>
              <a:custGeom>
                <a:avLst/>
                <a:gdLst>
                  <a:gd name="connsiteX0" fmla="*/ 7144 w 342900"/>
                  <a:gd name="connsiteY0" fmla="*/ 243364 h 485775"/>
                  <a:gd name="connsiteX1" fmla="*/ 243364 w 342900"/>
                  <a:gd name="connsiteY1" fmla="*/ 7144 h 485775"/>
                  <a:gd name="connsiteX2" fmla="*/ 341186 w 342900"/>
                  <a:gd name="connsiteY2" fmla="*/ 243364 h 485775"/>
                  <a:gd name="connsiteX3" fmla="*/ 243364 w 342900"/>
                  <a:gd name="connsiteY3" fmla="*/ 479584 h 485775"/>
                  <a:gd name="connsiteX4" fmla="*/ 7144 w 342900"/>
                  <a:gd name="connsiteY4" fmla="*/ 243364 h 485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2900" h="485775">
                    <a:moveTo>
                      <a:pt x="7144" y="243364"/>
                    </a:moveTo>
                    <a:lnTo>
                      <a:pt x="243364" y="7144"/>
                    </a:lnTo>
                    <a:cubicBezTo>
                      <a:pt x="308610" y="72390"/>
                      <a:pt x="341186" y="157829"/>
                      <a:pt x="341186" y="243364"/>
                    </a:cubicBezTo>
                    <a:cubicBezTo>
                      <a:pt x="341186" y="328898"/>
                      <a:pt x="308610" y="414338"/>
                      <a:pt x="243364" y="479584"/>
                    </a:cubicBezTo>
                    <a:lnTo>
                      <a:pt x="7144" y="243364"/>
                    </a:ln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" name="任意多边形: 形状 10"/>
              <p:cNvSpPr/>
              <p:nvPr/>
            </p:nvSpPr>
            <p:spPr>
              <a:xfrm>
                <a:off x="3601054" y="4689493"/>
                <a:ext cx="540588" cy="765833"/>
              </a:xfrm>
              <a:custGeom>
                <a:avLst/>
                <a:gdLst>
                  <a:gd name="connsiteX0" fmla="*/ 7144 w 342900"/>
                  <a:gd name="connsiteY0" fmla="*/ 243364 h 485775"/>
                  <a:gd name="connsiteX1" fmla="*/ 243364 w 342900"/>
                  <a:gd name="connsiteY1" fmla="*/ 7144 h 485775"/>
                  <a:gd name="connsiteX2" fmla="*/ 341186 w 342900"/>
                  <a:gd name="connsiteY2" fmla="*/ 243364 h 485775"/>
                  <a:gd name="connsiteX3" fmla="*/ 243364 w 342900"/>
                  <a:gd name="connsiteY3" fmla="*/ 479584 h 485775"/>
                  <a:gd name="connsiteX4" fmla="*/ 7144 w 342900"/>
                  <a:gd name="connsiteY4" fmla="*/ 243364 h 485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2900" h="485775">
                    <a:moveTo>
                      <a:pt x="7144" y="243364"/>
                    </a:moveTo>
                    <a:lnTo>
                      <a:pt x="243364" y="7144"/>
                    </a:lnTo>
                    <a:cubicBezTo>
                      <a:pt x="308610" y="72390"/>
                      <a:pt x="341186" y="157829"/>
                      <a:pt x="341186" y="243364"/>
                    </a:cubicBezTo>
                    <a:cubicBezTo>
                      <a:pt x="341186" y="328898"/>
                      <a:pt x="308610" y="414338"/>
                      <a:pt x="243364" y="479584"/>
                    </a:cubicBezTo>
                    <a:lnTo>
                      <a:pt x="7144" y="243364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" name="任意多边形: 形状 11"/>
              <p:cNvSpPr/>
              <p:nvPr/>
            </p:nvSpPr>
            <p:spPr>
              <a:xfrm>
                <a:off x="3601054" y="4689493"/>
                <a:ext cx="540588" cy="765833"/>
              </a:xfrm>
              <a:custGeom>
                <a:avLst/>
                <a:gdLst>
                  <a:gd name="connsiteX0" fmla="*/ 7144 w 342900"/>
                  <a:gd name="connsiteY0" fmla="*/ 243364 h 485775"/>
                  <a:gd name="connsiteX1" fmla="*/ 243364 w 342900"/>
                  <a:gd name="connsiteY1" fmla="*/ 7144 h 485775"/>
                  <a:gd name="connsiteX2" fmla="*/ 341186 w 342900"/>
                  <a:gd name="connsiteY2" fmla="*/ 243364 h 485775"/>
                  <a:gd name="connsiteX3" fmla="*/ 243364 w 342900"/>
                  <a:gd name="connsiteY3" fmla="*/ 479584 h 485775"/>
                  <a:gd name="connsiteX4" fmla="*/ 7144 w 342900"/>
                  <a:gd name="connsiteY4" fmla="*/ 243364 h 485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2900" h="485775">
                    <a:moveTo>
                      <a:pt x="7144" y="243364"/>
                    </a:moveTo>
                    <a:lnTo>
                      <a:pt x="243364" y="7144"/>
                    </a:lnTo>
                    <a:cubicBezTo>
                      <a:pt x="308610" y="72390"/>
                      <a:pt x="341186" y="157829"/>
                      <a:pt x="341186" y="243364"/>
                    </a:cubicBezTo>
                    <a:cubicBezTo>
                      <a:pt x="341186" y="328898"/>
                      <a:pt x="308610" y="414338"/>
                      <a:pt x="243364" y="479584"/>
                    </a:cubicBezTo>
                    <a:lnTo>
                      <a:pt x="7144" y="243364"/>
                    </a:lnTo>
                    <a:close/>
                  </a:path>
                </a:pathLst>
              </a:custGeom>
              <a:solidFill>
                <a:srgbClr val="61C9D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" name="任意多边形: 形状 12"/>
              <p:cNvSpPr/>
              <p:nvPr/>
            </p:nvSpPr>
            <p:spPr>
              <a:xfrm>
                <a:off x="4445122" y="4524914"/>
                <a:ext cx="825898" cy="1096192"/>
              </a:xfrm>
              <a:custGeom>
                <a:avLst/>
                <a:gdLst>
                  <a:gd name="connsiteX0" fmla="*/ 348805 w 523875"/>
                  <a:gd name="connsiteY0" fmla="*/ 519684 h 695325"/>
                  <a:gd name="connsiteX1" fmla="*/ 519684 w 523875"/>
                  <a:gd name="connsiteY1" fmla="*/ 348805 h 695325"/>
                  <a:gd name="connsiteX2" fmla="*/ 348805 w 523875"/>
                  <a:gd name="connsiteY2" fmla="*/ 178022 h 695325"/>
                  <a:gd name="connsiteX3" fmla="*/ 178022 w 523875"/>
                  <a:gd name="connsiteY3" fmla="*/ 7144 h 695325"/>
                  <a:gd name="connsiteX4" fmla="*/ 7144 w 523875"/>
                  <a:gd name="connsiteY4" fmla="*/ 178022 h 695325"/>
                  <a:gd name="connsiteX5" fmla="*/ 178022 w 523875"/>
                  <a:gd name="connsiteY5" fmla="*/ 348805 h 695325"/>
                  <a:gd name="connsiteX6" fmla="*/ 7144 w 523875"/>
                  <a:gd name="connsiteY6" fmla="*/ 519684 h 695325"/>
                  <a:gd name="connsiteX7" fmla="*/ 178022 w 523875"/>
                  <a:gd name="connsiteY7" fmla="*/ 690563 h 695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23875" h="695325">
                    <a:moveTo>
                      <a:pt x="348805" y="519684"/>
                    </a:moveTo>
                    <a:lnTo>
                      <a:pt x="519684" y="348805"/>
                    </a:lnTo>
                    <a:lnTo>
                      <a:pt x="348805" y="178022"/>
                    </a:lnTo>
                    <a:lnTo>
                      <a:pt x="178022" y="7144"/>
                    </a:lnTo>
                    <a:lnTo>
                      <a:pt x="7144" y="178022"/>
                    </a:lnTo>
                    <a:lnTo>
                      <a:pt x="178022" y="348805"/>
                    </a:lnTo>
                    <a:lnTo>
                      <a:pt x="7144" y="519684"/>
                    </a:lnTo>
                    <a:lnTo>
                      <a:pt x="178022" y="690563"/>
                    </a:lnTo>
                    <a:close/>
                  </a:path>
                </a:pathLst>
              </a:custGeom>
              <a:solidFill>
                <a:srgbClr val="F2634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" name="任意多边形: 形状 13"/>
              <p:cNvSpPr/>
              <p:nvPr/>
            </p:nvSpPr>
            <p:spPr>
              <a:xfrm>
                <a:off x="4445122" y="4524914"/>
                <a:ext cx="285310" cy="555604"/>
              </a:xfrm>
              <a:custGeom>
                <a:avLst/>
                <a:gdLst>
                  <a:gd name="connsiteX0" fmla="*/ 178022 w 180975"/>
                  <a:gd name="connsiteY0" fmla="*/ 348805 h 352425"/>
                  <a:gd name="connsiteX1" fmla="*/ 178022 w 180975"/>
                  <a:gd name="connsiteY1" fmla="*/ 7144 h 352425"/>
                  <a:gd name="connsiteX2" fmla="*/ 7144 w 180975"/>
                  <a:gd name="connsiteY2" fmla="*/ 178022 h 35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80975" h="352425">
                    <a:moveTo>
                      <a:pt x="178022" y="348805"/>
                    </a:moveTo>
                    <a:lnTo>
                      <a:pt x="178022" y="7144"/>
                    </a:lnTo>
                    <a:lnTo>
                      <a:pt x="7144" y="178022"/>
                    </a:ln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5" name="任意多边形: 形状 14"/>
              <p:cNvSpPr/>
              <p:nvPr/>
            </p:nvSpPr>
            <p:spPr>
              <a:xfrm>
                <a:off x="5252099" y="4281949"/>
                <a:ext cx="1291404" cy="1306420"/>
              </a:xfrm>
              <a:custGeom>
                <a:avLst/>
                <a:gdLst>
                  <a:gd name="connsiteX0" fmla="*/ 819722 w 819150"/>
                  <a:gd name="connsiteY0" fmla="*/ 723900 h 828675"/>
                  <a:gd name="connsiteX1" fmla="*/ 106775 w 819150"/>
                  <a:gd name="connsiteY1" fmla="*/ 7144 h 828675"/>
                  <a:gd name="connsiteX2" fmla="*/ 7144 w 819150"/>
                  <a:gd name="connsiteY2" fmla="*/ 106680 h 828675"/>
                  <a:gd name="connsiteX3" fmla="*/ 720185 w 819150"/>
                  <a:gd name="connsiteY3" fmla="*/ 823436 h 828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19150" h="828675">
                    <a:moveTo>
                      <a:pt x="819722" y="723900"/>
                    </a:moveTo>
                    <a:lnTo>
                      <a:pt x="106775" y="7144"/>
                    </a:lnTo>
                    <a:lnTo>
                      <a:pt x="7144" y="106680"/>
                    </a:lnTo>
                    <a:lnTo>
                      <a:pt x="720185" y="823436"/>
                    </a:ln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6" name="任意多边形: 形状 15"/>
              <p:cNvSpPr/>
              <p:nvPr/>
            </p:nvSpPr>
            <p:spPr>
              <a:xfrm>
                <a:off x="4938257" y="4438869"/>
                <a:ext cx="961045" cy="1276388"/>
              </a:xfrm>
              <a:custGeom>
                <a:avLst/>
                <a:gdLst>
                  <a:gd name="connsiteX0" fmla="*/ 7144 w 609600"/>
                  <a:gd name="connsiteY0" fmla="*/ 206312 h 809625"/>
                  <a:gd name="connsiteX1" fmla="*/ 206216 w 609600"/>
                  <a:gd name="connsiteY1" fmla="*/ 405384 h 809625"/>
                  <a:gd name="connsiteX2" fmla="*/ 7144 w 609600"/>
                  <a:gd name="connsiteY2" fmla="*/ 604552 h 809625"/>
                  <a:gd name="connsiteX3" fmla="*/ 206216 w 609600"/>
                  <a:gd name="connsiteY3" fmla="*/ 803625 h 809625"/>
                  <a:gd name="connsiteX4" fmla="*/ 405384 w 609600"/>
                  <a:gd name="connsiteY4" fmla="*/ 604552 h 809625"/>
                  <a:gd name="connsiteX5" fmla="*/ 604457 w 609600"/>
                  <a:gd name="connsiteY5" fmla="*/ 405384 h 809625"/>
                  <a:gd name="connsiteX6" fmla="*/ 405384 w 609600"/>
                  <a:gd name="connsiteY6" fmla="*/ 206312 h 809625"/>
                  <a:gd name="connsiteX7" fmla="*/ 206216 w 609600"/>
                  <a:gd name="connsiteY7" fmla="*/ 7144 h 809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09600" h="809625">
                    <a:moveTo>
                      <a:pt x="7144" y="206312"/>
                    </a:moveTo>
                    <a:lnTo>
                      <a:pt x="206216" y="405384"/>
                    </a:lnTo>
                    <a:lnTo>
                      <a:pt x="7144" y="604552"/>
                    </a:lnTo>
                    <a:lnTo>
                      <a:pt x="206216" y="803625"/>
                    </a:lnTo>
                    <a:lnTo>
                      <a:pt x="405384" y="604552"/>
                    </a:lnTo>
                    <a:lnTo>
                      <a:pt x="604457" y="405384"/>
                    </a:lnTo>
                    <a:lnTo>
                      <a:pt x="405384" y="206312"/>
                    </a:lnTo>
                    <a:lnTo>
                      <a:pt x="206216" y="7144"/>
                    </a:ln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7" name="任意多边形: 形状 16"/>
              <p:cNvSpPr/>
              <p:nvPr/>
            </p:nvSpPr>
            <p:spPr>
              <a:xfrm>
                <a:off x="3248171" y="4936060"/>
                <a:ext cx="270294" cy="270294"/>
              </a:xfrm>
              <a:custGeom>
                <a:avLst/>
                <a:gdLst>
                  <a:gd name="connsiteX0" fmla="*/ 166783 w 171450"/>
                  <a:gd name="connsiteY0" fmla="*/ 86963 h 171450"/>
                  <a:gd name="connsiteX1" fmla="*/ 86963 w 171450"/>
                  <a:gd name="connsiteY1" fmla="*/ 166783 h 171450"/>
                  <a:gd name="connsiteX2" fmla="*/ 7144 w 171450"/>
                  <a:gd name="connsiteY2" fmla="*/ 86963 h 171450"/>
                  <a:gd name="connsiteX3" fmla="*/ 86963 w 171450"/>
                  <a:gd name="connsiteY3" fmla="*/ 7144 h 171450"/>
                  <a:gd name="connsiteX4" fmla="*/ 166783 w 171450"/>
                  <a:gd name="connsiteY4" fmla="*/ 86963 h 171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0" h="171450">
                    <a:moveTo>
                      <a:pt x="166783" y="86963"/>
                    </a:moveTo>
                    <a:cubicBezTo>
                      <a:pt x="166783" y="131047"/>
                      <a:pt x="131046" y="166783"/>
                      <a:pt x="86963" y="166783"/>
                    </a:cubicBezTo>
                    <a:cubicBezTo>
                      <a:pt x="42880" y="166783"/>
                      <a:pt x="7144" y="131047"/>
                      <a:pt x="7144" y="86963"/>
                    </a:cubicBezTo>
                    <a:cubicBezTo>
                      <a:pt x="7144" y="42880"/>
                      <a:pt x="42880" y="7144"/>
                      <a:pt x="86963" y="7144"/>
                    </a:cubicBezTo>
                    <a:cubicBezTo>
                      <a:pt x="131046" y="7144"/>
                      <a:pt x="166783" y="42880"/>
                      <a:pt x="166783" y="86963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8" name="任意多边形: 形状 17"/>
              <p:cNvSpPr/>
              <p:nvPr/>
            </p:nvSpPr>
            <p:spPr>
              <a:xfrm>
                <a:off x="5248044" y="4843860"/>
                <a:ext cx="900980" cy="900980"/>
              </a:xfrm>
              <a:custGeom>
                <a:avLst/>
                <a:gdLst>
                  <a:gd name="connsiteX0" fmla="*/ 429768 w 571500"/>
                  <a:gd name="connsiteY0" fmla="*/ 570643 h 571500"/>
                  <a:gd name="connsiteX1" fmla="*/ 7144 w 571500"/>
                  <a:gd name="connsiteY1" fmla="*/ 148018 h 571500"/>
                  <a:gd name="connsiteX2" fmla="*/ 148019 w 571500"/>
                  <a:gd name="connsiteY2" fmla="*/ 7144 h 571500"/>
                  <a:gd name="connsiteX3" fmla="*/ 570643 w 571500"/>
                  <a:gd name="connsiteY3" fmla="*/ 429768 h 571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1500" h="571500">
                    <a:moveTo>
                      <a:pt x="429768" y="570643"/>
                    </a:moveTo>
                    <a:lnTo>
                      <a:pt x="7144" y="148018"/>
                    </a:lnTo>
                    <a:lnTo>
                      <a:pt x="148019" y="7144"/>
                    </a:lnTo>
                    <a:lnTo>
                      <a:pt x="570643" y="429768"/>
                    </a:lnTo>
                    <a:close/>
                  </a:path>
                </a:pathLst>
              </a:custGeom>
              <a:solidFill>
                <a:srgbClr val="61C9D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9" name="任意多边形: 形状 18"/>
              <p:cNvSpPr/>
              <p:nvPr/>
            </p:nvSpPr>
            <p:spPr>
              <a:xfrm>
                <a:off x="5489958" y="5079015"/>
                <a:ext cx="60065" cy="60065"/>
              </a:xfrm>
              <a:custGeom>
                <a:avLst/>
                <a:gdLst>
                  <a:gd name="connsiteX0" fmla="*/ 35433 w 38100"/>
                  <a:gd name="connsiteY0" fmla="*/ 35433 h 38100"/>
                  <a:gd name="connsiteX1" fmla="*/ 35433 w 38100"/>
                  <a:gd name="connsiteY1" fmla="*/ 12001 h 38100"/>
                  <a:gd name="connsiteX2" fmla="*/ 12001 w 38100"/>
                  <a:gd name="connsiteY2" fmla="*/ 12001 h 38100"/>
                  <a:gd name="connsiteX3" fmla="*/ 12001 w 38100"/>
                  <a:gd name="connsiteY3" fmla="*/ 35433 h 38100"/>
                  <a:gd name="connsiteX4" fmla="*/ 35433 w 38100"/>
                  <a:gd name="connsiteY4" fmla="*/ 35433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5433" y="35433"/>
                    </a:moveTo>
                    <a:cubicBezTo>
                      <a:pt x="41910" y="28956"/>
                      <a:pt x="41910" y="18478"/>
                      <a:pt x="35433" y="12001"/>
                    </a:cubicBezTo>
                    <a:cubicBezTo>
                      <a:pt x="28956" y="5525"/>
                      <a:pt x="18479" y="5525"/>
                      <a:pt x="12001" y="12001"/>
                    </a:cubicBezTo>
                    <a:cubicBezTo>
                      <a:pt x="5525" y="18478"/>
                      <a:pt x="5525" y="28956"/>
                      <a:pt x="12001" y="35433"/>
                    </a:cubicBezTo>
                    <a:cubicBezTo>
                      <a:pt x="18479" y="41910"/>
                      <a:pt x="28956" y="41910"/>
                      <a:pt x="35433" y="35433"/>
                    </a:cubicBez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0" name="任意多边形: 形状 19"/>
              <p:cNvSpPr/>
              <p:nvPr/>
            </p:nvSpPr>
            <p:spPr>
              <a:xfrm>
                <a:off x="5687423" y="5276480"/>
                <a:ext cx="60065" cy="60065"/>
              </a:xfrm>
              <a:custGeom>
                <a:avLst/>
                <a:gdLst>
                  <a:gd name="connsiteX0" fmla="*/ 35433 w 38100"/>
                  <a:gd name="connsiteY0" fmla="*/ 35433 h 38100"/>
                  <a:gd name="connsiteX1" fmla="*/ 35433 w 38100"/>
                  <a:gd name="connsiteY1" fmla="*/ 12001 h 38100"/>
                  <a:gd name="connsiteX2" fmla="*/ 12002 w 38100"/>
                  <a:gd name="connsiteY2" fmla="*/ 12001 h 38100"/>
                  <a:gd name="connsiteX3" fmla="*/ 12002 w 38100"/>
                  <a:gd name="connsiteY3" fmla="*/ 35433 h 38100"/>
                  <a:gd name="connsiteX4" fmla="*/ 35433 w 38100"/>
                  <a:gd name="connsiteY4" fmla="*/ 35433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5433" y="35433"/>
                    </a:moveTo>
                    <a:cubicBezTo>
                      <a:pt x="41910" y="28956"/>
                      <a:pt x="41910" y="18478"/>
                      <a:pt x="35433" y="12001"/>
                    </a:cubicBezTo>
                    <a:cubicBezTo>
                      <a:pt x="28956" y="5525"/>
                      <a:pt x="18479" y="5525"/>
                      <a:pt x="12002" y="12001"/>
                    </a:cubicBezTo>
                    <a:cubicBezTo>
                      <a:pt x="5524" y="18478"/>
                      <a:pt x="5524" y="28956"/>
                      <a:pt x="12002" y="35433"/>
                    </a:cubicBezTo>
                    <a:cubicBezTo>
                      <a:pt x="18479" y="41910"/>
                      <a:pt x="28956" y="41910"/>
                      <a:pt x="35433" y="35433"/>
                    </a:cubicBez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1" name="任意多边形: 形状 20"/>
              <p:cNvSpPr/>
              <p:nvPr/>
            </p:nvSpPr>
            <p:spPr>
              <a:xfrm>
                <a:off x="5884888" y="5473946"/>
                <a:ext cx="60065" cy="60065"/>
              </a:xfrm>
              <a:custGeom>
                <a:avLst/>
                <a:gdLst>
                  <a:gd name="connsiteX0" fmla="*/ 40291 w 38100"/>
                  <a:gd name="connsiteY0" fmla="*/ 23717 h 38100"/>
                  <a:gd name="connsiteX1" fmla="*/ 23717 w 38100"/>
                  <a:gd name="connsiteY1" fmla="*/ 40291 h 38100"/>
                  <a:gd name="connsiteX2" fmla="*/ 7144 w 38100"/>
                  <a:gd name="connsiteY2" fmla="*/ 23717 h 38100"/>
                  <a:gd name="connsiteX3" fmla="*/ 23717 w 38100"/>
                  <a:gd name="connsiteY3" fmla="*/ 7144 h 38100"/>
                  <a:gd name="connsiteX4" fmla="*/ 40291 w 38100"/>
                  <a:gd name="connsiteY4" fmla="*/ 23717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40291" y="23717"/>
                    </a:moveTo>
                    <a:cubicBezTo>
                      <a:pt x="40291" y="32871"/>
                      <a:pt x="32871" y="40291"/>
                      <a:pt x="23717" y="40291"/>
                    </a:cubicBezTo>
                    <a:cubicBezTo>
                      <a:pt x="14564" y="40291"/>
                      <a:pt x="7144" y="32870"/>
                      <a:pt x="7144" y="23717"/>
                    </a:cubicBezTo>
                    <a:cubicBezTo>
                      <a:pt x="7144" y="14564"/>
                      <a:pt x="14564" y="7144"/>
                      <a:pt x="23717" y="7144"/>
                    </a:cubicBezTo>
                    <a:cubicBezTo>
                      <a:pt x="32871" y="7144"/>
                      <a:pt x="40291" y="14564"/>
                      <a:pt x="40291" y="23717"/>
                    </a:cubicBez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" name="任意多边形: 形状 21"/>
              <p:cNvSpPr/>
              <p:nvPr/>
            </p:nvSpPr>
            <p:spPr>
              <a:xfrm>
                <a:off x="5153442" y="348157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3" name="任意多边形: 形状 22"/>
              <p:cNvSpPr/>
              <p:nvPr/>
            </p:nvSpPr>
            <p:spPr>
              <a:xfrm>
                <a:off x="5279579" y="348157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574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4" name="任意多边形: 形状 23"/>
              <p:cNvSpPr/>
              <p:nvPr/>
            </p:nvSpPr>
            <p:spPr>
              <a:xfrm>
                <a:off x="5405567" y="348157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69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5" name="任意多边形: 形状 24"/>
              <p:cNvSpPr/>
              <p:nvPr/>
            </p:nvSpPr>
            <p:spPr>
              <a:xfrm>
                <a:off x="5531704" y="348157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574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6" name="任意多边形: 形状 25"/>
              <p:cNvSpPr/>
              <p:nvPr/>
            </p:nvSpPr>
            <p:spPr>
              <a:xfrm>
                <a:off x="5657690" y="348157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7" name="任意多边形: 形状 26"/>
              <p:cNvSpPr/>
              <p:nvPr/>
            </p:nvSpPr>
            <p:spPr>
              <a:xfrm>
                <a:off x="5783677" y="348157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8" name="任意多边形: 形状 27"/>
              <p:cNvSpPr/>
              <p:nvPr/>
            </p:nvSpPr>
            <p:spPr>
              <a:xfrm>
                <a:off x="5153442" y="3607415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8"/>
                      <a:pt x="22669" y="27146"/>
                      <a:pt x="17145" y="27146"/>
                    </a:cubicBezTo>
                    <a:cubicBezTo>
                      <a:pt x="11622" y="27146"/>
                      <a:pt x="7144" y="22668"/>
                      <a:pt x="7144" y="17145"/>
                    </a:cubicBezTo>
                    <a:cubicBezTo>
                      <a:pt x="7144" y="11621"/>
                      <a:pt x="11622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9" name="任意多边形: 形状 28"/>
              <p:cNvSpPr/>
              <p:nvPr/>
            </p:nvSpPr>
            <p:spPr>
              <a:xfrm>
                <a:off x="5279430" y="3607415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8"/>
                      <a:pt x="22669" y="27146"/>
                      <a:pt x="17145" y="27146"/>
                    </a:cubicBezTo>
                    <a:cubicBezTo>
                      <a:pt x="11622" y="27146"/>
                      <a:pt x="7144" y="22668"/>
                      <a:pt x="7144" y="17145"/>
                    </a:cubicBezTo>
                    <a:cubicBezTo>
                      <a:pt x="7144" y="11621"/>
                      <a:pt x="11622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0" name="任意多边形: 形状 29"/>
              <p:cNvSpPr/>
              <p:nvPr/>
            </p:nvSpPr>
            <p:spPr>
              <a:xfrm>
                <a:off x="5405567" y="3607415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8"/>
                      <a:pt x="22669" y="27146"/>
                      <a:pt x="17145" y="27146"/>
                    </a:cubicBezTo>
                    <a:cubicBezTo>
                      <a:pt x="11622" y="27146"/>
                      <a:pt x="7144" y="22668"/>
                      <a:pt x="7144" y="17145"/>
                    </a:cubicBezTo>
                    <a:cubicBezTo>
                      <a:pt x="7144" y="11621"/>
                      <a:pt x="11622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1" name="任意多边形: 形状 30"/>
              <p:cNvSpPr/>
              <p:nvPr/>
            </p:nvSpPr>
            <p:spPr>
              <a:xfrm>
                <a:off x="5531553" y="3607415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8"/>
                      <a:pt x="22669" y="27146"/>
                      <a:pt x="17145" y="27146"/>
                    </a:cubicBezTo>
                    <a:cubicBezTo>
                      <a:pt x="11622" y="27146"/>
                      <a:pt x="7144" y="22668"/>
                      <a:pt x="7144" y="17145"/>
                    </a:cubicBezTo>
                    <a:cubicBezTo>
                      <a:pt x="7144" y="11621"/>
                      <a:pt x="11622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2" name="任意多边形: 形状 31"/>
              <p:cNvSpPr/>
              <p:nvPr/>
            </p:nvSpPr>
            <p:spPr>
              <a:xfrm>
                <a:off x="5657690" y="3607415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8"/>
                      <a:pt x="22669" y="27146"/>
                      <a:pt x="17145" y="27146"/>
                    </a:cubicBezTo>
                    <a:cubicBezTo>
                      <a:pt x="11622" y="27146"/>
                      <a:pt x="7144" y="22668"/>
                      <a:pt x="7144" y="17145"/>
                    </a:cubicBezTo>
                    <a:cubicBezTo>
                      <a:pt x="7144" y="11621"/>
                      <a:pt x="11622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3" name="任意多边形: 形状 32"/>
              <p:cNvSpPr/>
              <p:nvPr/>
            </p:nvSpPr>
            <p:spPr>
              <a:xfrm>
                <a:off x="5153442" y="3733403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9"/>
                      <a:pt x="22669" y="27146"/>
                      <a:pt x="17145" y="27146"/>
                    </a:cubicBezTo>
                    <a:cubicBezTo>
                      <a:pt x="11622" y="27146"/>
                      <a:pt x="7144" y="22669"/>
                      <a:pt x="7144" y="17145"/>
                    </a:cubicBezTo>
                    <a:cubicBezTo>
                      <a:pt x="7144" y="11622"/>
                      <a:pt x="11622" y="7144"/>
                      <a:pt x="17145" y="7144"/>
                    </a:cubicBezTo>
                    <a:cubicBezTo>
                      <a:pt x="22669" y="7144"/>
                      <a:pt x="27146" y="11622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4" name="任意多边形: 形状 33"/>
              <p:cNvSpPr/>
              <p:nvPr/>
            </p:nvSpPr>
            <p:spPr>
              <a:xfrm>
                <a:off x="5279430" y="3733403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9"/>
                      <a:pt x="22669" y="27146"/>
                      <a:pt x="17145" y="27146"/>
                    </a:cubicBezTo>
                    <a:cubicBezTo>
                      <a:pt x="11622" y="27146"/>
                      <a:pt x="7144" y="22669"/>
                      <a:pt x="7144" y="17145"/>
                    </a:cubicBezTo>
                    <a:cubicBezTo>
                      <a:pt x="7144" y="11622"/>
                      <a:pt x="11622" y="7144"/>
                      <a:pt x="17145" y="7144"/>
                    </a:cubicBezTo>
                    <a:cubicBezTo>
                      <a:pt x="22669" y="7144"/>
                      <a:pt x="27146" y="11622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5" name="任意多边形: 形状 34"/>
              <p:cNvSpPr/>
              <p:nvPr/>
            </p:nvSpPr>
            <p:spPr>
              <a:xfrm>
                <a:off x="5405567" y="3733403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9"/>
                      <a:pt x="22669" y="27146"/>
                      <a:pt x="17145" y="27146"/>
                    </a:cubicBezTo>
                    <a:cubicBezTo>
                      <a:pt x="11622" y="27146"/>
                      <a:pt x="7144" y="22669"/>
                      <a:pt x="7144" y="17145"/>
                    </a:cubicBezTo>
                    <a:cubicBezTo>
                      <a:pt x="7144" y="11622"/>
                      <a:pt x="11622" y="7144"/>
                      <a:pt x="17145" y="7144"/>
                    </a:cubicBezTo>
                    <a:cubicBezTo>
                      <a:pt x="22669" y="7144"/>
                      <a:pt x="27146" y="11622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6" name="任意多边形: 形状 35"/>
              <p:cNvSpPr/>
              <p:nvPr/>
            </p:nvSpPr>
            <p:spPr>
              <a:xfrm>
                <a:off x="5531553" y="3733403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9"/>
                      <a:pt x="22669" y="27146"/>
                      <a:pt x="17145" y="27146"/>
                    </a:cubicBezTo>
                    <a:cubicBezTo>
                      <a:pt x="11622" y="27146"/>
                      <a:pt x="7144" y="22669"/>
                      <a:pt x="7144" y="17145"/>
                    </a:cubicBezTo>
                    <a:cubicBezTo>
                      <a:pt x="7144" y="11622"/>
                      <a:pt x="11622" y="7144"/>
                      <a:pt x="17145" y="7144"/>
                    </a:cubicBezTo>
                    <a:cubicBezTo>
                      <a:pt x="22669" y="7144"/>
                      <a:pt x="27146" y="11622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7" name="任意多边形: 形状 36"/>
              <p:cNvSpPr/>
              <p:nvPr/>
            </p:nvSpPr>
            <p:spPr>
              <a:xfrm>
                <a:off x="5153442" y="385923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8" name="任意多边形: 形状 37"/>
              <p:cNvSpPr/>
              <p:nvPr/>
            </p:nvSpPr>
            <p:spPr>
              <a:xfrm>
                <a:off x="5279579" y="385923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574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9" name="任意多边形: 形状 38"/>
              <p:cNvSpPr/>
              <p:nvPr/>
            </p:nvSpPr>
            <p:spPr>
              <a:xfrm>
                <a:off x="5405567" y="385923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69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0" name="任意多边形: 形状 39"/>
              <p:cNvSpPr/>
              <p:nvPr/>
            </p:nvSpPr>
            <p:spPr>
              <a:xfrm>
                <a:off x="5153442" y="3985076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1" name="任意多边形: 形状 40"/>
              <p:cNvSpPr/>
              <p:nvPr/>
            </p:nvSpPr>
            <p:spPr>
              <a:xfrm>
                <a:off x="5279579" y="3985076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574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2" name="任意多边形: 形状 41"/>
              <p:cNvSpPr/>
              <p:nvPr/>
            </p:nvSpPr>
            <p:spPr>
              <a:xfrm>
                <a:off x="5153442" y="4110914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8"/>
                      <a:pt x="22669" y="27146"/>
                      <a:pt x="17145" y="27146"/>
                    </a:cubicBezTo>
                    <a:cubicBezTo>
                      <a:pt x="11622" y="27146"/>
                      <a:pt x="7144" y="22668"/>
                      <a:pt x="7144" y="17145"/>
                    </a:cubicBezTo>
                    <a:cubicBezTo>
                      <a:pt x="7144" y="11621"/>
                      <a:pt x="11622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5" name="组合 4"/>
            <p:cNvGrpSpPr/>
            <p:nvPr userDrawn="1"/>
          </p:nvGrpSpPr>
          <p:grpSpPr>
            <a:xfrm>
              <a:off x="8327264" y="2565728"/>
              <a:ext cx="5222380" cy="5705265"/>
              <a:chOff x="8327264" y="2565728"/>
              <a:chExt cx="5222380" cy="5705265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8327264" y="6813763"/>
                <a:ext cx="5041900" cy="1457230"/>
              </a:xfrm>
              <a:prstGeom prst="rect">
                <a:avLst/>
              </a:prstGeom>
              <a:solidFill>
                <a:srgbClr val="F5F7F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" name="矩形 6"/>
              <p:cNvSpPr/>
              <p:nvPr/>
            </p:nvSpPr>
            <p:spPr>
              <a:xfrm rot="5400000">
                <a:off x="10300079" y="4358063"/>
                <a:ext cx="5041900" cy="1457230"/>
              </a:xfrm>
              <a:prstGeom prst="rect">
                <a:avLst/>
              </a:prstGeom>
              <a:solidFill>
                <a:srgbClr val="F5F7F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43" name="组合 42"/>
          <p:cNvGrpSpPr/>
          <p:nvPr userDrawn="1"/>
        </p:nvGrpSpPr>
        <p:grpSpPr>
          <a:xfrm flipV="1">
            <a:off x="-1081829" y="3719353"/>
            <a:ext cx="3888529" cy="4228126"/>
            <a:chOff x="-1419754" y="-1454855"/>
            <a:chExt cx="5288312" cy="5750156"/>
          </a:xfrm>
        </p:grpSpPr>
        <p:sp>
          <p:nvSpPr>
            <p:cNvPr id="44" name="任意多边形: 形状 43"/>
            <p:cNvSpPr/>
            <p:nvPr userDrawn="1"/>
          </p:nvSpPr>
          <p:spPr>
            <a:xfrm flipH="1" flipV="1">
              <a:off x="-169463" y="-1390452"/>
              <a:ext cx="3555641" cy="4740854"/>
            </a:xfrm>
            <a:custGeom>
              <a:avLst/>
              <a:gdLst>
                <a:gd name="connsiteX0" fmla="*/ 7144 w 1743075"/>
                <a:gd name="connsiteY0" fmla="*/ 1742789 h 2324100"/>
                <a:gd name="connsiteX1" fmla="*/ 1742789 w 1743075"/>
                <a:gd name="connsiteY1" fmla="*/ 7144 h 2324100"/>
                <a:gd name="connsiteX2" fmla="*/ 1742789 w 1743075"/>
                <a:gd name="connsiteY2" fmla="*/ 585692 h 2324100"/>
                <a:gd name="connsiteX3" fmla="*/ 7144 w 1743075"/>
                <a:gd name="connsiteY3" fmla="*/ 2321338 h 2324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43075" h="2324100">
                  <a:moveTo>
                    <a:pt x="7144" y="1742789"/>
                  </a:moveTo>
                  <a:lnTo>
                    <a:pt x="1742789" y="7144"/>
                  </a:lnTo>
                  <a:lnTo>
                    <a:pt x="1742789" y="585692"/>
                  </a:lnTo>
                  <a:lnTo>
                    <a:pt x="7144" y="2321338"/>
                  </a:lnTo>
                  <a:close/>
                </a:path>
              </a:pathLst>
            </a:custGeom>
            <a:solidFill>
              <a:srgbClr val="F2634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45" name="组合 44"/>
            <p:cNvGrpSpPr/>
            <p:nvPr userDrawn="1"/>
          </p:nvGrpSpPr>
          <p:grpSpPr>
            <a:xfrm flipV="1">
              <a:off x="-433823" y="-395398"/>
              <a:ext cx="3130579" cy="3407352"/>
              <a:chOff x="939861" y="-575832"/>
              <a:chExt cx="2588513" cy="2817362"/>
            </a:xfrm>
          </p:grpSpPr>
          <p:sp>
            <p:nvSpPr>
              <p:cNvPr id="52" name="任意多边形: 形状 51"/>
              <p:cNvSpPr/>
              <p:nvPr/>
            </p:nvSpPr>
            <p:spPr>
              <a:xfrm>
                <a:off x="939861" y="935110"/>
                <a:ext cx="1306420" cy="1306420"/>
              </a:xfrm>
              <a:custGeom>
                <a:avLst/>
                <a:gdLst>
                  <a:gd name="connsiteX0" fmla="*/ 829818 w 828675"/>
                  <a:gd name="connsiteY0" fmla="*/ 418529 h 828675"/>
                  <a:gd name="connsiteX1" fmla="*/ 418433 w 828675"/>
                  <a:gd name="connsiteY1" fmla="*/ 7144 h 828675"/>
                  <a:gd name="connsiteX2" fmla="*/ 7144 w 828675"/>
                  <a:gd name="connsiteY2" fmla="*/ 418529 h 828675"/>
                  <a:gd name="connsiteX3" fmla="*/ 418433 w 828675"/>
                  <a:gd name="connsiteY3" fmla="*/ 829818 h 828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28675" h="828675">
                    <a:moveTo>
                      <a:pt x="829818" y="418529"/>
                    </a:moveTo>
                    <a:lnTo>
                      <a:pt x="418433" y="7144"/>
                    </a:lnTo>
                    <a:lnTo>
                      <a:pt x="7144" y="418529"/>
                    </a:lnTo>
                    <a:lnTo>
                      <a:pt x="418433" y="829818"/>
                    </a:ln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3" name="任意多边形: 形状 52"/>
              <p:cNvSpPr/>
              <p:nvPr/>
            </p:nvSpPr>
            <p:spPr>
              <a:xfrm>
                <a:off x="1201820" y="1591398"/>
                <a:ext cx="60065" cy="60065"/>
              </a:xfrm>
              <a:custGeom>
                <a:avLst/>
                <a:gdLst>
                  <a:gd name="connsiteX0" fmla="*/ 34623 w 38100"/>
                  <a:gd name="connsiteY0" fmla="*/ 11859 h 38100"/>
                  <a:gd name="connsiteX1" fmla="*/ 11859 w 38100"/>
                  <a:gd name="connsiteY1" fmla="*/ 11859 h 38100"/>
                  <a:gd name="connsiteX2" fmla="*/ 11859 w 38100"/>
                  <a:gd name="connsiteY2" fmla="*/ 34624 h 38100"/>
                  <a:gd name="connsiteX3" fmla="*/ 34623 w 38100"/>
                  <a:gd name="connsiteY3" fmla="*/ 34624 h 38100"/>
                  <a:gd name="connsiteX4" fmla="*/ 34623 w 38100"/>
                  <a:gd name="connsiteY4" fmla="*/ 11859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4623" y="11859"/>
                    </a:moveTo>
                    <a:cubicBezTo>
                      <a:pt x="28337" y="5572"/>
                      <a:pt x="18145" y="5572"/>
                      <a:pt x="11859" y="11859"/>
                    </a:cubicBezTo>
                    <a:cubicBezTo>
                      <a:pt x="5572" y="18145"/>
                      <a:pt x="5572" y="28337"/>
                      <a:pt x="11859" y="34624"/>
                    </a:cubicBezTo>
                    <a:cubicBezTo>
                      <a:pt x="18145" y="40910"/>
                      <a:pt x="28337" y="40910"/>
                      <a:pt x="34623" y="34624"/>
                    </a:cubicBezTo>
                    <a:cubicBezTo>
                      <a:pt x="40910" y="28337"/>
                      <a:pt x="40910" y="18145"/>
                      <a:pt x="34623" y="11859"/>
                    </a:cubicBezTo>
                    <a:close/>
                  </a:path>
                </a:pathLst>
              </a:custGeom>
              <a:solidFill>
                <a:srgbClr val="FED6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4" name="任意多边形: 形状 53"/>
              <p:cNvSpPr/>
              <p:nvPr/>
            </p:nvSpPr>
            <p:spPr>
              <a:xfrm>
                <a:off x="1370003" y="1759431"/>
                <a:ext cx="60065" cy="60065"/>
              </a:xfrm>
              <a:custGeom>
                <a:avLst/>
                <a:gdLst>
                  <a:gd name="connsiteX0" fmla="*/ 34623 w 38100"/>
                  <a:gd name="connsiteY0" fmla="*/ 11859 h 38100"/>
                  <a:gd name="connsiteX1" fmla="*/ 11859 w 38100"/>
                  <a:gd name="connsiteY1" fmla="*/ 11859 h 38100"/>
                  <a:gd name="connsiteX2" fmla="*/ 11859 w 38100"/>
                  <a:gd name="connsiteY2" fmla="*/ 34624 h 38100"/>
                  <a:gd name="connsiteX3" fmla="*/ 34623 w 38100"/>
                  <a:gd name="connsiteY3" fmla="*/ 34624 h 38100"/>
                  <a:gd name="connsiteX4" fmla="*/ 34623 w 38100"/>
                  <a:gd name="connsiteY4" fmla="*/ 11859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4623" y="11859"/>
                    </a:moveTo>
                    <a:cubicBezTo>
                      <a:pt x="28337" y="5572"/>
                      <a:pt x="18145" y="5572"/>
                      <a:pt x="11859" y="11859"/>
                    </a:cubicBezTo>
                    <a:cubicBezTo>
                      <a:pt x="5572" y="18145"/>
                      <a:pt x="5572" y="28337"/>
                      <a:pt x="11859" y="34624"/>
                    </a:cubicBezTo>
                    <a:cubicBezTo>
                      <a:pt x="18145" y="40910"/>
                      <a:pt x="28337" y="40910"/>
                      <a:pt x="34623" y="34624"/>
                    </a:cubicBezTo>
                    <a:cubicBezTo>
                      <a:pt x="40910" y="28432"/>
                      <a:pt x="40910" y="18145"/>
                      <a:pt x="34623" y="11859"/>
                    </a:cubicBezTo>
                    <a:close/>
                  </a:path>
                </a:pathLst>
              </a:custGeom>
              <a:solidFill>
                <a:srgbClr val="FED6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5" name="任意多边形: 形状 54"/>
              <p:cNvSpPr/>
              <p:nvPr/>
            </p:nvSpPr>
            <p:spPr>
              <a:xfrm>
                <a:off x="1538036" y="1927614"/>
                <a:ext cx="60065" cy="60065"/>
              </a:xfrm>
              <a:custGeom>
                <a:avLst/>
                <a:gdLst>
                  <a:gd name="connsiteX0" fmla="*/ 34623 w 38100"/>
                  <a:gd name="connsiteY0" fmla="*/ 11859 h 38100"/>
                  <a:gd name="connsiteX1" fmla="*/ 11859 w 38100"/>
                  <a:gd name="connsiteY1" fmla="*/ 11859 h 38100"/>
                  <a:gd name="connsiteX2" fmla="*/ 11859 w 38100"/>
                  <a:gd name="connsiteY2" fmla="*/ 34623 h 38100"/>
                  <a:gd name="connsiteX3" fmla="*/ 34623 w 38100"/>
                  <a:gd name="connsiteY3" fmla="*/ 34623 h 38100"/>
                  <a:gd name="connsiteX4" fmla="*/ 34623 w 38100"/>
                  <a:gd name="connsiteY4" fmla="*/ 11859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4623" y="11859"/>
                    </a:moveTo>
                    <a:cubicBezTo>
                      <a:pt x="28337" y="5572"/>
                      <a:pt x="18145" y="5572"/>
                      <a:pt x="11859" y="11859"/>
                    </a:cubicBezTo>
                    <a:cubicBezTo>
                      <a:pt x="5572" y="18145"/>
                      <a:pt x="5572" y="28337"/>
                      <a:pt x="11859" y="34623"/>
                    </a:cubicBezTo>
                    <a:cubicBezTo>
                      <a:pt x="18145" y="40910"/>
                      <a:pt x="28337" y="40910"/>
                      <a:pt x="34623" y="34623"/>
                    </a:cubicBezTo>
                    <a:cubicBezTo>
                      <a:pt x="40910" y="28337"/>
                      <a:pt x="40910" y="18145"/>
                      <a:pt x="34623" y="11859"/>
                    </a:cubicBezTo>
                    <a:close/>
                  </a:path>
                </a:pathLst>
              </a:custGeom>
              <a:solidFill>
                <a:srgbClr val="FED6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6" name="任意多边形: 形状 55"/>
              <p:cNvSpPr/>
              <p:nvPr/>
            </p:nvSpPr>
            <p:spPr>
              <a:xfrm>
                <a:off x="1394029" y="1399189"/>
                <a:ext cx="60065" cy="60065"/>
              </a:xfrm>
              <a:custGeom>
                <a:avLst/>
                <a:gdLst>
                  <a:gd name="connsiteX0" fmla="*/ 34623 w 38100"/>
                  <a:gd name="connsiteY0" fmla="*/ 11859 h 38100"/>
                  <a:gd name="connsiteX1" fmla="*/ 11859 w 38100"/>
                  <a:gd name="connsiteY1" fmla="*/ 11859 h 38100"/>
                  <a:gd name="connsiteX2" fmla="*/ 11859 w 38100"/>
                  <a:gd name="connsiteY2" fmla="*/ 34623 h 38100"/>
                  <a:gd name="connsiteX3" fmla="*/ 34623 w 38100"/>
                  <a:gd name="connsiteY3" fmla="*/ 34623 h 38100"/>
                  <a:gd name="connsiteX4" fmla="*/ 34623 w 38100"/>
                  <a:gd name="connsiteY4" fmla="*/ 11859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4623" y="11859"/>
                    </a:moveTo>
                    <a:cubicBezTo>
                      <a:pt x="28337" y="5572"/>
                      <a:pt x="18145" y="5572"/>
                      <a:pt x="11859" y="11859"/>
                    </a:cubicBezTo>
                    <a:cubicBezTo>
                      <a:pt x="5572" y="18145"/>
                      <a:pt x="5572" y="28337"/>
                      <a:pt x="11859" y="34623"/>
                    </a:cubicBezTo>
                    <a:cubicBezTo>
                      <a:pt x="18145" y="40910"/>
                      <a:pt x="28337" y="40910"/>
                      <a:pt x="34623" y="34623"/>
                    </a:cubicBezTo>
                    <a:cubicBezTo>
                      <a:pt x="40910" y="28337"/>
                      <a:pt x="40910" y="18145"/>
                      <a:pt x="34623" y="11859"/>
                    </a:cubicBezTo>
                    <a:close/>
                  </a:path>
                </a:pathLst>
              </a:custGeom>
              <a:solidFill>
                <a:srgbClr val="FED6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7" name="任意多边形: 形状 56"/>
              <p:cNvSpPr/>
              <p:nvPr/>
            </p:nvSpPr>
            <p:spPr>
              <a:xfrm>
                <a:off x="1562212" y="1567222"/>
                <a:ext cx="60065" cy="60065"/>
              </a:xfrm>
              <a:custGeom>
                <a:avLst/>
                <a:gdLst>
                  <a:gd name="connsiteX0" fmla="*/ 34623 w 38100"/>
                  <a:gd name="connsiteY0" fmla="*/ 11859 h 38100"/>
                  <a:gd name="connsiteX1" fmla="*/ 11859 w 38100"/>
                  <a:gd name="connsiteY1" fmla="*/ 11859 h 38100"/>
                  <a:gd name="connsiteX2" fmla="*/ 11859 w 38100"/>
                  <a:gd name="connsiteY2" fmla="*/ 34623 h 38100"/>
                  <a:gd name="connsiteX3" fmla="*/ 34623 w 38100"/>
                  <a:gd name="connsiteY3" fmla="*/ 34623 h 38100"/>
                  <a:gd name="connsiteX4" fmla="*/ 34623 w 38100"/>
                  <a:gd name="connsiteY4" fmla="*/ 11859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4623" y="11859"/>
                    </a:moveTo>
                    <a:cubicBezTo>
                      <a:pt x="28337" y="5572"/>
                      <a:pt x="18145" y="5572"/>
                      <a:pt x="11859" y="11859"/>
                    </a:cubicBezTo>
                    <a:cubicBezTo>
                      <a:pt x="5572" y="18145"/>
                      <a:pt x="5572" y="28337"/>
                      <a:pt x="11859" y="34623"/>
                    </a:cubicBezTo>
                    <a:cubicBezTo>
                      <a:pt x="18145" y="40910"/>
                      <a:pt x="28337" y="40910"/>
                      <a:pt x="34623" y="34623"/>
                    </a:cubicBezTo>
                    <a:cubicBezTo>
                      <a:pt x="40910" y="28432"/>
                      <a:pt x="40910" y="18145"/>
                      <a:pt x="34623" y="11859"/>
                    </a:cubicBezTo>
                    <a:close/>
                  </a:path>
                </a:pathLst>
              </a:custGeom>
              <a:solidFill>
                <a:srgbClr val="FED6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8" name="任意多边形: 形状 57"/>
              <p:cNvSpPr/>
              <p:nvPr/>
            </p:nvSpPr>
            <p:spPr>
              <a:xfrm>
                <a:off x="1730245" y="1735405"/>
                <a:ext cx="60065" cy="60065"/>
              </a:xfrm>
              <a:custGeom>
                <a:avLst/>
                <a:gdLst>
                  <a:gd name="connsiteX0" fmla="*/ 34623 w 38100"/>
                  <a:gd name="connsiteY0" fmla="*/ 11858 h 38100"/>
                  <a:gd name="connsiteX1" fmla="*/ 11859 w 38100"/>
                  <a:gd name="connsiteY1" fmla="*/ 11858 h 38100"/>
                  <a:gd name="connsiteX2" fmla="*/ 11859 w 38100"/>
                  <a:gd name="connsiteY2" fmla="*/ 34623 h 38100"/>
                  <a:gd name="connsiteX3" fmla="*/ 34623 w 38100"/>
                  <a:gd name="connsiteY3" fmla="*/ 34623 h 38100"/>
                  <a:gd name="connsiteX4" fmla="*/ 34623 w 38100"/>
                  <a:gd name="connsiteY4" fmla="*/ 11858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4623" y="11858"/>
                    </a:moveTo>
                    <a:cubicBezTo>
                      <a:pt x="28337" y="5572"/>
                      <a:pt x="18145" y="5572"/>
                      <a:pt x="11859" y="11858"/>
                    </a:cubicBezTo>
                    <a:cubicBezTo>
                      <a:pt x="5572" y="18145"/>
                      <a:pt x="5572" y="28337"/>
                      <a:pt x="11859" y="34623"/>
                    </a:cubicBezTo>
                    <a:cubicBezTo>
                      <a:pt x="18145" y="40910"/>
                      <a:pt x="28337" y="40910"/>
                      <a:pt x="34623" y="34623"/>
                    </a:cubicBezTo>
                    <a:cubicBezTo>
                      <a:pt x="40910" y="28337"/>
                      <a:pt x="40910" y="18145"/>
                      <a:pt x="34623" y="11858"/>
                    </a:cubicBezTo>
                    <a:close/>
                  </a:path>
                </a:pathLst>
              </a:custGeom>
              <a:solidFill>
                <a:srgbClr val="FED6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9" name="任意多边形: 形状 58"/>
              <p:cNvSpPr/>
              <p:nvPr/>
            </p:nvSpPr>
            <p:spPr>
              <a:xfrm>
                <a:off x="1586164" y="1206906"/>
                <a:ext cx="60065" cy="60065"/>
              </a:xfrm>
              <a:custGeom>
                <a:avLst/>
                <a:gdLst>
                  <a:gd name="connsiteX0" fmla="*/ 39338 w 38100"/>
                  <a:gd name="connsiteY0" fmla="*/ 23241 h 38100"/>
                  <a:gd name="connsiteX1" fmla="*/ 23241 w 38100"/>
                  <a:gd name="connsiteY1" fmla="*/ 39338 h 38100"/>
                  <a:gd name="connsiteX2" fmla="*/ 7144 w 38100"/>
                  <a:gd name="connsiteY2" fmla="*/ 23241 h 38100"/>
                  <a:gd name="connsiteX3" fmla="*/ 23241 w 38100"/>
                  <a:gd name="connsiteY3" fmla="*/ 7144 h 38100"/>
                  <a:gd name="connsiteX4" fmla="*/ 39338 w 38100"/>
                  <a:gd name="connsiteY4" fmla="*/ 23241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9338" y="23241"/>
                    </a:moveTo>
                    <a:cubicBezTo>
                      <a:pt x="39338" y="32131"/>
                      <a:pt x="32131" y="39338"/>
                      <a:pt x="23241" y="39338"/>
                    </a:cubicBezTo>
                    <a:cubicBezTo>
                      <a:pt x="14351" y="39338"/>
                      <a:pt x="7144" y="32131"/>
                      <a:pt x="7144" y="23241"/>
                    </a:cubicBezTo>
                    <a:cubicBezTo>
                      <a:pt x="7144" y="14351"/>
                      <a:pt x="14351" y="7144"/>
                      <a:pt x="23241" y="7144"/>
                    </a:cubicBezTo>
                    <a:cubicBezTo>
                      <a:pt x="32131" y="7144"/>
                      <a:pt x="39338" y="14351"/>
                      <a:pt x="39338" y="23241"/>
                    </a:cubicBezTo>
                    <a:close/>
                  </a:path>
                </a:pathLst>
              </a:custGeom>
              <a:solidFill>
                <a:srgbClr val="FED6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0" name="任意多边形: 形状 59"/>
              <p:cNvSpPr/>
              <p:nvPr/>
            </p:nvSpPr>
            <p:spPr>
              <a:xfrm>
                <a:off x="1754421" y="1375013"/>
                <a:ext cx="60065" cy="60065"/>
              </a:xfrm>
              <a:custGeom>
                <a:avLst/>
                <a:gdLst>
                  <a:gd name="connsiteX0" fmla="*/ 34623 w 38100"/>
                  <a:gd name="connsiteY0" fmla="*/ 11858 h 38100"/>
                  <a:gd name="connsiteX1" fmla="*/ 11859 w 38100"/>
                  <a:gd name="connsiteY1" fmla="*/ 11858 h 38100"/>
                  <a:gd name="connsiteX2" fmla="*/ 11859 w 38100"/>
                  <a:gd name="connsiteY2" fmla="*/ 34623 h 38100"/>
                  <a:gd name="connsiteX3" fmla="*/ 34623 w 38100"/>
                  <a:gd name="connsiteY3" fmla="*/ 34623 h 38100"/>
                  <a:gd name="connsiteX4" fmla="*/ 34623 w 38100"/>
                  <a:gd name="connsiteY4" fmla="*/ 11858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4623" y="11858"/>
                    </a:moveTo>
                    <a:cubicBezTo>
                      <a:pt x="28337" y="5572"/>
                      <a:pt x="18145" y="5572"/>
                      <a:pt x="11859" y="11858"/>
                    </a:cubicBezTo>
                    <a:cubicBezTo>
                      <a:pt x="5572" y="18145"/>
                      <a:pt x="5572" y="28337"/>
                      <a:pt x="11859" y="34623"/>
                    </a:cubicBezTo>
                    <a:cubicBezTo>
                      <a:pt x="18145" y="40910"/>
                      <a:pt x="28337" y="40910"/>
                      <a:pt x="34623" y="34623"/>
                    </a:cubicBezTo>
                    <a:cubicBezTo>
                      <a:pt x="40910" y="28432"/>
                      <a:pt x="40910" y="18145"/>
                      <a:pt x="34623" y="11858"/>
                    </a:cubicBezTo>
                    <a:close/>
                  </a:path>
                </a:pathLst>
              </a:custGeom>
              <a:solidFill>
                <a:srgbClr val="FED6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1" name="任意多边形: 形状 60"/>
              <p:cNvSpPr/>
              <p:nvPr/>
            </p:nvSpPr>
            <p:spPr>
              <a:xfrm>
                <a:off x="1922454" y="1543196"/>
                <a:ext cx="60065" cy="60065"/>
              </a:xfrm>
              <a:custGeom>
                <a:avLst/>
                <a:gdLst>
                  <a:gd name="connsiteX0" fmla="*/ 34623 w 38100"/>
                  <a:gd name="connsiteY0" fmla="*/ 11859 h 38100"/>
                  <a:gd name="connsiteX1" fmla="*/ 11859 w 38100"/>
                  <a:gd name="connsiteY1" fmla="*/ 11859 h 38100"/>
                  <a:gd name="connsiteX2" fmla="*/ 11859 w 38100"/>
                  <a:gd name="connsiteY2" fmla="*/ 34624 h 38100"/>
                  <a:gd name="connsiteX3" fmla="*/ 34623 w 38100"/>
                  <a:gd name="connsiteY3" fmla="*/ 34624 h 38100"/>
                  <a:gd name="connsiteX4" fmla="*/ 34623 w 38100"/>
                  <a:gd name="connsiteY4" fmla="*/ 11859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4623" y="11859"/>
                    </a:moveTo>
                    <a:cubicBezTo>
                      <a:pt x="28337" y="5572"/>
                      <a:pt x="18145" y="5572"/>
                      <a:pt x="11859" y="11859"/>
                    </a:cubicBezTo>
                    <a:cubicBezTo>
                      <a:pt x="5572" y="18145"/>
                      <a:pt x="5572" y="28337"/>
                      <a:pt x="11859" y="34624"/>
                    </a:cubicBezTo>
                    <a:cubicBezTo>
                      <a:pt x="18145" y="40910"/>
                      <a:pt x="28337" y="40910"/>
                      <a:pt x="34623" y="34624"/>
                    </a:cubicBezTo>
                    <a:cubicBezTo>
                      <a:pt x="40910" y="28337"/>
                      <a:pt x="40910" y="18145"/>
                      <a:pt x="34623" y="11859"/>
                    </a:cubicBezTo>
                    <a:close/>
                  </a:path>
                </a:pathLst>
              </a:custGeom>
              <a:solidFill>
                <a:srgbClr val="FED6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2" name="任意多边形: 形状 61"/>
              <p:cNvSpPr/>
              <p:nvPr/>
            </p:nvSpPr>
            <p:spPr>
              <a:xfrm>
                <a:off x="1729119" y="-88253"/>
                <a:ext cx="900980" cy="900980"/>
              </a:xfrm>
              <a:custGeom>
                <a:avLst/>
                <a:gdLst>
                  <a:gd name="connsiteX0" fmla="*/ 570548 w 571500"/>
                  <a:gd name="connsiteY0" fmla="*/ 429768 h 571500"/>
                  <a:gd name="connsiteX1" fmla="*/ 429673 w 571500"/>
                  <a:gd name="connsiteY1" fmla="*/ 570643 h 571500"/>
                  <a:gd name="connsiteX2" fmla="*/ 7144 w 571500"/>
                  <a:gd name="connsiteY2" fmla="*/ 148114 h 571500"/>
                  <a:gd name="connsiteX3" fmla="*/ 148018 w 571500"/>
                  <a:gd name="connsiteY3" fmla="*/ 7144 h 571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1500" h="571500">
                    <a:moveTo>
                      <a:pt x="570548" y="429768"/>
                    </a:moveTo>
                    <a:lnTo>
                      <a:pt x="429673" y="570643"/>
                    </a:lnTo>
                    <a:lnTo>
                      <a:pt x="7144" y="148114"/>
                    </a:lnTo>
                    <a:lnTo>
                      <a:pt x="148018" y="7144"/>
                    </a:lnTo>
                    <a:close/>
                  </a:path>
                </a:pathLst>
              </a:custGeom>
              <a:solidFill>
                <a:srgbClr val="61C9D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3" name="任意多边形: 形状 62"/>
              <p:cNvSpPr/>
              <p:nvPr/>
            </p:nvSpPr>
            <p:spPr>
              <a:xfrm>
                <a:off x="1258507" y="382359"/>
                <a:ext cx="900980" cy="900980"/>
              </a:xfrm>
              <a:custGeom>
                <a:avLst/>
                <a:gdLst>
                  <a:gd name="connsiteX0" fmla="*/ 429768 w 571500"/>
                  <a:gd name="connsiteY0" fmla="*/ 570643 h 571500"/>
                  <a:gd name="connsiteX1" fmla="*/ 7144 w 571500"/>
                  <a:gd name="connsiteY1" fmla="*/ 148019 h 571500"/>
                  <a:gd name="connsiteX2" fmla="*/ 148019 w 571500"/>
                  <a:gd name="connsiteY2" fmla="*/ 7144 h 571500"/>
                  <a:gd name="connsiteX3" fmla="*/ 570643 w 571500"/>
                  <a:gd name="connsiteY3" fmla="*/ 429768 h 571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1500" h="571500">
                    <a:moveTo>
                      <a:pt x="429768" y="570643"/>
                    </a:moveTo>
                    <a:lnTo>
                      <a:pt x="7144" y="148019"/>
                    </a:lnTo>
                    <a:lnTo>
                      <a:pt x="148019" y="7144"/>
                    </a:lnTo>
                    <a:lnTo>
                      <a:pt x="570643" y="429768"/>
                    </a:lnTo>
                    <a:close/>
                  </a:path>
                </a:pathLst>
              </a:custGeom>
              <a:solidFill>
                <a:srgbClr val="61C9D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4" name="任意多边形: 形状 63"/>
              <p:cNvSpPr/>
              <p:nvPr/>
            </p:nvSpPr>
            <p:spPr>
              <a:xfrm>
                <a:off x="1729119" y="-88253"/>
                <a:ext cx="900980" cy="900980"/>
              </a:xfrm>
              <a:custGeom>
                <a:avLst/>
                <a:gdLst>
                  <a:gd name="connsiteX0" fmla="*/ 148018 w 571500"/>
                  <a:gd name="connsiteY0" fmla="*/ 7144 h 571500"/>
                  <a:gd name="connsiteX1" fmla="*/ 570548 w 571500"/>
                  <a:gd name="connsiteY1" fmla="*/ 429768 h 571500"/>
                  <a:gd name="connsiteX2" fmla="*/ 429768 w 571500"/>
                  <a:gd name="connsiteY2" fmla="*/ 570643 h 571500"/>
                  <a:gd name="connsiteX3" fmla="*/ 7144 w 571500"/>
                  <a:gd name="connsiteY3" fmla="*/ 148019 h 571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1500" h="571500">
                    <a:moveTo>
                      <a:pt x="148018" y="7144"/>
                    </a:moveTo>
                    <a:lnTo>
                      <a:pt x="570548" y="429768"/>
                    </a:lnTo>
                    <a:lnTo>
                      <a:pt x="429768" y="570643"/>
                    </a:lnTo>
                    <a:lnTo>
                      <a:pt x="7144" y="148019"/>
                    </a:ln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5" name="任意多边形: 形状 64"/>
              <p:cNvSpPr/>
              <p:nvPr/>
            </p:nvSpPr>
            <p:spPr>
              <a:xfrm>
                <a:off x="1974635" y="143299"/>
                <a:ext cx="60065" cy="60065"/>
              </a:xfrm>
              <a:custGeom>
                <a:avLst/>
                <a:gdLst>
                  <a:gd name="connsiteX0" fmla="*/ 35433 w 38100"/>
                  <a:gd name="connsiteY0" fmla="*/ 35433 h 38100"/>
                  <a:gd name="connsiteX1" fmla="*/ 35433 w 38100"/>
                  <a:gd name="connsiteY1" fmla="*/ 12002 h 38100"/>
                  <a:gd name="connsiteX2" fmla="*/ 12002 w 38100"/>
                  <a:gd name="connsiteY2" fmla="*/ 12002 h 38100"/>
                  <a:gd name="connsiteX3" fmla="*/ 12002 w 38100"/>
                  <a:gd name="connsiteY3" fmla="*/ 35433 h 38100"/>
                  <a:gd name="connsiteX4" fmla="*/ 35433 w 38100"/>
                  <a:gd name="connsiteY4" fmla="*/ 35433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5433" y="35433"/>
                    </a:moveTo>
                    <a:cubicBezTo>
                      <a:pt x="41910" y="28956"/>
                      <a:pt x="41910" y="18478"/>
                      <a:pt x="35433" y="12002"/>
                    </a:cubicBezTo>
                    <a:cubicBezTo>
                      <a:pt x="28956" y="5524"/>
                      <a:pt x="18479" y="5524"/>
                      <a:pt x="12002" y="12002"/>
                    </a:cubicBezTo>
                    <a:cubicBezTo>
                      <a:pt x="5524" y="18478"/>
                      <a:pt x="5524" y="28956"/>
                      <a:pt x="12002" y="35433"/>
                    </a:cubicBezTo>
                    <a:cubicBezTo>
                      <a:pt x="18479" y="41910"/>
                      <a:pt x="28956" y="41910"/>
                      <a:pt x="35433" y="35433"/>
                    </a:cubicBezTo>
                    <a:close/>
                  </a:path>
                </a:pathLst>
              </a:custGeom>
              <a:solidFill>
                <a:srgbClr val="F7F8F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6" name="任意多边形: 形状 65"/>
              <p:cNvSpPr/>
              <p:nvPr/>
            </p:nvSpPr>
            <p:spPr>
              <a:xfrm>
                <a:off x="2172100" y="340764"/>
                <a:ext cx="60065" cy="60065"/>
              </a:xfrm>
              <a:custGeom>
                <a:avLst/>
                <a:gdLst>
                  <a:gd name="connsiteX0" fmla="*/ 35433 w 38100"/>
                  <a:gd name="connsiteY0" fmla="*/ 35433 h 38100"/>
                  <a:gd name="connsiteX1" fmla="*/ 35433 w 38100"/>
                  <a:gd name="connsiteY1" fmla="*/ 12001 h 38100"/>
                  <a:gd name="connsiteX2" fmla="*/ 12002 w 38100"/>
                  <a:gd name="connsiteY2" fmla="*/ 12001 h 38100"/>
                  <a:gd name="connsiteX3" fmla="*/ 12002 w 38100"/>
                  <a:gd name="connsiteY3" fmla="*/ 35433 h 38100"/>
                  <a:gd name="connsiteX4" fmla="*/ 35433 w 38100"/>
                  <a:gd name="connsiteY4" fmla="*/ 35433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5433" y="35433"/>
                    </a:moveTo>
                    <a:cubicBezTo>
                      <a:pt x="41910" y="28956"/>
                      <a:pt x="41910" y="18478"/>
                      <a:pt x="35433" y="12001"/>
                    </a:cubicBezTo>
                    <a:cubicBezTo>
                      <a:pt x="28956" y="5525"/>
                      <a:pt x="18479" y="5525"/>
                      <a:pt x="12002" y="12001"/>
                    </a:cubicBezTo>
                    <a:cubicBezTo>
                      <a:pt x="5524" y="18478"/>
                      <a:pt x="5524" y="28956"/>
                      <a:pt x="12002" y="35433"/>
                    </a:cubicBezTo>
                    <a:cubicBezTo>
                      <a:pt x="18479" y="41910"/>
                      <a:pt x="28956" y="41910"/>
                      <a:pt x="35433" y="35433"/>
                    </a:cubicBezTo>
                    <a:close/>
                  </a:path>
                </a:pathLst>
              </a:custGeom>
              <a:solidFill>
                <a:srgbClr val="F7F8F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7" name="任意多边形: 形状 66"/>
              <p:cNvSpPr/>
              <p:nvPr/>
            </p:nvSpPr>
            <p:spPr>
              <a:xfrm>
                <a:off x="2369565" y="538229"/>
                <a:ext cx="60065" cy="60065"/>
              </a:xfrm>
              <a:custGeom>
                <a:avLst/>
                <a:gdLst>
                  <a:gd name="connsiteX0" fmla="*/ 40291 w 38100"/>
                  <a:gd name="connsiteY0" fmla="*/ 23717 h 38100"/>
                  <a:gd name="connsiteX1" fmla="*/ 23717 w 38100"/>
                  <a:gd name="connsiteY1" fmla="*/ 40291 h 38100"/>
                  <a:gd name="connsiteX2" fmla="*/ 7144 w 38100"/>
                  <a:gd name="connsiteY2" fmla="*/ 23717 h 38100"/>
                  <a:gd name="connsiteX3" fmla="*/ 23717 w 38100"/>
                  <a:gd name="connsiteY3" fmla="*/ 7144 h 38100"/>
                  <a:gd name="connsiteX4" fmla="*/ 40291 w 38100"/>
                  <a:gd name="connsiteY4" fmla="*/ 23717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40291" y="23717"/>
                    </a:moveTo>
                    <a:cubicBezTo>
                      <a:pt x="40291" y="32871"/>
                      <a:pt x="32871" y="40291"/>
                      <a:pt x="23717" y="40291"/>
                    </a:cubicBezTo>
                    <a:cubicBezTo>
                      <a:pt x="14564" y="40291"/>
                      <a:pt x="7144" y="32871"/>
                      <a:pt x="7144" y="23717"/>
                    </a:cubicBezTo>
                    <a:cubicBezTo>
                      <a:pt x="7144" y="14564"/>
                      <a:pt x="14564" y="7144"/>
                      <a:pt x="23717" y="7144"/>
                    </a:cubicBezTo>
                    <a:cubicBezTo>
                      <a:pt x="32871" y="7144"/>
                      <a:pt x="40291" y="14564"/>
                      <a:pt x="40291" y="23717"/>
                    </a:cubicBezTo>
                    <a:close/>
                  </a:path>
                </a:pathLst>
              </a:custGeom>
              <a:solidFill>
                <a:srgbClr val="F7F8F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8" name="任意多边形: 形状 67"/>
              <p:cNvSpPr/>
              <p:nvPr/>
            </p:nvSpPr>
            <p:spPr>
              <a:xfrm>
                <a:off x="1500420" y="617514"/>
                <a:ext cx="60065" cy="60065"/>
              </a:xfrm>
              <a:custGeom>
                <a:avLst/>
                <a:gdLst>
                  <a:gd name="connsiteX0" fmla="*/ 35433 w 38100"/>
                  <a:gd name="connsiteY0" fmla="*/ 35433 h 38100"/>
                  <a:gd name="connsiteX1" fmla="*/ 35433 w 38100"/>
                  <a:gd name="connsiteY1" fmla="*/ 12001 h 38100"/>
                  <a:gd name="connsiteX2" fmla="*/ 12002 w 38100"/>
                  <a:gd name="connsiteY2" fmla="*/ 12001 h 38100"/>
                  <a:gd name="connsiteX3" fmla="*/ 12002 w 38100"/>
                  <a:gd name="connsiteY3" fmla="*/ 35433 h 38100"/>
                  <a:gd name="connsiteX4" fmla="*/ 35433 w 38100"/>
                  <a:gd name="connsiteY4" fmla="*/ 35433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5433" y="35433"/>
                    </a:moveTo>
                    <a:cubicBezTo>
                      <a:pt x="41910" y="28956"/>
                      <a:pt x="41910" y="18479"/>
                      <a:pt x="35433" y="12001"/>
                    </a:cubicBezTo>
                    <a:cubicBezTo>
                      <a:pt x="28956" y="5525"/>
                      <a:pt x="18479" y="5525"/>
                      <a:pt x="12002" y="12001"/>
                    </a:cubicBezTo>
                    <a:cubicBezTo>
                      <a:pt x="5524" y="18479"/>
                      <a:pt x="5524" y="28956"/>
                      <a:pt x="12002" y="35433"/>
                    </a:cubicBezTo>
                    <a:cubicBezTo>
                      <a:pt x="18479" y="41910"/>
                      <a:pt x="28956" y="41910"/>
                      <a:pt x="35433" y="35433"/>
                    </a:cubicBez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9" name="任意多边形: 形状 68"/>
              <p:cNvSpPr/>
              <p:nvPr/>
            </p:nvSpPr>
            <p:spPr>
              <a:xfrm>
                <a:off x="1697885" y="814979"/>
                <a:ext cx="60065" cy="60065"/>
              </a:xfrm>
              <a:custGeom>
                <a:avLst/>
                <a:gdLst>
                  <a:gd name="connsiteX0" fmla="*/ 35433 w 38100"/>
                  <a:gd name="connsiteY0" fmla="*/ 35433 h 38100"/>
                  <a:gd name="connsiteX1" fmla="*/ 35433 w 38100"/>
                  <a:gd name="connsiteY1" fmla="*/ 12002 h 38100"/>
                  <a:gd name="connsiteX2" fmla="*/ 12002 w 38100"/>
                  <a:gd name="connsiteY2" fmla="*/ 12002 h 38100"/>
                  <a:gd name="connsiteX3" fmla="*/ 12002 w 38100"/>
                  <a:gd name="connsiteY3" fmla="*/ 35433 h 38100"/>
                  <a:gd name="connsiteX4" fmla="*/ 35433 w 38100"/>
                  <a:gd name="connsiteY4" fmla="*/ 35433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5433" y="35433"/>
                    </a:moveTo>
                    <a:cubicBezTo>
                      <a:pt x="41910" y="28956"/>
                      <a:pt x="41910" y="18478"/>
                      <a:pt x="35433" y="12002"/>
                    </a:cubicBezTo>
                    <a:cubicBezTo>
                      <a:pt x="28956" y="5524"/>
                      <a:pt x="18479" y="5524"/>
                      <a:pt x="12002" y="12002"/>
                    </a:cubicBezTo>
                    <a:cubicBezTo>
                      <a:pt x="5524" y="18478"/>
                      <a:pt x="5524" y="28956"/>
                      <a:pt x="12002" y="35433"/>
                    </a:cubicBezTo>
                    <a:cubicBezTo>
                      <a:pt x="18479" y="41910"/>
                      <a:pt x="28956" y="41910"/>
                      <a:pt x="35433" y="35433"/>
                    </a:cubicBez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0" name="任意多边形: 形状 69"/>
              <p:cNvSpPr/>
              <p:nvPr/>
            </p:nvSpPr>
            <p:spPr>
              <a:xfrm>
                <a:off x="1895350" y="1012444"/>
                <a:ext cx="60065" cy="60065"/>
              </a:xfrm>
              <a:custGeom>
                <a:avLst/>
                <a:gdLst>
                  <a:gd name="connsiteX0" fmla="*/ 40291 w 38100"/>
                  <a:gd name="connsiteY0" fmla="*/ 23717 h 38100"/>
                  <a:gd name="connsiteX1" fmla="*/ 23717 w 38100"/>
                  <a:gd name="connsiteY1" fmla="*/ 40291 h 38100"/>
                  <a:gd name="connsiteX2" fmla="*/ 7144 w 38100"/>
                  <a:gd name="connsiteY2" fmla="*/ 23717 h 38100"/>
                  <a:gd name="connsiteX3" fmla="*/ 23717 w 38100"/>
                  <a:gd name="connsiteY3" fmla="*/ 7144 h 38100"/>
                  <a:gd name="connsiteX4" fmla="*/ 40291 w 38100"/>
                  <a:gd name="connsiteY4" fmla="*/ 23717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40291" y="23717"/>
                    </a:moveTo>
                    <a:cubicBezTo>
                      <a:pt x="40291" y="32870"/>
                      <a:pt x="32871" y="40291"/>
                      <a:pt x="23717" y="40291"/>
                    </a:cubicBezTo>
                    <a:cubicBezTo>
                      <a:pt x="14564" y="40291"/>
                      <a:pt x="7144" y="32870"/>
                      <a:pt x="7144" y="23717"/>
                    </a:cubicBezTo>
                    <a:cubicBezTo>
                      <a:pt x="7144" y="14564"/>
                      <a:pt x="14564" y="7144"/>
                      <a:pt x="23717" y="7144"/>
                    </a:cubicBezTo>
                    <a:cubicBezTo>
                      <a:pt x="32871" y="7144"/>
                      <a:pt x="40291" y="14564"/>
                      <a:pt x="40291" y="23717"/>
                    </a:cubicBez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1" name="任意多边形: 形状 70"/>
              <p:cNvSpPr/>
              <p:nvPr/>
            </p:nvSpPr>
            <p:spPr>
              <a:xfrm>
                <a:off x="2236970" y="641991"/>
                <a:ext cx="645702" cy="645702"/>
              </a:xfrm>
              <a:custGeom>
                <a:avLst/>
                <a:gdLst>
                  <a:gd name="connsiteX0" fmla="*/ 405289 w 409575"/>
                  <a:gd name="connsiteY0" fmla="*/ 206216 h 409575"/>
                  <a:gd name="connsiteX1" fmla="*/ 206216 w 409575"/>
                  <a:gd name="connsiteY1" fmla="*/ 7144 h 409575"/>
                  <a:gd name="connsiteX2" fmla="*/ 7144 w 409575"/>
                  <a:gd name="connsiteY2" fmla="*/ 206216 h 409575"/>
                  <a:gd name="connsiteX3" fmla="*/ 206216 w 409575"/>
                  <a:gd name="connsiteY3" fmla="*/ 405384 h 409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9575" h="409575">
                    <a:moveTo>
                      <a:pt x="405289" y="206216"/>
                    </a:moveTo>
                    <a:lnTo>
                      <a:pt x="206216" y="7144"/>
                    </a:lnTo>
                    <a:lnTo>
                      <a:pt x="7144" y="206216"/>
                    </a:lnTo>
                    <a:lnTo>
                      <a:pt x="206216" y="405384"/>
                    </a:lnTo>
                    <a:close/>
                  </a:path>
                </a:pathLst>
              </a:custGeom>
              <a:solidFill>
                <a:srgbClr val="F2634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2" name="任意多边形: 形状 71"/>
              <p:cNvSpPr/>
              <p:nvPr/>
            </p:nvSpPr>
            <p:spPr>
              <a:xfrm>
                <a:off x="2236970" y="798913"/>
                <a:ext cx="1291404" cy="1306420"/>
              </a:xfrm>
              <a:custGeom>
                <a:avLst/>
                <a:gdLst>
                  <a:gd name="connsiteX0" fmla="*/ 819626 w 819150"/>
                  <a:gd name="connsiteY0" fmla="*/ 723900 h 828675"/>
                  <a:gd name="connsiteX1" fmla="*/ 106680 w 819150"/>
                  <a:gd name="connsiteY1" fmla="*/ 7144 h 828675"/>
                  <a:gd name="connsiteX2" fmla="*/ 7144 w 819150"/>
                  <a:gd name="connsiteY2" fmla="*/ 106680 h 828675"/>
                  <a:gd name="connsiteX3" fmla="*/ 720090 w 819150"/>
                  <a:gd name="connsiteY3" fmla="*/ 823436 h 828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19150" h="828675">
                    <a:moveTo>
                      <a:pt x="819626" y="723900"/>
                    </a:moveTo>
                    <a:lnTo>
                      <a:pt x="106680" y="7144"/>
                    </a:lnTo>
                    <a:lnTo>
                      <a:pt x="7144" y="106680"/>
                    </a:lnTo>
                    <a:lnTo>
                      <a:pt x="720090" y="823436"/>
                    </a:ln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3" name="任意多边形: 形状 72"/>
              <p:cNvSpPr/>
              <p:nvPr/>
            </p:nvSpPr>
            <p:spPr>
              <a:xfrm>
                <a:off x="1922980" y="955833"/>
                <a:ext cx="961045" cy="1276388"/>
              </a:xfrm>
              <a:custGeom>
                <a:avLst/>
                <a:gdLst>
                  <a:gd name="connsiteX0" fmla="*/ 7144 w 609600"/>
                  <a:gd name="connsiteY0" fmla="*/ 206311 h 809625"/>
                  <a:gd name="connsiteX1" fmla="*/ 206312 w 609600"/>
                  <a:gd name="connsiteY1" fmla="*/ 405384 h 809625"/>
                  <a:gd name="connsiteX2" fmla="*/ 7144 w 609600"/>
                  <a:gd name="connsiteY2" fmla="*/ 604457 h 809625"/>
                  <a:gd name="connsiteX3" fmla="*/ 206312 w 609600"/>
                  <a:gd name="connsiteY3" fmla="*/ 803624 h 809625"/>
                  <a:gd name="connsiteX4" fmla="*/ 405384 w 609600"/>
                  <a:gd name="connsiteY4" fmla="*/ 604457 h 809625"/>
                  <a:gd name="connsiteX5" fmla="*/ 604457 w 609600"/>
                  <a:gd name="connsiteY5" fmla="*/ 405384 h 809625"/>
                  <a:gd name="connsiteX6" fmla="*/ 405384 w 609600"/>
                  <a:gd name="connsiteY6" fmla="*/ 206311 h 809625"/>
                  <a:gd name="connsiteX7" fmla="*/ 206312 w 609600"/>
                  <a:gd name="connsiteY7" fmla="*/ 7144 h 809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09600" h="809625">
                    <a:moveTo>
                      <a:pt x="7144" y="206311"/>
                    </a:moveTo>
                    <a:lnTo>
                      <a:pt x="206312" y="405384"/>
                    </a:lnTo>
                    <a:lnTo>
                      <a:pt x="7144" y="604457"/>
                    </a:lnTo>
                    <a:lnTo>
                      <a:pt x="206312" y="803624"/>
                    </a:lnTo>
                    <a:lnTo>
                      <a:pt x="405384" y="604457"/>
                    </a:lnTo>
                    <a:lnTo>
                      <a:pt x="604457" y="405384"/>
                    </a:lnTo>
                    <a:lnTo>
                      <a:pt x="405384" y="206311"/>
                    </a:lnTo>
                    <a:lnTo>
                      <a:pt x="206312" y="7144"/>
                    </a:ln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4" name="任意多边形: 形状 73"/>
              <p:cNvSpPr/>
              <p:nvPr/>
            </p:nvSpPr>
            <p:spPr>
              <a:xfrm>
                <a:off x="1438703" y="-575832"/>
                <a:ext cx="270294" cy="270294"/>
              </a:xfrm>
              <a:custGeom>
                <a:avLst/>
                <a:gdLst>
                  <a:gd name="connsiteX0" fmla="*/ 166783 w 171450"/>
                  <a:gd name="connsiteY0" fmla="*/ 86963 h 171450"/>
                  <a:gd name="connsiteX1" fmla="*/ 86963 w 171450"/>
                  <a:gd name="connsiteY1" fmla="*/ 166783 h 171450"/>
                  <a:gd name="connsiteX2" fmla="*/ 7144 w 171450"/>
                  <a:gd name="connsiteY2" fmla="*/ 86963 h 171450"/>
                  <a:gd name="connsiteX3" fmla="*/ 86963 w 171450"/>
                  <a:gd name="connsiteY3" fmla="*/ 7144 h 171450"/>
                  <a:gd name="connsiteX4" fmla="*/ 166783 w 171450"/>
                  <a:gd name="connsiteY4" fmla="*/ 86963 h 171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0" h="171450">
                    <a:moveTo>
                      <a:pt x="166783" y="86963"/>
                    </a:moveTo>
                    <a:cubicBezTo>
                      <a:pt x="166783" y="131046"/>
                      <a:pt x="131046" y="166783"/>
                      <a:pt x="86963" y="166783"/>
                    </a:cubicBezTo>
                    <a:cubicBezTo>
                      <a:pt x="42880" y="166783"/>
                      <a:pt x="7144" y="131046"/>
                      <a:pt x="7144" y="86963"/>
                    </a:cubicBezTo>
                    <a:cubicBezTo>
                      <a:pt x="7144" y="42880"/>
                      <a:pt x="42880" y="7144"/>
                      <a:pt x="86963" y="7144"/>
                    </a:cubicBezTo>
                    <a:cubicBezTo>
                      <a:pt x="131046" y="7144"/>
                      <a:pt x="166783" y="42880"/>
                      <a:pt x="166783" y="86963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5" name="任意多边形: 形状 74"/>
              <p:cNvSpPr/>
              <p:nvPr/>
            </p:nvSpPr>
            <p:spPr>
              <a:xfrm>
                <a:off x="3467108" y="1107647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ubicBezTo>
                      <a:pt x="27146" y="22670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6" name="任意多边形: 形状 75"/>
              <p:cNvSpPr/>
              <p:nvPr/>
            </p:nvSpPr>
            <p:spPr>
              <a:xfrm>
                <a:off x="3467108" y="1233634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69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ubicBezTo>
                      <a:pt x="27146" y="22669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7" name="任意多边形: 形状 76"/>
              <p:cNvSpPr/>
              <p:nvPr/>
            </p:nvSpPr>
            <p:spPr>
              <a:xfrm>
                <a:off x="3467108" y="1359771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ubicBezTo>
                      <a:pt x="27146" y="22670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8" name="任意多边形: 形状 77"/>
              <p:cNvSpPr/>
              <p:nvPr/>
            </p:nvSpPr>
            <p:spPr>
              <a:xfrm>
                <a:off x="3467108" y="1485759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ubicBezTo>
                      <a:pt x="27146" y="22670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9" name="任意多边形: 形状 78"/>
              <p:cNvSpPr/>
              <p:nvPr/>
            </p:nvSpPr>
            <p:spPr>
              <a:xfrm>
                <a:off x="3467108" y="1611896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69"/>
                      <a:pt x="7144" y="17145"/>
                    </a:cubicBezTo>
                    <a:cubicBezTo>
                      <a:pt x="7144" y="11620"/>
                      <a:pt x="11621" y="7144"/>
                      <a:pt x="17145" y="7144"/>
                    </a:cubicBezTo>
                    <a:cubicBezTo>
                      <a:pt x="22670" y="7144"/>
                      <a:pt x="27146" y="11620"/>
                      <a:pt x="27146" y="17145"/>
                    </a:cubicBezTo>
                    <a:cubicBezTo>
                      <a:pt x="27146" y="22669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0" name="任意多边形: 形状 79"/>
              <p:cNvSpPr/>
              <p:nvPr/>
            </p:nvSpPr>
            <p:spPr>
              <a:xfrm>
                <a:off x="3467108" y="1737883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ubicBezTo>
                      <a:pt x="27146" y="22670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1" name="任意多边形: 形状 80"/>
              <p:cNvSpPr/>
              <p:nvPr/>
            </p:nvSpPr>
            <p:spPr>
              <a:xfrm>
                <a:off x="3341122" y="1107647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ubicBezTo>
                      <a:pt x="27242" y="22670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2" name="任意多边形: 形状 81"/>
              <p:cNvSpPr/>
              <p:nvPr/>
            </p:nvSpPr>
            <p:spPr>
              <a:xfrm>
                <a:off x="3341122" y="1233634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9"/>
                      <a:pt x="22668" y="27146"/>
                      <a:pt x="17145" y="27146"/>
                    </a:cubicBezTo>
                    <a:cubicBezTo>
                      <a:pt x="11621" y="27146"/>
                      <a:pt x="7144" y="22669"/>
                      <a:pt x="7144" y="17145"/>
                    </a:cubicBezTo>
                    <a:cubicBezTo>
                      <a:pt x="7144" y="11622"/>
                      <a:pt x="11621" y="7144"/>
                      <a:pt x="17145" y="7144"/>
                    </a:cubicBezTo>
                    <a:cubicBezTo>
                      <a:pt x="22668" y="7144"/>
                      <a:pt x="27146" y="11622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3" name="任意多边形: 形状 82"/>
              <p:cNvSpPr/>
              <p:nvPr/>
            </p:nvSpPr>
            <p:spPr>
              <a:xfrm>
                <a:off x="3341122" y="1359622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9"/>
                      <a:pt x="22668" y="27146"/>
                      <a:pt x="17145" y="27146"/>
                    </a:cubicBezTo>
                    <a:cubicBezTo>
                      <a:pt x="11621" y="27146"/>
                      <a:pt x="7144" y="22669"/>
                      <a:pt x="7144" y="17145"/>
                    </a:cubicBezTo>
                    <a:cubicBezTo>
                      <a:pt x="7144" y="11622"/>
                      <a:pt x="11621" y="7144"/>
                      <a:pt x="17145" y="7144"/>
                    </a:cubicBezTo>
                    <a:cubicBezTo>
                      <a:pt x="22668" y="7144"/>
                      <a:pt x="27146" y="11622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4" name="任意多边形: 形状 83"/>
              <p:cNvSpPr/>
              <p:nvPr/>
            </p:nvSpPr>
            <p:spPr>
              <a:xfrm>
                <a:off x="3341122" y="148575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9"/>
                      <a:pt x="22668" y="27146"/>
                      <a:pt x="17145" y="27146"/>
                    </a:cubicBezTo>
                    <a:cubicBezTo>
                      <a:pt x="11621" y="27146"/>
                      <a:pt x="7144" y="22669"/>
                      <a:pt x="7144" y="17145"/>
                    </a:cubicBezTo>
                    <a:cubicBezTo>
                      <a:pt x="7144" y="11622"/>
                      <a:pt x="11621" y="7144"/>
                      <a:pt x="17145" y="7144"/>
                    </a:cubicBezTo>
                    <a:cubicBezTo>
                      <a:pt x="22668" y="7144"/>
                      <a:pt x="27146" y="11622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5" name="任意多边形: 形状 84"/>
              <p:cNvSpPr/>
              <p:nvPr/>
            </p:nvSpPr>
            <p:spPr>
              <a:xfrm>
                <a:off x="3341122" y="1611896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69"/>
                      <a:pt x="7144" y="17145"/>
                    </a:cubicBezTo>
                    <a:cubicBezTo>
                      <a:pt x="7144" y="11620"/>
                      <a:pt x="11621" y="7144"/>
                      <a:pt x="17145" y="7144"/>
                    </a:cubicBezTo>
                    <a:cubicBezTo>
                      <a:pt x="22670" y="7144"/>
                      <a:pt x="27146" y="11620"/>
                      <a:pt x="27146" y="17145"/>
                    </a:cubicBezTo>
                    <a:cubicBezTo>
                      <a:pt x="27242" y="22669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6" name="任意多边形: 形状 85"/>
              <p:cNvSpPr/>
              <p:nvPr/>
            </p:nvSpPr>
            <p:spPr>
              <a:xfrm>
                <a:off x="3215285" y="1107647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ubicBezTo>
                      <a:pt x="27146" y="22670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7" name="任意多边形: 形状 86"/>
              <p:cNvSpPr/>
              <p:nvPr/>
            </p:nvSpPr>
            <p:spPr>
              <a:xfrm>
                <a:off x="3215285" y="1233634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69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ubicBezTo>
                      <a:pt x="27146" y="22669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8" name="任意多边形: 形状 87"/>
              <p:cNvSpPr/>
              <p:nvPr/>
            </p:nvSpPr>
            <p:spPr>
              <a:xfrm>
                <a:off x="3215285" y="1359771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ubicBezTo>
                      <a:pt x="27146" y="22670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9" name="任意多边形: 形状 88"/>
              <p:cNvSpPr/>
              <p:nvPr/>
            </p:nvSpPr>
            <p:spPr>
              <a:xfrm>
                <a:off x="3215285" y="1485759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ubicBezTo>
                      <a:pt x="27146" y="22670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0" name="任意多边形: 形状 89"/>
              <p:cNvSpPr/>
              <p:nvPr/>
            </p:nvSpPr>
            <p:spPr>
              <a:xfrm>
                <a:off x="3089447" y="1107647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ubicBezTo>
                      <a:pt x="27146" y="22670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1" name="任意多边形: 形状 90"/>
              <p:cNvSpPr/>
              <p:nvPr/>
            </p:nvSpPr>
            <p:spPr>
              <a:xfrm>
                <a:off x="3089447" y="1233634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69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ubicBezTo>
                      <a:pt x="27146" y="22669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2" name="任意多边形: 形状 91"/>
              <p:cNvSpPr/>
              <p:nvPr/>
            </p:nvSpPr>
            <p:spPr>
              <a:xfrm>
                <a:off x="3089447" y="1359771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ubicBezTo>
                      <a:pt x="27146" y="22670"/>
                      <a:pt x="22670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3" name="任意多边形: 形状 92"/>
              <p:cNvSpPr/>
              <p:nvPr/>
            </p:nvSpPr>
            <p:spPr>
              <a:xfrm>
                <a:off x="2963461" y="1107647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ubicBezTo>
                      <a:pt x="27242" y="22670"/>
                      <a:pt x="22765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4" name="任意多边形: 形状 93"/>
              <p:cNvSpPr/>
              <p:nvPr/>
            </p:nvSpPr>
            <p:spPr>
              <a:xfrm>
                <a:off x="2963461" y="1233634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9"/>
                      <a:pt x="22668" y="27146"/>
                      <a:pt x="17145" y="27146"/>
                    </a:cubicBezTo>
                    <a:cubicBezTo>
                      <a:pt x="11621" y="27146"/>
                      <a:pt x="7144" y="22669"/>
                      <a:pt x="7144" y="17145"/>
                    </a:cubicBezTo>
                    <a:cubicBezTo>
                      <a:pt x="7144" y="11622"/>
                      <a:pt x="11621" y="7144"/>
                      <a:pt x="17145" y="7144"/>
                    </a:cubicBezTo>
                    <a:cubicBezTo>
                      <a:pt x="22668" y="7144"/>
                      <a:pt x="27146" y="11622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5" name="任意多边形: 形状 94"/>
              <p:cNvSpPr/>
              <p:nvPr/>
            </p:nvSpPr>
            <p:spPr>
              <a:xfrm>
                <a:off x="2837623" y="1107647"/>
                <a:ext cx="45049" cy="45049"/>
              </a:xfrm>
              <a:custGeom>
                <a:avLst/>
                <a:gdLst>
                  <a:gd name="connsiteX0" fmla="*/ 17145 w 28575"/>
                  <a:gd name="connsiteY0" fmla="*/ 27146 h 28575"/>
                  <a:gd name="connsiteX1" fmla="*/ 7144 w 28575"/>
                  <a:gd name="connsiteY1" fmla="*/ 17145 h 28575"/>
                  <a:gd name="connsiteX2" fmla="*/ 17145 w 28575"/>
                  <a:gd name="connsiteY2" fmla="*/ 7144 h 28575"/>
                  <a:gd name="connsiteX3" fmla="*/ 27146 w 28575"/>
                  <a:gd name="connsiteY3" fmla="*/ 17145 h 28575"/>
                  <a:gd name="connsiteX4" fmla="*/ 17145 w 28575"/>
                  <a:gd name="connsiteY4" fmla="*/ 2714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17145" y="27146"/>
                    </a:move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ubicBezTo>
                      <a:pt x="27146" y="22670"/>
                      <a:pt x="22669" y="27146"/>
                      <a:pt x="17145" y="27146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46" name="组合 45"/>
            <p:cNvGrpSpPr/>
            <p:nvPr userDrawn="1"/>
          </p:nvGrpSpPr>
          <p:grpSpPr>
            <a:xfrm rot="10800000">
              <a:off x="-1419754" y="-1454855"/>
              <a:ext cx="5288312" cy="5750156"/>
              <a:chOff x="8327264" y="2565727"/>
              <a:chExt cx="5288312" cy="5750156"/>
            </a:xfrm>
          </p:grpSpPr>
          <p:sp>
            <p:nvSpPr>
              <p:cNvPr id="50" name="矩形 49"/>
              <p:cNvSpPr/>
              <p:nvPr/>
            </p:nvSpPr>
            <p:spPr>
              <a:xfrm>
                <a:off x="8327264" y="6858653"/>
                <a:ext cx="5041900" cy="1457230"/>
              </a:xfrm>
              <a:prstGeom prst="rect">
                <a:avLst/>
              </a:prstGeom>
              <a:solidFill>
                <a:srgbClr val="F5F7F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1" name="矩形 50"/>
              <p:cNvSpPr/>
              <p:nvPr/>
            </p:nvSpPr>
            <p:spPr>
              <a:xfrm rot="5400000">
                <a:off x="10366011" y="4358062"/>
                <a:ext cx="5041900" cy="1457230"/>
              </a:xfrm>
              <a:prstGeom prst="rect">
                <a:avLst/>
              </a:prstGeom>
              <a:solidFill>
                <a:srgbClr val="F5F7F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47" name="组合 46"/>
            <p:cNvGrpSpPr/>
            <p:nvPr userDrawn="1"/>
          </p:nvGrpSpPr>
          <p:grpSpPr>
            <a:xfrm>
              <a:off x="855797" y="2495457"/>
              <a:ext cx="707138" cy="706096"/>
              <a:chOff x="804659" y="2305858"/>
              <a:chExt cx="1124799" cy="1123142"/>
            </a:xfrm>
          </p:grpSpPr>
          <p:sp>
            <p:nvSpPr>
              <p:cNvPr id="48" name="任意多边形: 形状 47"/>
              <p:cNvSpPr/>
              <p:nvPr/>
            </p:nvSpPr>
            <p:spPr>
              <a:xfrm flipV="1">
                <a:off x="804659" y="2466471"/>
                <a:ext cx="962529" cy="962529"/>
              </a:xfrm>
              <a:custGeom>
                <a:avLst/>
                <a:gdLst>
                  <a:gd name="connsiteX0" fmla="*/ 91393 w 504825"/>
                  <a:gd name="connsiteY0" fmla="*/ 92334 h 504825"/>
                  <a:gd name="connsiteX1" fmla="*/ 91393 w 504825"/>
                  <a:gd name="connsiteY1" fmla="*/ 92334 h 504825"/>
                  <a:gd name="connsiteX2" fmla="*/ 92346 w 504825"/>
                  <a:gd name="connsiteY2" fmla="*/ 501432 h 504825"/>
                  <a:gd name="connsiteX3" fmla="*/ 92346 w 504825"/>
                  <a:gd name="connsiteY3" fmla="*/ 501432 h 504825"/>
                  <a:gd name="connsiteX4" fmla="*/ 296466 w 504825"/>
                  <a:gd name="connsiteY4" fmla="*/ 296454 h 504825"/>
                  <a:gd name="connsiteX5" fmla="*/ 500587 w 504825"/>
                  <a:gd name="connsiteY5" fmla="*/ 91476 h 504825"/>
                  <a:gd name="connsiteX6" fmla="*/ 500587 w 504825"/>
                  <a:gd name="connsiteY6" fmla="*/ 91476 h 504825"/>
                  <a:gd name="connsiteX7" fmla="*/ 91393 w 504825"/>
                  <a:gd name="connsiteY7" fmla="*/ 92334 h 504825"/>
                  <a:gd name="connsiteX8" fmla="*/ 91393 w 504825"/>
                  <a:gd name="connsiteY8" fmla="*/ 92334 h 504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04825" h="504825">
                    <a:moveTo>
                      <a:pt x="91393" y="92334"/>
                    </a:moveTo>
                    <a:lnTo>
                      <a:pt x="91393" y="92334"/>
                    </a:lnTo>
                    <a:cubicBezTo>
                      <a:pt x="-21288" y="205586"/>
                      <a:pt x="-20907" y="388752"/>
                      <a:pt x="92346" y="501432"/>
                    </a:cubicBezTo>
                    <a:lnTo>
                      <a:pt x="92346" y="501432"/>
                    </a:lnTo>
                    <a:lnTo>
                      <a:pt x="296466" y="296454"/>
                    </a:lnTo>
                    <a:lnTo>
                      <a:pt x="500587" y="91476"/>
                    </a:lnTo>
                    <a:lnTo>
                      <a:pt x="500587" y="91476"/>
                    </a:lnTo>
                    <a:cubicBezTo>
                      <a:pt x="387335" y="-21300"/>
                      <a:pt x="204169" y="-20919"/>
                      <a:pt x="91393" y="92334"/>
                    </a:cubicBezTo>
                    <a:lnTo>
                      <a:pt x="91393" y="92334"/>
                    </a:ln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9" name="任意多边形: 形状 48"/>
              <p:cNvSpPr/>
              <p:nvPr/>
            </p:nvSpPr>
            <p:spPr>
              <a:xfrm flipV="1">
                <a:off x="966929" y="2305858"/>
                <a:ext cx="962529" cy="962529"/>
              </a:xfrm>
              <a:custGeom>
                <a:avLst/>
                <a:gdLst>
                  <a:gd name="connsiteX0" fmla="*/ 416338 w 504825"/>
                  <a:gd name="connsiteY0" fmla="*/ 416242 h 504825"/>
                  <a:gd name="connsiteX1" fmla="*/ 416338 w 504825"/>
                  <a:gd name="connsiteY1" fmla="*/ 416242 h 504825"/>
                  <a:gd name="connsiteX2" fmla="*/ 415385 w 504825"/>
                  <a:gd name="connsiteY2" fmla="*/ 7144 h 504825"/>
                  <a:gd name="connsiteX3" fmla="*/ 415385 w 504825"/>
                  <a:gd name="connsiteY3" fmla="*/ 7144 h 504825"/>
                  <a:gd name="connsiteX4" fmla="*/ 211264 w 504825"/>
                  <a:gd name="connsiteY4" fmla="*/ 212122 h 504825"/>
                  <a:gd name="connsiteX5" fmla="*/ 7144 w 504825"/>
                  <a:gd name="connsiteY5" fmla="*/ 417100 h 504825"/>
                  <a:gd name="connsiteX6" fmla="*/ 7144 w 504825"/>
                  <a:gd name="connsiteY6" fmla="*/ 417100 h 504825"/>
                  <a:gd name="connsiteX7" fmla="*/ 416338 w 504825"/>
                  <a:gd name="connsiteY7" fmla="*/ 416242 h 504825"/>
                  <a:gd name="connsiteX8" fmla="*/ 416338 w 504825"/>
                  <a:gd name="connsiteY8" fmla="*/ 416242 h 504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04825" h="504825">
                    <a:moveTo>
                      <a:pt x="416338" y="416242"/>
                    </a:moveTo>
                    <a:lnTo>
                      <a:pt x="416338" y="416242"/>
                    </a:lnTo>
                    <a:cubicBezTo>
                      <a:pt x="529018" y="302990"/>
                      <a:pt x="528638" y="119825"/>
                      <a:pt x="415385" y="7144"/>
                    </a:cubicBezTo>
                    <a:lnTo>
                      <a:pt x="415385" y="7144"/>
                    </a:lnTo>
                    <a:lnTo>
                      <a:pt x="211264" y="212122"/>
                    </a:lnTo>
                    <a:lnTo>
                      <a:pt x="7144" y="417100"/>
                    </a:lnTo>
                    <a:lnTo>
                      <a:pt x="7144" y="417100"/>
                    </a:lnTo>
                    <a:cubicBezTo>
                      <a:pt x="120396" y="529876"/>
                      <a:pt x="303562" y="529495"/>
                      <a:pt x="416338" y="416242"/>
                    </a:cubicBezTo>
                    <a:lnTo>
                      <a:pt x="416338" y="416242"/>
                    </a:ln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96" name="组合 95"/>
          <p:cNvGrpSpPr/>
          <p:nvPr userDrawn="1"/>
        </p:nvGrpSpPr>
        <p:grpSpPr>
          <a:xfrm flipH="1" flipV="1">
            <a:off x="11631513" y="6285476"/>
            <a:ext cx="589526" cy="589526"/>
            <a:chOff x="4495775" y="2105906"/>
            <a:chExt cx="810882" cy="810882"/>
          </a:xfrm>
        </p:grpSpPr>
        <p:sp>
          <p:nvSpPr>
            <p:cNvPr id="97" name="任意多边形: 形状 96"/>
            <p:cNvSpPr/>
            <p:nvPr/>
          </p:nvSpPr>
          <p:spPr>
            <a:xfrm>
              <a:off x="4495775" y="2105906"/>
              <a:ext cx="810882" cy="810882"/>
            </a:xfrm>
            <a:custGeom>
              <a:avLst/>
              <a:gdLst>
                <a:gd name="connsiteX0" fmla="*/ 7144 w 514350"/>
                <a:gd name="connsiteY0" fmla="*/ 510159 h 514350"/>
                <a:gd name="connsiteX1" fmla="*/ 7144 w 514350"/>
                <a:gd name="connsiteY1" fmla="*/ 510159 h 514350"/>
                <a:gd name="connsiteX2" fmla="*/ 510159 w 514350"/>
                <a:gd name="connsiteY2" fmla="*/ 7144 h 514350"/>
                <a:gd name="connsiteX3" fmla="*/ 510159 w 514350"/>
                <a:gd name="connsiteY3" fmla="*/ 7144 h 514350"/>
                <a:gd name="connsiteX4" fmla="*/ 7144 w 514350"/>
                <a:gd name="connsiteY4" fmla="*/ 7144 h 514350"/>
                <a:gd name="connsiteX5" fmla="*/ 7144 w 514350"/>
                <a:gd name="connsiteY5" fmla="*/ 510159 h 51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14350" h="514350">
                  <a:moveTo>
                    <a:pt x="7144" y="510159"/>
                  </a:moveTo>
                  <a:lnTo>
                    <a:pt x="7144" y="510159"/>
                  </a:lnTo>
                  <a:cubicBezTo>
                    <a:pt x="284988" y="510159"/>
                    <a:pt x="510159" y="284988"/>
                    <a:pt x="510159" y="7144"/>
                  </a:cubicBezTo>
                  <a:lnTo>
                    <a:pt x="510159" y="7144"/>
                  </a:lnTo>
                  <a:lnTo>
                    <a:pt x="7144" y="7144"/>
                  </a:lnTo>
                  <a:lnTo>
                    <a:pt x="7144" y="510159"/>
                  </a:lnTo>
                  <a:close/>
                </a:path>
              </a:pathLst>
            </a:custGeom>
            <a:solidFill>
              <a:srgbClr val="FAA71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98" name="任意多边形: 形状 97"/>
            <p:cNvSpPr/>
            <p:nvPr/>
          </p:nvSpPr>
          <p:spPr>
            <a:xfrm>
              <a:off x="4495775" y="2105906"/>
              <a:ext cx="465506" cy="465506"/>
            </a:xfrm>
            <a:custGeom>
              <a:avLst/>
              <a:gdLst>
                <a:gd name="connsiteX0" fmla="*/ 7144 w 295275"/>
                <a:gd name="connsiteY0" fmla="*/ 289084 h 295275"/>
                <a:gd name="connsiteX1" fmla="*/ 7144 w 295275"/>
                <a:gd name="connsiteY1" fmla="*/ 289084 h 295275"/>
                <a:gd name="connsiteX2" fmla="*/ 289084 w 295275"/>
                <a:gd name="connsiteY2" fmla="*/ 7144 h 295275"/>
                <a:gd name="connsiteX3" fmla="*/ 289084 w 295275"/>
                <a:gd name="connsiteY3" fmla="*/ 7144 h 295275"/>
                <a:gd name="connsiteX4" fmla="*/ 7144 w 295275"/>
                <a:gd name="connsiteY4" fmla="*/ 7144 h 295275"/>
                <a:gd name="connsiteX5" fmla="*/ 7144 w 295275"/>
                <a:gd name="connsiteY5" fmla="*/ 28908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5275" h="295275">
                  <a:moveTo>
                    <a:pt x="7144" y="289084"/>
                  </a:moveTo>
                  <a:lnTo>
                    <a:pt x="7144" y="289084"/>
                  </a:lnTo>
                  <a:cubicBezTo>
                    <a:pt x="162878" y="289084"/>
                    <a:pt x="289084" y="162877"/>
                    <a:pt x="289084" y="7144"/>
                  </a:cubicBezTo>
                  <a:lnTo>
                    <a:pt x="289084" y="7144"/>
                  </a:lnTo>
                  <a:lnTo>
                    <a:pt x="7144" y="7144"/>
                  </a:lnTo>
                  <a:lnTo>
                    <a:pt x="7144" y="289084"/>
                  </a:lnTo>
                  <a:close/>
                </a:path>
              </a:pathLst>
            </a:custGeom>
            <a:solidFill>
              <a:srgbClr val="61C9D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99" name="组合 98"/>
          <p:cNvGrpSpPr/>
          <p:nvPr userDrawn="1"/>
        </p:nvGrpSpPr>
        <p:grpSpPr>
          <a:xfrm rot="10800000" flipH="1" flipV="1">
            <a:off x="-24875" y="-22542"/>
            <a:ext cx="589526" cy="589526"/>
            <a:chOff x="4495775" y="2105906"/>
            <a:chExt cx="810882" cy="810882"/>
          </a:xfrm>
        </p:grpSpPr>
        <p:sp>
          <p:nvSpPr>
            <p:cNvPr id="100" name="任意多边形: 形状 99"/>
            <p:cNvSpPr/>
            <p:nvPr/>
          </p:nvSpPr>
          <p:spPr>
            <a:xfrm>
              <a:off x="4495775" y="2105906"/>
              <a:ext cx="810882" cy="810882"/>
            </a:xfrm>
            <a:custGeom>
              <a:avLst/>
              <a:gdLst>
                <a:gd name="connsiteX0" fmla="*/ 7144 w 514350"/>
                <a:gd name="connsiteY0" fmla="*/ 510159 h 514350"/>
                <a:gd name="connsiteX1" fmla="*/ 7144 w 514350"/>
                <a:gd name="connsiteY1" fmla="*/ 510159 h 514350"/>
                <a:gd name="connsiteX2" fmla="*/ 510159 w 514350"/>
                <a:gd name="connsiteY2" fmla="*/ 7144 h 514350"/>
                <a:gd name="connsiteX3" fmla="*/ 510159 w 514350"/>
                <a:gd name="connsiteY3" fmla="*/ 7144 h 514350"/>
                <a:gd name="connsiteX4" fmla="*/ 7144 w 514350"/>
                <a:gd name="connsiteY4" fmla="*/ 7144 h 514350"/>
                <a:gd name="connsiteX5" fmla="*/ 7144 w 514350"/>
                <a:gd name="connsiteY5" fmla="*/ 510159 h 51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14350" h="514350">
                  <a:moveTo>
                    <a:pt x="7144" y="510159"/>
                  </a:moveTo>
                  <a:lnTo>
                    <a:pt x="7144" y="510159"/>
                  </a:lnTo>
                  <a:cubicBezTo>
                    <a:pt x="284988" y="510159"/>
                    <a:pt x="510159" y="284988"/>
                    <a:pt x="510159" y="7144"/>
                  </a:cubicBezTo>
                  <a:lnTo>
                    <a:pt x="510159" y="7144"/>
                  </a:lnTo>
                  <a:lnTo>
                    <a:pt x="7144" y="7144"/>
                  </a:lnTo>
                  <a:lnTo>
                    <a:pt x="7144" y="510159"/>
                  </a:lnTo>
                  <a:close/>
                </a:path>
              </a:pathLst>
            </a:custGeom>
            <a:solidFill>
              <a:srgbClr val="FAA71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101" name="任意多边形: 形状 100"/>
            <p:cNvSpPr/>
            <p:nvPr/>
          </p:nvSpPr>
          <p:spPr>
            <a:xfrm>
              <a:off x="4495775" y="2105906"/>
              <a:ext cx="465506" cy="465506"/>
            </a:xfrm>
            <a:custGeom>
              <a:avLst/>
              <a:gdLst>
                <a:gd name="connsiteX0" fmla="*/ 7144 w 295275"/>
                <a:gd name="connsiteY0" fmla="*/ 289084 h 295275"/>
                <a:gd name="connsiteX1" fmla="*/ 7144 w 295275"/>
                <a:gd name="connsiteY1" fmla="*/ 289084 h 295275"/>
                <a:gd name="connsiteX2" fmla="*/ 289084 w 295275"/>
                <a:gd name="connsiteY2" fmla="*/ 7144 h 295275"/>
                <a:gd name="connsiteX3" fmla="*/ 289084 w 295275"/>
                <a:gd name="connsiteY3" fmla="*/ 7144 h 295275"/>
                <a:gd name="connsiteX4" fmla="*/ 7144 w 295275"/>
                <a:gd name="connsiteY4" fmla="*/ 7144 h 295275"/>
                <a:gd name="connsiteX5" fmla="*/ 7144 w 295275"/>
                <a:gd name="connsiteY5" fmla="*/ 28908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5275" h="295275">
                  <a:moveTo>
                    <a:pt x="7144" y="289084"/>
                  </a:moveTo>
                  <a:lnTo>
                    <a:pt x="7144" y="289084"/>
                  </a:lnTo>
                  <a:cubicBezTo>
                    <a:pt x="162878" y="289084"/>
                    <a:pt x="289084" y="162877"/>
                    <a:pt x="289084" y="7144"/>
                  </a:cubicBezTo>
                  <a:lnTo>
                    <a:pt x="289084" y="7144"/>
                  </a:lnTo>
                  <a:lnTo>
                    <a:pt x="7144" y="7144"/>
                  </a:lnTo>
                  <a:lnTo>
                    <a:pt x="7144" y="289084"/>
                  </a:lnTo>
                  <a:close/>
                </a:path>
              </a:pathLst>
            </a:custGeom>
            <a:solidFill>
              <a:srgbClr val="61C9D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 flipH="1" flipV="1">
            <a:off x="-922170" y="-925083"/>
            <a:ext cx="3251520" cy="3552169"/>
            <a:chOff x="8327264" y="2565728"/>
            <a:chExt cx="5222380" cy="5705265"/>
          </a:xfrm>
        </p:grpSpPr>
        <p:grpSp>
          <p:nvGrpSpPr>
            <p:cNvPr id="4" name="组合 3"/>
            <p:cNvGrpSpPr/>
            <p:nvPr userDrawn="1"/>
          </p:nvGrpSpPr>
          <p:grpSpPr>
            <a:xfrm>
              <a:off x="8629650" y="3314700"/>
              <a:ext cx="4263853" cy="4740854"/>
              <a:chOff x="3248171" y="3197770"/>
              <a:chExt cx="3295332" cy="3663984"/>
            </a:xfrm>
          </p:grpSpPr>
          <p:sp>
            <p:nvSpPr>
              <p:cNvPr id="8" name="任意多边形: 形状 7"/>
              <p:cNvSpPr/>
              <p:nvPr/>
            </p:nvSpPr>
            <p:spPr>
              <a:xfrm>
                <a:off x="3505550" y="3197770"/>
                <a:ext cx="2747988" cy="3663984"/>
              </a:xfrm>
              <a:custGeom>
                <a:avLst/>
                <a:gdLst>
                  <a:gd name="connsiteX0" fmla="*/ 7144 w 1743075"/>
                  <a:gd name="connsiteY0" fmla="*/ 1742789 h 2324100"/>
                  <a:gd name="connsiteX1" fmla="*/ 1742789 w 1743075"/>
                  <a:gd name="connsiteY1" fmla="*/ 7144 h 2324100"/>
                  <a:gd name="connsiteX2" fmla="*/ 1742789 w 1743075"/>
                  <a:gd name="connsiteY2" fmla="*/ 585692 h 2324100"/>
                  <a:gd name="connsiteX3" fmla="*/ 7144 w 1743075"/>
                  <a:gd name="connsiteY3" fmla="*/ 2321243 h 2324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43075" h="2324100">
                    <a:moveTo>
                      <a:pt x="7144" y="1742789"/>
                    </a:moveTo>
                    <a:lnTo>
                      <a:pt x="1742789" y="7144"/>
                    </a:lnTo>
                    <a:lnTo>
                      <a:pt x="1742789" y="585692"/>
                    </a:lnTo>
                    <a:lnTo>
                      <a:pt x="7144" y="2321243"/>
                    </a:lnTo>
                    <a:close/>
                  </a:path>
                </a:pathLst>
              </a:custGeom>
              <a:solidFill>
                <a:srgbClr val="F2634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" name="任意多边形: 形状 8"/>
              <p:cNvSpPr/>
              <p:nvPr/>
            </p:nvSpPr>
            <p:spPr>
              <a:xfrm>
                <a:off x="4157559" y="4505392"/>
                <a:ext cx="570620" cy="1126225"/>
              </a:xfrm>
              <a:custGeom>
                <a:avLst/>
                <a:gdLst>
                  <a:gd name="connsiteX0" fmla="*/ 153353 w 361950"/>
                  <a:gd name="connsiteY0" fmla="*/ 360141 h 714375"/>
                  <a:gd name="connsiteX1" fmla="*/ 7144 w 361950"/>
                  <a:gd name="connsiteY1" fmla="*/ 7144 h 714375"/>
                  <a:gd name="connsiteX2" fmla="*/ 360140 w 361950"/>
                  <a:gd name="connsiteY2" fmla="*/ 360141 h 714375"/>
                  <a:gd name="connsiteX3" fmla="*/ 7144 w 361950"/>
                  <a:gd name="connsiteY3" fmla="*/ 713137 h 714375"/>
                  <a:gd name="connsiteX4" fmla="*/ 153353 w 361950"/>
                  <a:gd name="connsiteY4" fmla="*/ 360141 h 714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61950" h="714375">
                    <a:moveTo>
                      <a:pt x="153353" y="360141"/>
                    </a:moveTo>
                    <a:cubicBezTo>
                      <a:pt x="153353" y="232410"/>
                      <a:pt x="104584" y="104680"/>
                      <a:pt x="7144" y="7144"/>
                    </a:cubicBezTo>
                    <a:lnTo>
                      <a:pt x="360140" y="360141"/>
                    </a:lnTo>
                    <a:lnTo>
                      <a:pt x="7144" y="713137"/>
                    </a:lnTo>
                    <a:cubicBezTo>
                      <a:pt x="104584" y="615696"/>
                      <a:pt x="153353" y="487871"/>
                      <a:pt x="153353" y="360141"/>
                    </a:cubicBez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" name="任意多边形: 形状 9"/>
              <p:cNvSpPr/>
              <p:nvPr/>
            </p:nvSpPr>
            <p:spPr>
              <a:xfrm>
                <a:off x="3601054" y="4689493"/>
                <a:ext cx="540588" cy="765833"/>
              </a:xfrm>
              <a:custGeom>
                <a:avLst/>
                <a:gdLst>
                  <a:gd name="connsiteX0" fmla="*/ 7144 w 342900"/>
                  <a:gd name="connsiteY0" fmla="*/ 243364 h 485775"/>
                  <a:gd name="connsiteX1" fmla="*/ 243364 w 342900"/>
                  <a:gd name="connsiteY1" fmla="*/ 7144 h 485775"/>
                  <a:gd name="connsiteX2" fmla="*/ 341186 w 342900"/>
                  <a:gd name="connsiteY2" fmla="*/ 243364 h 485775"/>
                  <a:gd name="connsiteX3" fmla="*/ 243364 w 342900"/>
                  <a:gd name="connsiteY3" fmla="*/ 479584 h 485775"/>
                  <a:gd name="connsiteX4" fmla="*/ 7144 w 342900"/>
                  <a:gd name="connsiteY4" fmla="*/ 243364 h 485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2900" h="485775">
                    <a:moveTo>
                      <a:pt x="7144" y="243364"/>
                    </a:moveTo>
                    <a:lnTo>
                      <a:pt x="243364" y="7144"/>
                    </a:lnTo>
                    <a:cubicBezTo>
                      <a:pt x="308610" y="72390"/>
                      <a:pt x="341186" y="157829"/>
                      <a:pt x="341186" y="243364"/>
                    </a:cubicBezTo>
                    <a:cubicBezTo>
                      <a:pt x="341186" y="328898"/>
                      <a:pt x="308610" y="414338"/>
                      <a:pt x="243364" y="479584"/>
                    </a:cubicBezTo>
                    <a:lnTo>
                      <a:pt x="7144" y="243364"/>
                    </a:ln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" name="任意多边形: 形状 10"/>
              <p:cNvSpPr/>
              <p:nvPr/>
            </p:nvSpPr>
            <p:spPr>
              <a:xfrm>
                <a:off x="3601054" y="4689493"/>
                <a:ext cx="540588" cy="765833"/>
              </a:xfrm>
              <a:custGeom>
                <a:avLst/>
                <a:gdLst>
                  <a:gd name="connsiteX0" fmla="*/ 7144 w 342900"/>
                  <a:gd name="connsiteY0" fmla="*/ 243364 h 485775"/>
                  <a:gd name="connsiteX1" fmla="*/ 243364 w 342900"/>
                  <a:gd name="connsiteY1" fmla="*/ 7144 h 485775"/>
                  <a:gd name="connsiteX2" fmla="*/ 341186 w 342900"/>
                  <a:gd name="connsiteY2" fmla="*/ 243364 h 485775"/>
                  <a:gd name="connsiteX3" fmla="*/ 243364 w 342900"/>
                  <a:gd name="connsiteY3" fmla="*/ 479584 h 485775"/>
                  <a:gd name="connsiteX4" fmla="*/ 7144 w 342900"/>
                  <a:gd name="connsiteY4" fmla="*/ 243364 h 485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2900" h="485775">
                    <a:moveTo>
                      <a:pt x="7144" y="243364"/>
                    </a:moveTo>
                    <a:lnTo>
                      <a:pt x="243364" y="7144"/>
                    </a:lnTo>
                    <a:cubicBezTo>
                      <a:pt x="308610" y="72390"/>
                      <a:pt x="341186" y="157829"/>
                      <a:pt x="341186" y="243364"/>
                    </a:cubicBezTo>
                    <a:cubicBezTo>
                      <a:pt x="341186" y="328898"/>
                      <a:pt x="308610" y="414338"/>
                      <a:pt x="243364" y="479584"/>
                    </a:cubicBezTo>
                    <a:lnTo>
                      <a:pt x="7144" y="243364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" name="任意多边形: 形状 11"/>
              <p:cNvSpPr/>
              <p:nvPr/>
            </p:nvSpPr>
            <p:spPr>
              <a:xfrm>
                <a:off x="3601054" y="4689493"/>
                <a:ext cx="540588" cy="765833"/>
              </a:xfrm>
              <a:custGeom>
                <a:avLst/>
                <a:gdLst>
                  <a:gd name="connsiteX0" fmla="*/ 7144 w 342900"/>
                  <a:gd name="connsiteY0" fmla="*/ 243364 h 485775"/>
                  <a:gd name="connsiteX1" fmla="*/ 243364 w 342900"/>
                  <a:gd name="connsiteY1" fmla="*/ 7144 h 485775"/>
                  <a:gd name="connsiteX2" fmla="*/ 341186 w 342900"/>
                  <a:gd name="connsiteY2" fmla="*/ 243364 h 485775"/>
                  <a:gd name="connsiteX3" fmla="*/ 243364 w 342900"/>
                  <a:gd name="connsiteY3" fmla="*/ 479584 h 485775"/>
                  <a:gd name="connsiteX4" fmla="*/ 7144 w 342900"/>
                  <a:gd name="connsiteY4" fmla="*/ 243364 h 485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2900" h="485775">
                    <a:moveTo>
                      <a:pt x="7144" y="243364"/>
                    </a:moveTo>
                    <a:lnTo>
                      <a:pt x="243364" y="7144"/>
                    </a:lnTo>
                    <a:cubicBezTo>
                      <a:pt x="308610" y="72390"/>
                      <a:pt x="341186" y="157829"/>
                      <a:pt x="341186" y="243364"/>
                    </a:cubicBezTo>
                    <a:cubicBezTo>
                      <a:pt x="341186" y="328898"/>
                      <a:pt x="308610" y="414338"/>
                      <a:pt x="243364" y="479584"/>
                    </a:cubicBezTo>
                    <a:lnTo>
                      <a:pt x="7144" y="243364"/>
                    </a:lnTo>
                    <a:close/>
                  </a:path>
                </a:pathLst>
              </a:custGeom>
              <a:solidFill>
                <a:srgbClr val="61C9D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" name="任意多边形: 形状 12"/>
              <p:cNvSpPr/>
              <p:nvPr/>
            </p:nvSpPr>
            <p:spPr>
              <a:xfrm>
                <a:off x="4445122" y="4524914"/>
                <a:ext cx="825898" cy="1096192"/>
              </a:xfrm>
              <a:custGeom>
                <a:avLst/>
                <a:gdLst>
                  <a:gd name="connsiteX0" fmla="*/ 348805 w 523875"/>
                  <a:gd name="connsiteY0" fmla="*/ 519684 h 695325"/>
                  <a:gd name="connsiteX1" fmla="*/ 519684 w 523875"/>
                  <a:gd name="connsiteY1" fmla="*/ 348805 h 695325"/>
                  <a:gd name="connsiteX2" fmla="*/ 348805 w 523875"/>
                  <a:gd name="connsiteY2" fmla="*/ 178022 h 695325"/>
                  <a:gd name="connsiteX3" fmla="*/ 178022 w 523875"/>
                  <a:gd name="connsiteY3" fmla="*/ 7144 h 695325"/>
                  <a:gd name="connsiteX4" fmla="*/ 7144 w 523875"/>
                  <a:gd name="connsiteY4" fmla="*/ 178022 h 695325"/>
                  <a:gd name="connsiteX5" fmla="*/ 178022 w 523875"/>
                  <a:gd name="connsiteY5" fmla="*/ 348805 h 695325"/>
                  <a:gd name="connsiteX6" fmla="*/ 7144 w 523875"/>
                  <a:gd name="connsiteY6" fmla="*/ 519684 h 695325"/>
                  <a:gd name="connsiteX7" fmla="*/ 178022 w 523875"/>
                  <a:gd name="connsiteY7" fmla="*/ 690563 h 695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23875" h="695325">
                    <a:moveTo>
                      <a:pt x="348805" y="519684"/>
                    </a:moveTo>
                    <a:lnTo>
                      <a:pt x="519684" y="348805"/>
                    </a:lnTo>
                    <a:lnTo>
                      <a:pt x="348805" y="178022"/>
                    </a:lnTo>
                    <a:lnTo>
                      <a:pt x="178022" y="7144"/>
                    </a:lnTo>
                    <a:lnTo>
                      <a:pt x="7144" y="178022"/>
                    </a:lnTo>
                    <a:lnTo>
                      <a:pt x="178022" y="348805"/>
                    </a:lnTo>
                    <a:lnTo>
                      <a:pt x="7144" y="519684"/>
                    </a:lnTo>
                    <a:lnTo>
                      <a:pt x="178022" y="690563"/>
                    </a:lnTo>
                    <a:close/>
                  </a:path>
                </a:pathLst>
              </a:custGeom>
              <a:solidFill>
                <a:srgbClr val="F2634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" name="任意多边形: 形状 13"/>
              <p:cNvSpPr/>
              <p:nvPr/>
            </p:nvSpPr>
            <p:spPr>
              <a:xfrm>
                <a:off x="4445122" y="4524914"/>
                <a:ext cx="285310" cy="555604"/>
              </a:xfrm>
              <a:custGeom>
                <a:avLst/>
                <a:gdLst>
                  <a:gd name="connsiteX0" fmla="*/ 178022 w 180975"/>
                  <a:gd name="connsiteY0" fmla="*/ 348805 h 352425"/>
                  <a:gd name="connsiteX1" fmla="*/ 178022 w 180975"/>
                  <a:gd name="connsiteY1" fmla="*/ 7144 h 352425"/>
                  <a:gd name="connsiteX2" fmla="*/ 7144 w 180975"/>
                  <a:gd name="connsiteY2" fmla="*/ 178022 h 35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80975" h="352425">
                    <a:moveTo>
                      <a:pt x="178022" y="348805"/>
                    </a:moveTo>
                    <a:lnTo>
                      <a:pt x="178022" y="7144"/>
                    </a:lnTo>
                    <a:lnTo>
                      <a:pt x="7144" y="178022"/>
                    </a:ln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5" name="任意多边形: 形状 14"/>
              <p:cNvSpPr/>
              <p:nvPr/>
            </p:nvSpPr>
            <p:spPr>
              <a:xfrm>
                <a:off x="5252099" y="4281949"/>
                <a:ext cx="1291404" cy="1306420"/>
              </a:xfrm>
              <a:custGeom>
                <a:avLst/>
                <a:gdLst>
                  <a:gd name="connsiteX0" fmla="*/ 819722 w 819150"/>
                  <a:gd name="connsiteY0" fmla="*/ 723900 h 828675"/>
                  <a:gd name="connsiteX1" fmla="*/ 106775 w 819150"/>
                  <a:gd name="connsiteY1" fmla="*/ 7144 h 828675"/>
                  <a:gd name="connsiteX2" fmla="*/ 7144 w 819150"/>
                  <a:gd name="connsiteY2" fmla="*/ 106680 h 828675"/>
                  <a:gd name="connsiteX3" fmla="*/ 720185 w 819150"/>
                  <a:gd name="connsiteY3" fmla="*/ 823436 h 828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19150" h="828675">
                    <a:moveTo>
                      <a:pt x="819722" y="723900"/>
                    </a:moveTo>
                    <a:lnTo>
                      <a:pt x="106775" y="7144"/>
                    </a:lnTo>
                    <a:lnTo>
                      <a:pt x="7144" y="106680"/>
                    </a:lnTo>
                    <a:lnTo>
                      <a:pt x="720185" y="823436"/>
                    </a:ln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6" name="任意多边形: 形状 15"/>
              <p:cNvSpPr/>
              <p:nvPr/>
            </p:nvSpPr>
            <p:spPr>
              <a:xfrm>
                <a:off x="4938257" y="4438869"/>
                <a:ext cx="961045" cy="1276388"/>
              </a:xfrm>
              <a:custGeom>
                <a:avLst/>
                <a:gdLst>
                  <a:gd name="connsiteX0" fmla="*/ 7144 w 609600"/>
                  <a:gd name="connsiteY0" fmla="*/ 206312 h 809625"/>
                  <a:gd name="connsiteX1" fmla="*/ 206216 w 609600"/>
                  <a:gd name="connsiteY1" fmla="*/ 405384 h 809625"/>
                  <a:gd name="connsiteX2" fmla="*/ 7144 w 609600"/>
                  <a:gd name="connsiteY2" fmla="*/ 604552 h 809625"/>
                  <a:gd name="connsiteX3" fmla="*/ 206216 w 609600"/>
                  <a:gd name="connsiteY3" fmla="*/ 803625 h 809625"/>
                  <a:gd name="connsiteX4" fmla="*/ 405384 w 609600"/>
                  <a:gd name="connsiteY4" fmla="*/ 604552 h 809625"/>
                  <a:gd name="connsiteX5" fmla="*/ 604457 w 609600"/>
                  <a:gd name="connsiteY5" fmla="*/ 405384 h 809625"/>
                  <a:gd name="connsiteX6" fmla="*/ 405384 w 609600"/>
                  <a:gd name="connsiteY6" fmla="*/ 206312 h 809625"/>
                  <a:gd name="connsiteX7" fmla="*/ 206216 w 609600"/>
                  <a:gd name="connsiteY7" fmla="*/ 7144 h 809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09600" h="809625">
                    <a:moveTo>
                      <a:pt x="7144" y="206312"/>
                    </a:moveTo>
                    <a:lnTo>
                      <a:pt x="206216" y="405384"/>
                    </a:lnTo>
                    <a:lnTo>
                      <a:pt x="7144" y="604552"/>
                    </a:lnTo>
                    <a:lnTo>
                      <a:pt x="206216" y="803625"/>
                    </a:lnTo>
                    <a:lnTo>
                      <a:pt x="405384" y="604552"/>
                    </a:lnTo>
                    <a:lnTo>
                      <a:pt x="604457" y="405384"/>
                    </a:lnTo>
                    <a:lnTo>
                      <a:pt x="405384" y="206312"/>
                    </a:lnTo>
                    <a:lnTo>
                      <a:pt x="206216" y="7144"/>
                    </a:ln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7" name="任意多边形: 形状 16"/>
              <p:cNvSpPr/>
              <p:nvPr/>
            </p:nvSpPr>
            <p:spPr>
              <a:xfrm>
                <a:off x="3248171" y="4936060"/>
                <a:ext cx="270294" cy="270294"/>
              </a:xfrm>
              <a:custGeom>
                <a:avLst/>
                <a:gdLst>
                  <a:gd name="connsiteX0" fmla="*/ 166783 w 171450"/>
                  <a:gd name="connsiteY0" fmla="*/ 86963 h 171450"/>
                  <a:gd name="connsiteX1" fmla="*/ 86963 w 171450"/>
                  <a:gd name="connsiteY1" fmla="*/ 166783 h 171450"/>
                  <a:gd name="connsiteX2" fmla="*/ 7144 w 171450"/>
                  <a:gd name="connsiteY2" fmla="*/ 86963 h 171450"/>
                  <a:gd name="connsiteX3" fmla="*/ 86963 w 171450"/>
                  <a:gd name="connsiteY3" fmla="*/ 7144 h 171450"/>
                  <a:gd name="connsiteX4" fmla="*/ 166783 w 171450"/>
                  <a:gd name="connsiteY4" fmla="*/ 86963 h 171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0" h="171450">
                    <a:moveTo>
                      <a:pt x="166783" y="86963"/>
                    </a:moveTo>
                    <a:cubicBezTo>
                      <a:pt x="166783" y="131047"/>
                      <a:pt x="131046" y="166783"/>
                      <a:pt x="86963" y="166783"/>
                    </a:cubicBezTo>
                    <a:cubicBezTo>
                      <a:pt x="42880" y="166783"/>
                      <a:pt x="7144" y="131047"/>
                      <a:pt x="7144" y="86963"/>
                    </a:cubicBezTo>
                    <a:cubicBezTo>
                      <a:pt x="7144" y="42880"/>
                      <a:pt x="42880" y="7144"/>
                      <a:pt x="86963" y="7144"/>
                    </a:cubicBezTo>
                    <a:cubicBezTo>
                      <a:pt x="131046" y="7144"/>
                      <a:pt x="166783" y="42880"/>
                      <a:pt x="166783" y="86963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8" name="任意多边形: 形状 17"/>
              <p:cNvSpPr/>
              <p:nvPr/>
            </p:nvSpPr>
            <p:spPr>
              <a:xfrm>
                <a:off x="5248044" y="4843860"/>
                <a:ext cx="900980" cy="900980"/>
              </a:xfrm>
              <a:custGeom>
                <a:avLst/>
                <a:gdLst>
                  <a:gd name="connsiteX0" fmla="*/ 429768 w 571500"/>
                  <a:gd name="connsiteY0" fmla="*/ 570643 h 571500"/>
                  <a:gd name="connsiteX1" fmla="*/ 7144 w 571500"/>
                  <a:gd name="connsiteY1" fmla="*/ 148018 h 571500"/>
                  <a:gd name="connsiteX2" fmla="*/ 148019 w 571500"/>
                  <a:gd name="connsiteY2" fmla="*/ 7144 h 571500"/>
                  <a:gd name="connsiteX3" fmla="*/ 570643 w 571500"/>
                  <a:gd name="connsiteY3" fmla="*/ 429768 h 571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1500" h="571500">
                    <a:moveTo>
                      <a:pt x="429768" y="570643"/>
                    </a:moveTo>
                    <a:lnTo>
                      <a:pt x="7144" y="148018"/>
                    </a:lnTo>
                    <a:lnTo>
                      <a:pt x="148019" y="7144"/>
                    </a:lnTo>
                    <a:lnTo>
                      <a:pt x="570643" y="429768"/>
                    </a:lnTo>
                    <a:close/>
                  </a:path>
                </a:pathLst>
              </a:custGeom>
              <a:solidFill>
                <a:srgbClr val="61C9D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9" name="任意多边形: 形状 18"/>
              <p:cNvSpPr/>
              <p:nvPr/>
            </p:nvSpPr>
            <p:spPr>
              <a:xfrm>
                <a:off x="5489958" y="5079015"/>
                <a:ext cx="60065" cy="60065"/>
              </a:xfrm>
              <a:custGeom>
                <a:avLst/>
                <a:gdLst>
                  <a:gd name="connsiteX0" fmla="*/ 35433 w 38100"/>
                  <a:gd name="connsiteY0" fmla="*/ 35433 h 38100"/>
                  <a:gd name="connsiteX1" fmla="*/ 35433 w 38100"/>
                  <a:gd name="connsiteY1" fmla="*/ 12001 h 38100"/>
                  <a:gd name="connsiteX2" fmla="*/ 12001 w 38100"/>
                  <a:gd name="connsiteY2" fmla="*/ 12001 h 38100"/>
                  <a:gd name="connsiteX3" fmla="*/ 12001 w 38100"/>
                  <a:gd name="connsiteY3" fmla="*/ 35433 h 38100"/>
                  <a:gd name="connsiteX4" fmla="*/ 35433 w 38100"/>
                  <a:gd name="connsiteY4" fmla="*/ 35433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5433" y="35433"/>
                    </a:moveTo>
                    <a:cubicBezTo>
                      <a:pt x="41910" y="28956"/>
                      <a:pt x="41910" y="18478"/>
                      <a:pt x="35433" y="12001"/>
                    </a:cubicBezTo>
                    <a:cubicBezTo>
                      <a:pt x="28956" y="5525"/>
                      <a:pt x="18479" y="5525"/>
                      <a:pt x="12001" y="12001"/>
                    </a:cubicBezTo>
                    <a:cubicBezTo>
                      <a:pt x="5525" y="18478"/>
                      <a:pt x="5525" y="28956"/>
                      <a:pt x="12001" y="35433"/>
                    </a:cubicBezTo>
                    <a:cubicBezTo>
                      <a:pt x="18479" y="41910"/>
                      <a:pt x="28956" y="41910"/>
                      <a:pt x="35433" y="35433"/>
                    </a:cubicBez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0" name="任意多边形: 形状 19"/>
              <p:cNvSpPr/>
              <p:nvPr/>
            </p:nvSpPr>
            <p:spPr>
              <a:xfrm>
                <a:off x="5687423" y="5276480"/>
                <a:ext cx="60065" cy="60065"/>
              </a:xfrm>
              <a:custGeom>
                <a:avLst/>
                <a:gdLst>
                  <a:gd name="connsiteX0" fmla="*/ 35433 w 38100"/>
                  <a:gd name="connsiteY0" fmla="*/ 35433 h 38100"/>
                  <a:gd name="connsiteX1" fmla="*/ 35433 w 38100"/>
                  <a:gd name="connsiteY1" fmla="*/ 12001 h 38100"/>
                  <a:gd name="connsiteX2" fmla="*/ 12002 w 38100"/>
                  <a:gd name="connsiteY2" fmla="*/ 12001 h 38100"/>
                  <a:gd name="connsiteX3" fmla="*/ 12002 w 38100"/>
                  <a:gd name="connsiteY3" fmla="*/ 35433 h 38100"/>
                  <a:gd name="connsiteX4" fmla="*/ 35433 w 38100"/>
                  <a:gd name="connsiteY4" fmla="*/ 35433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5433" y="35433"/>
                    </a:moveTo>
                    <a:cubicBezTo>
                      <a:pt x="41910" y="28956"/>
                      <a:pt x="41910" y="18478"/>
                      <a:pt x="35433" y="12001"/>
                    </a:cubicBezTo>
                    <a:cubicBezTo>
                      <a:pt x="28956" y="5525"/>
                      <a:pt x="18479" y="5525"/>
                      <a:pt x="12002" y="12001"/>
                    </a:cubicBezTo>
                    <a:cubicBezTo>
                      <a:pt x="5524" y="18478"/>
                      <a:pt x="5524" y="28956"/>
                      <a:pt x="12002" y="35433"/>
                    </a:cubicBezTo>
                    <a:cubicBezTo>
                      <a:pt x="18479" y="41910"/>
                      <a:pt x="28956" y="41910"/>
                      <a:pt x="35433" y="35433"/>
                    </a:cubicBez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1" name="任意多边形: 形状 20"/>
              <p:cNvSpPr/>
              <p:nvPr/>
            </p:nvSpPr>
            <p:spPr>
              <a:xfrm>
                <a:off x="5884888" y="5473946"/>
                <a:ext cx="60065" cy="60065"/>
              </a:xfrm>
              <a:custGeom>
                <a:avLst/>
                <a:gdLst>
                  <a:gd name="connsiteX0" fmla="*/ 40291 w 38100"/>
                  <a:gd name="connsiteY0" fmla="*/ 23717 h 38100"/>
                  <a:gd name="connsiteX1" fmla="*/ 23717 w 38100"/>
                  <a:gd name="connsiteY1" fmla="*/ 40291 h 38100"/>
                  <a:gd name="connsiteX2" fmla="*/ 7144 w 38100"/>
                  <a:gd name="connsiteY2" fmla="*/ 23717 h 38100"/>
                  <a:gd name="connsiteX3" fmla="*/ 23717 w 38100"/>
                  <a:gd name="connsiteY3" fmla="*/ 7144 h 38100"/>
                  <a:gd name="connsiteX4" fmla="*/ 40291 w 38100"/>
                  <a:gd name="connsiteY4" fmla="*/ 23717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40291" y="23717"/>
                    </a:moveTo>
                    <a:cubicBezTo>
                      <a:pt x="40291" y="32871"/>
                      <a:pt x="32871" y="40291"/>
                      <a:pt x="23717" y="40291"/>
                    </a:cubicBezTo>
                    <a:cubicBezTo>
                      <a:pt x="14564" y="40291"/>
                      <a:pt x="7144" y="32870"/>
                      <a:pt x="7144" y="23717"/>
                    </a:cubicBezTo>
                    <a:cubicBezTo>
                      <a:pt x="7144" y="14564"/>
                      <a:pt x="14564" y="7144"/>
                      <a:pt x="23717" y="7144"/>
                    </a:cubicBezTo>
                    <a:cubicBezTo>
                      <a:pt x="32871" y="7144"/>
                      <a:pt x="40291" y="14564"/>
                      <a:pt x="40291" y="23717"/>
                    </a:cubicBez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" name="任意多边形: 形状 21"/>
              <p:cNvSpPr/>
              <p:nvPr/>
            </p:nvSpPr>
            <p:spPr>
              <a:xfrm>
                <a:off x="5153442" y="348157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3" name="任意多边形: 形状 22"/>
              <p:cNvSpPr/>
              <p:nvPr/>
            </p:nvSpPr>
            <p:spPr>
              <a:xfrm>
                <a:off x="5279579" y="348157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574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4" name="任意多边形: 形状 23"/>
              <p:cNvSpPr/>
              <p:nvPr/>
            </p:nvSpPr>
            <p:spPr>
              <a:xfrm>
                <a:off x="5405567" y="348157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69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5" name="任意多边形: 形状 24"/>
              <p:cNvSpPr/>
              <p:nvPr/>
            </p:nvSpPr>
            <p:spPr>
              <a:xfrm>
                <a:off x="5531704" y="348157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574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6" name="任意多边形: 形状 25"/>
              <p:cNvSpPr/>
              <p:nvPr/>
            </p:nvSpPr>
            <p:spPr>
              <a:xfrm>
                <a:off x="5657690" y="348157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7" name="任意多边形: 形状 26"/>
              <p:cNvSpPr/>
              <p:nvPr/>
            </p:nvSpPr>
            <p:spPr>
              <a:xfrm>
                <a:off x="5783677" y="348157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8" name="任意多边形: 形状 27"/>
              <p:cNvSpPr/>
              <p:nvPr/>
            </p:nvSpPr>
            <p:spPr>
              <a:xfrm>
                <a:off x="5153442" y="3607415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8"/>
                      <a:pt x="22669" y="27146"/>
                      <a:pt x="17145" y="27146"/>
                    </a:cubicBezTo>
                    <a:cubicBezTo>
                      <a:pt x="11622" y="27146"/>
                      <a:pt x="7144" y="22668"/>
                      <a:pt x="7144" y="17145"/>
                    </a:cubicBezTo>
                    <a:cubicBezTo>
                      <a:pt x="7144" y="11621"/>
                      <a:pt x="11622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9" name="任意多边形: 形状 28"/>
              <p:cNvSpPr/>
              <p:nvPr/>
            </p:nvSpPr>
            <p:spPr>
              <a:xfrm>
                <a:off x="5279430" y="3607415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8"/>
                      <a:pt x="22669" y="27146"/>
                      <a:pt x="17145" y="27146"/>
                    </a:cubicBezTo>
                    <a:cubicBezTo>
                      <a:pt x="11622" y="27146"/>
                      <a:pt x="7144" y="22668"/>
                      <a:pt x="7144" y="17145"/>
                    </a:cubicBezTo>
                    <a:cubicBezTo>
                      <a:pt x="7144" y="11621"/>
                      <a:pt x="11622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0" name="任意多边形: 形状 29"/>
              <p:cNvSpPr/>
              <p:nvPr/>
            </p:nvSpPr>
            <p:spPr>
              <a:xfrm>
                <a:off x="5405567" y="3607415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8"/>
                      <a:pt x="22669" y="27146"/>
                      <a:pt x="17145" y="27146"/>
                    </a:cubicBezTo>
                    <a:cubicBezTo>
                      <a:pt x="11622" y="27146"/>
                      <a:pt x="7144" y="22668"/>
                      <a:pt x="7144" y="17145"/>
                    </a:cubicBezTo>
                    <a:cubicBezTo>
                      <a:pt x="7144" y="11621"/>
                      <a:pt x="11622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1" name="任意多边形: 形状 30"/>
              <p:cNvSpPr/>
              <p:nvPr/>
            </p:nvSpPr>
            <p:spPr>
              <a:xfrm>
                <a:off x="5531553" y="3607415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8"/>
                      <a:pt x="22669" y="27146"/>
                      <a:pt x="17145" y="27146"/>
                    </a:cubicBezTo>
                    <a:cubicBezTo>
                      <a:pt x="11622" y="27146"/>
                      <a:pt x="7144" y="22668"/>
                      <a:pt x="7144" y="17145"/>
                    </a:cubicBezTo>
                    <a:cubicBezTo>
                      <a:pt x="7144" y="11621"/>
                      <a:pt x="11622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2" name="任意多边形: 形状 31"/>
              <p:cNvSpPr/>
              <p:nvPr/>
            </p:nvSpPr>
            <p:spPr>
              <a:xfrm>
                <a:off x="5657690" y="3607415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8"/>
                      <a:pt x="22669" y="27146"/>
                      <a:pt x="17145" y="27146"/>
                    </a:cubicBezTo>
                    <a:cubicBezTo>
                      <a:pt x="11622" y="27146"/>
                      <a:pt x="7144" y="22668"/>
                      <a:pt x="7144" y="17145"/>
                    </a:cubicBezTo>
                    <a:cubicBezTo>
                      <a:pt x="7144" y="11621"/>
                      <a:pt x="11622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3" name="任意多边形: 形状 32"/>
              <p:cNvSpPr/>
              <p:nvPr/>
            </p:nvSpPr>
            <p:spPr>
              <a:xfrm>
                <a:off x="5153442" y="3733403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9"/>
                      <a:pt x="22669" y="27146"/>
                      <a:pt x="17145" y="27146"/>
                    </a:cubicBezTo>
                    <a:cubicBezTo>
                      <a:pt x="11622" y="27146"/>
                      <a:pt x="7144" y="22669"/>
                      <a:pt x="7144" y="17145"/>
                    </a:cubicBezTo>
                    <a:cubicBezTo>
                      <a:pt x="7144" y="11622"/>
                      <a:pt x="11622" y="7144"/>
                      <a:pt x="17145" y="7144"/>
                    </a:cubicBezTo>
                    <a:cubicBezTo>
                      <a:pt x="22669" y="7144"/>
                      <a:pt x="27146" y="11622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4" name="任意多边形: 形状 33"/>
              <p:cNvSpPr/>
              <p:nvPr/>
            </p:nvSpPr>
            <p:spPr>
              <a:xfrm>
                <a:off x="5279430" y="3733403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9"/>
                      <a:pt x="22669" y="27146"/>
                      <a:pt x="17145" y="27146"/>
                    </a:cubicBezTo>
                    <a:cubicBezTo>
                      <a:pt x="11622" y="27146"/>
                      <a:pt x="7144" y="22669"/>
                      <a:pt x="7144" y="17145"/>
                    </a:cubicBezTo>
                    <a:cubicBezTo>
                      <a:pt x="7144" y="11622"/>
                      <a:pt x="11622" y="7144"/>
                      <a:pt x="17145" y="7144"/>
                    </a:cubicBezTo>
                    <a:cubicBezTo>
                      <a:pt x="22669" y="7144"/>
                      <a:pt x="27146" y="11622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5" name="任意多边形: 形状 34"/>
              <p:cNvSpPr/>
              <p:nvPr/>
            </p:nvSpPr>
            <p:spPr>
              <a:xfrm>
                <a:off x="5405567" y="3733403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9"/>
                      <a:pt x="22669" y="27146"/>
                      <a:pt x="17145" y="27146"/>
                    </a:cubicBezTo>
                    <a:cubicBezTo>
                      <a:pt x="11622" y="27146"/>
                      <a:pt x="7144" y="22669"/>
                      <a:pt x="7144" y="17145"/>
                    </a:cubicBezTo>
                    <a:cubicBezTo>
                      <a:pt x="7144" y="11622"/>
                      <a:pt x="11622" y="7144"/>
                      <a:pt x="17145" y="7144"/>
                    </a:cubicBezTo>
                    <a:cubicBezTo>
                      <a:pt x="22669" y="7144"/>
                      <a:pt x="27146" y="11622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6" name="任意多边形: 形状 35"/>
              <p:cNvSpPr/>
              <p:nvPr/>
            </p:nvSpPr>
            <p:spPr>
              <a:xfrm>
                <a:off x="5531553" y="3733403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9"/>
                      <a:pt x="22669" y="27146"/>
                      <a:pt x="17145" y="27146"/>
                    </a:cubicBezTo>
                    <a:cubicBezTo>
                      <a:pt x="11622" y="27146"/>
                      <a:pt x="7144" y="22669"/>
                      <a:pt x="7144" y="17145"/>
                    </a:cubicBezTo>
                    <a:cubicBezTo>
                      <a:pt x="7144" y="11622"/>
                      <a:pt x="11622" y="7144"/>
                      <a:pt x="17145" y="7144"/>
                    </a:cubicBezTo>
                    <a:cubicBezTo>
                      <a:pt x="22669" y="7144"/>
                      <a:pt x="27146" y="11622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7" name="任意多边形: 形状 36"/>
              <p:cNvSpPr/>
              <p:nvPr/>
            </p:nvSpPr>
            <p:spPr>
              <a:xfrm>
                <a:off x="5153442" y="385923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8" name="任意多边形: 形状 37"/>
              <p:cNvSpPr/>
              <p:nvPr/>
            </p:nvSpPr>
            <p:spPr>
              <a:xfrm>
                <a:off x="5279579" y="385923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574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9" name="任意多边形: 形状 38"/>
              <p:cNvSpPr/>
              <p:nvPr/>
            </p:nvSpPr>
            <p:spPr>
              <a:xfrm>
                <a:off x="5405567" y="385923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69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0" name="任意多边形: 形状 39"/>
              <p:cNvSpPr/>
              <p:nvPr/>
            </p:nvSpPr>
            <p:spPr>
              <a:xfrm>
                <a:off x="5153442" y="3985076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1" name="任意多边形: 形状 40"/>
              <p:cNvSpPr/>
              <p:nvPr/>
            </p:nvSpPr>
            <p:spPr>
              <a:xfrm>
                <a:off x="5279579" y="3985076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574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2" name="任意多边形: 形状 41"/>
              <p:cNvSpPr/>
              <p:nvPr/>
            </p:nvSpPr>
            <p:spPr>
              <a:xfrm>
                <a:off x="5153442" y="4110914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8"/>
                      <a:pt x="22669" y="27146"/>
                      <a:pt x="17145" y="27146"/>
                    </a:cubicBezTo>
                    <a:cubicBezTo>
                      <a:pt x="11622" y="27146"/>
                      <a:pt x="7144" y="22668"/>
                      <a:pt x="7144" y="17145"/>
                    </a:cubicBezTo>
                    <a:cubicBezTo>
                      <a:pt x="7144" y="11621"/>
                      <a:pt x="11622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5" name="组合 4"/>
            <p:cNvGrpSpPr/>
            <p:nvPr userDrawn="1"/>
          </p:nvGrpSpPr>
          <p:grpSpPr>
            <a:xfrm>
              <a:off x="8327264" y="2565728"/>
              <a:ext cx="5222380" cy="5705265"/>
              <a:chOff x="8327264" y="2565728"/>
              <a:chExt cx="5222380" cy="5705265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8327264" y="6813763"/>
                <a:ext cx="5041900" cy="1457230"/>
              </a:xfrm>
              <a:prstGeom prst="rect">
                <a:avLst/>
              </a:prstGeom>
              <a:solidFill>
                <a:srgbClr val="F5F7F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" name="矩形 6"/>
              <p:cNvSpPr/>
              <p:nvPr/>
            </p:nvSpPr>
            <p:spPr>
              <a:xfrm rot="5400000">
                <a:off x="10300079" y="4358063"/>
                <a:ext cx="5041900" cy="1457230"/>
              </a:xfrm>
              <a:prstGeom prst="rect">
                <a:avLst/>
              </a:prstGeom>
              <a:solidFill>
                <a:srgbClr val="F5F7F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02" name="组合 101"/>
          <p:cNvGrpSpPr/>
          <p:nvPr userDrawn="1"/>
        </p:nvGrpSpPr>
        <p:grpSpPr>
          <a:xfrm>
            <a:off x="9863474" y="4233621"/>
            <a:ext cx="3251520" cy="3552169"/>
            <a:chOff x="8327264" y="2565728"/>
            <a:chExt cx="5222380" cy="5705265"/>
          </a:xfrm>
        </p:grpSpPr>
        <p:grpSp>
          <p:nvGrpSpPr>
            <p:cNvPr id="103" name="组合 102"/>
            <p:cNvGrpSpPr/>
            <p:nvPr userDrawn="1"/>
          </p:nvGrpSpPr>
          <p:grpSpPr>
            <a:xfrm>
              <a:off x="8629650" y="3314700"/>
              <a:ext cx="4263853" cy="4740854"/>
              <a:chOff x="3248171" y="3197770"/>
              <a:chExt cx="3295332" cy="3663984"/>
            </a:xfrm>
          </p:grpSpPr>
          <p:sp>
            <p:nvSpPr>
              <p:cNvPr id="107" name="任意多边形: 形状 106"/>
              <p:cNvSpPr/>
              <p:nvPr/>
            </p:nvSpPr>
            <p:spPr>
              <a:xfrm>
                <a:off x="3505550" y="3197770"/>
                <a:ext cx="2747988" cy="3663984"/>
              </a:xfrm>
              <a:custGeom>
                <a:avLst/>
                <a:gdLst>
                  <a:gd name="connsiteX0" fmla="*/ 7144 w 1743075"/>
                  <a:gd name="connsiteY0" fmla="*/ 1742789 h 2324100"/>
                  <a:gd name="connsiteX1" fmla="*/ 1742789 w 1743075"/>
                  <a:gd name="connsiteY1" fmla="*/ 7144 h 2324100"/>
                  <a:gd name="connsiteX2" fmla="*/ 1742789 w 1743075"/>
                  <a:gd name="connsiteY2" fmla="*/ 585692 h 2324100"/>
                  <a:gd name="connsiteX3" fmla="*/ 7144 w 1743075"/>
                  <a:gd name="connsiteY3" fmla="*/ 2321243 h 2324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43075" h="2324100">
                    <a:moveTo>
                      <a:pt x="7144" y="1742789"/>
                    </a:moveTo>
                    <a:lnTo>
                      <a:pt x="1742789" y="7144"/>
                    </a:lnTo>
                    <a:lnTo>
                      <a:pt x="1742789" y="585692"/>
                    </a:lnTo>
                    <a:lnTo>
                      <a:pt x="7144" y="2321243"/>
                    </a:lnTo>
                    <a:close/>
                  </a:path>
                </a:pathLst>
              </a:custGeom>
              <a:solidFill>
                <a:srgbClr val="F2634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8" name="任意多边形: 形状 107"/>
              <p:cNvSpPr/>
              <p:nvPr/>
            </p:nvSpPr>
            <p:spPr>
              <a:xfrm>
                <a:off x="4157559" y="4505392"/>
                <a:ext cx="570620" cy="1126225"/>
              </a:xfrm>
              <a:custGeom>
                <a:avLst/>
                <a:gdLst>
                  <a:gd name="connsiteX0" fmla="*/ 153353 w 361950"/>
                  <a:gd name="connsiteY0" fmla="*/ 360141 h 714375"/>
                  <a:gd name="connsiteX1" fmla="*/ 7144 w 361950"/>
                  <a:gd name="connsiteY1" fmla="*/ 7144 h 714375"/>
                  <a:gd name="connsiteX2" fmla="*/ 360140 w 361950"/>
                  <a:gd name="connsiteY2" fmla="*/ 360141 h 714375"/>
                  <a:gd name="connsiteX3" fmla="*/ 7144 w 361950"/>
                  <a:gd name="connsiteY3" fmla="*/ 713137 h 714375"/>
                  <a:gd name="connsiteX4" fmla="*/ 153353 w 361950"/>
                  <a:gd name="connsiteY4" fmla="*/ 360141 h 714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61950" h="714375">
                    <a:moveTo>
                      <a:pt x="153353" y="360141"/>
                    </a:moveTo>
                    <a:cubicBezTo>
                      <a:pt x="153353" y="232410"/>
                      <a:pt x="104584" y="104680"/>
                      <a:pt x="7144" y="7144"/>
                    </a:cubicBezTo>
                    <a:lnTo>
                      <a:pt x="360140" y="360141"/>
                    </a:lnTo>
                    <a:lnTo>
                      <a:pt x="7144" y="713137"/>
                    </a:lnTo>
                    <a:cubicBezTo>
                      <a:pt x="104584" y="615696"/>
                      <a:pt x="153353" y="487871"/>
                      <a:pt x="153353" y="360141"/>
                    </a:cubicBez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9" name="任意多边形: 形状 108"/>
              <p:cNvSpPr/>
              <p:nvPr/>
            </p:nvSpPr>
            <p:spPr>
              <a:xfrm>
                <a:off x="3601054" y="4689493"/>
                <a:ext cx="540588" cy="765833"/>
              </a:xfrm>
              <a:custGeom>
                <a:avLst/>
                <a:gdLst>
                  <a:gd name="connsiteX0" fmla="*/ 7144 w 342900"/>
                  <a:gd name="connsiteY0" fmla="*/ 243364 h 485775"/>
                  <a:gd name="connsiteX1" fmla="*/ 243364 w 342900"/>
                  <a:gd name="connsiteY1" fmla="*/ 7144 h 485775"/>
                  <a:gd name="connsiteX2" fmla="*/ 341186 w 342900"/>
                  <a:gd name="connsiteY2" fmla="*/ 243364 h 485775"/>
                  <a:gd name="connsiteX3" fmla="*/ 243364 w 342900"/>
                  <a:gd name="connsiteY3" fmla="*/ 479584 h 485775"/>
                  <a:gd name="connsiteX4" fmla="*/ 7144 w 342900"/>
                  <a:gd name="connsiteY4" fmla="*/ 243364 h 485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2900" h="485775">
                    <a:moveTo>
                      <a:pt x="7144" y="243364"/>
                    </a:moveTo>
                    <a:lnTo>
                      <a:pt x="243364" y="7144"/>
                    </a:lnTo>
                    <a:cubicBezTo>
                      <a:pt x="308610" y="72390"/>
                      <a:pt x="341186" y="157829"/>
                      <a:pt x="341186" y="243364"/>
                    </a:cubicBezTo>
                    <a:cubicBezTo>
                      <a:pt x="341186" y="328898"/>
                      <a:pt x="308610" y="414338"/>
                      <a:pt x="243364" y="479584"/>
                    </a:cubicBezTo>
                    <a:lnTo>
                      <a:pt x="7144" y="243364"/>
                    </a:ln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0" name="任意多边形: 形状 109"/>
              <p:cNvSpPr/>
              <p:nvPr/>
            </p:nvSpPr>
            <p:spPr>
              <a:xfrm>
                <a:off x="3601054" y="4689493"/>
                <a:ext cx="540588" cy="765833"/>
              </a:xfrm>
              <a:custGeom>
                <a:avLst/>
                <a:gdLst>
                  <a:gd name="connsiteX0" fmla="*/ 7144 w 342900"/>
                  <a:gd name="connsiteY0" fmla="*/ 243364 h 485775"/>
                  <a:gd name="connsiteX1" fmla="*/ 243364 w 342900"/>
                  <a:gd name="connsiteY1" fmla="*/ 7144 h 485775"/>
                  <a:gd name="connsiteX2" fmla="*/ 341186 w 342900"/>
                  <a:gd name="connsiteY2" fmla="*/ 243364 h 485775"/>
                  <a:gd name="connsiteX3" fmla="*/ 243364 w 342900"/>
                  <a:gd name="connsiteY3" fmla="*/ 479584 h 485775"/>
                  <a:gd name="connsiteX4" fmla="*/ 7144 w 342900"/>
                  <a:gd name="connsiteY4" fmla="*/ 243364 h 485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2900" h="485775">
                    <a:moveTo>
                      <a:pt x="7144" y="243364"/>
                    </a:moveTo>
                    <a:lnTo>
                      <a:pt x="243364" y="7144"/>
                    </a:lnTo>
                    <a:cubicBezTo>
                      <a:pt x="308610" y="72390"/>
                      <a:pt x="341186" y="157829"/>
                      <a:pt x="341186" y="243364"/>
                    </a:cubicBezTo>
                    <a:cubicBezTo>
                      <a:pt x="341186" y="328898"/>
                      <a:pt x="308610" y="414338"/>
                      <a:pt x="243364" y="479584"/>
                    </a:cubicBezTo>
                    <a:lnTo>
                      <a:pt x="7144" y="243364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1" name="任意多边形: 形状 110"/>
              <p:cNvSpPr/>
              <p:nvPr/>
            </p:nvSpPr>
            <p:spPr>
              <a:xfrm>
                <a:off x="3601054" y="4689493"/>
                <a:ext cx="540588" cy="765833"/>
              </a:xfrm>
              <a:custGeom>
                <a:avLst/>
                <a:gdLst>
                  <a:gd name="connsiteX0" fmla="*/ 7144 w 342900"/>
                  <a:gd name="connsiteY0" fmla="*/ 243364 h 485775"/>
                  <a:gd name="connsiteX1" fmla="*/ 243364 w 342900"/>
                  <a:gd name="connsiteY1" fmla="*/ 7144 h 485775"/>
                  <a:gd name="connsiteX2" fmla="*/ 341186 w 342900"/>
                  <a:gd name="connsiteY2" fmla="*/ 243364 h 485775"/>
                  <a:gd name="connsiteX3" fmla="*/ 243364 w 342900"/>
                  <a:gd name="connsiteY3" fmla="*/ 479584 h 485775"/>
                  <a:gd name="connsiteX4" fmla="*/ 7144 w 342900"/>
                  <a:gd name="connsiteY4" fmla="*/ 243364 h 485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2900" h="485775">
                    <a:moveTo>
                      <a:pt x="7144" y="243364"/>
                    </a:moveTo>
                    <a:lnTo>
                      <a:pt x="243364" y="7144"/>
                    </a:lnTo>
                    <a:cubicBezTo>
                      <a:pt x="308610" y="72390"/>
                      <a:pt x="341186" y="157829"/>
                      <a:pt x="341186" y="243364"/>
                    </a:cubicBezTo>
                    <a:cubicBezTo>
                      <a:pt x="341186" y="328898"/>
                      <a:pt x="308610" y="414338"/>
                      <a:pt x="243364" y="479584"/>
                    </a:cubicBezTo>
                    <a:lnTo>
                      <a:pt x="7144" y="243364"/>
                    </a:lnTo>
                    <a:close/>
                  </a:path>
                </a:pathLst>
              </a:custGeom>
              <a:solidFill>
                <a:srgbClr val="61C9D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2" name="任意多边形: 形状 111"/>
              <p:cNvSpPr/>
              <p:nvPr/>
            </p:nvSpPr>
            <p:spPr>
              <a:xfrm>
                <a:off x="4445122" y="4524914"/>
                <a:ext cx="825898" cy="1096192"/>
              </a:xfrm>
              <a:custGeom>
                <a:avLst/>
                <a:gdLst>
                  <a:gd name="connsiteX0" fmla="*/ 348805 w 523875"/>
                  <a:gd name="connsiteY0" fmla="*/ 519684 h 695325"/>
                  <a:gd name="connsiteX1" fmla="*/ 519684 w 523875"/>
                  <a:gd name="connsiteY1" fmla="*/ 348805 h 695325"/>
                  <a:gd name="connsiteX2" fmla="*/ 348805 w 523875"/>
                  <a:gd name="connsiteY2" fmla="*/ 178022 h 695325"/>
                  <a:gd name="connsiteX3" fmla="*/ 178022 w 523875"/>
                  <a:gd name="connsiteY3" fmla="*/ 7144 h 695325"/>
                  <a:gd name="connsiteX4" fmla="*/ 7144 w 523875"/>
                  <a:gd name="connsiteY4" fmla="*/ 178022 h 695325"/>
                  <a:gd name="connsiteX5" fmla="*/ 178022 w 523875"/>
                  <a:gd name="connsiteY5" fmla="*/ 348805 h 695325"/>
                  <a:gd name="connsiteX6" fmla="*/ 7144 w 523875"/>
                  <a:gd name="connsiteY6" fmla="*/ 519684 h 695325"/>
                  <a:gd name="connsiteX7" fmla="*/ 178022 w 523875"/>
                  <a:gd name="connsiteY7" fmla="*/ 690563 h 695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23875" h="695325">
                    <a:moveTo>
                      <a:pt x="348805" y="519684"/>
                    </a:moveTo>
                    <a:lnTo>
                      <a:pt x="519684" y="348805"/>
                    </a:lnTo>
                    <a:lnTo>
                      <a:pt x="348805" y="178022"/>
                    </a:lnTo>
                    <a:lnTo>
                      <a:pt x="178022" y="7144"/>
                    </a:lnTo>
                    <a:lnTo>
                      <a:pt x="7144" y="178022"/>
                    </a:lnTo>
                    <a:lnTo>
                      <a:pt x="178022" y="348805"/>
                    </a:lnTo>
                    <a:lnTo>
                      <a:pt x="7144" y="519684"/>
                    </a:lnTo>
                    <a:lnTo>
                      <a:pt x="178022" y="690563"/>
                    </a:lnTo>
                    <a:close/>
                  </a:path>
                </a:pathLst>
              </a:custGeom>
              <a:solidFill>
                <a:srgbClr val="F2634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3" name="任意多边形: 形状 112"/>
              <p:cNvSpPr/>
              <p:nvPr/>
            </p:nvSpPr>
            <p:spPr>
              <a:xfrm>
                <a:off x="4445122" y="4524914"/>
                <a:ext cx="285310" cy="555604"/>
              </a:xfrm>
              <a:custGeom>
                <a:avLst/>
                <a:gdLst>
                  <a:gd name="connsiteX0" fmla="*/ 178022 w 180975"/>
                  <a:gd name="connsiteY0" fmla="*/ 348805 h 352425"/>
                  <a:gd name="connsiteX1" fmla="*/ 178022 w 180975"/>
                  <a:gd name="connsiteY1" fmla="*/ 7144 h 352425"/>
                  <a:gd name="connsiteX2" fmla="*/ 7144 w 180975"/>
                  <a:gd name="connsiteY2" fmla="*/ 178022 h 35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80975" h="352425">
                    <a:moveTo>
                      <a:pt x="178022" y="348805"/>
                    </a:moveTo>
                    <a:lnTo>
                      <a:pt x="178022" y="7144"/>
                    </a:lnTo>
                    <a:lnTo>
                      <a:pt x="7144" y="178022"/>
                    </a:ln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4" name="任意多边形: 形状 113"/>
              <p:cNvSpPr/>
              <p:nvPr/>
            </p:nvSpPr>
            <p:spPr>
              <a:xfrm>
                <a:off x="5252099" y="4281949"/>
                <a:ext cx="1291404" cy="1306420"/>
              </a:xfrm>
              <a:custGeom>
                <a:avLst/>
                <a:gdLst>
                  <a:gd name="connsiteX0" fmla="*/ 819722 w 819150"/>
                  <a:gd name="connsiteY0" fmla="*/ 723900 h 828675"/>
                  <a:gd name="connsiteX1" fmla="*/ 106775 w 819150"/>
                  <a:gd name="connsiteY1" fmla="*/ 7144 h 828675"/>
                  <a:gd name="connsiteX2" fmla="*/ 7144 w 819150"/>
                  <a:gd name="connsiteY2" fmla="*/ 106680 h 828675"/>
                  <a:gd name="connsiteX3" fmla="*/ 720185 w 819150"/>
                  <a:gd name="connsiteY3" fmla="*/ 823436 h 828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19150" h="828675">
                    <a:moveTo>
                      <a:pt x="819722" y="723900"/>
                    </a:moveTo>
                    <a:lnTo>
                      <a:pt x="106775" y="7144"/>
                    </a:lnTo>
                    <a:lnTo>
                      <a:pt x="7144" y="106680"/>
                    </a:lnTo>
                    <a:lnTo>
                      <a:pt x="720185" y="823436"/>
                    </a:ln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5" name="任意多边形: 形状 114"/>
              <p:cNvSpPr/>
              <p:nvPr/>
            </p:nvSpPr>
            <p:spPr>
              <a:xfrm>
                <a:off x="4938257" y="4438869"/>
                <a:ext cx="961045" cy="1276388"/>
              </a:xfrm>
              <a:custGeom>
                <a:avLst/>
                <a:gdLst>
                  <a:gd name="connsiteX0" fmla="*/ 7144 w 609600"/>
                  <a:gd name="connsiteY0" fmla="*/ 206312 h 809625"/>
                  <a:gd name="connsiteX1" fmla="*/ 206216 w 609600"/>
                  <a:gd name="connsiteY1" fmla="*/ 405384 h 809625"/>
                  <a:gd name="connsiteX2" fmla="*/ 7144 w 609600"/>
                  <a:gd name="connsiteY2" fmla="*/ 604552 h 809625"/>
                  <a:gd name="connsiteX3" fmla="*/ 206216 w 609600"/>
                  <a:gd name="connsiteY3" fmla="*/ 803625 h 809625"/>
                  <a:gd name="connsiteX4" fmla="*/ 405384 w 609600"/>
                  <a:gd name="connsiteY4" fmla="*/ 604552 h 809625"/>
                  <a:gd name="connsiteX5" fmla="*/ 604457 w 609600"/>
                  <a:gd name="connsiteY5" fmla="*/ 405384 h 809625"/>
                  <a:gd name="connsiteX6" fmla="*/ 405384 w 609600"/>
                  <a:gd name="connsiteY6" fmla="*/ 206312 h 809625"/>
                  <a:gd name="connsiteX7" fmla="*/ 206216 w 609600"/>
                  <a:gd name="connsiteY7" fmla="*/ 7144 h 809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09600" h="809625">
                    <a:moveTo>
                      <a:pt x="7144" y="206312"/>
                    </a:moveTo>
                    <a:lnTo>
                      <a:pt x="206216" y="405384"/>
                    </a:lnTo>
                    <a:lnTo>
                      <a:pt x="7144" y="604552"/>
                    </a:lnTo>
                    <a:lnTo>
                      <a:pt x="206216" y="803625"/>
                    </a:lnTo>
                    <a:lnTo>
                      <a:pt x="405384" y="604552"/>
                    </a:lnTo>
                    <a:lnTo>
                      <a:pt x="604457" y="405384"/>
                    </a:lnTo>
                    <a:lnTo>
                      <a:pt x="405384" y="206312"/>
                    </a:lnTo>
                    <a:lnTo>
                      <a:pt x="206216" y="7144"/>
                    </a:ln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6" name="任意多边形: 形状 115"/>
              <p:cNvSpPr/>
              <p:nvPr/>
            </p:nvSpPr>
            <p:spPr>
              <a:xfrm>
                <a:off x="3248171" y="4936060"/>
                <a:ext cx="270294" cy="270294"/>
              </a:xfrm>
              <a:custGeom>
                <a:avLst/>
                <a:gdLst>
                  <a:gd name="connsiteX0" fmla="*/ 166783 w 171450"/>
                  <a:gd name="connsiteY0" fmla="*/ 86963 h 171450"/>
                  <a:gd name="connsiteX1" fmla="*/ 86963 w 171450"/>
                  <a:gd name="connsiteY1" fmla="*/ 166783 h 171450"/>
                  <a:gd name="connsiteX2" fmla="*/ 7144 w 171450"/>
                  <a:gd name="connsiteY2" fmla="*/ 86963 h 171450"/>
                  <a:gd name="connsiteX3" fmla="*/ 86963 w 171450"/>
                  <a:gd name="connsiteY3" fmla="*/ 7144 h 171450"/>
                  <a:gd name="connsiteX4" fmla="*/ 166783 w 171450"/>
                  <a:gd name="connsiteY4" fmla="*/ 86963 h 171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0" h="171450">
                    <a:moveTo>
                      <a:pt x="166783" y="86963"/>
                    </a:moveTo>
                    <a:cubicBezTo>
                      <a:pt x="166783" y="131047"/>
                      <a:pt x="131046" y="166783"/>
                      <a:pt x="86963" y="166783"/>
                    </a:cubicBezTo>
                    <a:cubicBezTo>
                      <a:pt x="42880" y="166783"/>
                      <a:pt x="7144" y="131047"/>
                      <a:pt x="7144" y="86963"/>
                    </a:cubicBezTo>
                    <a:cubicBezTo>
                      <a:pt x="7144" y="42880"/>
                      <a:pt x="42880" y="7144"/>
                      <a:pt x="86963" y="7144"/>
                    </a:cubicBezTo>
                    <a:cubicBezTo>
                      <a:pt x="131046" y="7144"/>
                      <a:pt x="166783" y="42880"/>
                      <a:pt x="166783" y="86963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7" name="任意多边形: 形状 116"/>
              <p:cNvSpPr/>
              <p:nvPr/>
            </p:nvSpPr>
            <p:spPr>
              <a:xfrm>
                <a:off x="5248044" y="4843860"/>
                <a:ext cx="900980" cy="900980"/>
              </a:xfrm>
              <a:custGeom>
                <a:avLst/>
                <a:gdLst>
                  <a:gd name="connsiteX0" fmla="*/ 429768 w 571500"/>
                  <a:gd name="connsiteY0" fmla="*/ 570643 h 571500"/>
                  <a:gd name="connsiteX1" fmla="*/ 7144 w 571500"/>
                  <a:gd name="connsiteY1" fmla="*/ 148018 h 571500"/>
                  <a:gd name="connsiteX2" fmla="*/ 148019 w 571500"/>
                  <a:gd name="connsiteY2" fmla="*/ 7144 h 571500"/>
                  <a:gd name="connsiteX3" fmla="*/ 570643 w 571500"/>
                  <a:gd name="connsiteY3" fmla="*/ 429768 h 571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1500" h="571500">
                    <a:moveTo>
                      <a:pt x="429768" y="570643"/>
                    </a:moveTo>
                    <a:lnTo>
                      <a:pt x="7144" y="148018"/>
                    </a:lnTo>
                    <a:lnTo>
                      <a:pt x="148019" y="7144"/>
                    </a:lnTo>
                    <a:lnTo>
                      <a:pt x="570643" y="429768"/>
                    </a:lnTo>
                    <a:close/>
                  </a:path>
                </a:pathLst>
              </a:custGeom>
              <a:solidFill>
                <a:srgbClr val="61C9D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8" name="任意多边形: 形状 117"/>
              <p:cNvSpPr/>
              <p:nvPr/>
            </p:nvSpPr>
            <p:spPr>
              <a:xfrm>
                <a:off x="5489958" y="5079015"/>
                <a:ext cx="60065" cy="60065"/>
              </a:xfrm>
              <a:custGeom>
                <a:avLst/>
                <a:gdLst>
                  <a:gd name="connsiteX0" fmla="*/ 35433 w 38100"/>
                  <a:gd name="connsiteY0" fmla="*/ 35433 h 38100"/>
                  <a:gd name="connsiteX1" fmla="*/ 35433 w 38100"/>
                  <a:gd name="connsiteY1" fmla="*/ 12001 h 38100"/>
                  <a:gd name="connsiteX2" fmla="*/ 12001 w 38100"/>
                  <a:gd name="connsiteY2" fmla="*/ 12001 h 38100"/>
                  <a:gd name="connsiteX3" fmla="*/ 12001 w 38100"/>
                  <a:gd name="connsiteY3" fmla="*/ 35433 h 38100"/>
                  <a:gd name="connsiteX4" fmla="*/ 35433 w 38100"/>
                  <a:gd name="connsiteY4" fmla="*/ 35433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5433" y="35433"/>
                    </a:moveTo>
                    <a:cubicBezTo>
                      <a:pt x="41910" y="28956"/>
                      <a:pt x="41910" y="18478"/>
                      <a:pt x="35433" y="12001"/>
                    </a:cubicBezTo>
                    <a:cubicBezTo>
                      <a:pt x="28956" y="5525"/>
                      <a:pt x="18479" y="5525"/>
                      <a:pt x="12001" y="12001"/>
                    </a:cubicBezTo>
                    <a:cubicBezTo>
                      <a:pt x="5525" y="18478"/>
                      <a:pt x="5525" y="28956"/>
                      <a:pt x="12001" y="35433"/>
                    </a:cubicBezTo>
                    <a:cubicBezTo>
                      <a:pt x="18479" y="41910"/>
                      <a:pt x="28956" y="41910"/>
                      <a:pt x="35433" y="35433"/>
                    </a:cubicBez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9" name="任意多边形: 形状 118"/>
              <p:cNvSpPr/>
              <p:nvPr/>
            </p:nvSpPr>
            <p:spPr>
              <a:xfrm>
                <a:off x="5687423" y="5276480"/>
                <a:ext cx="60065" cy="60065"/>
              </a:xfrm>
              <a:custGeom>
                <a:avLst/>
                <a:gdLst>
                  <a:gd name="connsiteX0" fmla="*/ 35433 w 38100"/>
                  <a:gd name="connsiteY0" fmla="*/ 35433 h 38100"/>
                  <a:gd name="connsiteX1" fmla="*/ 35433 w 38100"/>
                  <a:gd name="connsiteY1" fmla="*/ 12001 h 38100"/>
                  <a:gd name="connsiteX2" fmla="*/ 12002 w 38100"/>
                  <a:gd name="connsiteY2" fmla="*/ 12001 h 38100"/>
                  <a:gd name="connsiteX3" fmla="*/ 12002 w 38100"/>
                  <a:gd name="connsiteY3" fmla="*/ 35433 h 38100"/>
                  <a:gd name="connsiteX4" fmla="*/ 35433 w 38100"/>
                  <a:gd name="connsiteY4" fmla="*/ 35433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5433" y="35433"/>
                    </a:moveTo>
                    <a:cubicBezTo>
                      <a:pt x="41910" y="28956"/>
                      <a:pt x="41910" y="18478"/>
                      <a:pt x="35433" y="12001"/>
                    </a:cubicBezTo>
                    <a:cubicBezTo>
                      <a:pt x="28956" y="5525"/>
                      <a:pt x="18479" y="5525"/>
                      <a:pt x="12002" y="12001"/>
                    </a:cubicBezTo>
                    <a:cubicBezTo>
                      <a:pt x="5524" y="18478"/>
                      <a:pt x="5524" y="28956"/>
                      <a:pt x="12002" y="35433"/>
                    </a:cubicBezTo>
                    <a:cubicBezTo>
                      <a:pt x="18479" y="41910"/>
                      <a:pt x="28956" y="41910"/>
                      <a:pt x="35433" y="35433"/>
                    </a:cubicBez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0" name="任意多边形: 形状 119"/>
              <p:cNvSpPr/>
              <p:nvPr/>
            </p:nvSpPr>
            <p:spPr>
              <a:xfrm>
                <a:off x="5884888" y="5473946"/>
                <a:ext cx="60065" cy="60065"/>
              </a:xfrm>
              <a:custGeom>
                <a:avLst/>
                <a:gdLst>
                  <a:gd name="connsiteX0" fmla="*/ 40291 w 38100"/>
                  <a:gd name="connsiteY0" fmla="*/ 23717 h 38100"/>
                  <a:gd name="connsiteX1" fmla="*/ 23717 w 38100"/>
                  <a:gd name="connsiteY1" fmla="*/ 40291 h 38100"/>
                  <a:gd name="connsiteX2" fmla="*/ 7144 w 38100"/>
                  <a:gd name="connsiteY2" fmla="*/ 23717 h 38100"/>
                  <a:gd name="connsiteX3" fmla="*/ 23717 w 38100"/>
                  <a:gd name="connsiteY3" fmla="*/ 7144 h 38100"/>
                  <a:gd name="connsiteX4" fmla="*/ 40291 w 38100"/>
                  <a:gd name="connsiteY4" fmla="*/ 23717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40291" y="23717"/>
                    </a:moveTo>
                    <a:cubicBezTo>
                      <a:pt x="40291" y="32871"/>
                      <a:pt x="32871" y="40291"/>
                      <a:pt x="23717" y="40291"/>
                    </a:cubicBezTo>
                    <a:cubicBezTo>
                      <a:pt x="14564" y="40291"/>
                      <a:pt x="7144" y="32870"/>
                      <a:pt x="7144" y="23717"/>
                    </a:cubicBezTo>
                    <a:cubicBezTo>
                      <a:pt x="7144" y="14564"/>
                      <a:pt x="14564" y="7144"/>
                      <a:pt x="23717" y="7144"/>
                    </a:cubicBezTo>
                    <a:cubicBezTo>
                      <a:pt x="32871" y="7144"/>
                      <a:pt x="40291" y="14564"/>
                      <a:pt x="40291" y="23717"/>
                    </a:cubicBezTo>
                    <a:close/>
                  </a:path>
                </a:pathLst>
              </a:custGeom>
              <a:solidFill>
                <a:srgbClr val="2B357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1" name="任意多边形: 形状 120"/>
              <p:cNvSpPr/>
              <p:nvPr/>
            </p:nvSpPr>
            <p:spPr>
              <a:xfrm>
                <a:off x="5153442" y="348157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2" name="任意多边形: 形状 121"/>
              <p:cNvSpPr/>
              <p:nvPr/>
            </p:nvSpPr>
            <p:spPr>
              <a:xfrm>
                <a:off x="5279579" y="348157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574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3" name="任意多边形: 形状 122"/>
              <p:cNvSpPr/>
              <p:nvPr/>
            </p:nvSpPr>
            <p:spPr>
              <a:xfrm>
                <a:off x="5405567" y="348157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69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4" name="任意多边形: 形状 123"/>
              <p:cNvSpPr/>
              <p:nvPr/>
            </p:nvSpPr>
            <p:spPr>
              <a:xfrm>
                <a:off x="5531704" y="348157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574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5" name="任意多边形: 形状 124"/>
              <p:cNvSpPr/>
              <p:nvPr/>
            </p:nvSpPr>
            <p:spPr>
              <a:xfrm>
                <a:off x="5657690" y="348157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6" name="任意多边形: 形状 125"/>
              <p:cNvSpPr/>
              <p:nvPr/>
            </p:nvSpPr>
            <p:spPr>
              <a:xfrm>
                <a:off x="5783677" y="348157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7" name="任意多边形: 形状 126"/>
              <p:cNvSpPr/>
              <p:nvPr/>
            </p:nvSpPr>
            <p:spPr>
              <a:xfrm>
                <a:off x="5153442" y="3607415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8"/>
                      <a:pt x="22669" y="27146"/>
                      <a:pt x="17145" y="27146"/>
                    </a:cubicBezTo>
                    <a:cubicBezTo>
                      <a:pt x="11622" y="27146"/>
                      <a:pt x="7144" y="22668"/>
                      <a:pt x="7144" y="17145"/>
                    </a:cubicBezTo>
                    <a:cubicBezTo>
                      <a:pt x="7144" y="11621"/>
                      <a:pt x="11622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8" name="任意多边形: 形状 127"/>
              <p:cNvSpPr/>
              <p:nvPr/>
            </p:nvSpPr>
            <p:spPr>
              <a:xfrm>
                <a:off x="5279430" y="3607415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8"/>
                      <a:pt x="22669" y="27146"/>
                      <a:pt x="17145" y="27146"/>
                    </a:cubicBezTo>
                    <a:cubicBezTo>
                      <a:pt x="11622" y="27146"/>
                      <a:pt x="7144" y="22668"/>
                      <a:pt x="7144" y="17145"/>
                    </a:cubicBezTo>
                    <a:cubicBezTo>
                      <a:pt x="7144" y="11621"/>
                      <a:pt x="11622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9" name="任意多边形: 形状 128"/>
              <p:cNvSpPr/>
              <p:nvPr/>
            </p:nvSpPr>
            <p:spPr>
              <a:xfrm>
                <a:off x="5405567" y="3607415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8"/>
                      <a:pt x="22669" y="27146"/>
                      <a:pt x="17145" y="27146"/>
                    </a:cubicBezTo>
                    <a:cubicBezTo>
                      <a:pt x="11622" y="27146"/>
                      <a:pt x="7144" y="22668"/>
                      <a:pt x="7144" y="17145"/>
                    </a:cubicBezTo>
                    <a:cubicBezTo>
                      <a:pt x="7144" y="11621"/>
                      <a:pt x="11622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0" name="任意多边形: 形状 129"/>
              <p:cNvSpPr/>
              <p:nvPr/>
            </p:nvSpPr>
            <p:spPr>
              <a:xfrm>
                <a:off x="5531553" y="3607415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8"/>
                      <a:pt x="22669" y="27146"/>
                      <a:pt x="17145" y="27146"/>
                    </a:cubicBezTo>
                    <a:cubicBezTo>
                      <a:pt x="11622" y="27146"/>
                      <a:pt x="7144" y="22668"/>
                      <a:pt x="7144" y="17145"/>
                    </a:cubicBezTo>
                    <a:cubicBezTo>
                      <a:pt x="7144" y="11621"/>
                      <a:pt x="11622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1" name="任意多边形: 形状 130"/>
              <p:cNvSpPr/>
              <p:nvPr/>
            </p:nvSpPr>
            <p:spPr>
              <a:xfrm>
                <a:off x="5657690" y="3607415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8"/>
                      <a:pt x="22669" y="27146"/>
                      <a:pt x="17145" y="27146"/>
                    </a:cubicBezTo>
                    <a:cubicBezTo>
                      <a:pt x="11622" y="27146"/>
                      <a:pt x="7144" y="22668"/>
                      <a:pt x="7144" y="17145"/>
                    </a:cubicBezTo>
                    <a:cubicBezTo>
                      <a:pt x="7144" y="11621"/>
                      <a:pt x="11622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2" name="任意多边形: 形状 131"/>
              <p:cNvSpPr/>
              <p:nvPr/>
            </p:nvSpPr>
            <p:spPr>
              <a:xfrm>
                <a:off x="5153442" y="3733403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9"/>
                      <a:pt x="22669" y="27146"/>
                      <a:pt x="17145" y="27146"/>
                    </a:cubicBezTo>
                    <a:cubicBezTo>
                      <a:pt x="11622" y="27146"/>
                      <a:pt x="7144" y="22669"/>
                      <a:pt x="7144" y="17145"/>
                    </a:cubicBezTo>
                    <a:cubicBezTo>
                      <a:pt x="7144" y="11622"/>
                      <a:pt x="11622" y="7144"/>
                      <a:pt x="17145" y="7144"/>
                    </a:cubicBezTo>
                    <a:cubicBezTo>
                      <a:pt x="22669" y="7144"/>
                      <a:pt x="27146" y="11622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3" name="任意多边形: 形状 132"/>
              <p:cNvSpPr/>
              <p:nvPr/>
            </p:nvSpPr>
            <p:spPr>
              <a:xfrm>
                <a:off x="5279430" y="3733403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9"/>
                      <a:pt x="22669" y="27146"/>
                      <a:pt x="17145" y="27146"/>
                    </a:cubicBezTo>
                    <a:cubicBezTo>
                      <a:pt x="11622" y="27146"/>
                      <a:pt x="7144" y="22669"/>
                      <a:pt x="7144" y="17145"/>
                    </a:cubicBezTo>
                    <a:cubicBezTo>
                      <a:pt x="7144" y="11622"/>
                      <a:pt x="11622" y="7144"/>
                      <a:pt x="17145" y="7144"/>
                    </a:cubicBezTo>
                    <a:cubicBezTo>
                      <a:pt x="22669" y="7144"/>
                      <a:pt x="27146" y="11622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4" name="任意多边形: 形状 133"/>
              <p:cNvSpPr/>
              <p:nvPr/>
            </p:nvSpPr>
            <p:spPr>
              <a:xfrm>
                <a:off x="5405567" y="3733403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9"/>
                      <a:pt x="22669" y="27146"/>
                      <a:pt x="17145" y="27146"/>
                    </a:cubicBezTo>
                    <a:cubicBezTo>
                      <a:pt x="11622" y="27146"/>
                      <a:pt x="7144" y="22669"/>
                      <a:pt x="7144" y="17145"/>
                    </a:cubicBezTo>
                    <a:cubicBezTo>
                      <a:pt x="7144" y="11622"/>
                      <a:pt x="11622" y="7144"/>
                      <a:pt x="17145" y="7144"/>
                    </a:cubicBezTo>
                    <a:cubicBezTo>
                      <a:pt x="22669" y="7144"/>
                      <a:pt x="27146" y="11622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5" name="任意多边形: 形状 134"/>
              <p:cNvSpPr/>
              <p:nvPr/>
            </p:nvSpPr>
            <p:spPr>
              <a:xfrm>
                <a:off x="5531553" y="3733403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9"/>
                      <a:pt x="22669" y="27146"/>
                      <a:pt x="17145" y="27146"/>
                    </a:cubicBezTo>
                    <a:cubicBezTo>
                      <a:pt x="11622" y="27146"/>
                      <a:pt x="7144" y="22669"/>
                      <a:pt x="7144" y="17145"/>
                    </a:cubicBezTo>
                    <a:cubicBezTo>
                      <a:pt x="7144" y="11622"/>
                      <a:pt x="11622" y="7144"/>
                      <a:pt x="17145" y="7144"/>
                    </a:cubicBezTo>
                    <a:cubicBezTo>
                      <a:pt x="22669" y="7144"/>
                      <a:pt x="27146" y="11622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6" name="任意多边形: 形状 135"/>
              <p:cNvSpPr/>
              <p:nvPr/>
            </p:nvSpPr>
            <p:spPr>
              <a:xfrm>
                <a:off x="5153442" y="385923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7" name="任意多边形: 形状 136"/>
              <p:cNvSpPr/>
              <p:nvPr/>
            </p:nvSpPr>
            <p:spPr>
              <a:xfrm>
                <a:off x="5279579" y="385923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574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8" name="任意多边形: 形状 137"/>
              <p:cNvSpPr/>
              <p:nvPr/>
            </p:nvSpPr>
            <p:spPr>
              <a:xfrm>
                <a:off x="5405567" y="3859239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69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9" name="任意多边形: 形状 138"/>
              <p:cNvSpPr/>
              <p:nvPr/>
            </p:nvSpPr>
            <p:spPr>
              <a:xfrm>
                <a:off x="5153442" y="3985076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670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0" name="任意多边形: 形状 139"/>
              <p:cNvSpPr/>
              <p:nvPr/>
            </p:nvSpPr>
            <p:spPr>
              <a:xfrm>
                <a:off x="5279579" y="3985076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70"/>
                      <a:pt x="22670" y="27146"/>
                      <a:pt x="17145" y="27146"/>
                    </a:cubicBezTo>
                    <a:cubicBezTo>
                      <a:pt x="11621" y="27146"/>
                      <a:pt x="7144" y="22670"/>
                      <a:pt x="7144" y="17145"/>
                    </a:cubicBezTo>
                    <a:cubicBezTo>
                      <a:pt x="7144" y="11621"/>
                      <a:pt x="11621" y="7144"/>
                      <a:pt x="17145" y="7144"/>
                    </a:cubicBezTo>
                    <a:cubicBezTo>
                      <a:pt x="22574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1" name="任意多边形: 形状 140"/>
              <p:cNvSpPr/>
              <p:nvPr/>
            </p:nvSpPr>
            <p:spPr>
              <a:xfrm>
                <a:off x="5153442" y="4110914"/>
                <a:ext cx="45049" cy="45049"/>
              </a:xfrm>
              <a:custGeom>
                <a:avLst/>
                <a:gdLst>
                  <a:gd name="connsiteX0" fmla="*/ 27146 w 28575"/>
                  <a:gd name="connsiteY0" fmla="*/ 17145 h 28575"/>
                  <a:gd name="connsiteX1" fmla="*/ 17145 w 28575"/>
                  <a:gd name="connsiteY1" fmla="*/ 27146 h 28575"/>
                  <a:gd name="connsiteX2" fmla="*/ 7144 w 28575"/>
                  <a:gd name="connsiteY2" fmla="*/ 17145 h 28575"/>
                  <a:gd name="connsiteX3" fmla="*/ 17145 w 28575"/>
                  <a:gd name="connsiteY3" fmla="*/ 7144 h 28575"/>
                  <a:gd name="connsiteX4" fmla="*/ 27146 w 28575"/>
                  <a:gd name="connsiteY4" fmla="*/ 1714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7146" y="17145"/>
                    </a:moveTo>
                    <a:cubicBezTo>
                      <a:pt x="27146" y="22668"/>
                      <a:pt x="22669" y="27146"/>
                      <a:pt x="17145" y="27146"/>
                    </a:cubicBezTo>
                    <a:cubicBezTo>
                      <a:pt x="11622" y="27146"/>
                      <a:pt x="7144" y="22668"/>
                      <a:pt x="7144" y="17145"/>
                    </a:cubicBezTo>
                    <a:cubicBezTo>
                      <a:pt x="7144" y="11621"/>
                      <a:pt x="11622" y="7144"/>
                      <a:pt x="17145" y="7144"/>
                    </a:cubicBezTo>
                    <a:cubicBezTo>
                      <a:pt x="22669" y="7144"/>
                      <a:pt x="27146" y="11621"/>
                      <a:pt x="27146" y="17145"/>
                    </a:cubicBezTo>
                    <a:close/>
                  </a:path>
                </a:pathLst>
              </a:custGeom>
              <a:solidFill>
                <a:srgbClr val="FAA71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04" name="组合 103"/>
            <p:cNvGrpSpPr/>
            <p:nvPr userDrawn="1"/>
          </p:nvGrpSpPr>
          <p:grpSpPr>
            <a:xfrm>
              <a:off x="8327264" y="2565728"/>
              <a:ext cx="5222380" cy="5705265"/>
              <a:chOff x="8327264" y="2565728"/>
              <a:chExt cx="5222380" cy="5705265"/>
            </a:xfrm>
          </p:grpSpPr>
          <p:sp>
            <p:nvSpPr>
              <p:cNvPr id="105" name="矩形 104"/>
              <p:cNvSpPr/>
              <p:nvPr/>
            </p:nvSpPr>
            <p:spPr>
              <a:xfrm>
                <a:off x="8327264" y="6813763"/>
                <a:ext cx="5041900" cy="1457230"/>
              </a:xfrm>
              <a:prstGeom prst="rect">
                <a:avLst/>
              </a:prstGeom>
              <a:solidFill>
                <a:srgbClr val="F5F7F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6" name="矩形 105"/>
              <p:cNvSpPr/>
              <p:nvPr/>
            </p:nvSpPr>
            <p:spPr>
              <a:xfrm rot="5400000">
                <a:off x="10300079" y="4358063"/>
                <a:ext cx="5041900" cy="1457230"/>
              </a:xfrm>
              <a:prstGeom prst="rect">
                <a:avLst/>
              </a:prstGeom>
              <a:solidFill>
                <a:srgbClr val="F5F7F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组合 82"/>
          <p:cNvGrpSpPr/>
          <p:nvPr userDrawn="1"/>
        </p:nvGrpSpPr>
        <p:grpSpPr>
          <a:xfrm flipH="1">
            <a:off x="-477867" y="-486293"/>
            <a:ext cx="13157431" cy="7836655"/>
            <a:chOff x="-477867" y="-486293"/>
            <a:chExt cx="13157431" cy="7836655"/>
          </a:xfrm>
        </p:grpSpPr>
        <p:grpSp>
          <p:nvGrpSpPr>
            <p:cNvPr id="3" name="组合 2"/>
            <p:cNvGrpSpPr/>
            <p:nvPr userDrawn="1"/>
          </p:nvGrpSpPr>
          <p:grpSpPr>
            <a:xfrm>
              <a:off x="10987313" y="5501638"/>
              <a:ext cx="1692251" cy="1848724"/>
              <a:chOff x="8327264" y="2565728"/>
              <a:chExt cx="5222380" cy="5705265"/>
            </a:xfrm>
          </p:grpSpPr>
          <p:grpSp>
            <p:nvGrpSpPr>
              <p:cNvPr id="4" name="组合 3"/>
              <p:cNvGrpSpPr/>
              <p:nvPr userDrawn="1"/>
            </p:nvGrpSpPr>
            <p:grpSpPr>
              <a:xfrm>
                <a:off x="8629650" y="3314700"/>
                <a:ext cx="4263853" cy="4740854"/>
                <a:chOff x="3248171" y="3197770"/>
                <a:chExt cx="3295332" cy="3663984"/>
              </a:xfrm>
            </p:grpSpPr>
            <p:sp>
              <p:nvSpPr>
                <p:cNvPr id="8" name="任意多边形: 形状 7"/>
                <p:cNvSpPr/>
                <p:nvPr/>
              </p:nvSpPr>
              <p:spPr>
                <a:xfrm>
                  <a:off x="3505550" y="3197770"/>
                  <a:ext cx="2747988" cy="3663984"/>
                </a:xfrm>
                <a:custGeom>
                  <a:avLst/>
                  <a:gdLst>
                    <a:gd name="connsiteX0" fmla="*/ 7144 w 1743075"/>
                    <a:gd name="connsiteY0" fmla="*/ 1742789 h 2324100"/>
                    <a:gd name="connsiteX1" fmla="*/ 1742789 w 1743075"/>
                    <a:gd name="connsiteY1" fmla="*/ 7144 h 2324100"/>
                    <a:gd name="connsiteX2" fmla="*/ 1742789 w 1743075"/>
                    <a:gd name="connsiteY2" fmla="*/ 585692 h 2324100"/>
                    <a:gd name="connsiteX3" fmla="*/ 7144 w 1743075"/>
                    <a:gd name="connsiteY3" fmla="*/ 2321243 h 2324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43075" h="2324100">
                      <a:moveTo>
                        <a:pt x="7144" y="1742789"/>
                      </a:moveTo>
                      <a:lnTo>
                        <a:pt x="1742789" y="7144"/>
                      </a:lnTo>
                      <a:lnTo>
                        <a:pt x="1742789" y="585692"/>
                      </a:lnTo>
                      <a:lnTo>
                        <a:pt x="7144" y="2321243"/>
                      </a:lnTo>
                      <a:close/>
                    </a:path>
                  </a:pathLst>
                </a:custGeom>
                <a:solidFill>
                  <a:srgbClr val="F2634B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9" name="任意多边形: 形状 8"/>
                <p:cNvSpPr/>
                <p:nvPr/>
              </p:nvSpPr>
              <p:spPr>
                <a:xfrm>
                  <a:off x="4157559" y="4505392"/>
                  <a:ext cx="570620" cy="1126225"/>
                </a:xfrm>
                <a:custGeom>
                  <a:avLst/>
                  <a:gdLst>
                    <a:gd name="connsiteX0" fmla="*/ 153353 w 361950"/>
                    <a:gd name="connsiteY0" fmla="*/ 360141 h 714375"/>
                    <a:gd name="connsiteX1" fmla="*/ 7144 w 361950"/>
                    <a:gd name="connsiteY1" fmla="*/ 7144 h 714375"/>
                    <a:gd name="connsiteX2" fmla="*/ 360140 w 361950"/>
                    <a:gd name="connsiteY2" fmla="*/ 360141 h 714375"/>
                    <a:gd name="connsiteX3" fmla="*/ 7144 w 361950"/>
                    <a:gd name="connsiteY3" fmla="*/ 713137 h 714375"/>
                    <a:gd name="connsiteX4" fmla="*/ 153353 w 361950"/>
                    <a:gd name="connsiteY4" fmla="*/ 360141 h 7143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61950" h="714375">
                      <a:moveTo>
                        <a:pt x="153353" y="360141"/>
                      </a:moveTo>
                      <a:cubicBezTo>
                        <a:pt x="153353" y="232410"/>
                        <a:pt x="104584" y="104680"/>
                        <a:pt x="7144" y="7144"/>
                      </a:cubicBezTo>
                      <a:lnTo>
                        <a:pt x="360140" y="360141"/>
                      </a:lnTo>
                      <a:lnTo>
                        <a:pt x="7144" y="713137"/>
                      </a:lnTo>
                      <a:cubicBezTo>
                        <a:pt x="104584" y="615696"/>
                        <a:pt x="153353" y="487871"/>
                        <a:pt x="153353" y="360141"/>
                      </a:cubicBezTo>
                      <a:close/>
                    </a:path>
                  </a:pathLst>
                </a:custGeom>
                <a:solidFill>
                  <a:srgbClr val="2B357A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0" name="任意多边形: 形状 9"/>
                <p:cNvSpPr/>
                <p:nvPr/>
              </p:nvSpPr>
              <p:spPr>
                <a:xfrm>
                  <a:off x="3601054" y="4689493"/>
                  <a:ext cx="540588" cy="765833"/>
                </a:xfrm>
                <a:custGeom>
                  <a:avLst/>
                  <a:gdLst>
                    <a:gd name="connsiteX0" fmla="*/ 7144 w 342900"/>
                    <a:gd name="connsiteY0" fmla="*/ 243364 h 485775"/>
                    <a:gd name="connsiteX1" fmla="*/ 243364 w 342900"/>
                    <a:gd name="connsiteY1" fmla="*/ 7144 h 485775"/>
                    <a:gd name="connsiteX2" fmla="*/ 341186 w 342900"/>
                    <a:gd name="connsiteY2" fmla="*/ 243364 h 485775"/>
                    <a:gd name="connsiteX3" fmla="*/ 243364 w 342900"/>
                    <a:gd name="connsiteY3" fmla="*/ 479584 h 485775"/>
                    <a:gd name="connsiteX4" fmla="*/ 7144 w 342900"/>
                    <a:gd name="connsiteY4" fmla="*/ 243364 h 485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2900" h="485775">
                      <a:moveTo>
                        <a:pt x="7144" y="243364"/>
                      </a:moveTo>
                      <a:lnTo>
                        <a:pt x="243364" y="7144"/>
                      </a:lnTo>
                      <a:cubicBezTo>
                        <a:pt x="308610" y="72390"/>
                        <a:pt x="341186" y="157829"/>
                        <a:pt x="341186" y="243364"/>
                      </a:cubicBezTo>
                      <a:cubicBezTo>
                        <a:pt x="341186" y="328898"/>
                        <a:pt x="308610" y="414338"/>
                        <a:pt x="243364" y="479584"/>
                      </a:cubicBezTo>
                      <a:lnTo>
                        <a:pt x="7144" y="243364"/>
                      </a:lnTo>
                      <a:close/>
                    </a:path>
                  </a:pathLst>
                </a:custGeom>
                <a:solidFill>
                  <a:srgbClr val="2B357A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1" name="任意多边形: 形状 10"/>
                <p:cNvSpPr/>
                <p:nvPr/>
              </p:nvSpPr>
              <p:spPr>
                <a:xfrm>
                  <a:off x="3601054" y="4689493"/>
                  <a:ext cx="540588" cy="765833"/>
                </a:xfrm>
                <a:custGeom>
                  <a:avLst/>
                  <a:gdLst>
                    <a:gd name="connsiteX0" fmla="*/ 7144 w 342900"/>
                    <a:gd name="connsiteY0" fmla="*/ 243364 h 485775"/>
                    <a:gd name="connsiteX1" fmla="*/ 243364 w 342900"/>
                    <a:gd name="connsiteY1" fmla="*/ 7144 h 485775"/>
                    <a:gd name="connsiteX2" fmla="*/ 341186 w 342900"/>
                    <a:gd name="connsiteY2" fmla="*/ 243364 h 485775"/>
                    <a:gd name="connsiteX3" fmla="*/ 243364 w 342900"/>
                    <a:gd name="connsiteY3" fmla="*/ 479584 h 485775"/>
                    <a:gd name="connsiteX4" fmla="*/ 7144 w 342900"/>
                    <a:gd name="connsiteY4" fmla="*/ 243364 h 485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2900" h="485775">
                      <a:moveTo>
                        <a:pt x="7144" y="243364"/>
                      </a:moveTo>
                      <a:lnTo>
                        <a:pt x="243364" y="7144"/>
                      </a:lnTo>
                      <a:cubicBezTo>
                        <a:pt x="308610" y="72390"/>
                        <a:pt x="341186" y="157829"/>
                        <a:pt x="341186" y="243364"/>
                      </a:cubicBezTo>
                      <a:cubicBezTo>
                        <a:pt x="341186" y="328898"/>
                        <a:pt x="308610" y="414338"/>
                        <a:pt x="243364" y="479584"/>
                      </a:cubicBezTo>
                      <a:lnTo>
                        <a:pt x="7144" y="24336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2" name="任意多边形: 形状 11"/>
                <p:cNvSpPr/>
                <p:nvPr/>
              </p:nvSpPr>
              <p:spPr>
                <a:xfrm>
                  <a:off x="3601054" y="4689493"/>
                  <a:ext cx="540588" cy="765833"/>
                </a:xfrm>
                <a:custGeom>
                  <a:avLst/>
                  <a:gdLst>
                    <a:gd name="connsiteX0" fmla="*/ 7144 w 342900"/>
                    <a:gd name="connsiteY0" fmla="*/ 243364 h 485775"/>
                    <a:gd name="connsiteX1" fmla="*/ 243364 w 342900"/>
                    <a:gd name="connsiteY1" fmla="*/ 7144 h 485775"/>
                    <a:gd name="connsiteX2" fmla="*/ 341186 w 342900"/>
                    <a:gd name="connsiteY2" fmla="*/ 243364 h 485775"/>
                    <a:gd name="connsiteX3" fmla="*/ 243364 w 342900"/>
                    <a:gd name="connsiteY3" fmla="*/ 479584 h 485775"/>
                    <a:gd name="connsiteX4" fmla="*/ 7144 w 342900"/>
                    <a:gd name="connsiteY4" fmla="*/ 243364 h 485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2900" h="485775">
                      <a:moveTo>
                        <a:pt x="7144" y="243364"/>
                      </a:moveTo>
                      <a:lnTo>
                        <a:pt x="243364" y="7144"/>
                      </a:lnTo>
                      <a:cubicBezTo>
                        <a:pt x="308610" y="72390"/>
                        <a:pt x="341186" y="157829"/>
                        <a:pt x="341186" y="243364"/>
                      </a:cubicBezTo>
                      <a:cubicBezTo>
                        <a:pt x="341186" y="328898"/>
                        <a:pt x="308610" y="414338"/>
                        <a:pt x="243364" y="479584"/>
                      </a:cubicBezTo>
                      <a:lnTo>
                        <a:pt x="7144" y="243364"/>
                      </a:lnTo>
                      <a:close/>
                    </a:path>
                  </a:pathLst>
                </a:custGeom>
                <a:solidFill>
                  <a:srgbClr val="61C9DC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3" name="任意多边形: 形状 12"/>
                <p:cNvSpPr/>
                <p:nvPr/>
              </p:nvSpPr>
              <p:spPr>
                <a:xfrm>
                  <a:off x="4445122" y="4524914"/>
                  <a:ext cx="825898" cy="1096192"/>
                </a:xfrm>
                <a:custGeom>
                  <a:avLst/>
                  <a:gdLst>
                    <a:gd name="connsiteX0" fmla="*/ 348805 w 523875"/>
                    <a:gd name="connsiteY0" fmla="*/ 519684 h 695325"/>
                    <a:gd name="connsiteX1" fmla="*/ 519684 w 523875"/>
                    <a:gd name="connsiteY1" fmla="*/ 348805 h 695325"/>
                    <a:gd name="connsiteX2" fmla="*/ 348805 w 523875"/>
                    <a:gd name="connsiteY2" fmla="*/ 178022 h 695325"/>
                    <a:gd name="connsiteX3" fmla="*/ 178022 w 523875"/>
                    <a:gd name="connsiteY3" fmla="*/ 7144 h 695325"/>
                    <a:gd name="connsiteX4" fmla="*/ 7144 w 523875"/>
                    <a:gd name="connsiteY4" fmla="*/ 178022 h 695325"/>
                    <a:gd name="connsiteX5" fmla="*/ 178022 w 523875"/>
                    <a:gd name="connsiteY5" fmla="*/ 348805 h 695325"/>
                    <a:gd name="connsiteX6" fmla="*/ 7144 w 523875"/>
                    <a:gd name="connsiteY6" fmla="*/ 519684 h 695325"/>
                    <a:gd name="connsiteX7" fmla="*/ 178022 w 523875"/>
                    <a:gd name="connsiteY7" fmla="*/ 690563 h 6953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523875" h="695325">
                      <a:moveTo>
                        <a:pt x="348805" y="519684"/>
                      </a:moveTo>
                      <a:lnTo>
                        <a:pt x="519684" y="348805"/>
                      </a:lnTo>
                      <a:lnTo>
                        <a:pt x="348805" y="178022"/>
                      </a:lnTo>
                      <a:lnTo>
                        <a:pt x="178022" y="7144"/>
                      </a:lnTo>
                      <a:lnTo>
                        <a:pt x="7144" y="178022"/>
                      </a:lnTo>
                      <a:lnTo>
                        <a:pt x="178022" y="348805"/>
                      </a:lnTo>
                      <a:lnTo>
                        <a:pt x="7144" y="519684"/>
                      </a:lnTo>
                      <a:lnTo>
                        <a:pt x="178022" y="690563"/>
                      </a:lnTo>
                      <a:close/>
                    </a:path>
                  </a:pathLst>
                </a:custGeom>
                <a:solidFill>
                  <a:srgbClr val="F2634B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4" name="任意多边形: 形状 13"/>
                <p:cNvSpPr/>
                <p:nvPr/>
              </p:nvSpPr>
              <p:spPr>
                <a:xfrm>
                  <a:off x="4445122" y="4524914"/>
                  <a:ext cx="285310" cy="555604"/>
                </a:xfrm>
                <a:custGeom>
                  <a:avLst/>
                  <a:gdLst>
                    <a:gd name="connsiteX0" fmla="*/ 178022 w 180975"/>
                    <a:gd name="connsiteY0" fmla="*/ 348805 h 352425"/>
                    <a:gd name="connsiteX1" fmla="*/ 178022 w 180975"/>
                    <a:gd name="connsiteY1" fmla="*/ 7144 h 352425"/>
                    <a:gd name="connsiteX2" fmla="*/ 7144 w 180975"/>
                    <a:gd name="connsiteY2" fmla="*/ 178022 h 352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80975" h="352425">
                      <a:moveTo>
                        <a:pt x="178022" y="348805"/>
                      </a:moveTo>
                      <a:lnTo>
                        <a:pt x="178022" y="7144"/>
                      </a:lnTo>
                      <a:lnTo>
                        <a:pt x="7144" y="178022"/>
                      </a:ln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5" name="任意多边形: 形状 14"/>
                <p:cNvSpPr/>
                <p:nvPr/>
              </p:nvSpPr>
              <p:spPr>
                <a:xfrm>
                  <a:off x="5252099" y="4281949"/>
                  <a:ext cx="1291404" cy="1306420"/>
                </a:xfrm>
                <a:custGeom>
                  <a:avLst/>
                  <a:gdLst>
                    <a:gd name="connsiteX0" fmla="*/ 819722 w 819150"/>
                    <a:gd name="connsiteY0" fmla="*/ 723900 h 828675"/>
                    <a:gd name="connsiteX1" fmla="*/ 106775 w 819150"/>
                    <a:gd name="connsiteY1" fmla="*/ 7144 h 828675"/>
                    <a:gd name="connsiteX2" fmla="*/ 7144 w 819150"/>
                    <a:gd name="connsiteY2" fmla="*/ 106680 h 828675"/>
                    <a:gd name="connsiteX3" fmla="*/ 720185 w 819150"/>
                    <a:gd name="connsiteY3" fmla="*/ 823436 h 8286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19150" h="828675">
                      <a:moveTo>
                        <a:pt x="819722" y="723900"/>
                      </a:moveTo>
                      <a:lnTo>
                        <a:pt x="106775" y="7144"/>
                      </a:lnTo>
                      <a:lnTo>
                        <a:pt x="7144" y="106680"/>
                      </a:lnTo>
                      <a:lnTo>
                        <a:pt x="720185" y="823436"/>
                      </a:lnTo>
                      <a:close/>
                    </a:path>
                  </a:pathLst>
                </a:custGeom>
                <a:solidFill>
                  <a:srgbClr val="2B357A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6" name="任意多边形: 形状 15"/>
                <p:cNvSpPr/>
                <p:nvPr/>
              </p:nvSpPr>
              <p:spPr>
                <a:xfrm>
                  <a:off x="4938257" y="4438869"/>
                  <a:ext cx="961045" cy="1276388"/>
                </a:xfrm>
                <a:custGeom>
                  <a:avLst/>
                  <a:gdLst>
                    <a:gd name="connsiteX0" fmla="*/ 7144 w 609600"/>
                    <a:gd name="connsiteY0" fmla="*/ 206312 h 809625"/>
                    <a:gd name="connsiteX1" fmla="*/ 206216 w 609600"/>
                    <a:gd name="connsiteY1" fmla="*/ 405384 h 809625"/>
                    <a:gd name="connsiteX2" fmla="*/ 7144 w 609600"/>
                    <a:gd name="connsiteY2" fmla="*/ 604552 h 809625"/>
                    <a:gd name="connsiteX3" fmla="*/ 206216 w 609600"/>
                    <a:gd name="connsiteY3" fmla="*/ 803625 h 809625"/>
                    <a:gd name="connsiteX4" fmla="*/ 405384 w 609600"/>
                    <a:gd name="connsiteY4" fmla="*/ 604552 h 809625"/>
                    <a:gd name="connsiteX5" fmla="*/ 604457 w 609600"/>
                    <a:gd name="connsiteY5" fmla="*/ 405384 h 809625"/>
                    <a:gd name="connsiteX6" fmla="*/ 405384 w 609600"/>
                    <a:gd name="connsiteY6" fmla="*/ 206312 h 809625"/>
                    <a:gd name="connsiteX7" fmla="*/ 206216 w 609600"/>
                    <a:gd name="connsiteY7" fmla="*/ 7144 h 8096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609600" h="809625">
                      <a:moveTo>
                        <a:pt x="7144" y="206312"/>
                      </a:moveTo>
                      <a:lnTo>
                        <a:pt x="206216" y="405384"/>
                      </a:lnTo>
                      <a:lnTo>
                        <a:pt x="7144" y="604552"/>
                      </a:lnTo>
                      <a:lnTo>
                        <a:pt x="206216" y="803625"/>
                      </a:lnTo>
                      <a:lnTo>
                        <a:pt x="405384" y="604552"/>
                      </a:lnTo>
                      <a:lnTo>
                        <a:pt x="604457" y="405384"/>
                      </a:lnTo>
                      <a:lnTo>
                        <a:pt x="405384" y="206312"/>
                      </a:lnTo>
                      <a:lnTo>
                        <a:pt x="206216" y="7144"/>
                      </a:ln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7" name="任意多边形: 形状 16"/>
                <p:cNvSpPr/>
                <p:nvPr/>
              </p:nvSpPr>
              <p:spPr>
                <a:xfrm>
                  <a:off x="3248171" y="4936060"/>
                  <a:ext cx="270294" cy="270294"/>
                </a:xfrm>
                <a:custGeom>
                  <a:avLst/>
                  <a:gdLst>
                    <a:gd name="connsiteX0" fmla="*/ 166783 w 171450"/>
                    <a:gd name="connsiteY0" fmla="*/ 86963 h 171450"/>
                    <a:gd name="connsiteX1" fmla="*/ 86963 w 171450"/>
                    <a:gd name="connsiteY1" fmla="*/ 166783 h 171450"/>
                    <a:gd name="connsiteX2" fmla="*/ 7144 w 171450"/>
                    <a:gd name="connsiteY2" fmla="*/ 86963 h 171450"/>
                    <a:gd name="connsiteX3" fmla="*/ 86963 w 171450"/>
                    <a:gd name="connsiteY3" fmla="*/ 7144 h 171450"/>
                    <a:gd name="connsiteX4" fmla="*/ 166783 w 171450"/>
                    <a:gd name="connsiteY4" fmla="*/ 86963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450" h="171450">
                      <a:moveTo>
                        <a:pt x="166783" y="86963"/>
                      </a:moveTo>
                      <a:cubicBezTo>
                        <a:pt x="166783" y="131047"/>
                        <a:pt x="131046" y="166783"/>
                        <a:pt x="86963" y="166783"/>
                      </a:cubicBezTo>
                      <a:cubicBezTo>
                        <a:pt x="42880" y="166783"/>
                        <a:pt x="7144" y="131047"/>
                        <a:pt x="7144" y="86963"/>
                      </a:cubicBezTo>
                      <a:cubicBezTo>
                        <a:pt x="7144" y="42880"/>
                        <a:pt x="42880" y="7144"/>
                        <a:pt x="86963" y="7144"/>
                      </a:cubicBezTo>
                      <a:cubicBezTo>
                        <a:pt x="131046" y="7144"/>
                        <a:pt x="166783" y="42880"/>
                        <a:pt x="166783" y="86963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8" name="任意多边形: 形状 17"/>
                <p:cNvSpPr/>
                <p:nvPr/>
              </p:nvSpPr>
              <p:spPr>
                <a:xfrm>
                  <a:off x="5248044" y="4843860"/>
                  <a:ext cx="900980" cy="900980"/>
                </a:xfrm>
                <a:custGeom>
                  <a:avLst/>
                  <a:gdLst>
                    <a:gd name="connsiteX0" fmla="*/ 429768 w 571500"/>
                    <a:gd name="connsiteY0" fmla="*/ 570643 h 571500"/>
                    <a:gd name="connsiteX1" fmla="*/ 7144 w 571500"/>
                    <a:gd name="connsiteY1" fmla="*/ 148018 h 571500"/>
                    <a:gd name="connsiteX2" fmla="*/ 148019 w 571500"/>
                    <a:gd name="connsiteY2" fmla="*/ 7144 h 571500"/>
                    <a:gd name="connsiteX3" fmla="*/ 570643 w 571500"/>
                    <a:gd name="connsiteY3" fmla="*/ 429768 h 5715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71500" h="571500">
                      <a:moveTo>
                        <a:pt x="429768" y="570643"/>
                      </a:moveTo>
                      <a:lnTo>
                        <a:pt x="7144" y="148018"/>
                      </a:lnTo>
                      <a:lnTo>
                        <a:pt x="148019" y="7144"/>
                      </a:lnTo>
                      <a:lnTo>
                        <a:pt x="570643" y="429768"/>
                      </a:lnTo>
                      <a:close/>
                    </a:path>
                  </a:pathLst>
                </a:custGeom>
                <a:solidFill>
                  <a:srgbClr val="61C9DC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9" name="任意多边形: 形状 18"/>
                <p:cNvSpPr/>
                <p:nvPr/>
              </p:nvSpPr>
              <p:spPr>
                <a:xfrm>
                  <a:off x="5489958" y="5079015"/>
                  <a:ext cx="60065" cy="60065"/>
                </a:xfrm>
                <a:custGeom>
                  <a:avLst/>
                  <a:gdLst>
                    <a:gd name="connsiteX0" fmla="*/ 35433 w 38100"/>
                    <a:gd name="connsiteY0" fmla="*/ 35433 h 38100"/>
                    <a:gd name="connsiteX1" fmla="*/ 35433 w 38100"/>
                    <a:gd name="connsiteY1" fmla="*/ 12001 h 38100"/>
                    <a:gd name="connsiteX2" fmla="*/ 12001 w 38100"/>
                    <a:gd name="connsiteY2" fmla="*/ 12001 h 38100"/>
                    <a:gd name="connsiteX3" fmla="*/ 12001 w 38100"/>
                    <a:gd name="connsiteY3" fmla="*/ 35433 h 38100"/>
                    <a:gd name="connsiteX4" fmla="*/ 35433 w 38100"/>
                    <a:gd name="connsiteY4" fmla="*/ 35433 h 38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8100" h="38100">
                      <a:moveTo>
                        <a:pt x="35433" y="35433"/>
                      </a:moveTo>
                      <a:cubicBezTo>
                        <a:pt x="41910" y="28956"/>
                        <a:pt x="41910" y="18478"/>
                        <a:pt x="35433" y="12001"/>
                      </a:cubicBezTo>
                      <a:cubicBezTo>
                        <a:pt x="28956" y="5525"/>
                        <a:pt x="18479" y="5525"/>
                        <a:pt x="12001" y="12001"/>
                      </a:cubicBezTo>
                      <a:cubicBezTo>
                        <a:pt x="5525" y="18478"/>
                        <a:pt x="5525" y="28956"/>
                        <a:pt x="12001" y="35433"/>
                      </a:cubicBezTo>
                      <a:cubicBezTo>
                        <a:pt x="18479" y="41910"/>
                        <a:pt x="28956" y="41910"/>
                        <a:pt x="35433" y="35433"/>
                      </a:cubicBezTo>
                      <a:close/>
                    </a:path>
                  </a:pathLst>
                </a:custGeom>
                <a:solidFill>
                  <a:srgbClr val="2B357A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20" name="任意多边形: 形状 19"/>
                <p:cNvSpPr/>
                <p:nvPr/>
              </p:nvSpPr>
              <p:spPr>
                <a:xfrm>
                  <a:off x="5687423" y="5276480"/>
                  <a:ext cx="60065" cy="60065"/>
                </a:xfrm>
                <a:custGeom>
                  <a:avLst/>
                  <a:gdLst>
                    <a:gd name="connsiteX0" fmla="*/ 35433 w 38100"/>
                    <a:gd name="connsiteY0" fmla="*/ 35433 h 38100"/>
                    <a:gd name="connsiteX1" fmla="*/ 35433 w 38100"/>
                    <a:gd name="connsiteY1" fmla="*/ 12001 h 38100"/>
                    <a:gd name="connsiteX2" fmla="*/ 12002 w 38100"/>
                    <a:gd name="connsiteY2" fmla="*/ 12001 h 38100"/>
                    <a:gd name="connsiteX3" fmla="*/ 12002 w 38100"/>
                    <a:gd name="connsiteY3" fmla="*/ 35433 h 38100"/>
                    <a:gd name="connsiteX4" fmla="*/ 35433 w 38100"/>
                    <a:gd name="connsiteY4" fmla="*/ 35433 h 38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8100" h="38100">
                      <a:moveTo>
                        <a:pt x="35433" y="35433"/>
                      </a:moveTo>
                      <a:cubicBezTo>
                        <a:pt x="41910" y="28956"/>
                        <a:pt x="41910" y="18478"/>
                        <a:pt x="35433" y="12001"/>
                      </a:cubicBezTo>
                      <a:cubicBezTo>
                        <a:pt x="28956" y="5525"/>
                        <a:pt x="18479" y="5525"/>
                        <a:pt x="12002" y="12001"/>
                      </a:cubicBezTo>
                      <a:cubicBezTo>
                        <a:pt x="5524" y="18478"/>
                        <a:pt x="5524" y="28956"/>
                        <a:pt x="12002" y="35433"/>
                      </a:cubicBezTo>
                      <a:cubicBezTo>
                        <a:pt x="18479" y="41910"/>
                        <a:pt x="28956" y="41910"/>
                        <a:pt x="35433" y="35433"/>
                      </a:cubicBezTo>
                      <a:close/>
                    </a:path>
                  </a:pathLst>
                </a:custGeom>
                <a:solidFill>
                  <a:srgbClr val="2B357A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21" name="任意多边形: 形状 20"/>
                <p:cNvSpPr/>
                <p:nvPr/>
              </p:nvSpPr>
              <p:spPr>
                <a:xfrm>
                  <a:off x="5884888" y="5473946"/>
                  <a:ext cx="60065" cy="60065"/>
                </a:xfrm>
                <a:custGeom>
                  <a:avLst/>
                  <a:gdLst>
                    <a:gd name="connsiteX0" fmla="*/ 40291 w 38100"/>
                    <a:gd name="connsiteY0" fmla="*/ 23717 h 38100"/>
                    <a:gd name="connsiteX1" fmla="*/ 23717 w 38100"/>
                    <a:gd name="connsiteY1" fmla="*/ 40291 h 38100"/>
                    <a:gd name="connsiteX2" fmla="*/ 7144 w 38100"/>
                    <a:gd name="connsiteY2" fmla="*/ 23717 h 38100"/>
                    <a:gd name="connsiteX3" fmla="*/ 23717 w 38100"/>
                    <a:gd name="connsiteY3" fmla="*/ 7144 h 38100"/>
                    <a:gd name="connsiteX4" fmla="*/ 40291 w 38100"/>
                    <a:gd name="connsiteY4" fmla="*/ 23717 h 38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8100" h="38100">
                      <a:moveTo>
                        <a:pt x="40291" y="23717"/>
                      </a:moveTo>
                      <a:cubicBezTo>
                        <a:pt x="40291" y="32871"/>
                        <a:pt x="32871" y="40291"/>
                        <a:pt x="23717" y="40291"/>
                      </a:cubicBezTo>
                      <a:cubicBezTo>
                        <a:pt x="14564" y="40291"/>
                        <a:pt x="7144" y="32870"/>
                        <a:pt x="7144" y="23717"/>
                      </a:cubicBezTo>
                      <a:cubicBezTo>
                        <a:pt x="7144" y="14564"/>
                        <a:pt x="14564" y="7144"/>
                        <a:pt x="23717" y="7144"/>
                      </a:cubicBezTo>
                      <a:cubicBezTo>
                        <a:pt x="32871" y="7144"/>
                        <a:pt x="40291" y="14564"/>
                        <a:pt x="40291" y="23717"/>
                      </a:cubicBezTo>
                      <a:close/>
                    </a:path>
                  </a:pathLst>
                </a:custGeom>
                <a:solidFill>
                  <a:srgbClr val="2B357A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22" name="任意多边形: 形状 21"/>
                <p:cNvSpPr/>
                <p:nvPr/>
              </p:nvSpPr>
              <p:spPr>
                <a:xfrm>
                  <a:off x="5153442" y="3481579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70"/>
                        <a:pt x="22670" y="27146"/>
                        <a:pt x="17145" y="27146"/>
                      </a:cubicBezTo>
                      <a:cubicBezTo>
                        <a:pt x="11621" y="27146"/>
                        <a:pt x="7144" y="22670"/>
                        <a:pt x="7144" y="17145"/>
                      </a:cubicBezTo>
                      <a:cubicBezTo>
                        <a:pt x="7144" y="11621"/>
                        <a:pt x="11621" y="7144"/>
                        <a:pt x="17145" y="7144"/>
                      </a:cubicBezTo>
                      <a:cubicBezTo>
                        <a:pt x="22670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23" name="任意多边形: 形状 22"/>
                <p:cNvSpPr/>
                <p:nvPr/>
              </p:nvSpPr>
              <p:spPr>
                <a:xfrm>
                  <a:off x="5279579" y="3481579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70"/>
                        <a:pt x="22670" y="27146"/>
                        <a:pt x="17145" y="27146"/>
                      </a:cubicBezTo>
                      <a:cubicBezTo>
                        <a:pt x="11621" y="27146"/>
                        <a:pt x="7144" y="22670"/>
                        <a:pt x="7144" y="17145"/>
                      </a:cubicBezTo>
                      <a:cubicBezTo>
                        <a:pt x="7144" y="11621"/>
                        <a:pt x="11621" y="7144"/>
                        <a:pt x="17145" y="7144"/>
                      </a:cubicBezTo>
                      <a:cubicBezTo>
                        <a:pt x="22574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24" name="任意多边形: 形状 23"/>
                <p:cNvSpPr/>
                <p:nvPr/>
              </p:nvSpPr>
              <p:spPr>
                <a:xfrm>
                  <a:off x="5405567" y="3481579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70"/>
                        <a:pt x="22669" y="27146"/>
                        <a:pt x="17145" y="27146"/>
                      </a:cubicBezTo>
                      <a:cubicBezTo>
                        <a:pt x="11621" y="27146"/>
                        <a:pt x="7144" y="22670"/>
                        <a:pt x="7144" y="17145"/>
                      </a:cubicBezTo>
                      <a:cubicBezTo>
                        <a:pt x="7144" y="11621"/>
                        <a:pt x="11621" y="7144"/>
                        <a:pt x="17145" y="7144"/>
                      </a:cubicBezTo>
                      <a:cubicBezTo>
                        <a:pt x="22669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25" name="任意多边形: 形状 24"/>
                <p:cNvSpPr/>
                <p:nvPr/>
              </p:nvSpPr>
              <p:spPr>
                <a:xfrm>
                  <a:off x="5531704" y="3481579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70"/>
                        <a:pt x="22670" y="27146"/>
                        <a:pt x="17145" y="27146"/>
                      </a:cubicBezTo>
                      <a:cubicBezTo>
                        <a:pt x="11621" y="27146"/>
                        <a:pt x="7144" y="22670"/>
                        <a:pt x="7144" y="17145"/>
                      </a:cubicBezTo>
                      <a:cubicBezTo>
                        <a:pt x="7144" y="11621"/>
                        <a:pt x="11621" y="7144"/>
                        <a:pt x="17145" y="7144"/>
                      </a:cubicBezTo>
                      <a:cubicBezTo>
                        <a:pt x="22574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26" name="任意多边形: 形状 25"/>
                <p:cNvSpPr/>
                <p:nvPr/>
              </p:nvSpPr>
              <p:spPr>
                <a:xfrm>
                  <a:off x="5657690" y="3481579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70"/>
                        <a:pt x="22670" y="27146"/>
                        <a:pt x="17145" y="27146"/>
                      </a:cubicBezTo>
                      <a:cubicBezTo>
                        <a:pt x="11621" y="27146"/>
                        <a:pt x="7144" y="22670"/>
                        <a:pt x="7144" y="17145"/>
                      </a:cubicBezTo>
                      <a:cubicBezTo>
                        <a:pt x="7144" y="11621"/>
                        <a:pt x="11621" y="7144"/>
                        <a:pt x="17145" y="7144"/>
                      </a:cubicBezTo>
                      <a:cubicBezTo>
                        <a:pt x="22670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27" name="任意多边形: 形状 26"/>
                <p:cNvSpPr/>
                <p:nvPr/>
              </p:nvSpPr>
              <p:spPr>
                <a:xfrm>
                  <a:off x="5783677" y="3481579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70"/>
                        <a:pt x="22670" y="27146"/>
                        <a:pt x="17145" y="27146"/>
                      </a:cubicBezTo>
                      <a:cubicBezTo>
                        <a:pt x="11621" y="27146"/>
                        <a:pt x="7144" y="22670"/>
                        <a:pt x="7144" y="17145"/>
                      </a:cubicBezTo>
                      <a:cubicBezTo>
                        <a:pt x="7144" y="11621"/>
                        <a:pt x="11621" y="7144"/>
                        <a:pt x="17145" y="7144"/>
                      </a:cubicBezTo>
                      <a:cubicBezTo>
                        <a:pt x="22670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28" name="任意多边形: 形状 27"/>
                <p:cNvSpPr/>
                <p:nvPr/>
              </p:nvSpPr>
              <p:spPr>
                <a:xfrm>
                  <a:off x="5153442" y="3607415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68"/>
                        <a:pt x="22669" y="27146"/>
                        <a:pt x="17145" y="27146"/>
                      </a:cubicBezTo>
                      <a:cubicBezTo>
                        <a:pt x="11622" y="27146"/>
                        <a:pt x="7144" y="22668"/>
                        <a:pt x="7144" y="17145"/>
                      </a:cubicBezTo>
                      <a:cubicBezTo>
                        <a:pt x="7144" y="11621"/>
                        <a:pt x="11622" y="7144"/>
                        <a:pt x="17145" y="7144"/>
                      </a:cubicBezTo>
                      <a:cubicBezTo>
                        <a:pt x="22669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29" name="任意多边形: 形状 28"/>
                <p:cNvSpPr/>
                <p:nvPr/>
              </p:nvSpPr>
              <p:spPr>
                <a:xfrm>
                  <a:off x="5279430" y="3607415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68"/>
                        <a:pt x="22669" y="27146"/>
                        <a:pt x="17145" y="27146"/>
                      </a:cubicBezTo>
                      <a:cubicBezTo>
                        <a:pt x="11622" y="27146"/>
                        <a:pt x="7144" y="22668"/>
                        <a:pt x="7144" y="17145"/>
                      </a:cubicBezTo>
                      <a:cubicBezTo>
                        <a:pt x="7144" y="11621"/>
                        <a:pt x="11622" y="7144"/>
                        <a:pt x="17145" y="7144"/>
                      </a:cubicBezTo>
                      <a:cubicBezTo>
                        <a:pt x="22669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0" name="任意多边形: 形状 29"/>
                <p:cNvSpPr/>
                <p:nvPr/>
              </p:nvSpPr>
              <p:spPr>
                <a:xfrm>
                  <a:off x="5405567" y="3607415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68"/>
                        <a:pt x="22669" y="27146"/>
                        <a:pt x="17145" y="27146"/>
                      </a:cubicBezTo>
                      <a:cubicBezTo>
                        <a:pt x="11622" y="27146"/>
                        <a:pt x="7144" y="22668"/>
                        <a:pt x="7144" y="17145"/>
                      </a:cubicBezTo>
                      <a:cubicBezTo>
                        <a:pt x="7144" y="11621"/>
                        <a:pt x="11622" y="7144"/>
                        <a:pt x="17145" y="7144"/>
                      </a:cubicBezTo>
                      <a:cubicBezTo>
                        <a:pt x="22669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1" name="任意多边形: 形状 30"/>
                <p:cNvSpPr/>
                <p:nvPr/>
              </p:nvSpPr>
              <p:spPr>
                <a:xfrm>
                  <a:off x="5531553" y="3607415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68"/>
                        <a:pt x="22669" y="27146"/>
                        <a:pt x="17145" y="27146"/>
                      </a:cubicBezTo>
                      <a:cubicBezTo>
                        <a:pt x="11622" y="27146"/>
                        <a:pt x="7144" y="22668"/>
                        <a:pt x="7144" y="17145"/>
                      </a:cubicBezTo>
                      <a:cubicBezTo>
                        <a:pt x="7144" y="11621"/>
                        <a:pt x="11622" y="7144"/>
                        <a:pt x="17145" y="7144"/>
                      </a:cubicBezTo>
                      <a:cubicBezTo>
                        <a:pt x="22669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2" name="任意多边形: 形状 31"/>
                <p:cNvSpPr/>
                <p:nvPr/>
              </p:nvSpPr>
              <p:spPr>
                <a:xfrm>
                  <a:off x="5657690" y="3607415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68"/>
                        <a:pt x="22669" y="27146"/>
                        <a:pt x="17145" y="27146"/>
                      </a:cubicBezTo>
                      <a:cubicBezTo>
                        <a:pt x="11622" y="27146"/>
                        <a:pt x="7144" y="22668"/>
                        <a:pt x="7144" y="17145"/>
                      </a:cubicBezTo>
                      <a:cubicBezTo>
                        <a:pt x="7144" y="11621"/>
                        <a:pt x="11622" y="7144"/>
                        <a:pt x="17145" y="7144"/>
                      </a:cubicBezTo>
                      <a:cubicBezTo>
                        <a:pt x="22669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3" name="任意多边形: 形状 32"/>
                <p:cNvSpPr/>
                <p:nvPr/>
              </p:nvSpPr>
              <p:spPr>
                <a:xfrm>
                  <a:off x="5153442" y="3733403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69"/>
                        <a:pt x="22669" y="27146"/>
                        <a:pt x="17145" y="27146"/>
                      </a:cubicBezTo>
                      <a:cubicBezTo>
                        <a:pt x="11622" y="27146"/>
                        <a:pt x="7144" y="22669"/>
                        <a:pt x="7144" y="17145"/>
                      </a:cubicBezTo>
                      <a:cubicBezTo>
                        <a:pt x="7144" y="11622"/>
                        <a:pt x="11622" y="7144"/>
                        <a:pt x="17145" y="7144"/>
                      </a:cubicBezTo>
                      <a:cubicBezTo>
                        <a:pt x="22669" y="7144"/>
                        <a:pt x="27146" y="11622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4" name="任意多边形: 形状 33"/>
                <p:cNvSpPr/>
                <p:nvPr/>
              </p:nvSpPr>
              <p:spPr>
                <a:xfrm>
                  <a:off x="5279430" y="3733403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69"/>
                        <a:pt x="22669" y="27146"/>
                        <a:pt x="17145" y="27146"/>
                      </a:cubicBezTo>
                      <a:cubicBezTo>
                        <a:pt x="11622" y="27146"/>
                        <a:pt x="7144" y="22669"/>
                        <a:pt x="7144" y="17145"/>
                      </a:cubicBezTo>
                      <a:cubicBezTo>
                        <a:pt x="7144" y="11622"/>
                        <a:pt x="11622" y="7144"/>
                        <a:pt x="17145" y="7144"/>
                      </a:cubicBezTo>
                      <a:cubicBezTo>
                        <a:pt x="22669" y="7144"/>
                        <a:pt x="27146" y="11622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5" name="任意多边形: 形状 34"/>
                <p:cNvSpPr/>
                <p:nvPr/>
              </p:nvSpPr>
              <p:spPr>
                <a:xfrm>
                  <a:off x="5405567" y="3733403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69"/>
                        <a:pt x="22669" y="27146"/>
                        <a:pt x="17145" y="27146"/>
                      </a:cubicBezTo>
                      <a:cubicBezTo>
                        <a:pt x="11622" y="27146"/>
                        <a:pt x="7144" y="22669"/>
                        <a:pt x="7144" y="17145"/>
                      </a:cubicBezTo>
                      <a:cubicBezTo>
                        <a:pt x="7144" y="11622"/>
                        <a:pt x="11622" y="7144"/>
                        <a:pt x="17145" y="7144"/>
                      </a:cubicBezTo>
                      <a:cubicBezTo>
                        <a:pt x="22669" y="7144"/>
                        <a:pt x="27146" y="11622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6" name="任意多边形: 形状 35"/>
                <p:cNvSpPr/>
                <p:nvPr/>
              </p:nvSpPr>
              <p:spPr>
                <a:xfrm>
                  <a:off x="5531553" y="3733403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69"/>
                        <a:pt x="22669" y="27146"/>
                        <a:pt x="17145" y="27146"/>
                      </a:cubicBezTo>
                      <a:cubicBezTo>
                        <a:pt x="11622" y="27146"/>
                        <a:pt x="7144" y="22669"/>
                        <a:pt x="7144" y="17145"/>
                      </a:cubicBezTo>
                      <a:cubicBezTo>
                        <a:pt x="7144" y="11622"/>
                        <a:pt x="11622" y="7144"/>
                        <a:pt x="17145" y="7144"/>
                      </a:cubicBezTo>
                      <a:cubicBezTo>
                        <a:pt x="22669" y="7144"/>
                        <a:pt x="27146" y="11622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7" name="任意多边形: 形状 36"/>
                <p:cNvSpPr/>
                <p:nvPr/>
              </p:nvSpPr>
              <p:spPr>
                <a:xfrm>
                  <a:off x="5153442" y="3859239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70"/>
                        <a:pt x="22670" y="27146"/>
                        <a:pt x="17145" y="27146"/>
                      </a:cubicBezTo>
                      <a:cubicBezTo>
                        <a:pt x="11621" y="27146"/>
                        <a:pt x="7144" y="22670"/>
                        <a:pt x="7144" y="17145"/>
                      </a:cubicBezTo>
                      <a:cubicBezTo>
                        <a:pt x="7144" y="11621"/>
                        <a:pt x="11621" y="7144"/>
                        <a:pt x="17145" y="7144"/>
                      </a:cubicBezTo>
                      <a:cubicBezTo>
                        <a:pt x="22670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8" name="任意多边形: 形状 37"/>
                <p:cNvSpPr/>
                <p:nvPr/>
              </p:nvSpPr>
              <p:spPr>
                <a:xfrm>
                  <a:off x="5279579" y="3859239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70"/>
                        <a:pt x="22670" y="27146"/>
                        <a:pt x="17145" y="27146"/>
                      </a:cubicBezTo>
                      <a:cubicBezTo>
                        <a:pt x="11621" y="27146"/>
                        <a:pt x="7144" y="22670"/>
                        <a:pt x="7144" y="17145"/>
                      </a:cubicBezTo>
                      <a:cubicBezTo>
                        <a:pt x="7144" y="11621"/>
                        <a:pt x="11621" y="7144"/>
                        <a:pt x="17145" y="7144"/>
                      </a:cubicBezTo>
                      <a:cubicBezTo>
                        <a:pt x="22574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9" name="任意多边形: 形状 38"/>
                <p:cNvSpPr/>
                <p:nvPr/>
              </p:nvSpPr>
              <p:spPr>
                <a:xfrm>
                  <a:off x="5405567" y="3859239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70"/>
                        <a:pt x="22669" y="27146"/>
                        <a:pt x="17145" y="27146"/>
                      </a:cubicBezTo>
                      <a:cubicBezTo>
                        <a:pt x="11621" y="27146"/>
                        <a:pt x="7144" y="22670"/>
                        <a:pt x="7144" y="17145"/>
                      </a:cubicBezTo>
                      <a:cubicBezTo>
                        <a:pt x="7144" y="11621"/>
                        <a:pt x="11621" y="7144"/>
                        <a:pt x="17145" y="7144"/>
                      </a:cubicBezTo>
                      <a:cubicBezTo>
                        <a:pt x="22669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0" name="任意多边形: 形状 39"/>
                <p:cNvSpPr/>
                <p:nvPr/>
              </p:nvSpPr>
              <p:spPr>
                <a:xfrm>
                  <a:off x="5153442" y="3985076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70"/>
                        <a:pt x="22670" y="27146"/>
                        <a:pt x="17145" y="27146"/>
                      </a:cubicBezTo>
                      <a:cubicBezTo>
                        <a:pt x="11621" y="27146"/>
                        <a:pt x="7144" y="22670"/>
                        <a:pt x="7144" y="17145"/>
                      </a:cubicBezTo>
                      <a:cubicBezTo>
                        <a:pt x="7144" y="11621"/>
                        <a:pt x="11621" y="7144"/>
                        <a:pt x="17145" y="7144"/>
                      </a:cubicBezTo>
                      <a:cubicBezTo>
                        <a:pt x="22670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1" name="任意多边形: 形状 40"/>
                <p:cNvSpPr/>
                <p:nvPr/>
              </p:nvSpPr>
              <p:spPr>
                <a:xfrm>
                  <a:off x="5279579" y="3985076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70"/>
                        <a:pt x="22670" y="27146"/>
                        <a:pt x="17145" y="27146"/>
                      </a:cubicBezTo>
                      <a:cubicBezTo>
                        <a:pt x="11621" y="27146"/>
                        <a:pt x="7144" y="22670"/>
                        <a:pt x="7144" y="17145"/>
                      </a:cubicBezTo>
                      <a:cubicBezTo>
                        <a:pt x="7144" y="11621"/>
                        <a:pt x="11621" y="7144"/>
                        <a:pt x="17145" y="7144"/>
                      </a:cubicBezTo>
                      <a:cubicBezTo>
                        <a:pt x="22574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2" name="任意多边形: 形状 41"/>
                <p:cNvSpPr/>
                <p:nvPr/>
              </p:nvSpPr>
              <p:spPr>
                <a:xfrm>
                  <a:off x="5153442" y="4110914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68"/>
                        <a:pt x="22669" y="27146"/>
                        <a:pt x="17145" y="27146"/>
                      </a:cubicBezTo>
                      <a:cubicBezTo>
                        <a:pt x="11622" y="27146"/>
                        <a:pt x="7144" y="22668"/>
                        <a:pt x="7144" y="17145"/>
                      </a:cubicBezTo>
                      <a:cubicBezTo>
                        <a:pt x="7144" y="11621"/>
                        <a:pt x="11622" y="7144"/>
                        <a:pt x="17145" y="7144"/>
                      </a:cubicBezTo>
                      <a:cubicBezTo>
                        <a:pt x="22669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5" name="组合 4"/>
              <p:cNvGrpSpPr/>
              <p:nvPr userDrawn="1"/>
            </p:nvGrpSpPr>
            <p:grpSpPr>
              <a:xfrm>
                <a:off x="8327264" y="2565728"/>
                <a:ext cx="5222380" cy="5705265"/>
                <a:chOff x="8327264" y="2565728"/>
                <a:chExt cx="5222380" cy="5705265"/>
              </a:xfrm>
            </p:grpSpPr>
            <p:sp>
              <p:nvSpPr>
                <p:cNvPr id="6" name="矩形 5"/>
                <p:cNvSpPr/>
                <p:nvPr/>
              </p:nvSpPr>
              <p:spPr>
                <a:xfrm>
                  <a:off x="8327264" y="6813763"/>
                  <a:ext cx="5041900" cy="1457230"/>
                </a:xfrm>
                <a:prstGeom prst="rect">
                  <a:avLst/>
                </a:prstGeom>
                <a:solidFill>
                  <a:srgbClr val="F5F7F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" name="矩形 6"/>
                <p:cNvSpPr/>
                <p:nvPr/>
              </p:nvSpPr>
              <p:spPr>
                <a:xfrm rot="5400000">
                  <a:off x="10300079" y="4358063"/>
                  <a:ext cx="5041900" cy="1457230"/>
                </a:xfrm>
                <a:prstGeom prst="rect">
                  <a:avLst/>
                </a:prstGeom>
                <a:solidFill>
                  <a:srgbClr val="F5F7F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43" name="组合 42"/>
            <p:cNvGrpSpPr/>
            <p:nvPr userDrawn="1"/>
          </p:nvGrpSpPr>
          <p:grpSpPr>
            <a:xfrm flipH="1" flipV="1">
              <a:off x="-477867" y="-486293"/>
              <a:ext cx="1692251" cy="1848724"/>
              <a:chOff x="8327264" y="2565728"/>
              <a:chExt cx="5222380" cy="5705265"/>
            </a:xfrm>
          </p:grpSpPr>
          <p:grpSp>
            <p:nvGrpSpPr>
              <p:cNvPr id="44" name="组合 43"/>
              <p:cNvGrpSpPr/>
              <p:nvPr userDrawn="1"/>
            </p:nvGrpSpPr>
            <p:grpSpPr>
              <a:xfrm>
                <a:off x="8629650" y="3314700"/>
                <a:ext cx="4263853" cy="4740854"/>
                <a:chOff x="3248171" y="3197770"/>
                <a:chExt cx="3295332" cy="3663984"/>
              </a:xfrm>
            </p:grpSpPr>
            <p:sp>
              <p:nvSpPr>
                <p:cNvPr id="48" name="任意多边形: 形状 47"/>
                <p:cNvSpPr/>
                <p:nvPr/>
              </p:nvSpPr>
              <p:spPr>
                <a:xfrm>
                  <a:off x="3505550" y="3197770"/>
                  <a:ext cx="2747988" cy="3663984"/>
                </a:xfrm>
                <a:custGeom>
                  <a:avLst/>
                  <a:gdLst>
                    <a:gd name="connsiteX0" fmla="*/ 7144 w 1743075"/>
                    <a:gd name="connsiteY0" fmla="*/ 1742789 h 2324100"/>
                    <a:gd name="connsiteX1" fmla="*/ 1742789 w 1743075"/>
                    <a:gd name="connsiteY1" fmla="*/ 7144 h 2324100"/>
                    <a:gd name="connsiteX2" fmla="*/ 1742789 w 1743075"/>
                    <a:gd name="connsiteY2" fmla="*/ 585692 h 2324100"/>
                    <a:gd name="connsiteX3" fmla="*/ 7144 w 1743075"/>
                    <a:gd name="connsiteY3" fmla="*/ 2321243 h 2324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43075" h="2324100">
                      <a:moveTo>
                        <a:pt x="7144" y="1742789"/>
                      </a:moveTo>
                      <a:lnTo>
                        <a:pt x="1742789" y="7144"/>
                      </a:lnTo>
                      <a:lnTo>
                        <a:pt x="1742789" y="585692"/>
                      </a:lnTo>
                      <a:lnTo>
                        <a:pt x="7144" y="2321243"/>
                      </a:lnTo>
                      <a:close/>
                    </a:path>
                  </a:pathLst>
                </a:custGeom>
                <a:solidFill>
                  <a:srgbClr val="F2634B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9" name="任意多边形: 形状 48"/>
                <p:cNvSpPr/>
                <p:nvPr/>
              </p:nvSpPr>
              <p:spPr>
                <a:xfrm>
                  <a:off x="4157559" y="4505392"/>
                  <a:ext cx="570620" cy="1126225"/>
                </a:xfrm>
                <a:custGeom>
                  <a:avLst/>
                  <a:gdLst>
                    <a:gd name="connsiteX0" fmla="*/ 153353 w 361950"/>
                    <a:gd name="connsiteY0" fmla="*/ 360141 h 714375"/>
                    <a:gd name="connsiteX1" fmla="*/ 7144 w 361950"/>
                    <a:gd name="connsiteY1" fmla="*/ 7144 h 714375"/>
                    <a:gd name="connsiteX2" fmla="*/ 360140 w 361950"/>
                    <a:gd name="connsiteY2" fmla="*/ 360141 h 714375"/>
                    <a:gd name="connsiteX3" fmla="*/ 7144 w 361950"/>
                    <a:gd name="connsiteY3" fmla="*/ 713137 h 714375"/>
                    <a:gd name="connsiteX4" fmla="*/ 153353 w 361950"/>
                    <a:gd name="connsiteY4" fmla="*/ 360141 h 7143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61950" h="714375">
                      <a:moveTo>
                        <a:pt x="153353" y="360141"/>
                      </a:moveTo>
                      <a:cubicBezTo>
                        <a:pt x="153353" y="232410"/>
                        <a:pt x="104584" y="104680"/>
                        <a:pt x="7144" y="7144"/>
                      </a:cubicBezTo>
                      <a:lnTo>
                        <a:pt x="360140" y="360141"/>
                      </a:lnTo>
                      <a:lnTo>
                        <a:pt x="7144" y="713137"/>
                      </a:lnTo>
                      <a:cubicBezTo>
                        <a:pt x="104584" y="615696"/>
                        <a:pt x="153353" y="487871"/>
                        <a:pt x="153353" y="360141"/>
                      </a:cubicBezTo>
                      <a:close/>
                    </a:path>
                  </a:pathLst>
                </a:custGeom>
                <a:solidFill>
                  <a:srgbClr val="2B357A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50" name="任意多边形: 形状 49"/>
                <p:cNvSpPr/>
                <p:nvPr/>
              </p:nvSpPr>
              <p:spPr>
                <a:xfrm>
                  <a:off x="3601054" y="4689493"/>
                  <a:ext cx="540588" cy="765833"/>
                </a:xfrm>
                <a:custGeom>
                  <a:avLst/>
                  <a:gdLst>
                    <a:gd name="connsiteX0" fmla="*/ 7144 w 342900"/>
                    <a:gd name="connsiteY0" fmla="*/ 243364 h 485775"/>
                    <a:gd name="connsiteX1" fmla="*/ 243364 w 342900"/>
                    <a:gd name="connsiteY1" fmla="*/ 7144 h 485775"/>
                    <a:gd name="connsiteX2" fmla="*/ 341186 w 342900"/>
                    <a:gd name="connsiteY2" fmla="*/ 243364 h 485775"/>
                    <a:gd name="connsiteX3" fmla="*/ 243364 w 342900"/>
                    <a:gd name="connsiteY3" fmla="*/ 479584 h 485775"/>
                    <a:gd name="connsiteX4" fmla="*/ 7144 w 342900"/>
                    <a:gd name="connsiteY4" fmla="*/ 243364 h 485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2900" h="485775">
                      <a:moveTo>
                        <a:pt x="7144" y="243364"/>
                      </a:moveTo>
                      <a:lnTo>
                        <a:pt x="243364" y="7144"/>
                      </a:lnTo>
                      <a:cubicBezTo>
                        <a:pt x="308610" y="72390"/>
                        <a:pt x="341186" y="157829"/>
                        <a:pt x="341186" y="243364"/>
                      </a:cubicBezTo>
                      <a:cubicBezTo>
                        <a:pt x="341186" y="328898"/>
                        <a:pt x="308610" y="414338"/>
                        <a:pt x="243364" y="479584"/>
                      </a:cubicBezTo>
                      <a:lnTo>
                        <a:pt x="7144" y="243364"/>
                      </a:lnTo>
                      <a:close/>
                    </a:path>
                  </a:pathLst>
                </a:custGeom>
                <a:solidFill>
                  <a:srgbClr val="2B357A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51" name="任意多边形: 形状 50"/>
                <p:cNvSpPr/>
                <p:nvPr/>
              </p:nvSpPr>
              <p:spPr>
                <a:xfrm>
                  <a:off x="3601054" y="4689493"/>
                  <a:ext cx="540588" cy="765833"/>
                </a:xfrm>
                <a:custGeom>
                  <a:avLst/>
                  <a:gdLst>
                    <a:gd name="connsiteX0" fmla="*/ 7144 w 342900"/>
                    <a:gd name="connsiteY0" fmla="*/ 243364 h 485775"/>
                    <a:gd name="connsiteX1" fmla="*/ 243364 w 342900"/>
                    <a:gd name="connsiteY1" fmla="*/ 7144 h 485775"/>
                    <a:gd name="connsiteX2" fmla="*/ 341186 w 342900"/>
                    <a:gd name="connsiteY2" fmla="*/ 243364 h 485775"/>
                    <a:gd name="connsiteX3" fmla="*/ 243364 w 342900"/>
                    <a:gd name="connsiteY3" fmla="*/ 479584 h 485775"/>
                    <a:gd name="connsiteX4" fmla="*/ 7144 w 342900"/>
                    <a:gd name="connsiteY4" fmla="*/ 243364 h 485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2900" h="485775">
                      <a:moveTo>
                        <a:pt x="7144" y="243364"/>
                      </a:moveTo>
                      <a:lnTo>
                        <a:pt x="243364" y="7144"/>
                      </a:lnTo>
                      <a:cubicBezTo>
                        <a:pt x="308610" y="72390"/>
                        <a:pt x="341186" y="157829"/>
                        <a:pt x="341186" y="243364"/>
                      </a:cubicBezTo>
                      <a:cubicBezTo>
                        <a:pt x="341186" y="328898"/>
                        <a:pt x="308610" y="414338"/>
                        <a:pt x="243364" y="479584"/>
                      </a:cubicBezTo>
                      <a:lnTo>
                        <a:pt x="7144" y="24336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52" name="任意多边形: 形状 51"/>
                <p:cNvSpPr/>
                <p:nvPr/>
              </p:nvSpPr>
              <p:spPr>
                <a:xfrm>
                  <a:off x="3601054" y="4689493"/>
                  <a:ext cx="540588" cy="765833"/>
                </a:xfrm>
                <a:custGeom>
                  <a:avLst/>
                  <a:gdLst>
                    <a:gd name="connsiteX0" fmla="*/ 7144 w 342900"/>
                    <a:gd name="connsiteY0" fmla="*/ 243364 h 485775"/>
                    <a:gd name="connsiteX1" fmla="*/ 243364 w 342900"/>
                    <a:gd name="connsiteY1" fmla="*/ 7144 h 485775"/>
                    <a:gd name="connsiteX2" fmla="*/ 341186 w 342900"/>
                    <a:gd name="connsiteY2" fmla="*/ 243364 h 485775"/>
                    <a:gd name="connsiteX3" fmla="*/ 243364 w 342900"/>
                    <a:gd name="connsiteY3" fmla="*/ 479584 h 485775"/>
                    <a:gd name="connsiteX4" fmla="*/ 7144 w 342900"/>
                    <a:gd name="connsiteY4" fmla="*/ 243364 h 485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2900" h="485775">
                      <a:moveTo>
                        <a:pt x="7144" y="243364"/>
                      </a:moveTo>
                      <a:lnTo>
                        <a:pt x="243364" y="7144"/>
                      </a:lnTo>
                      <a:cubicBezTo>
                        <a:pt x="308610" y="72390"/>
                        <a:pt x="341186" y="157829"/>
                        <a:pt x="341186" y="243364"/>
                      </a:cubicBezTo>
                      <a:cubicBezTo>
                        <a:pt x="341186" y="328898"/>
                        <a:pt x="308610" y="414338"/>
                        <a:pt x="243364" y="479584"/>
                      </a:cubicBezTo>
                      <a:lnTo>
                        <a:pt x="7144" y="243364"/>
                      </a:lnTo>
                      <a:close/>
                    </a:path>
                  </a:pathLst>
                </a:custGeom>
                <a:solidFill>
                  <a:srgbClr val="61C9DC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53" name="任意多边形: 形状 52"/>
                <p:cNvSpPr/>
                <p:nvPr/>
              </p:nvSpPr>
              <p:spPr>
                <a:xfrm>
                  <a:off x="4445122" y="4524914"/>
                  <a:ext cx="825898" cy="1096192"/>
                </a:xfrm>
                <a:custGeom>
                  <a:avLst/>
                  <a:gdLst>
                    <a:gd name="connsiteX0" fmla="*/ 348805 w 523875"/>
                    <a:gd name="connsiteY0" fmla="*/ 519684 h 695325"/>
                    <a:gd name="connsiteX1" fmla="*/ 519684 w 523875"/>
                    <a:gd name="connsiteY1" fmla="*/ 348805 h 695325"/>
                    <a:gd name="connsiteX2" fmla="*/ 348805 w 523875"/>
                    <a:gd name="connsiteY2" fmla="*/ 178022 h 695325"/>
                    <a:gd name="connsiteX3" fmla="*/ 178022 w 523875"/>
                    <a:gd name="connsiteY3" fmla="*/ 7144 h 695325"/>
                    <a:gd name="connsiteX4" fmla="*/ 7144 w 523875"/>
                    <a:gd name="connsiteY4" fmla="*/ 178022 h 695325"/>
                    <a:gd name="connsiteX5" fmla="*/ 178022 w 523875"/>
                    <a:gd name="connsiteY5" fmla="*/ 348805 h 695325"/>
                    <a:gd name="connsiteX6" fmla="*/ 7144 w 523875"/>
                    <a:gd name="connsiteY6" fmla="*/ 519684 h 695325"/>
                    <a:gd name="connsiteX7" fmla="*/ 178022 w 523875"/>
                    <a:gd name="connsiteY7" fmla="*/ 690563 h 6953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523875" h="695325">
                      <a:moveTo>
                        <a:pt x="348805" y="519684"/>
                      </a:moveTo>
                      <a:lnTo>
                        <a:pt x="519684" y="348805"/>
                      </a:lnTo>
                      <a:lnTo>
                        <a:pt x="348805" y="178022"/>
                      </a:lnTo>
                      <a:lnTo>
                        <a:pt x="178022" y="7144"/>
                      </a:lnTo>
                      <a:lnTo>
                        <a:pt x="7144" y="178022"/>
                      </a:lnTo>
                      <a:lnTo>
                        <a:pt x="178022" y="348805"/>
                      </a:lnTo>
                      <a:lnTo>
                        <a:pt x="7144" y="519684"/>
                      </a:lnTo>
                      <a:lnTo>
                        <a:pt x="178022" y="690563"/>
                      </a:lnTo>
                      <a:close/>
                    </a:path>
                  </a:pathLst>
                </a:custGeom>
                <a:solidFill>
                  <a:srgbClr val="F2634B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54" name="任意多边形: 形状 53"/>
                <p:cNvSpPr/>
                <p:nvPr/>
              </p:nvSpPr>
              <p:spPr>
                <a:xfrm>
                  <a:off x="4445122" y="4524914"/>
                  <a:ext cx="285310" cy="555604"/>
                </a:xfrm>
                <a:custGeom>
                  <a:avLst/>
                  <a:gdLst>
                    <a:gd name="connsiteX0" fmla="*/ 178022 w 180975"/>
                    <a:gd name="connsiteY0" fmla="*/ 348805 h 352425"/>
                    <a:gd name="connsiteX1" fmla="*/ 178022 w 180975"/>
                    <a:gd name="connsiteY1" fmla="*/ 7144 h 352425"/>
                    <a:gd name="connsiteX2" fmla="*/ 7144 w 180975"/>
                    <a:gd name="connsiteY2" fmla="*/ 178022 h 352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80975" h="352425">
                      <a:moveTo>
                        <a:pt x="178022" y="348805"/>
                      </a:moveTo>
                      <a:lnTo>
                        <a:pt x="178022" y="7144"/>
                      </a:lnTo>
                      <a:lnTo>
                        <a:pt x="7144" y="178022"/>
                      </a:ln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55" name="任意多边形: 形状 54"/>
                <p:cNvSpPr/>
                <p:nvPr/>
              </p:nvSpPr>
              <p:spPr>
                <a:xfrm>
                  <a:off x="5252099" y="4281949"/>
                  <a:ext cx="1291404" cy="1306420"/>
                </a:xfrm>
                <a:custGeom>
                  <a:avLst/>
                  <a:gdLst>
                    <a:gd name="connsiteX0" fmla="*/ 819722 w 819150"/>
                    <a:gd name="connsiteY0" fmla="*/ 723900 h 828675"/>
                    <a:gd name="connsiteX1" fmla="*/ 106775 w 819150"/>
                    <a:gd name="connsiteY1" fmla="*/ 7144 h 828675"/>
                    <a:gd name="connsiteX2" fmla="*/ 7144 w 819150"/>
                    <a:gd name="connsiteY2" fmla="*/ 106680 h 828675"/>
                    <a:gd name="connsiteX3" fmla="*/ 720185 w 819150"/>
                    <a:gd name="connsiteY3" fmla="*/ 823436 h 8286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19150" h="828675">
                      <a:moveTo>
                        <a:pt x="819722" y="723900"/>
                      </a:moveTo>
                      <a:lnTo>
                        <a:pt x="106775" y="7144"/>
                      </a:lnTo>
                      <a:lnTo>
                        <a:pt x="7144" y="106680"/>
                      </a:lnTo>
                      <a:lnTo>
                        <a:pt x="720185" y="823436"/>
                      </a:lnTo>
                      <a:close/>
                    </a:path>
                  </a:pathLst>
                </a:custGeom>
                <a:solidFill>
                  <a:srgbClr val="2B357A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56" name="任意多边形: 形状 55"/>
                <p:cNvSpPr/>
                <p:nvPr/>
              </p:nvSpPr>
              <p:spPr>
                <a:xfrm>
                  <a:off x="4938257" y="4438869"/>
                  <a:ext cx="961045" cy="1276388"/>
                </a:xfrm>
                <a:custGeom>
                  <a:avLst/>
                  <a:gdLst>
                    <a:gd name="connsiteX0" fmla="*/ 7144 w 609600"/>
                    <a:gd name="connsiteY0" fmla="*/ 206312 h 809625"/>
                    <a:gd name="connsiteX1" fmla="*/ 206216 w 609600"/>
                    <a:gd name="connsiteY1" fmla="*/ 405384 h 809625"/>
                    <a:gd name="connsiteX2" fmla="*/ 7144 w 609600"/>
                    <a:gd name="connsiteY2" fmla="*/ 604552 h 809625"/>
                    <a:gd name="connsiteX3" fmla="*/ 206216 w 609600"/>
                    <a:gd name="connsiteY3" fmla="*/ 803625 h 809625"/>
                    <a:gd name="connsiteX4" fmla="*/ 405384 w 609600"/>
                    <a:gd name="connsiteY4" fmla="*/ 604552 h 809625"/>
                    <a:gd name="connsiteX5" fmla="*/ 604457 w 609600"/>
                    <a:gd name="connsiteY5" fmla="*/ 405384 h 809625"/>
                    <a:gd name="connsiteX6" fmla="*/ 405384 w 609600"/>
                    <a:gd name="connsiteY6" fmla="*/ 206312 h 809625"/>
                    <a:gd name="connsiteX7" fmla="*/ 206216 w 609600"/>
                    <a:gd name="connsiteY7" fmla="*/ 7144 h 8096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609600" h="809625">
                      <a:moveTo>
                        <a:pt x="7144" y="206312"/>
                      </a:moveTo>
                      <a:lnTo>
                        <a:pt x="206216" y="405384"/>
                      </a:lnTo>
                      <a:lnTo>
                        <a:pt x="7144" y="604552"/>
                      </a:lnTo>
                      <a:lnTo>
                        <a:pt x="206216" y="803625"/>
                      </a:lnTo>
                      <a:lnTo>
                        <a:pt x="405384" y="604552"/>
                      </a:lnTo>
                      <a:lnTo>
                        <a:pt x="604457" y="405384"/>
                      </a:lnTo>
                      <a:lnTo>
                        <a:pt x="405384" y="206312"/>
                      </a:lnTo>
                      <a:lnTo>
                        <a:pt x="206216" y="7144"/>
                      </a:ln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57" name="任意多边形: 形状 56"/>
                <p:cNvSpPr/>
                <p:nvPr/>
              </p:nvSpPr>
              <p:spPr>
                <a:xfrm>
                  <a:off x="3248171" y="4936060"/>
                  <a:ext cx="270294" cy="270294"/>
                </a:xfrm>
                <a:custGeom>
                  <a:avLst/>
                  <a:gdLst>
                    <a:gd name="connsiteX0" fmla="*/ 166783 w 171450"/>
                    <a:gd name="connsiteY0" fmla="*/ 86963 h 171450"/>
                    <a:gd name="connsiteX1" fmla="*/ 86963 w 171450"/>
                    <a:gd name="connsiteY1" fmla="*/ 166783 h 171450"/>
                    <a:gd name="connsiteX2" fmla="*/ 7144 w 171450"/>
                    <a:gd name="connsiteY2" fmla="*/ 86963 h 171450"/>
                    <a:gd name="connsiteX3" fmla="*/ 86963 w 171450"/>
                    <a:gd name="connsiteY3" fmla="*/ 7144 h 171450"/>
                    <a:gd name="connsiteX4" fmla="*/ 166783 w 171450"/>
                    <a:gd name="connsiteY4" fmla="*/ 86963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450" h="171450">
                      <a:moveTo>
                        <a:pt x="166783" y="86963"/>
                      </a:moveTo>
                      <a:cubicBezTo>
                        <a:pt x="166783" y="131047"/>
                        <a:pt x="131046" y="166783"/>
                        <a:pt x="86963" y="166783"/>
                      </a:cubicBezTo>
                      <a:cubicBezTo>
                        <a:pt x="42880" y="166783"/>
                        <a:pt x="7144" y="131047"/>
                        <a:pt x="7144" y="86963"/>
                      </a:cubicBezTo>
                      <a:cubicBezTo>
                        <a:pt x="7144" y="42880"/>
                        <a:pt x="42880" y="7144"/>
                        <a:pt x="86963" y="7144"/>
                      </a:cubicBezTo>
                      <a:cubicBezTo>
                        <a:pt x="131046" y="7144"/>
                        <a:pt x="166783" y="42880"/>
                        <a:pt x="166783" y="86963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58" name="任意多边形: 形状 57"/>
                <p:cNvSpPr/>
                <p:nvPr/>
              </p:nvSpPr>
              <p:spPr>
                <a:xfrm>
                  <a:off x="5248044" y="4843860"/>
                  <a:ext cx="900980" cy="900980"/>
                </a:xfrm>
                <a:custGeom>
                  <a:avLst/>
                  <a:gdLst>
                    <a:gd name="connsiteX0" fmla="*/ 429768 w 571500"/>
                    <a:gd name="connsiteY0" fmla="*/ 570643 h 571500"/>
                    <a:gd name="connsiteX1" fmla="*/ 7144 w 571500"/>
                    <a:gd name="connsiteY1" fmla="*/ 148018 h 571500"/>
                    <a:gd name="connsiteX2" fmla="*/ 148019 w 571500"/>
                    <a:gd name="connsiteY2" fmla="*/ 7144 h 571500"/>
                    <a:gd name="connsiteX3" fmla="*/ 570643 w 571500"/>
                    <a:gd name="connsiteY3" fmla="*/ 429768 h 5715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71500" h="571500">
                      <a:moveTo>
                        <a:pt x="429768" y="570643"/>
                      </a:moveTo>
                      <a:lnTo>
                        <a:pt x="7144" y="148018"/>
                      </a:lnTo>
                      <a:lnTo>
                        <a:pt x="148019" y="7144"/>
                      </a:lnTo>
                      <a:lnTo>
                        <a:pt x="570643" y="429768"/>
                      </a:lnTo>
                      <a:close/>
                    </a:path>
                  </a:pathLst>
                </a:custGeom>
                <a:solidFill>
                  <a:srgbClr val="61C9DC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59" name="任意多边形: 形状 58"/>
                <p:cNvSpPr/>
                <p:nvPr/>
              </p:nvSpPr>
              <p:spPr>
                <a:xfrm>
                  <a:off x="5489958" y="5079015"/>
                  <a:ext cx="60065" cy="60065"/>
                </a:xfrm>
                <a:custGeom>
                  <a:avLst/>
                  <a:gdLst>
                    <a:gd name="connsiteX0" fmla="*/ 35433 w 38100"/>
                    <a:gd name="connsiteY0" fmla="*/ 35433 h 38100"/>
                    <a:gd name="connsiteX1" fmla="*/ 35433 w 38100"/>
                    <a:gd name="connsiteY1" fmla="*/ 12001 h 38100"/>
                    <a:gd name="connsiteX2" fmla="*/ 12001 w 38100"/>
                    <a:gd name="connsiteY2" fmla="*/ 12001 h 38100"/>
                    <a:gd name="connsiteX3" fmla="*/ 12001 w 38100"/>
                    <a:gd name="connsiteY3" fmla="*/ 35433 h 38100"/>
                    <a:gd name="connsiteX4" fmla="*/ 35433 w 38100"/>
                    <a:gd name="connsiteY4" fmla="*/ 35433 h 38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8100" h="38100">
                      <a:moveTo>
                        <a:pt x="35433" y="35433"/>
                      </a:moveTo>
                      <a:cubicBezTo>
                        <a:pt x="41910" y="28956"/>
                        <a:pt x="41910" y="18478"/>
                        <a:pt x="35433" y="12001"/>
                      </a:cubicBezTo>
                      <a:cubicBezTo>
                        <a:pt x="28956" y="5525"/>
                        <a:pt x="18479" y="5525"/>
                        <a:pt x="12001" y="12001"/>
                      </a:cubicBezTo>
                      <a:cubicBezTo>
                        <a:pt x="5525" y="18478"/>
                        <a:pt x="5525" y="28956"/>
                        <a:pt x="12001" y="35433"/>
                      </a:cubicBezTo>
                      <a:cubicBezTo>
                        <a:pt x="18479" y="41910"/>
                        <a:pt x="28956" y="41910"/>
                        <a:pt x="35433" y="35433"/>
                      </a:cubicBezTo>
                      <a:close/>
                    </a:path>
                  </a:pathLst>
                </a:custGeom>
                <a:solidFill>
                  <a:srgbClr val="2B357A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0" name="任意多边形: 形状 59"/>
                <p:cNvSpPr/>
                <p:nvPr/>
              </p:nvSpPr>
              <p:spPr>
                <a:xfrm>
                  <a:off x="5687423" y="5276480"/>
                  <a:ext cx="60065" cy="60065"/>
                </a:xfrm>
                <a:custGeom>
                  <a:avLst/>
                  <a:gdLst>
                    <a:gd name="connsiteX0" fmla="*/ 35433 w 38100"/>
                    <a:gd name="connsiteY0" fmla="*/ 35433 h 38100"/>
                    <a:gd name="connsiteX1" fmla="*/ 35433 w 38100"/>
                    <a:gd name="connsiteY1" fmla="*/ 12001 h 38100"/>
                    <a:gd name="connsiteX2" fmla="*/ 12002 w 38100"/>
                    <a:gd name="connsiteY2" fmla="*/ 12001 h 38100"/>
                    <a:gd name="connsiteX3" fmla="*/ 12002 w 38100"/>
                    <a:gd name="connsiteY3" fmla="*/ 35433 h 38100"/>
                    <a:gd name="connsiteX4" fmla="*/ 35433 w 38100"/>
                    <a:gd name="connsiteY4" fmla="*/ 35433 h 38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8100" h="38100">
                      <a:moveTo>
                        <a:pt x="35433" y="35433"/>
                      </a:moveTo>
                      <a:cubicBezTo>
                        <a:pt x="41910" y="28956"/>
                        <a:pt x="41910" y="18478"/>
                        <a:pt x="35433" y="12001"/>
                      </a:cubicBezTo>
                      <a:cubicBezTo>
                        <a:pt x="28956" y="5525"/>
                        <a:pt x="18479" y="5525"/>
                        <a:pt x="12002" y="12001"/>
                      </a:cubicBezTo>
                      <a:cubicBezTo>
                        <a:pt x="5524" y="18478"/>
                        <a:pt x="5524" y="28956"/>
                        <a:pt x="12002" y="35433"/>
                      </a:cubicBezTo>
                      <a:cubicBezTo>
                        <a:pt x="18479" y="41910"/>
                        <a:pt x="28956" y="41910"/>
                        <a:pt x="35433" y="35433"/>
                      </a:cubicBezTo>
                      <a:close/>
                    </a:path>
                  </a:pathLst>
                </a:custGeom>
                <a:solidFill>
                  <a:srgbClr val="2B357A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1" name="任意多边形: 形状 60"/>
                <p:cNvSpPr/>
                <p:nvPr/>
              </p:nvSpPr>
              <p:spPr>
                <a:xfrm>
                  <a:off x="5884888" y="5473946"/>
                  <a:ext cx="60065" cy="60065"/>
                </a:xfrm>
                <a:custGeom>
                  <a:avLst/>
                  <a:gdLst>
                    <a:gd name="connsiteX0" fmla="*/ 40291 w 38100"/>
                    <a:gd name="connsiteY0" fmla="*/ 23717 h 38100"/>
                    <a:gd name="connsiteX1" fmla="*/ 23717 w 38100"/>
                    <a:gd name="connsiteY1" fmla="*/ 40291 h 38100"/>
                    <a:gd name="connsiteX2" fmla="*/ 7144 w 38100"/>
                    <a:gd name="connsiteY2" fmla="*/ 23717 h 38100"/>
                    <a:gd name="connsiteX3" fmla="*/ 23717 w 38100"/>
                    <a:gd name="connsiteY3" fmla="*/ 7144 h 38100"/>
                    <a:gd name="connsiteX4" fmla="*/ 40291 w 38100"/>
                    <a:gd name="connsiteY4" fmla="*/ 23717 h 38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8100" h="38100">
                      <a:moveTo>
                        <a:pt x="40291" y="23717"/>
                      </a:moveTo>
                      <a:cubicBezTo>
                        <a:pt x="40291" y="32871"/>
                        <a:pt x="32871" y="40291"/>
                        <a:pt x="23717" y="40291"/>
                      </a:cubicBezTo>
                      <a:cubicBezTo>
                        <a:pt x="14564" y="40291"/>
                        <a:pt x="7144" y="32870"/>
                        <a:pt x="7144" y="23717"/>
                      </a:cubicBezTo>
                      <a:cubicBezTo>
                        <a:pt x="7144" y="14564"/>
                        <a:pt x="14564" y="7144"/>
                        <a:pt x="23717" y="7144"/>
                      </a:cubicBezTo>
                      <a:cubicBezTo>
                        <a:pt x="32871" y="7144"/>
                        <a:pt x="40291" y="14564"/>
                        <a:pt x="40291" y="23717"/>
                      </a:cubicBezTo>
                      <a:close/>
                    </a:path>
                  </a:pathLst>
                </a:custGeom>
                <a:solidFill>
                  <a:srgbClr val="2B357A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2" name="任意多边形: 形状 61"/>
                <p:cNvSpPr/>
                <p:nvPr/>
              </p:nvSpPr>
              <p:spPr>
                <a:xfrm>
                  <a:off x="5153442" y="3481579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70"/>
                        <a:pt x="22670" y="27146"/>
                        <a:pt x="17145" y="27146"/>
                      </a:cubicBezTo>
                      <a:cubicBezTo>
                        <a:pt x="11621" y="27146"/>
                        <a:pt x="7144" y="22670"/>
                        <a:pt x="7144" y="17145"/>
                      </a:cubicBezTo>
                      <a:cubicBezTo>
                        <a:pt x="7144" y="11621"/>
                        <a:pt x="11621" y="7144"/>
                        <a:pt x="17145" y="7144"/>
                      </a:cubicBezTo>
                      <a:cubicBezTo>
                        <a:pt x="22670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3" name="任意多边形: 形状 62"/>
                <p:cNvSpPr/>
                <p:nvPr/>
              </p:nvSpPr>
              <p:spPr>
                <a:xfrm>
                  <a:off x="5279579" y="3481579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70"/>
                        <a:pt x="22670" y="27146"/>
                        <a:pt x="17145" y="27146"/>
                      </a:cubicBezTo>
                      <a:cubicBezTo>
                        <a:pt x="11621" y="27146"/>
                        <a:pt x="7144" y="22670"/>
                        <a:pt x="7144" y="17145"/>
                      </a:cubicBezTo>
                      <a:cubicBezTo>
                        <a:pt x="7144" y="11621"/>
                        <a:pt x="11621" y="7144"/>
                        <a:pt x="17145" y="7144"/>
                      </a:cubicBezTo>
                      <a:cubicBezTo>
                        <a:pt x="22574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4" name="任意多边形: 形状 63"/>
                <p:cNvSpPr/>
                <p:nvPr/>
              </p:nvSpPr>
              <p:spPr>
                <a:xfrm>
                  <a:off x="5405567" y="3481579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70"/>
                        <a:pt x="22669" y="27146"/>
                        <a:pt x="17145" y="27146"/>
                      </a:cubicBezTo>
                      <a:cubicBezTo>
                        <a:pt x="11621" y="27146"/>
                        <a:pt x="7144" y="22670"/>
                        <a:pt x="7144" y="17145"/>
                      </a:cubicBezTo>
                      <a:cubicBezTo>
                        <a:pt x="7144" y="11621"/>
                        <a:pt x="11621" y="7144"/>
                        <a:pt x="17145" y="7144"/>
                      </a:cubicBezTo>
                      <a:cubicBezTo>
                        <a:pt x="22669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5" name="任意多边形: 形状 64"/>
                <p:cNvSpPr/>
                <p:nvPr/>
              </p:nvSpPr>
              <p:spPr>
                <a:xfrm>
                  <a:off x="5531704" y="3481579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70"/>
                        <a:pt x="22670" y="27146"/>
                        <a:pt x="17145" y="27146"/>
                      </a:cubicBezTo>
                      <a:cubicBezTo>
                        <a:pt x="11621" y="27146"/>
                        <a:pt x="7144" y="22670"/>
                        <a:pt x="7144" y="17145"/>
                      </a:cubicBezTo>
                      <a:cubicBezTo>
                        <a:pt x="7144" y="11621"/>
                        <a:pt x="11621" y="7144"/>
                        <a:pt x="17145" y="7144"/>
                      </a:cubicBezTo>
                      <a:cubicBezTo>
                        <a:pt x="22574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6" name="任意多边形: 形状 65"/>
                <p:cNvSpPr/>
                <p:nvPr/>
              </p:nvSpPr>
              <p:spPr>
                <a:xfrm>
                  <a:off x="5657690" y="3481579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70"/>
                        <a:pt x="22670" y="27146"/>
                        <a:pt x="17145" y="27146"/>
                      </a:cubicBezTo>
                      <a:cubicBezTo>
                        <a:pt x="11621" y="27146"/>
                        <a:pt x="7144" y="22670"/>
                        <a:pt x="7144" y="17145"/>
                      </a:cubicBezTo>
                      <a:cubicBezTo>
                        <a:pt x="7144" y="11621"/>
                        <a:pt x="11621" y="7144"/>
                        <a:pt x="17145" y="7144"/>
                      </a:cubicBezTo>
                      <a:cubicBezTo>
                        <a:pt x="22670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7" name="任意多边形: 形状 66"/>
                <p:cNvSpPr/>
                <p:nvPr/>
              </p:nvSpPr>
              <p:spPr>
                <a:xfrm>
                  <a:off x="5783677" y="3481579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70"/>
                        <a:pt x="22670" y="27146"/>
                        <a:pt x="17145" y="27146"/>
                      </a:cubicBezTo>
                      <a:cubicBezTo>
                        <a:pt x="11621" y="27146"/>
                        <a:pt x="7144" y="22670"/>
                        <a:pt x="7144" y="17145"/>
                      </a:cubicBezTo>
                      <a:cubicBezTo>
                        <a:pt x="7144" y="11621"/>
                        <a:pt x="11621" y="7144"/>
                        <a:pt x="17145" y="7144"/>
                      </a:cubicBezTo>
                      <a:cubicBezTo>
                        <a:pt x="22670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8" name="任意多边形: 形状 67"/>
                <p:cNvSpPr/>
                <p:nvPr/>
              </p:nvSpPr>
              <p:spPr>
                <a:xfrm>
                  <a:off x="5153442" y="3607415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68"/>
                        <a:pt x="22669" y="27146"/>
                        <a:pt x="17145" y="27146"/>
                      </a:cubicBezTo>
                      <a:cubicBezTo>
                        <a:pt x="11622" y="27146"/>
                        <a:pt x="7144" y="22668"/>
                        <a:pt x="7144" y="17145"/>
                      </a:cubicBezTo>
                      <a:cubicBezTo>
                        <a:pt x="7144" y="11621"/>
                        <a:pt x="11622" y="7144"/>
                        <a:pt x="17145" y="7144"/>
                      </a:cubicBezTo>
                      <a:cubicBezTo>
                        <a:pt x="22669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9" name="任意多边形: 形状 68"/>
                <p:cNvSpPr/>
                <p:nvPr/>
              </p:nvSpPr>
              <p:spPr>
                <a:xfrm>
                  <a:off x="5279430" y="3607415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68"/>
                        <a:pt x="22669" y="27146"/>
                        <a:pt x="17145" y="27146"/>
                      </a:cubicBezTo>
                      <a:cubicBezTo>
                        <a:pt x="11622" y="27146"/>
                        <a:pt x="7144" y="22668"/>
                        <a:pt x="7144" y="17145"/>
                      </a:cubicBezTo>
                      <a:cubicBezTo>
                        <a:pt x="7144" y="11621"/>
                        <a:pt x="11622" y="7144"/>
                        <a:pt x="17145" y="7144"/>
                      </a:cubicBezTo>
                      <a:cubicBezTo>
                        <a:pt x="22669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0" name="任意多边形: 形状 69"/>
                <p:cNvSpPr/>
                <p:nvPr/>
              </p:nvSpPr>
              <p:spPr>
                <a:xfrm>
                  <a:off x="5405567" y="3607415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68"/>
                        <a:pt x="22669" y="27146"/>
                        <a:pt x="17145" y="27146"/>
                      </a:cubicBezTo>
                      <a:cubicBezTo>
                        <a:pt x="11622" y="27146"/>
                        <a:pt x="7144" y="22668"/>
                        <a:pt x="7144" y="17145"/>
                      </a:cubicBezTo>
                      <a:cubicBezTo>
                        <a:pt x="7144" y="11621"/>
                        <a:pt x="11622" y="7144"/>
                        <a:pt x="17145" y="7144"/>
                      </a:cubicBezTo>
                      <a:cubicBezTo>
                        <a:pt x="22669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1" name="任意多边形: 形状 70"/>
                <p:cNvSpPr/>
                <p:nvPr/>
              </p:nvSpPr>
              <p:spPr>
                <a:xfrm>
                  <a:off x="5531553" y="3607415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68"/>
                        <a:pt x="22669" y="27146"/>
                        <a:pt x="17145" y="27146"/>
                      </a:cubicBezTo>
                      <a:cubicBezTo>
                        <a:pt x="11622" y="27146"/>
                        <a:pt x="7144" y="22668"/>
                        <a:pt x="7144" y="17145"/>
                      </a:cubicBezTo>
                      <a:cubicBezTo>
                        <a:pt x="7144" y="11621"/>
                        <a:pt x="11622" y="7144"/>
                        <a:pt x="17145" y="7144"/>
                      </a:cubicBezTo>
                      <a:cubicBezTo>
                        <a:pt x="22669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2" name="任意多边形: 形状 71"/>
                <p:cNvSpPr/>
                <p:nvPr/>
              </p:nvSpPr>
              <p:spPr>
                <a:xfrm>
                  <a:off x="5657690" y="3607415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68"/>
                        <a:pt x="22669" y="27146"/>
                        <a:pt x="17145" y="27146"/>
                      </a:cubicBezTo>
                      <a:cubicBezTo>
                        <a:pt x="11622" y="27146"/>
                        <a:pt x="7144" y="22668"/>
                        <a:pt x="7144" y="17145"/>
                      </a:cubicBezTo>
                      <a:cubicBezTo>
                        <a:pt x="7144" y="11621"/>
                        <a:pt x="11622" y="7144"/>
                        <a:pt x="17145" y="7144"/>
                      </a:cubicBezTo>
                      <a:cubicBezTo>
                        <a:pt x="22669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3" name="任意多边形: 形状 72"/>
                <p:cNvSpPr/>
                <p:nvPr/>
              </p:nvSpPr>
              <p:spPr>
                <a:xfrm>
                  <a:off x="5153442" y="3733403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69"/>
                        <a:pt x="22669" y="27146"/>
                        <a:pt x="17145" y="27146"/>
                      </a:cubicBezTo>
                      <a:cubicBezTo>
                        <a:pt x="11622" y="27146"/>
                        <a:pt x="7144" y="22669"/>
                        <a:pt x="7144" y="17145"/>
                      </a:cubicBezTo>
                      <a:cubicBezTo>
                        <a:pt x="7144" y="11622"/>
                        <a:pt x="11622" y="7144"/>
                        <a:pt x="17145" y="7144"/>
                      </a:cubicBezTo>
                      <a:cubicBezTo>
                        <a:pt x="22669" y="7144"/>
                        <a:pt x="27146" y="11622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4" name="任意多边形: 形状 73"/>
                <p:cNvSpPr/>
                <p:nvPr/>
              </p:nvSpPr>
              <p:spPr>
                <a:xfrm>
                  <a:off x="5279430" y="3733403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69"/>
                        <a:pt x="22669" y="27146"/>
                        <a:pt x="17145" y="27146"/>
                      </a:cubicBezTo>
                      <a:cubicBezTo>
                        <a:pt x="11622" y="27146"/>
                        <a:pt x="7144" y="22669"/>
                        <a:pt x="7144" y="17145"/>
                      </a:cubicBezTo>
                      <a:cubicBezTo>
                        <a:pt x="7144" y="11622"/>
                        <a:pt x="11622" y="7144"/>
                        <a:pt x="17145" y="7144"/>
                      </a:cubicBezTo>
                      <a:cubicBezTo>
                        <a:pt x="22669" y="7144"/>
                        <a:pt x="27146" y="11622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5" name="任意多边形: 形状 74"/>
                <p:cNvSpPr/>
                <p:nvPr/>
              </p:nvSpPr>
              <p:spPr>
                <a:xfrm>
                  <a:off x="5405567" y="3733403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69"/>
                        <a:pt x="22669" y="27146"/>
                        <a:pt x="17145" y="27146"/>
                      </a:cubicBezTo>
                      <a:cubicBezTo>
                        <a:pt x="11622" y="27146"/>
                        <a:pt x="7144" y="22669"/>
                        <a:pt x="7144" y="17145"/>
                      </a:cubicBezTo>
                      <a:cubicBezTo>
                        <a:pt x="7144" y="11622"/>
                        <a:pt x="11622" y="7144"/>
                        <a:pt x="17145" y="7144"/>
                      </a:cubicBezTo>
                      <a:cubicBezTo>
                        <a:pt x="22669" y="7144"/>
                        <a:pt x="27146" y="11622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6" name="任意多边形: 形状 75"/>
                <p:cNvSpPr/>
                <p:nvPr/>
              </p:nvSpPr>
              <p:spPr>
                <a:xfrm>
                  <a:off x="5531553" y="3733403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69"/>
                        <a:pt x="22669" y="27146"/>
                        <a:pt x="17145" y="27146"/>
                      </a:cubicBezTo>
                      <a:cubicBezTo>
                        <a:pt x="11622" y="27146"/>
                        <a:pt x="7144" y="22669"/>
                        <a:pt x="7144" y="17145"/>
                      </a:cubicBezTo>
                      <a:cubicBezTo>
                        <a:pt x="7144" y="11622"/>
                        <a:pt x="11622" y="7144"/>
                        <a:pt x="17145" y="7144"/>
                      </a:cubicBezTo>
                      <a:cubicBezTo>
                        <a:pt x="22669" y="7144"/>
                        <a:pt x="27146" y="11622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7" name="任意多边形: 形状 76"/>
                <p:cNvSpPr/>
                <p:nvPr/>
              </p:nvSpPr>
              <p:spPr>
                <a:xfrm>
                  <a:off x="5153442" y="3859239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70"/>
                        <a:pt x="22670" y="27146"/>
                        <a:pt x="17145" y="27146"/>
                      </a:cubicBezTo>
                      <a:cubicBezTo>
                        <a:pt x="11621" y="27146"/>
                        <a:pt x="7144" y="22670"/>
                        <a:pt x="7144" y="17145"/>
                      </a:cubicBezTo>
                      <a:cubicBezTo>
                        <a:pt x="7144" y="11621"/>
                        <a:pt x="11621" y="7144"/>
                        <a:pt x="17145" y="7144"/>
                      </a:cubicBezTo>
                      <a:cubicBezTo>
                        <a:pt x="22670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8" name="任意多边形: 形状 77"/>
                <p:cNvSpPr/>
                <p:nvPr/>
              </p:nvSpPr>
              <p:spPr>
                <a:xfrm>
                  <a:off x="5279579" y="3859239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70"/>
                        <a:pt x="22670" y="27146"/>
                        <a:pt x="17145" y="27146"/>
                      </a:cubicBezTo>
                      <a:cubicBezTo>
                        <a:pt x="11621" y="27146"/>
                        <a:pt x="7144" y="22670"/>
                        <a:pt x="7144" y="17145"/>
                      </a:cubicBezTo>
                      <a:cubicBezTo>
                        <a:pt x="7144" y="11621"/>
                        <a:pt x="11621" y="7144"/>
                        <a:pt x="17145" y="7144"/>
                      </a:cubicBezTo>
                      <a:cubicBezTo>
                        <a:pt x="22574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9" name="任意多边形: 形状 78"/>
                <p:cNvSpPr/>
                <p:nvPr/>
              </p:nvSpPr>
              <p:spPr>
                <a:xfrm>
                  <a:off x="5405567" y="3859239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70"/>
                        <a:pt x="22669" y="27146"/>
                        <a:pt x="17145" y="27146"/>
                      </a:cubicBezTo>
                      <a:cubicBezTo>
                        <a:pt x="11621" y="27146"/>
                        <a:pt x="7144" y="22670"/>
                        <a:pt x="7144" y="17145"/>
                      </a:cubicBezTo>
                      <a:cubicBezTo>
                        <a:pt x="7144" y="11621"/>
                        <a:pt x="11621" y="7144"/>
                        <a:pt x="17145" y="7144"/>
                      </a:cubicBezTo>
                      <a:cubicBezTo>
                        <a:pt x="22669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80" name="任意多边形: 形状 79"/>
                <p:cNvSpPr/>
                <p:nvPr/>
              </p:nvSpPr>
              <p:spPr>
                <a:xfrm>
                  <a:off x="5153442" y="3985076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70"/>
                        <a:pt x="22670" y="27146"/>
                        <a:pt x="17145" y="27146"/>
                      </a:cubicBezTo>
                      <a:cubicBezTo>
                        <a:pt x="11621" y="27146"/>
                        <a:pt x="7144" y="22670"/>
                        <a:pt x="7144" y="17145"/>
                      </a:cubicBezTo>
                      <a:cubicBezTo>
                        <a:pt x="7144" y="11621"/>
                        <a:pt x="11621" y="7144"/>
                        <a:pt x="17145" y="7144"/>
                      </a:cubicBezTo>
                      <a:cubicBezTo>
                        <a:pt x="22670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81" name="任意多边形: 形状 80"/>
                <p:cNvSpPr/>
                <p:nvPr/>
              </p:nvSpPr>
              <p:spPr>
                <a:xfrm>
                  <a:off x="5279579" y="3985076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70"/>
                        <a:pt x="22670" y="27146"/>
                        <a:pt x="17145" y="27146"/>
                      </a:cubicBezTo>
                      <a:cubicBezTo>
                        <a:pt x="11621" y="27146"/>
                        <a:pt x="7144" y="22670"/>
                        <a:pt x="7144" y="17145"/>
                      </a:cubicBezTo>
                      <a:cubicBezTo>
                        <a:pt x="7144" y="11621"/>
                        <a:pt x="11621" y="7144"/>
                        <a:pt x="17145" y="7144"/>
                      </a:cubicBezTo>
                      <a:cubicBezTo>
                        <a:pt x="22574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82" name="任意多边形: 形状 81"/>
                <p:cNvSpPr/>
                <p:nvPr/>
              </p:nvSpPr>
              <p:spPr>
                <a:xfrm>
                  <a:off x="5153442" y="4110914"/>
                  <a:ext cx="45049" cy="45049"/>
                </a:xfrm>
                <a:custGeom>
                  <a:avLst/>
                  <a:gdLst>
                    <a:gd name="connsiteX0" fmla="*/ 27146 w 28575"/>
                    <a:gd name="connsiteY0" fmla="*/ 17145 h 28575"/>
                    <a:gd name="connsiteX1" fmla="*/ 17145 w 28575"/>
                    <a:gd name="connsiteY1" fmla="*/ 27146 h 28575"/>
                    <a:gd name="connsiteX2" fmla="*/ 7144 w 28575"/>
                    <a:gd name="connsiteY2" fmla="*/ 17145 h 28575"/>
                    <a:gd name="connsiteX3" fmla="*/ 17145 w 28575"/>
                    <a:gd name="connsiteY3" fmla="*/ 7144 h 28575"/>
                    <a:gd name="connsiteX4" fmla="*/ 27146 w 28575"/>
                    <a:gd name="connsiteY4" fmla="*/ 17145 h 28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5" h="28575">
                      <a:moveTo>
                        <a:pt x="27146" y="17145"/>
                      </a:moveTo>
                      <a:cubicBezTo>
                        <a:pt x="27146" y="22668"/>
                        <a:pt x="22669" y="27146"/>
                        <a:pt x="17145" y="27146"/>
                      </a:cubicBezTo>
                      <a:cubicBezTo>
                        <a:pt x="11622" y="27146"/>
                        <a:pt x="7144" y="22668"/>
                        <a:pt x="7144" y="17145"/>
                      </a:cubicBezTo>
                      <a:cubicBezTo>
                        <a:pt x="7144" y="11621"/>
                        <a:pt x="11622" y="7144"/>
                        <a:pt x="17145" y="7144"/>
                      </a:cubicBezTo>
                      <a:cubicBezTo>
                        <a:pt x="22669" y="7144"/>
                        <a:pt x="27146" y="11621"/>
                        <a:pt x="27146" y="17145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45" name="组合 44"/>
              <p:cNvGrpSpPr/>
              <p:nvPr userDrawn="1"/>
            </p:nvGrpSpPr>
            <p:grpSpPr>
              <a:xfrm>
                <a:off x="8327264" y="2565728"/>
                <a:ext cx="5222380" cy="5705265"/>
                <a:chOff x="8327264" y="2565728"/>
                <a:chExt cx="5222380" cy="5705265"/>
              </a:xfrm>
            </p:grpSpPr>
            <p:sp>
              <p:nvSpPr>
                <p:cNvPr id="46" name="矩形 45"/>
                <p:cNvSpPr/>
                <p:nvPr/>
              </p:nvSpPr>
              <p:spPr>
                <a:xfrm>
                  <a:off x="8327264" y="6813763"/>
                  <a:ext cx="5041900" cy="1457230"/>
                </a:xfrm>
                <a:prstGeom prst="rect">
                  <a:avLst/>
                </a:prstGeom>
                <a:solidFill>
                  <a:srgbClr val="F5F7F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7" name="矩形 46"/>
                <p:cNvSpPr/>
                <p:nvPr/>
              </p:nvSpPr>
              <p:spPr>
                <a:xfrm rot="5400000">
                  <a:off x="10300079" y="4358063"/>
                  <a:ext cx="5041900" cy="1457230"/>
                </a:xfrm>
                <a:prstGeom prst="rect">
                  <a:avLst/>
                </a:prstGeom>
                <a:solidFill>
                  <a:srgbClr val="F5F7F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全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.xml"/><Relationship Id="rId8" Type="http://schemas.microsoft.com/office/2007/relationships/hdphoto" Target="../media/image15.wdp"/><Relationship Id="rId7" Type="http://schemas.openxmlformats.org/officeDocument/2006/relationships/image" Target="../media/image14.png"/><Relationship Id="rId6" Type="http://schemas.microsoft.com/office/2007/relationships/hdphoto" Target="../media/image13.wdp"/><Relationship Id="rId5" Type="http://schemas.openxmlformats.org/officeDocument/2006/relationships/image" Target="../media/image12.png"/><Relationship Id="rId4" Type="http://schemas.microsoft.com/office/2007/relationships/hdphoto" Target="../media/image11.wdp"/><Relationship Id="rId3" Type="http://schemas.openxmlformats.org/officeDocument/2006/relationships/image" Target="../media/image10.png"/><Relationship Id="rId2" Type="http://schemas.microsoft.com/office/2007/relationships/hdphoto" Target="../media/image9.wdp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.xml"/><Relationship Id="rId8" Type="http://schemas.microsoft.com/office/2007/relationships/hdphoto" Target="../media/image23.wdp"/><Relationship Id="rId7" Type="http://schemas.openxmlformats.org/officeDocument/2006/relationships/image" Target="../media/image22.png"/><Relationship Id="rId6" Type="http://schemas.microsoft.com/office/2007/relationships/hdphoto" Target="../media/image21.wdp"/><Relationship Id="rId5" Type="http://schemas.openxmlformats.org/officeDocument/2006/relationships/image" Target="../media/image20.png"/><Relationship Id="rId4" Type="http://schemas.microsoft.com/office/2007/relationships/hdphoto" Target="../media/image19.wdp"/><Relationship Id="rId3" Type="http://schemas.openxmlformats.org/officeDocument/2006/relationships/image" Target="../media/image18.png"/><Relationship Id="rId2" Type="http://schemas.microsoft.com/office/2007/relationships/hdphoto" Target="../media/image17.wdp"/><Relationship Id="rId10" Type="http://schemas.openxmlformats.org/officeDocument/2006/relationships/notesSlide" Target="../notesSlides/notesSlide1.xml"/><Relationship Id="rId1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27.svg"/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9" name="组合 218"/>
          <p:cNvGrpSpPr/>
          <p:nvPr/>
        </p:nvGrpSpPr>
        <p:grpSpPr>
          <a:xfrm>
            <a:off x="4930765" y="4798159"/>
            <a:ext cx="2433112" cy="699401"/>
            <a:chOff x="4930765" y="5039459"/>
            <a:chExt cx="2433112" cy="699401"/>
          </a:xfrm>
        </p:grpSpPr>
        <p:grpSp>
          <p:nvGrpSpPr>
            <p:cNvPr id="217" name="组合 216"/>
            <p:cNvGrpSpPr/>
            <p:nvPr/>
          </p:nvGrpSpPr>
          <p:grpSpPr>
            <a:xfrm>
              <a:off x="4930765" y="5039459"/>
              <a:ext cx="2433112" cy="699401"/>
              <a:chOff x="4823932" y="5039459"/>
              <a:chExt cx="2433112" cy="699401"/>
            </a:xfrm>
          </p:grpSpPr>
          <p:sp>
            <p:nvSpPr>
              <p:cNvPr id="212" name="矩形 211"/>
              <p:cNvSpPr/>
              <p:nvPr/>
            </p:nvSpPr>
            <p:spPr>
              <a:xfrm>
                <a:off x="4900937" y="5039459"/>
                <a:ext cx="2279103" cy="604924"/>
              </a:xfrm>
              <a:prstGeom prst="rect">
                <a:avLst/>
              </a:prstGeom>
              <a:solidFill>
                <a:srgbClr val="F2634B"/>
              </a:solidFill>
              <a:ln w="508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cxnSp>
            <p:nvCxnSpPr>
              <p:cNvPr id="213" name="直接连接符 212"/>
              <p:cNvCxnSpPr/>
              <p:nvPr/>
            </p:nvCxnSpPr>
            <p:spPr>
              <a:xfrm flipH="1">
                <a:off x="4823932" y="5738860"/>
                <a:ext cx="2433112" cy="0"/>
              </a:xfrm>
              <a:prstGeom prst="line">
                <a:avLst/>
              </a:prstGeom>
              <a:ln w="25400">
                <a:solidFill>
                  <a:srgbClr val="FAA718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8" name="矩形 217"/>
            <p:cNvSpPr/>
            <p:nvPr/>
          </p:nvSpPr>
          <p:spPr>
            <a:xfrm>
              <a:off x="5315071" y="5125377"/>
              <a:ext cx="172354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  <a:cs typeface="+mn-ea"/>
                  <a:sym typeface="+mn-lt"/>
                </a:rPr>
                <a:t>稻小壳演示</a:t>
              </a:r>
              <a:endParaRPr lang="zh-CN" altLang="en-US" sz="24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44" name="组合 243"/>
          <p:cNvGrpSpPr/>
          <p:nvPr/>
        </p:nvGrpSpPr>
        <p:grpSpPr>
          <a:xfrm>
            <a:off x="2874479" y="1297804"/>
            <a:ext cx="6386883" cy="3169127"/>
            <a:chOff x="2874479" y="1297804"/>
            <a:chExt cx="6386883" cy="3169127"/>
          </a:xfrm>
        </p:grpSpPr>
        <p:grpSp>
          <p:nvGrpSpPr>
            <p:cNvPr id="192" name="组合 191"/>
            <p:cNvGrpSpPr/>
            <p:nvPr/>
          </p:nvGrpSpPr>
          <p:grpSpPr>
            <a:xfrm>
              <a:off x="3159415" y="1297804"/>
              <a:ext cx="6101947" cy="3169127"/>
              <a:chOff x="3159415" y="1713580"/>
              <a:chExt cx="6101947" cy="3169127"/>
            </a:xfrm>
          </p:grpSpPr>
          <p:sp>
            <p:nvSpPr>
              <p:cNvPr id="193" name="任意多边形: 形状 192"/>
              <p:cNvSpPr/>
              <p:nvPr/>
            </p:nvSpPr>
            <p:spPr>
              <a:xfrm>
                <a:off x="8720774" y="1713580"/>
                <a:ext cx="540588" cy="540588"/>
              </a:xfrm>
              <a:custGeom>
                <a:avLst/>
                <a:gdLst>
                  <a:gd name="connsiteX0" fmla="*/ 7144 w 342900"/>
                  <a:gd name="connsiteY0" fmla="*/ 7144 h 342900"/>
                  <a:gd name="connsiteX1" fmla="*/ 7144 w 342900"/>
                  <a:gd name="connsiteY1" fmla="*/ 336899 h 342900"/>
                  <a:gd name="connsiteX2" fmla="*/ 336899 w 342900"/>
                  <a:gd name="connsiteY2" fmla="*/ 336899 h 342900"/>
                  <a:gd name="connsiteX3" fmla="*/ 336899 w 342900"/>
                  <a:gd name="connsiteY3" fmla="*/ 7144 h 342900"/>
                  <a:gd name="connsiteX4" fmla="*/ 7144 w 342900"/>
                  <a:gd name="connsiteY4" fmla="*/ 7144 h 342900"/>
                  <a:gd name="connsiteX5" fmla="*/ 285274 w 342900"/>
                  <a:gd name="connsiteY5" fmla="*/ 285274 h 342900"/>
                  <a:gd name="connsiteX6" fmla="*/ 195453 w 342900"/>
                  <a:gd name="connsiteY6" fmla="*/ 285274 h 342900"/>
                  <a:gd name="connsiteX7" fmla="*/ 285274 w 342900"/>
                  <a:gd name="connsiteY7" fmla="*/ 195453 h 342900"/>
                  <a:gd name="connsiteX8" fmla="*/ 285274 w 342900"/>
                  <a:gd name="connsiteY8" fmla="*/ 285274 h 342900"/>
                  <a:gd name="connsiteX9" fmla="*/ 58769 w 342900"/>
                  <a:gd name="connsiteY9" fmla="*/ 285274 h 342900"/>
                  <a:gd name="connsiteX10" fmla="*/ 58769 w 342900"/>
                  <a:gd name="connsiteY10" fmla="*/ 285274 h 342900"/>
                  <a:gd name="connsiteX11" fmla="*/ 58769 w 342900"/>
                  <a:gd name="connsiteY11" fmla="*/ 58674 h 342900"/>
                  <a:gd name="connsiteX12" fmla="*/ 285274 w 342900"/>
                  <a:gd name="connsiteY12" fmla="*/ 58674 h 342900"/>
                  <a:gd name="connsiteX13" fmla="*/ 285274 w 342900"/>
                  <a:gd name="connsiteY13" fmla="*/ 58674 h 342900"/>
                  <a:gd name="connsiteX14" fmla="*/ 58769 w 342900"/>
                  <a:gd name="connsiteY14" fmla="*/ 285274 h 342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42900" h="342900">
                    <a:moveTo>
                      <a:pt x="7144" y="7144"/>
                    </a:moveTo>
                    <a:lnTo>
                      <a:pt x="7144" y="336899"/>
                    </a:lnTo>
                    <a:lnTo>
                      <a:pt x="336899" y="336899"/>
                    </a:lnTo>
                    <a:lnTo>
                      <a:pt x="336899" y="7144"/>
                    </a:lnTo>
                    <a:lnTo>
                      <a:pt x="7144" y="7144"/>
                    </a:lnTo>
                    <a:close/>
                    <a:moveTo>
                      <a:pt x="285274" y="285274"/>
                    </a:moveTo>
                    <a:lnTo>
                      <a:pt x="195453" y="285274"/>
                    </a:lnTo>
                    <a:cubicBezTo>
                      <a:pt x="232124" y="263080"/>
                      <a:pt x="263080" y="232124"/>
                      <a:pt x="285274" y="195453"/>
                    </a:cubicBezTo>
                    <a:lnTo>
                      <a:pt x="285274" y="285274"/>
                    </a:lnTo>
                    <a:close/>
                    <a:moveTo>
                      <a:pt x="58769" y="285274"/>
                    </a:moveTo>
                    <a:lnTo>
                      <a:pt x="58769" y="285274"/>
                    </a:lnTo>
                    <a:lnTo>
                      <a:pt x="58769" y="58674"/>
                    </a:lnTo>
                    <a:lnTo>
                      <a:pt x="285274" y="58674"/>
                    </a:lnTo>
                    <a:lnTo>
                      <a:pt x="285274" y="58674"/>
                    </a:lnTo>
                    <a:cubicBezTo>
                      <a:pt x="285274" y="183832"/>
                      <a:pt x="183833" y="285274"/>
                      <a:pt x="58769" y="285274"/>
                    </a:cubicBezTo>
                    <a:close/>
                  </a:path>
                </a:pathLst>
              </a:custGeom>
              <a:solidFill>
                <a:srgbClr val="F2634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grpSp>
            <p:nvGrpSpPr>
              <p:cNvPr id="194" name="组合 193"/>
              <p:cNvGrpSpPr/>
              <p:nvPr/>
            </p:nvGrpSpPr>
            <p:grpSpPr>
              <a:xfrm>
                <a:off x="3159415" y="1974809"/>
                <a:ext cx="5745203" cy="2907898"/>
                <a:chOff x="3159415" y="1974809"/>
                <a:chExt cx="5745203" cy="2907898"/>
              </a:xfrm>
            </p:grpSpPr>
            <p:sp>
              <p:nvSpPr>
                <p:cNvPr id="195" name="矩形 194"/>
                <p:cNvSpPr/>
                <p:nvPr/>
              </p:nvSpPr>
              <p:spPr>
                <a:xfrm>
                  <a:off x="3458583" y="3476048"/>
                  <a:ext cx="5262979" cy="64633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dist"/>
                  <a:r>
                    <a:rPr lang="zh-CN" altLang="en-US" sz="3600" b="1" dirty="0">
                      <a:solidFill>
                        <a:schemeClr val="tx2">
                          <a:lumMod val="85000"/>
                          <a:lumOff val="15000"/>
                        </a:schemeClr>
                      </a:solidFill>
                      <a:cs typeface="+mn-ea"/>
                      <a:sym typeface="+mn-lt"/>
                    </a:rPr>
                    <a:t>简约几何风工作总结汇报</a:t>
                  </a:r>
                  <a:endParaRPr lang="zh-CN" altLang="en-US" sz="3600" b="1" dirty="0">
                    <a:solidFill>
                      <a:schemeClr val="tx2">
                        <a:lumMod val="85000"/>
                        <a:lumOff val="1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grpSp>
              <p:nvGrpSpPr>
                <p:cNvPr id="196" name="组合 195"/>
                <p:cNvGrpSpPr/>
                <p:nvPr/>
              </p:nvGrpSpPr>
              <p:grpSpPr>
                <a:xfrm>
                  <a:off x="3559753" y="1974809"/>
                  <a:ext cx="5060639" cy="1347435"/>
                  <a:chOff x="3529447" y="1974809"/>
                  <a:chExt cx="5060639" cy="1347435"/>
                </a:xfrm>
              </p:grpSpPr>
              <p:grpSp>
                <p:nvGrpSpPr>
                  <p:cNvPr id="198" name="组合 197"/>
                  <p:cNvGrpSpPr/>
                  <p:nvPr/>
                </p:nvGrpSpPr>
                <p:grpSpPr>
                  <a:xfrm>
                    <a:off x="3529447" y="1974809"/>
                    <a:ext cx="5060639" cy="1243244"/>
                    <a:chOff x="3951386" y="4242359"/>
                    <a:chExt cx="5060639" cy="1243244"/>
                  </a:xfrm>
                </p:grpSpPr>
                <p:sp>
                  <p:nvSpPr>
                    <p:cNvPr id="206" name="矩形 205"/>
                    <p:cNvSpPr/>
                    <p:nvPr/>
                  </p:nvSpPr>
                  <p:spPr>
                    <a:xfrm>
                      <a:off x="3951386" y="4310674"/>
                      <a:ext cx="2587568" cy="1015663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altLang="zh-CN" sz="6000" b="1" dirty="0">
                          <a:ln w="38100">
                            <a:solidFill>
                              <a:srgbClr val="2B357A"/>
                            </a:solidFill>
                          </a:ln>
                          <a:solidFill>
                            <a:srgbClr val="2B357A"/>
                          </a:solidFill>
                          <a:cs typeface="+mn-ea"/>
                          <a:sym typeface="+mn-lt"/>
                        </a:rPr>
                        <a:t>Simple</a:t>
                      </a:r>
                      <a:endParaRPr lang="zh-CN" altLang="en-US" sz="6000" b="1" dirty="0">
                        <a:ln w="38100">
                          <a:solidFill>
                            <a:srgbClr val="2B357A"/>
                          </a:solidFill>
                        </a:ln>
                        <a:solidFill>
                          <a:srgbClr val="2B357A"/>
                        </a:solidFill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207" name="矩形 206"/>
                    <p:cNvSpPr/>
                    <p:nvPr/>
                  </p:nvSpPr>
                  <p:spPr>
                    <a:xfrm>
                      <a:off x="6453311" y="4310674"/>
                      <a:ext cx="2558714" cy="1015663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altLang="zh-CN" sz="6000" b="1" dirty="0">
                          <a:ln w="38100">
                            <a:solidFill>
                              <a:srgbClr val="F2634B"/>
                            </a:solidFill>
                          </a:ln>
                          <a:solidFill>
                            <a:srgbClr val="F2634B"/>
                          </a:solidFill>
                          <a:cs typeface="+mn-ea"/>
                          <a:sym typeface="+mn-lt"/>
                        </a:rPr>
                        <a:t>Report</a:t>
                      </a:r>
                      <a:endParaRPr lang="zh-CN" altLang="en-US" sz="6000" b="1" dirty="0">
                        <a:ln w="38100">
                          <a:solidFill>
                            <a:srgbClr val="F2634B"/>
                          </a:solidFill>
                        </a:ln>
                        <a:solidFill>
                          <a:srgbClr val="F2634B"/>
                        </a:solidFill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208" name="矩形 207"/>
                    <p:cNvSpPr/>
                    <p:nvPr/>
                  </p:nvSpPr>
                  <p:spPr>
                    <a:xfrm>
                      <a:off x="7224228" y="4242359"/>
                      <a:ext cx="1231427" cy="3693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altLang="zh-CN" dirty="0">
                          <a:ln w="15875">
                            <a:solidFill>
                              <a:srgbClr val="61C9DC"/>
                            </a:solidFill>
                          </a:ln>
                          <a:solidFill>
                            <a:srgbClr val="61C9DC"/>
                          </a:solidFill>
                          <a:cs typeface="+mn-ea"/>
                          <a:sym typeface="+mn-lt"/>
                        </a:rPr>
                        <a:t>G</a:t>
                      </a:r>
                      <a:r>
                        <a:rPr lang="zh-CN" altLang="en-US" dirty="0">
                          <a:ln w="15875">
                            <a:solidFill>
                              <a:srgbClr val="61C9DC"/>
                            </a:solidFill>
                          </a:ln>
                          <a:solidFill>
                            <a:srgbClr val="61C9DC"/>
                          </a:solidFill>
                          <a:cs typeface="+mn-ea"/>
                          <a:sym typeface="+mn-lt"/>
                        </a:rPr>
                        <a:t>eometry</a:t>
                      </a:r>
                      <a:endParaRPr lang="zh-CN" altLang="en-US" dirty="0">
                        <a:ln w="15875">
                          <a:solidFill>
                            <a:srgbClr val="61C9DC"/>
                          </a:solidFill>
                        </a:ln>
                        <a:solidFill>
                          <a:srgbClr val="61C9DC"/>
                        </a:solidFill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209" name="矩形 208"/>
                    <p:cNvSpPr/>
                    <p:nvPr/>
                  </p:nvSpPr>
                  <p:spPr>
                    <a:xfrm>
                      <a:off x="5679607" y="5116271"/>
                      <a:ext cx="1231427" cy="3693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altLang="zh-CN" dirty="0">
                          <a:ln w="15875">
                            <a:solidFill>
                              <a:srgbClr val="61C9DC"/>
                            </a:solidFill>
                          </a:ln>
                          <a:solidFill>
                            <a:srgbClr val="61C9DC"/>
                          </a:solidFill>
                          <a:cs typeface="+mn-ea"/>
                          <a:sym typeface="+mn-lt"/>
                        </a:rPr>
                        <a:t>Summary</a:t>
                      </a:r>
                      <a:endParaRPr lang="zh-CN" altLang="en-US" dirty="0">
                        <a:ln w="15875">
                          <a:solidFill>
                            <a:srgbClr val="61C9DC"/>
                          </a:solidFill>
                        </a:ln>
                        <a:solidFill>
                          <a:srgbClr val="61C9DC"/>
                        </a:solidFill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210" name="任意多边形: 形状 209"/>
                    <p:cNvSpPr/>
                    <p:nvPr/>
                  </p:nvSpPr>
                  <p:spPr>
                    <a:xfrm>
                      <a:off x="6859027" y="5237209"/>
                      <a:ext cx="154142" cy="154142"/>
                    </a:xfrm>
                    <a:custGeom>
                      <a:avLst/>
                      <a:gdLst>
                        <a:gd name="connsiteX0" fmla="*/ 166783 w 171450"/>
                        <a:gd name="connsiteY0" fmla="*/ 86963 h 171450"/>
                        <a:gd name="connsiteX1" fmla="*/ 86963 w 171450"/>
                        <a:gd name="connsiteY1" fmla="*/ 166783 h 171450"/>
                        <a:gd name="connsiteX2" fmla="*/ 7144 w 171450"/>
                        <a:gd name="connsiteY2" fmla="*/ 86963 h 171450"/>
                        <a:gd name="connsiteX3" fmla="*/ 86963 w 171450"/>
                        <a:gd name="connsiteY3" fmla="*/ 7144 h 171450"/>
                        <a:gd name="connsiteX4" fmla="*/ 166783 w 171450"/>
                        <a:gd name="connsiteY4" fmla="*/ 86963 h 1714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1450" h="171450">
                          <a:moveTo>
                            <a:pt x="166783" y="86963"/>
                          </a:moveTo>
                          <a:cubicBezTo>
                            <a:pt x="166783" y="131047"/>
                            <a:pt x="131046" y="166783"/>
                            <a:pt x="86963" y="166783"/>
                          </a:cubicBezTo>
                          <a:cubicBezTo>
                            <a:pt x="42880" y="166783"/>
                            <a:pt x="7144" y="131047"/>
                            <a:pt x="7144" y="86963"/>
                          </a:cubicBezTo>
                          <a:cubicBezTo>
                            <a:pt x="7144" y="42880"/>
                            <a:pt x="42880" y="7144"/>
                            <a:pt x="86963" y="7144"/>
                          </a:cubicBezTo>
                          <a:cubicBezTo>
                            <a:pt x="131046" y="7144"/>
                            <a:pt x="166783" y="42880"/>
                            <a:pt x="166783" y="86963"/>
                          </a:cubicBezTo>
                          <a:close/>
                        </a:path>
                      </a:pathLst>
                    </a:custGeom>
                    <a:solidFill>
                      <a:srgbClr val="FAA718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211" name="任意多边形: 形状 210"/>
                    <p:cNvSpPr/>
                    <p:nvPr/>
                  </p:nvSpPr>
                  <p:spPr>
                    <a:xfrm>
                      <a:off x="8444009" y="4367576"/>
                      <a:ext cx="154142" cy="154142"/>
                    </a:xfrm>
                    <a:custGeom>
                      <a:avLst/>
                      <a:gdLst>
                        <a:gd name="connsiteX0" fmla="*/ 166783 w 171450"/>
                        <a:gd name="connsiteY0" fmla="*/ 86963 h 171450"/>
                        <a:gd name="connsiteX1" fmla="*/ 86963 w 171450"/>
                        <a:gd name="connsiteY1" fmla="*/ 166783 h 171450"/>
                        <a:gd name="connsiteX2" fmla="*/ 7144 w 171450"/>
                        <a:gd name="connsiteY2" fmla="*/ 86963 h 171450"/>
                        <a:gd name="connsiteX3" fmla="*/ 86963 w 171450"/>
                        <a:gd name="connsiteY3" fmla="*/ 7144 h 171450"/>
                        <a:gd name="connsiteX4" fmla="*/ 166783 w 171450"/>
                        <a:gd name="connsiteY4" fmla="*/ 86963 h 1714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1450" h="171450">
                          <a:moveTo>
                            <a:pt x="166783" y="86963"/>
                          </a:moveTo>
                          <a:cubicBezTo>
                            <a:pt x="166783" y="131047"/>
                            <a:pt x="131046" y="166783"/>
                            <a:pt x="86963" y="166783"/>
                          </a:cubicBezTo>
                          <a:cubicBezTo>
                            <a:pt x="42880" y="166783"/>
                            <a:pt x="7144" y="131047"/>
                            <a:pt x="7144" y="86963"/>
                          </a:cubicBezTo>
                          <a:cubicBezTo>
                            <a:pt x="7144" y="42880"/>
                            <a:pt x="42880" y="7144"/>
                            <a:pt x="86963" y="7144"/>
                          </a:cubicBezTo>
                          <a:cubicBezTo>
                            <a:pt x="131046" y="7144"/>
                            <a:pt x="166783" y="42880"/>
                            <a:pt x="166783" y="86963"/>
                          </a:cubicBezTo>
                          <a:close/>
                        </a:path>
                      </a:pathLst>
                    </a:custGeom>
                    <a:solidFill>
                      <a:srgbClr val="FAA718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>
                        <a:cs typeface="+mn-ea"/>
                        <a:sym typeface="+mn-lt"/>
                      </a:endParaRPr>
                    </a:p>
                  </p:txBody>
                </p:sp>
              </p:grpSp>
              <p:grpSp>
                <p:nvGrpSpPr>
                  <p:cNvPr id="199" name="组合 198"/>
                  <p:cNvGrpSpPr/>
                  <p:nvPr/>
                </p:nvGrpSpPr>
                <p:grpSpPr>
                  <a:xfrm>
                    <a:off x="3618654" y="3087569"/>
                    <a:ext cx="4869947" cy="234675"/>
                    <a:chOff x="3618654" y="3087569"/>
                    <a:chExt cx="4869947" cy="234675"/>
                  </a:xfrm>
                </p:grpSpPr>
                <p:grpSp>
                  <p:nvGrpSpPr>
                    <p:cNvPr id="200" name="组合 199"/>
                    <p:cNvGrpSpPr/>
                    <p:nvPr/>
                  </p:nvGrpSpPr>
                  <p:grpSpPr>
                    <a:xfrm>
                      <a:off x="3618654" y="3087569"/>
                      <a:ext cx="1475524" cy="234675"/>
                      <a:chOff x="3633168" y="3087569"/>
                      <a:chExt cx="1475524" cy="234675"/>
                    </a:xfrm>
                  </p:grpSpPr>
                  <p:cxnSp>
                    <p:nvCxnSpPr>
                      <p:cNvPr id="204" name="直接连接符 203"/>
                      <p:cNvCxnSpPr/>
                      <p:nvPr/>
                    </p:nvCxnSpPr>
                    <p:spPr>
                      <a:xfrm flipH="1">
                        <a:off x="3633168" y="3204906"/>
                        <a:ext cx="1475524" cy="0"/>
                      </a:xfrm>
                      <a:prstGeom prst="line">
                        <a:avLst/>
                      </a:prstGeom>
                      <a:ln w="25400">
                        <a:solidFill>
                          <a:srgbClr val="FAA718">
                            <a:alpha val="50000"/>
                          </a:srgbClr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05" name="直接连接符 204"/>
                      <p:cNvCxnSpPr/>
                      <p:nvPr/>
                    </p:nvCxnSpPr>
                    <p:spPr>
                      <a:xfrm flipV="1">
                        <a:off x="3772514" y="3087569"/>
                        <a:ext cx="0" cy="234675"/>
                      </a:xfrm>
                      <a:prstGeom prst="line">
                        <a:avLst/>
                      </a:prstGeom>
                      <a:ln w="25400">
                        <a:solidFill>
                          <a:srgbClr val="FAA718">
                            <a:alpha val="50000"/>
                          </a:srgbClr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201" name="组合 200"/>
                    <p:cNvGrpSpPr/>
                    <p:nvPr/>
                  </p:nvGrpSpPr>
                  <p:grpSpPr>
                    <a:xfrm rot="10800000">
                      <a:off x="7013077" y="3087569"/>
                      <a:ext cx="1475524" cy="234675"/>
                      <a:chOff x="3633168" y="3087569"/>
                      <a:chExt cx="1475524" cy="234675"/>
                    </a:xfrm>
                  </p:grpSpPr>
                  <p:cxnSp>
                    <p:nvCxnSpPr>
                      <p:cNvPr id="202" name="直接连接符 201"/>
                      <p:cNvCxnSpPr/>
                      <p:nvPr/>
                    </p:nvCxnSpPr>
                    <p:spPr>
                      <a:xfrm flipH="1">
                        <a:off x="3633168" y="3204906"/>
                        <a:ext cx="1475524" cy="0"/>
                      </a:xfrm>
                      <a:prstGeom prst="line">
                        <a:avLst/>
                      </a:prstGeom>
                      <a:ln w="25400">
                        <a:solidFill>
                          <a:srgbClr val="FAA718">
                            <a:alpha val="50000"/>
                          </a:srgbClr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03" name="直接连接符 202"/>
                      <p:cNvCxnSpPr/>
                      <p:nvPr/>
                    </p:nvCxnSpPr>
                    <p:spPr>
                      <a:xfrm flipV="1">
                        <a:off x="3772514" y="3087569"/>
                        <a:ext cx="0" cy="234675"/>
                      </a:xfrm>
                      <a:prstGeom prst="line">
                        <a:avLst/>
                      </a:prstGeom>
                      <a:ln w="25400">
                        <a:solidFill>
                          <a:srgbClr val="FAA718">
                            <a:alpha val="50000"/>
                          </a:srgbClr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</p:grpSp>
            <p:sp>
              <p:nvSpPr>
                <p:cNvPr id="197" name="矩形 196"/>
                <p:cNvSpPr/>
                <p:nvPr/>
              </p:nvSpPr>
              <p:spPr>
                <a:xfrm>
                  <a:off x="3159415" y="4109738"/>
                  <a:ext cx="5745203" cy="772969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ts val="1800"/>
                    </a:lnSpc>
                  </a:pPr>
                  <a:r>
                    <a:rPr lang="zh-CN" altLang="en-US" sz="1200" dirty="0">
                      <a:solidFill>
                        <a:schemeClr val="tx2">
                          <a:lumMod val="85000"/>
                          <a:lumOff val="15000"/>
                          <a:alpha val="40000"/>
                        </a:schemeClr>
                      </a:solidFill>
                      <a:cs typeface="+mn-ea"/>
                      <a:sym typeface="+mn-lt"/>
                    </a:rPr>
                    <a:t>Changing the world, dreaming of the future, the ever-changing world constantly refreshes mankinds infinite imagination of the future</a:t>
                  </a:r>
                  <a:endParaRPr lang="en-US" altLang="zh-CN" sz="1200" dirty="0">
                    <a:solidFill>
                      <a:schemeClr val="tx2">
                        <a:lumMod val="85000"/>
                        <a:lumOff val="15000"/>
                        <a:alpha val="40000"/>
                      </a:schemeClr>
                    </a:solidFill>
                    <a:cs typeface="+mn-ea"/>
                    <a:sym typeface="+mn-lt"/>
                  </a:endParaRPr>
                </a:p>
                <a:p>
                  <a:pPr algn="ctr">
                    <a:lnSpc>
                      <a:spcPts val="1800"/>
                    </a:lnSpc>
                  </a:pPr>
                  <a:r>
                    <a:rPr lang="zh-CN" altLang="en-US" sz="1200" dirty="0">
                      <a:solidFill>
                        <a:schemeClr val="tx2">
                          <a:lumMod val="85000"/>
                          <a:lumOff val="15000"/>
                          <a:alpha val="40000"/>
                        </a:schemeClr>
                      </a:solidFill>
                      <a:cs typeface="+mn-ea"/>
                      <a:sym typeface="+mn-lt"/>
                    </a:rPr>
                    <a:t>We take the dream as the cornerstone</a:t>
                  </a:r>
                  <a:endParaRPr lang="en-US" altLang="zh-CN" sz="1200" dirty="0">
                    <a:solidFill>
                      <a:schemeClr val="tx2">
                        <a:lumMod val="85000"/>
                        <a:lumOff val="15000"/>
                        <a:alpha val="40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</p:grpSp>
        </p:grpSp>
        <p:pic>
          <p:nvPicPr>
            <p:cNvPr id="220" name="图形 219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874479" y="1642362"/>
              <a:ext cx="504078" cy="39206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组合 82"/>
          <p:cNvGrpSpPr/>
          <p:nvPr/>
        </p:nvGrpSpPr>
        <p:grpSpPr>
          <a:xfrm>
            <a:off x="6247865" y="1285846"/>
            <a:ext cx="2236510" cy="1792491"/>
            <a:chOff x="6247865" y="1387444"/>
            <a:chExt cx="2236510" cy="1792491"/>
          </a:xfrm>
        </p:grpSpPr>
        <p:sp>
          <p:nvSpPr>
            <p:cNvPr id="3" name="矩形 2"/>
            <p:cNvSpPr/>
            <p:nvPr/>
          </p:nvSpPr>
          <p:spPr>
            <a:xfrm rot="5400000">
              <a:off x="6534883" y="1420305"/>
              <a:ext cx="719919" cy="976512"/>
            </a:xfrm>
            <a:prstGeom prst="rect">
              <a:avLst/>
            </a:prstGeom>
            <a:solidFill>
              <a:srgbClr val="2B35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6497939" y="1587341"/>
              <a:ext cx="708848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000" dirty="0">
                  <a:solidFill>
                    <a:schemeClr val="bg1"/>
                  </a:solidFill>
                  <a:cs typeface="+mn-ea"/>
                  <a:sym typeface="+mn-lt"/>
                </a:rPr>
                <a:t>01</a:t>
              </a:r>
              <a:endParaRPr lang="zh-CN" altLang="en-US" sz="28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6273265" y="2427155"/>
              <a:ext cx="203132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tx2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工作内容回顾</a:t>
              </a:r>
              <a:endParaRPr lang="zh-CN" altLang="en-US" sz="2400" b="1" dirty="0">
                <a:solidFill>
                  <a:schemeClr val="tx2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247865" y="2841381"/>
              <a:ext cx="223651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>
                  <a:solidFill>
                    <a:schemeClr val="tx2">
                      <a:lumMod val="85000"/>
                      <a:lumOff val="15000"/>
                      <a:alpha val="50000"/>
                    </a:schemeClr>
                  </a:solidFill>
                  <a:cs typeface="+mn-ea"/>
                  <a:sym typeface="+mn-lt"/>
                </a:rPr>
                <a:t>工作具体内容回顾概述</a:t>
              </a:r>
              <a:endParaRPr lang="zh-CN" altLang="en-US" sz="1600" dirty="0">
                <a:solidFill>
                  <a:schemeClr val="tx2">
                    <a:lumMod val="85000"/>
                    <a:lumOff val="15000"/>
                    <a:alpha val="50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30" name="组合 29"/>
            <p:cNvGrpSpPr/>
            <p:nvPr/>
          </p:nvGrpSpPr>
          <p:grpSpPr>
            <a:xfrm>
              <a:off x="6260536" y="1387444"/>
              <a:ext cx="551064" cy="555170"/>
              <a:chOff x="6202480" y="1387444"/>
              <a:chExt cx="551064" cy="555170"/>
            </a:xfrm>
          </p:grpSpPr>
          <p:cxnSp>
            <p:nvCxnSpPr>
              <p:cNvPr id="7" name="直接连接符 6"/>
              <p:cNvCxnSpPr/>
              <p:nvPr/>
            </p:nvCxnSpPr>
            <p:spPr>
              <a:xfrm>
                <a:off x="6202480" y="1387444"/>
                <a:ext cx="551064" cy="0"/>
              </a:xfrm>
              <a:prstGeom prst="line">
                <a:avLst/>
              </a:prstGeom>
              <a:ln w="25400">
                <a:solidFill>
                  <a:srgbClr val="FAA718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直接连接符 7"/>
              <p:cNvCxnSpPr/>
              <p:nvPr/>
            </p:nvCxnSpPr>
            <p:spPr>
              <a:xfrm>
                <a:off x="6202480" y="1387444"/>
                <a:ext cx="0" cy="555170"/>
              </a:xfrm>
              <a:prstGeom prst="line">
                <a:avLst/>
              </a:prstGeom>
              <a:ln w="25400">
                <a:solidFill>
                  <a:srgbClr val="FAA718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6" name="组合 85"/>
          <p:cNvGrpSpPr/>
          <p:nvPr/>
        </p:nvGrpSpPr>
        <p:grpSpPr>
          <a:xfrm>
            <a:off x="9023851" y="1285846"/>
            <a:ext cx="2236510" cy="1792491"/>
            <a:chOff x="9023851" y="1387444"/>
            <a:chExt cx="2236510" cy="1792491"/>
          </a:xfrm>
        </p:grpSpPr>
        <p:sp>
          <p:nvSpPr>
            <p:cNvPr id="10" name="矩形 9"/>
            <p:cNvSpPr/>
            <p:nvPr/>
          </p:nvSpPr>
          <p:spPr>
            <a:xfrm rot="5400000">
              <a:off x="9310869" y="1420305"/>
              <a:ext cx="719919" cy="976512"/>
            </a:xfrm>
            <a:prstGeom prst="rect">
              <a:avLst/>
            </a:prstGeom>
            <a:solidFill>
              <a:srgbClr val="F263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9273925" y="1587341"/>
              <a:ext cx="795411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000" dirty="0">
                  <a:solidFill>
                    <a:schemeClr val="bg1"/>
                  </a:solidFill>
                  <a:cs typeface="+mn-ea"/>
                  <a:sym typeface="+mn-lt"/>
                </a:rPr>
                <a:t>02</a:t>
              </a:r>
              <a:endParaRPr lang="zh-CN" altLang="en-US" sz="28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9049251" y="2427155"/>
              <a:ext cx="203132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tx2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市场数据分析</a:t>
              </a:r>
              <a:endParaRPr lang="zh-CN" altLang="en-US" sz="2400" b="1" dirty="0">
                <a:solidFill>
                  <a:schemeClr val="tx2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9023851" y="2841381"/>
              <a:ext cx="223651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>
                  <a:solidFill>
                    <a:schemeClr val="tx2">
                      <a:lumMod val="85000"/>
                      <a:lumOff val="15000"/>
                      <a:alpha val="50000"/>
                    </a:schemeClr>
                  </a:solidFill>
                  <a:cs typeface="+mn-ea"/>
                  <a:sym typeface="+mn-lt"/>
                </a:rPr>
                <a:t>市场数据具体分析报告</a:t>
              </a:r>
              <a:endParaRPr lang="zh-CN" altLang="en-US" sz="1600" dirty="0">
                <a:solidFill>
                  <a:schemeClr val="tx2">
                    <a:lumMod val="85000"/>
                    <a:lumOff val="15000"/>
                    <a:alpha val="50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33" name="组合 32"/>
            <p:cNvGrpSpPr/>
            <p:nvPr/>
          </p:nvGrpSpPr>
          <p:grpSpPr>
            <a:xfrm>
              <a:off x="9036522" y="1387444"/>
              <a:ext cx="551064" cy="555170"/>
              <a:chOff x="8963952" y="1387444"/>
              <a:chExt cx="551064" cy="555170"/>
            </a:xfrm>
          </p:grpSpPr>
          <p:cxnSp>
            <p:nvCxnSpPr>
              <p:cNvPr id="14" name="直接连接符 13"/>
              <p:cNvCxnSpPr/>
              <p:nvPr/>
            </p:nvCxnSpPr>
            <p:spPr>
              <a:xfrm>
                <a:off x="8963952" y="1387444"/>
                <a:ext cx="551064" cy="0"/>
              </a:xfrm>
              <a:prstGeom prst="line">
                <a:avLst/>
              </a:prstGeom>
              <a:ln w="25400">
                <a:solidFill>
                  <a:srgbClr val="FAA718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/>
              <p:cNvCxnSpPr/>
              <p:nvPr/>
            </p:nvCxnSpPr>
            <p:spPr>
              <a:xfrm>
                <a:off x="8963952" y="1387444"/>
                <a:ext cx="0" cy="555170"/>
              </a:xfrm>
              <a:prstGeom prst="line">
                <a:avLst/>
              </a:prstGeom>
              <a:ln w="25400">
                <a:solidFill>
                  <a:srgbClr val="FAA718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4" name="组合 83"/>
          <p:cNvGrpSpPr/>
          <p:nvPr/>
        </p:nvGrpSpPr>
        <p:grpSpPr>
          <a:xfrm>
            <a:off x="6247866" y="3877875"/>
            <a:ext cx="2236510" cy="1792491"/>
            <a:chOff x="6247866" y="3906903"/>
            <a:chExt cx="2236510" cy="1792491"/>
          </a:xfrm>
        </p:grpSpPr>
        <p:sp>
          <p:nvSpPr>
            <p:cNvPr id="17" name="矩形 16"/>
            <p:cNvSpPr/>
            <p:nvPr/>
          </p:nvSpPr>
          <p:spPr>
            <a:xfrm rot="5400000">
              <a:off x="6534884" y="3939764"/>
              <a:ext cx="719919" cy="976512"/>
            </a:xfrm>
            <a:prstGeom prst="rect">
              <a:avLst/>
            </a:prstGeom>
            <a:solidFill>
              <a:srgbClr val="61C9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6497940" y="4106800"/>
              <a:ext cx="808235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000" dirty="0">
                  <a:solidFill>
                    <a:schemeClr val="bg1"/>
                  </a:solidFill>
                  <a:cs typeface="+mn-ea"/>
                  <a:sym typeface="+mn-lt"/>
                </a:rPr>
                <a:t>03</a:t>
              </a:r>
              <a:endParaRPr lang="zh-CN" altLang="en-US" sz="28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6273266" y="4946614"/>
              <a:ext cx="203132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tx2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面临解决方式</a:t>
              </a:r>
              <a:endParaRPr lang="zh-CN" altLang="en-US" sz="2400" b="1" dirty="0">
                <a:solidFill>
                  <a:schemeClr val="tx2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6247866" y="5360840"/>
              <a:ext cx="223651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>
                  <a:solidFill>
                    <a:schemeClr val="tx2">
                      <a:lumMod val="85000"/>
                      <a:lumOff val="15000"/>
                      <a:alpha val="50000"/>
                    </a:schemeClr>
                  </a:solidFill>
                  <a:cs typeface="+mn-ea"/>
                  <a:sym typeface="+mn-lt"/>
                </a:rPr>
                <a:t>项目解决方案内容报告</a:t>
              </a:r>
              <a:endParaRPr lang="zh-CN" altLang="en-US" sz="1600" dirty="0">
                <a:solidFill>
                  <a:schemeClr val="tx2">
                    <a:lumMod val="85000"/>
                    <a:lumOff val="15000"/>
                    <a:alpha val="50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31" name="组合 30"/>
            <p:cNvGrpSpPr/>
            <p:nvPr/>
          </p:nvGrpSpPr>
          <p:grpSpPr>
            <a:xfrm>
              <a:off x="6260537" y="3906903"/>
              <a:ext cx="551064" cy="555170"/>
              <a:chOff x="6202481" y="3906903"/>
              <a:chExt cx="551064" cy="555170"/>
            </a:xfrm>
          </p:grpSpPr>
          <p:cxnSp>
            <p:nvCxnSpPr>
              <p:cNvPr id="21" name="直接连接符 20"/>
              <p:cNvCxnSpPr/>
              <p:nvPr/>
            </p:nvCxnSpPr>
            <p:spPr>
              <a:xfrm>
                <a:off x="6202481" y="3906903"/>
                <a:ext cx="551064" cy="0"/>
              </a:xfrm>
              <a:prstGeom prst="line">
                <a:avLst/>
              </a:prstGeom>
              <a:ln w="25400">
                <a:solidFill>
                  <a:srgbClr val="FAA718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/>
              <p:cNvCxnSpPr/>
              <p:nvPr/>
            </p:nvCxnSpPr>
            <p:spPr>
              <a:xfrm>
                <a:off x="6202481" y="3906903"/>
                <a:ext cx="0" cy="555170"/>
              </a:xfrm>
              <a:prstGeom prst="line">
                <a:avLst/>
              </a:prstGeom>
              <a:ln w="25400">
                <a:solidFill>
                  <a:srgbClr val="FAA718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5" name="组合 84"/>
          <p:cNvGrpSpPr/>
          <p:nvPr/>
        </p:nvGrpSpPr>
        <p:grpSpPr>
          <a:xfrm>
            <a:off x="9023851" y="3877875"/>
            <a:ext cx="2236510" cy="1792491"/>
            <a:chOff x="9023851" y="3906903"/>
            <a:chExt cx="2236510" cy="1792491"/>
          </a:xfrm>
        </p:grpSpPr>
        <p:sp>
          <p:nvSpPr>
            <p:cNvPr id="24" name="矩形 23"/>
            <p:cNvSpPr/>
            <p:nvPr/>
          </p:nvSpPr>
          <p:spPr>
            <a:xfrm rot="5400000">
              <a:off x="9310869" y="3939764"/>
              <a:ext cx="719919" cy="976512"/>
            </a:xfrm>
            <a:prstGeom prst="rect">
              <a:avLst/>
            </a:prstGeom>
            <a:solidFill>
              <a:srgbClr val="FAA71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9273925" y="4106800"/>
              <a:ext cx="808235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000" dirty="0">
                  <a:solidFill>
                    <a:schemeClr val="bg1"/>
                  </a:solidFill>
                  <a:cs typeface="+mn-ea"/>
                  <a:sym typeface="+mn-lt"/>
                </a:rPr>
                <a:t>04</a:t>
              </a:r>
              <a:endParaRPr lang="zh-CN" altLang="en-US" sz="28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9049251" y="4946614"/>
              <a:ext cx="203132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tx2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未来工作计划</a:t>
              </a:r>
              <a:endParaRPr lang="zh-CN" altLang="en-US" sz="2400" b="1" dirty="0">
                <a:solidFill>
                  <a:schemeClr val="tx2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9023851" y="5360840"/>
              <a:ext cx="223651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>
                  <a:solidFill>
                    <a:schemeClr val="tx2">
                      <a:lumMod val="85000"/>
                      <a:lumOff val="15000"/>
                      <a:alpha val="50000"/>
                    </a:schemeClr>
                  </a:solidFill>
                  <a:cs typeface="+mn-ea"/>
                  <a:sym typeface="+mn-lt"/>
                </a:rPr>
                <a:t>未来工作计划实施报告</a:t>
              </a:r>
              <a:endParaRPr lang="zh-CN" altLang="en-US" sz="1600" dirty="0">
                <a:solidFill>
                  <a:schemeClr val="tx2">
                    <a:lumMod val="85000"/>
                    <a:lumOff val="15000"/>
                    <a:alpha val="50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32" name="组合 31"/>
            <p:cNvGrpSpPr/>
            <p:nvPr/>
          </p:nvGrpSpPr>
          <p:grpSpPr>
            <a:xfrm>
              <a:off x="9036522" y="3906903"/>
              <a:ext cx="551064" cy="555170"/>
              <a:chOff x="8963952" y="3906903"/>
              <a:chExt cx="551064" cy="555170"/>
            </a:xfrm>
          </p:grpSpPr>
          <p:cxnSp>
            <p:nvCxnSpPr>
              <p:cNvPr id="28" name="直接连接符 27"/>
              <p:cNvCxnSpPr/>
              <p:nvPr/>
            </p:nvCxnSpPr>
            <p:spPr>
              <a:xfrm>
                <a:off x="8963952" y="3906903"/>
                <a:ext cx="551064" cy="0"/>
              </a:xfrm>
              <a:prstGeom prst="line">
                <a:avLst/>
              </a:prstGeom>
              <a:ln w="25400">
                <a:solidFill>
                  <a:srgbClr val="FAA718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/>
              <p:cNvCxnSpPr/>
              <p:nvPr/>
            </p:nvCxnSpPr>
            <p:spPr>
              <a:xfrm>
                <a:off x="8963952" y="3906903"/>
                <a:ext cx="0" cy="555170"/>
              </a:xfrm>
              <a:prstGeom prst="line">
                <a:avLst/>
              </a:prstGeom>
              <a:ln w="25400">
                <a:solidFill>
                  <a:srgbClr val="FAA718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9" name="组合 108"/>
          <p:cNvGrpSpPr/>
          <p:nvPr/>
        </p:nvGrpSpPr>
        <p:grpSpPr>
          <a:xfrm>
            <a:off x="942439" y="1477301"/>
            <a:ext cx="4287110" cy="3999554"/>
            <a:chOff x="942439" y="1477301"/>
            <a:chExt cx="4287110" cy="3999554"/>
          </a:xfrm>
        </p:grpSpPr>
        <p:grpSp>
          <p:nvGrpSpPr>
            <p:cNvPr id="82" name="组合 81"/>
            <p:cNvGrpSpPr/>
            <p:nvPr/>
          </p:nvGrpSpPr>
          <p:grpSpPr>
            <a:xfrm>
              <a:off x="942439" y="1996883"/>
              <a:ext cx="4287110" cy="2875352"/>
              <a:chOff x="1087579" y="1982369"/>
              <a:chExt cx="4287110" cy="2875352"/>
            </a:xfrm>
          </p:grpSpPr>
          <p:sp>
            <p:nvSpPr>
              <p:cNvPr id="50" name="任意多边形: 形状 49"/>
              <p:cNvSpPr/>
              <p:nvPr/>
            </p:nvSpPr>
            <p:spPr>
              <a:xfrm>
                <a:off x="4940236" y="1982369"/>
                <a:ext cx="434453" cy="434453"/>
              </a:xfrm>
              <a:custGeom>
                <a:avLst/>
                <a:gdLst>
                  <a:gd name="connsiteX0" fmla="*/ 7144 w 342900"/>
                  <a:gd name="connsiteY0" fmla="*/ 7144 h 342900"/>
                  <a:gd name="connsiteX1" fmla="*/ 7144 w 342900"/>
                  <a:gd name="connsiteY1" fmla="*/ 336899 h 342900"/>
                  <a:gd name="connsiteX2" fmla="*/ 336899 w 342900"/>
                  <a:gd name="connsiteY2" fmla="*/ 336899 h 342900"/>
                  <a:gd name="connsiteX3" fmla="*/ 336899 w 342900"/>
                  <a:gd name="connsiteY3" fmla="*/ 7144 h 342900"/>
                  <a:gd name="connsiteX4" fmla="*/ 7144 w 342900"/>
                  <a:gd name="connsiteY4" fmla="*/ 7144 h 342900"/>
                  <a:gd name="connsiteX5" fmla="*/ 285274 w 342900"/>
                  <a:gd name="connsiteY5" fmla="*/ 285274 h 342900"/>
                  <a:gd name="connsiteX6" fmla="*/ 195453 w 342900"/>
                  <a:gd name="connsiteY6" fmla="*/ 285274 h 342900"/>
                  <a:gd name="connsiteX7" fmla="*/ 285274 w 342900"/>
                  <a:gd name="connsiteY7" fmla="*/ 195453 h 342900"/>
                  <a:gd name="connsiteX8" fmla="*/ 285274 w 342900"/>
                  <a:gd name="connsiteY8" fmla="*/ 285274 h 342900"/>
                  <a:gd name="connsiteX9" fmla="*/ 58769 w 342900"/>
                  <a:gd name="connsiteY9" fmla="*/ 285274 h 342900"/>
                  <a:gd name="connsiteX10" fmla="*/ 58769 w 342900"/>
                  <a:gd name="connsiteY10" fmla="*/ 285274 h 342900"/>
                  <a:gd name="connsiteX11" fmla="*/ 58769 w 342900"/>
                  <a:gd name="connsiteY11" fmla="*/ 58674 h 342900"/>
                  <a:gd name="connsiteX12" fmla="*/ 285274 w 342900"/>
                  <a:gd name="connsiteY12" fmla="*/ 58674 h 342900"/>
                  <a:gd name="connsiteX13" fmla="*/ 285274 w 342900"/>
                  <a:gd name="connsiteY13" fmla="*/ 58674 h 342900"/>
                  <a:gd name="connsiteX14" fmla="*/ 58769 w 342900"/>
                  <a:gd name="connsiteY14" fmla="*/ 285274 h 342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42900" h="342900">
                    <a:moveTo>
                      <a:pt x="7144" y="7144"/>
                    </a:moveTo>
                    <a:lnTo>
                      <a:pt x="7144" y="336899"/>
                    </a:lnTo>
                    <a:lnTo>
                      <a:pt x="336899" y="336899"/>
                    </a:lnTo>
                    <a:lnTo>
                      <a:pt x="336899" y="7144"/>
                    </a:lnTo>
                    <a:lnTo>
                      <a:pt x="7144" y="7144"/>
                    </a:lnTo>
                    <a:close/>
                    <a:moveTo>
                      <a:pt x="285274" y="285274"/>
                    </a:moveTo>
                    <a:lnTo>
                      <a:pt x="195453" y="285274"/>
                    </a:lnTo>
                    <a:cubicBezTo>
                      <a:pt x="232124" y="263080"/>
                      <a:pt x="263080" y="232124"/>
                      <a:pt x="285274" y="195453"/>
                    </a:cubicBezTo>
                    <a:lnTo>
                      <a:pt x="285274" y="285274"/>
                    </a:lnTo>
                    <a:close/>
                    <a:moveTo>
                      <a:pt x="58769" y="285274"/>
                    </a:moveTo>
                    <a:lnTo>
                      <a:pt x="58769" y="285274"/>
                    </a:lnTo>
                    <a:lnTo>
                      <a:pt x="58769" y="58674"/>
                    </a:lnTo>
                    <a:lnTo>
                      <a:pt x="285274" y="58674"/>
                    </a:lnTo>
                    <a:lnTo>
                      <a:pt x="285274" y="58674"/>
                    </a:lnTo>
                    <a:cubicBezTo>
                      <a:pt x="285274" y="183832"/>
                      <a:pt x="183833" y="285274"/>
                      <a:pt x="58769" y="285274"/>
                    </a:cubicBezTo>
                    <a:close/>
                  </a:path>
                </a:pathLst>
              </a:custGeom>
              <a:solidFill>
                <a:srgbClr val="F2634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grpSp>
            <p:nvGrpSpPr>
              <p:cNvPr id="81" name="组合 80"/>
              <p:cNvGrpSpPr/>
              <p:nvPr/>
            </p:nvGrpSpPr>
            <p:grpSpPr>
              <a:xfrm>
                <a:off x="1087579" y="2142908"/>
                <a:ext cx="4151012" cy="2714813"/>
                <a:chOff x="1202533" y="2134979"/>
                <a:chExt cx="4151012" cy="2714813"/>
              </a:xfrm>
            </p:grpSpPr>
            <p:grpSp>
              <p:nvGrpSpPr>
                <p:cNvPr id="57" name="组合 56"/>
                <p:cNvGrpSpPr/>
                <p:nvPr/>
              </p:nvGrpSpPr>
              <p:grpSpPr>
                <a:xfrm flipH="1">
                  <a:off x="2514600" y="3796349"/>
                  <a:ext cx="2686898" cy="234675"/>
                  <a:chOff x="3633168" y="3087569"/>
                  <a:chExt cx="2686898" cy="234675"/>
                </a:xfrm>
              </p:grpSpPr>
              <p:cxnSp>
                <p:nvCxnSpPr>
                  <p:cNvPr id="61" name="直接连接符 60"/>
                  <p:cNvCxnSpPr/>
                  <p:nvPr/>
                </p:nvCxnSpPr>
                <p:spPr>
                  <a:xfrm flipH="1">
                    <a:off x="3633168" y="3204906"/>
                    <a:ext cx="2686898" cy="0"/>
                  </a:xfrm>
                  <a:prstGeom prst="line">
                    <a:avLst/>
                  </a:prstGeom>
                  <a:ln w="25400">
                    <a:solidFill>
                      <a:srgbClr val="FAA718">
                        <a:alpha val="50000"/>
                      </a:srgb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直接连接符 61"/>
                  <p:cNvCxnSpPr/>
                  <p:nvPr/>
                </p:nvCxnSpPr>
                <p:spPr>
                  <a:xfrm flipV="1">
                    <a:off x="3772514" y="3087569"/>
                    <a:ext cx="0" cy="234675"/>
                  </a:xfrm>
                  <a:prstGeom prst="line">
                    <a:avLst/>
                  </a:prstGeom>
                  <a:ln w="25400">
                    <a:solidFill>
                      <a:srgbClr val="FAA718">
                        <a:alpha val="50000"/>
                      </a:srgb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74" name="组合 73"/>
                <p:cNvGrpSpPr/>
                <p:nvPr/>
              </p:nvGrpSpPr>
              <p:grpSpPr>
                <a:xfrm>
                  <a:off x="1202533" y="2268521"/>
                  <a:ext cx="4138084" cy="1027709"/>
                  <a:chOff x="1426567" y="2140214"/>
                  <a:chExt cx="4138084" cy="1027709"/>
                </a:xfrm>
              </p:grpSpPr>
              <p:pic>
                <p:nvPicPr>
                  <p:cNvPr id="70" name="图形 69"/>
                  <p:cNvPicPr>
                    <a:picLocks noChangeAspect="1"/>
                  </p:cNvPicPr>
                  <p:nvPr/>
                </p:nvPicPr>
                <p:blipFill>
                  <a:blip r:embed="rId1"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426567" y="2167274"/>
                    <a:ext cx="504078" cy="392060"/>
                  </a:xfrm>
                  <a:prstGeom prst="rect">
                    <a:avLst/>
                  </a:prstGeom>
                </p:spPr>
              </p:pic>
              <p:grpSp>
                <p:nvGrpSpPr>
                  <p:cNvPr id="73" name="组合 72"/>
                  <p:cNvGrpSpPr/>
                  <p:nvPr/>
                </p:nvGrpSpPr>
                <p:grpSpPr>
                  <a:xfrm>
                    <a:off x="2011521" y="2140214"/>
                    <a:ext cx="3553130" cy="1027709"/>
                    <a:chOff x="2111841" y="2140214"/>
                    <a:chExt cx="3553130" cy="1027709"/>
                  </a:xfrm>
                </p:grpSpPr>
                <p:sp>
                  <p:nvSpPr>
                    <p:cNvPr id="69" name="矩形 68"/>
                    <p:cNvSpPr/>
                    <p:nvPr/>
                  </p:nvSpPr>
                  <p:spPr>
                    <a:xfrm>
                      <a:off x="2111841" y="2152260"/>
                      <a:ext cx="1164101" cy="1015663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altLang="zh-CN" sz="6000" b="1" dirty="0">
                          <a:ln w="38100">
                            <a:solidFill>
                              <a:srgbClr val="2B357A"/>
                            </a:solidFill>
                          </a:ln>
                          <a:solidFill>
                            <a:srgbClr val="2B357A"/>
                          </a:solidFill>
                          <a:cs typeface="+mn-ea"/>
                          <a:sym typeface="+mn-lt"/>
                        </a:rPr>
                        <a:t>Co</a:t>
                      </a:r>
                      <a:endParaRPr lang="zh-CN" altLang="en-US" sz="6000" b="1" dirty="0">
                        <a:ln w="38100">
                          <a:solidFill>
                            <a:srgbClr val="2B357A"/>
                          </a:solidFill>
                        </a:ln>
                        <a:solidFill>
                          <a:srgbClr val="2B357A"/>
                        </a:solidFill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72" name="矩形 71"/>
                    <p:cNvSpPr/>
                    <p:nvPr/>
                  </p:nvSpPr>
                  <p:spPr>
                    <a:xfrm>
                      <a:off x="3144729" y="2140214"/>
                      <a:ext cx="2520242" cy="1015663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altLang="zh-CN" sz="6000" b="1" dirty="0">
                          <a:ln w="38100">
                            <a:solidFill>
                              <a:srgbClr val="F2634B"/>
                            </a:solidFill>
                          </a:ln>
                          <a:solidFill>
                            <a:srgbClr val="F2634B"/>
                          </a:solidFill>
                          <a:cs typeface="+mn-ea"/>
                          <a:sym typeface="+mn-lt"/>
                        </a:rPr>
                        <a:t>Ntents</a:t>
                      </a:r>
                      <a:endParaRPr lang="zh-CN" altLang="en-US" sz="6000" b="1" dirty="0">
                        <a:ln w="38100">
                          <a:solidFill>
                            <a:srgbClr val="F2634B"/>
                          </a:solidFill>
                        </a:ln>
                        <a:solidFill>
                          <a:srgbClr val="F2634B"/>
                        </a:solidFill>
                        <a:cs typeface="+mn-ea"/>
                        <a:sym typeface="+mn-lt"/>
                      </a:endParaRPr>
                    </a:p>
                  </p:txBody>
                </p:sp>
              </p:grpSp>
            </p:grpSp>
            <p:grpSp>
              <p:nvGrpSpPr>
                <p:cNvPr id="77" name="组合 76"/>
                <p:cNvGrpSpPr/>
                <p:nvPr/>
              </p:nvGrpSpPr>
              <p:grpSpPr>
                <a:xfrm>
                  <a:off x="3508033" y="2134979"/>
                  <a:ext cx="1373923" cy="369332"/>
                  <a:chOff x="3667233" y="5960623"/>
                  <a:chExt cx="1373923" cy="369332"/>
                </a:xfrm>
              </p:grpSpPr>
              <p:sp>
                <p:nvSpPr>
                  <p:cNvPr id="75" name="矩形 74"/>
                  <p:cNvSpPr/>
                  <p:nvPr/>
                </p:nvSpPr>
                <p:spPr>
                  <a:xfrm>
                    <a:off x="3667233" y="5960623"/>
                    <a:ext cx="1231427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altLang="zh-CN" dirty="0">
                        <a:ln w="15875">
                          <a:solidFill>
                            <a:srgbClr val="61C9DC"/>
                          </a:solidFill>
                        </a:ln>
                        <a:solidFill>
                          <a:srgbClr val="61C9DC"/>
                        </a:solidFill>
                        <a:cs typeface="+mn-ea"/>
                        <a:sym typeface="+mn-lt"/>
                      </a:rPr>
                      <a:t>G</a:t>
                    </a:r>
                    <a:r>
                      <a:rPr lang="zh-CN" altLang="en-US" dirty="0">
                        <a:ln w="15875">
                          <a:solidFill>
                            <a:srgbClr val="61C9DC"/>
                          </a:solidFill>
                        </a:ln>
                        <a:solidFill>
                          <a:srgbClr val="61C9DC"/>
                        </a:solidFill>
                        <a:cs typeface="+mn-ea"/>
                        <a:sym typeface="+mn-lt"/>
                      </a:rPr>
                      <a:t>eometry</a:t>
                    </a:r>
                    <a:endParaRPr lang="zh-CN" altLang="en-US" dirty="0">
                      <a:ln w="15875">
                        <a:solidFill>
                          <a:srgbClr val="61C9DC"/>
                        </a:solidFill>
                      </a:ln>
                      <a:solidFill>
                        <a:srgbClr val="61C9DC"/>
                      </a:solidFill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6" name="任意多边形: 形状 75"/>
                  <p:cNvSpPr/>
                  <p:nvPr/>
                </p:nvSpPr>
                <p:spPr>
                  <a:xfrm>
                    <a:off x="4887014" y="6085840"/>
                    <a:ext cx="154142" cy="154142"/>
                  </a:xfrm>
                  <a:custGeom>
                    <a:avLst/>
                    <a:gdLst>
                      <a:gd name="connsiteX0" fmla="*/ 166783 w 171450"/>
                      <a:gd name="connsiteY0" fmla="*/ 86963 h 171450"/>
                      <a:gd name="connsiteX1" fmla="*/ 86963 w 171450"/>
                      <a:gd name="connsiteY1" fmla="*/ 166783 h 171450"/>
                      <a:gd name="connsiteX2" fmla="*/ 7144 w 171450"/>
                      <a:gd name="connsiteY2" fmla="*/ 86963 h 171450"/>
                      <a:gd name="connsiteX3" fmla="*/ 86963 w 171450"/>
                      <a:gd name="connsiteY3" fmla="*/ 7144 h 171450"/>
                      <a:gd name="connsiteX4" fmla="*/ 166783 w 171450"/>
                      <a:gd name="connsiteY4" fmla="*/ 86963 h 1714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450" h="171450">
                        <a:moveTo>
                          <a:pt x="166783" y="86963"/>
                        </a:moveTo>
                        <a:cubicBezTo>
                          <a:pt x="166783" y="131047"/>
                          <a:pt x="131046" y="166783"/>
                          <a:pt x="86963" y="166783"/>
                        </a:cubicBezTo>
                        <a:cubicBezTo>
                          <a:pt x="42880" y="166783"/>
                          <a:pt x="7144" y="131047"/>
                          <a:pt x="7144" y="86963"/>
                        </a:cubicBezTo>
                        <a:cubicBezTo>
                          <a:pt x="7144" y="42880"/>
                          <a:pt x="42880" y="7144"/>
                          <a:pt x="86963" y="7144"/>
                        </a:cubicBezTo>
                        <a:cubicBezTo>
                          <a:pt x="131046" y="7144"/>
                          <a:pt x="166783" y="42880"/>
                          <a:pt x="166783" y="86963"/>
                        </a:cubicBezTo>
                        <a:close/>
                      </a:path>
                    </a:pathLst>
                  </a:custGeom>
                  <a:solidFill>
                    <a:srgbClr val="FAA718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</p:grpSp>
            <p:sp>
              <p:nvSpPr>
                <p:cNvPr id="78" name="矩形 77"/>
                <p:cNvSpPr/>
                <p:nvPr/>
              </p:nvSpPr>
              <p:spPr>
                <a:xfrm>
                  <a:off x="2398890" y="3123078"/>
                  <a:ext cx="2954655" cy="64633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zh-CN" altLang="en-US" sz="3600" b="1" dirty="0">
                      <a:solidFill>
                        <a:schemeClr val="tx2">
                          <a:lumMod val="85000"/>
                          <a:lumOff val="15000"/>
                        </a:schemeClr>
                      </a:solidFill>
                      <a:cs typeface="+mn-ea"/>
                      <a:sym typeface="+mn-lt"/>
                    </a:rPr>
                    <a:t>工作总结目录</a:t>
                  </a:r>
                  <a:endParaRPr lang="zh-CN" altLang="en-US" sz="3600" b="1" dirty="0">
                    <a:solidFill>
                      <a:schemeClr val="tx2">
                        <a:lumMod val="85000"/>
                        <a:lumOff val="1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79" name="矩形 78"/>
                <p:cNvSpPr/>
                <p:nvPr/>
              </p:nvSpPr>
              <p:spPr>
                <a:xfrm>
                  <a:off x="2390209" y="4083364"/>
                  <a:ext cx="2811289" cy="766428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r">
                    <a:lnSpc>
                      <a:spcPts val="1800"/>
                    </a:lnSpc>
                  </a:pPr>
                  <a:r>
                    <a:rPr lang="zh-CN" altLang="en-US" sz="1200" dirty="0">
                      <a:solidFill>
                        <a:schemeClr val="tx2">
                          <a:lumMod val="85000"/>
                          <a:lumOff val="15000"/>
                          <a:alpha val="40000"/>
                        </a:schemeClr>
                      </a:solidFill>
                      <a:cs typeface="+mn-ea"/>
                      <a:sym typeface="+mn-lt"/>
                    </a:rPr>
                    <a:t>Changing the world, dreaming of the future, the ever-changing world constant refreshes mankinds</a:t>
                  </a:r>
                  <a:endParaRPr lang="en-US" altLang="zh-CN" sz="1200" dirty="0">
                    <a:solidFill>
                      <a:schemeClr val="tx2">
                        <a:lumMod val="85000"/>
                        <a:lumOff val="15000"/>
                        <a:alpha val="40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87" name="组合 86"/>
            <p:cNvGrpSpPr/>
            <p:nvPr/>
          </p:nvGrpSpPr>
          <p:grpSpPr>
            <a:xfrm rot="5400000">
              <a:off x="2607703" y="1659880"/>
              <a:ext cx="648268" cy="283109"/>
              <a:chOff x="7531100" y="642935"/>
              <a:chExt cx="838995" cy="366402"/>
            </a:xfrm>
            <a:solidFill>
              <a:schemeClr val="bg1">
                <a:lumMod val="85000"/>
              </a:schemeClr>
            </a:solidFill>
          </p:grpSpPr>
          <p:grpSp>
            <p:nvGrpSpPr>
              <p:cNvPr id="88" name="组合 87"/>
              <p:cNvGrpSpPr/>
              <p:nvPr/>
            </p:nvGrpSpPr>
            <p:grpSpPr>
              <a:xfrm>
                <a:off x="7531100" y="642935"/>
                <a:ext cx="838995" cy="131764"/>
                <a:chOff x="7531100" y="642935"/>
                <a:chExt cx="838995" cy="131764"/>
              </a:xfrm>
              <a:grpFill/>
            </p:grpSpPr>
            <p:sp>
              <p:nvSpPr>
                <p:cNvPr id="94" name="椭圆 93"/>
                <p:cNvSpPr/>
                <p:nvPr/>
              </p:nvSpPr>
              <p:spPr>
                <a:xfrm>
                  <a:off x="7531100" y="642936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95" name="椭圆 94"/>
                <p:cNvSpPr/>
                <p:nvPr/>
              </p:nvSpPr>
              <p:spPr>
                <a:xfrm>
                  <a:off x="7766844" y="642936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96" name="椭圆 95"/>
                <p:cNvSpPr/>
                <p:nvPr/>
              </p:nvSpPr>
              <p:spPr>
                <a:xfrm>
                  <a:off x="8002588" y="642935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97" name="椭圆 96"/>
                <p:cNvSpPr/>
                <p:nvPr/>
              </p:nvSpPr>
              <p:spPr>
                <a:xfrm>
                  <a:off x="8238332" y="642935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89" name="组合 88"/>
              <p:cNvGrpSpPr/>
              <p:nvPr/>
            </p:nvGrpSpPr>
            <p:grpSpPr>
              <a:xfrm>
                <a:off x="7531100" y="877573"/>
                <a:ext cx="838995" cy="131764"/>
                <a:chOff x="7531100" y="642935"/>
                <a:chExt cx="838995" cy="131764"/>
              </a:xfrm>
              <a:grpFill/>
            </p:grpSpPr>
            <p:sp>
              <p:nvSpPr>
                <p:cNvPr id="90" name="椭圆 89"/>
                <p:cNvSpPr/>
                <p:nvPr/>
              </p:nvSpPr>
              <p:spPr>
                <a:xfrm>
                  <a:off x="7531100" y="642936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91" name="椭圆 90"/>
                <p:cNvSpPr/>
                <p:nvPr/>
              </p:nvSpPr>
              <p:spPr>
                <a:xfrm>
                  <a:off x="7766844" y="642936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92" name="椭圆 91"/>
                <p:cNvSpPr/>
                <p:nvPr/>
              </p:nvSpPr>
              <p:spPr>
                <a:xfrm>
                  <a:off x="8002588" y="642935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93" name="椭圆 92"/>
                <p:cNvSpPr/>
                <p:nvPr/>
              </p:nvSpPr>
              <p:spPr>
                <a:xfrm>
                  <a:off x="8238332" y="642935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98" name="组合 97"/>
            <p:cNvGrpSpPr/>
            <p:nvPr/>
          </p:nvGrpSpPr>
          <p:grpSpPr>
            <a:xfrm>
              <a:off x="4213689" y="5193746"/>
              <a:ext cx="648268" cy="283109"/>
              <a:chOff x="7531100" y="642935"/>
              <a:chExt cx="838995" cy="366402"/>
            </a:xfrm>
            <a:solidFill>
              <a:schemeClr val="bg1">
                <a:lumMod val="85000"/>
              </a:schemeClr>
            </a:solidFill>
          </p:grpSpPr>
          <p:grpSp>
            <p:nvGrpSpPr>
              <p:cNvPr id="99" name="组合 98"/>
              <p:cNvGrpSpPr/>
              <p:nvPr/>
            </p:nvGrpSpPr>
            <p:grpSpPr>
              <a:xfrm>
                <a:off x="7531100" y="642935"/>
                <a:ext cx="838995" cy="131764"/>
                <a:chOff x="7531100" y="642935"/>
                <a:chExt cx="838995" cy="131764"/>
              </a:xfrm>
              <a:grpFill/>
            </p:grpSpPr>
            <p:sp>
              <p:nvSpPr>
                <p:cNvPr id="105" name="椭圆 104"/>
                <p:cNvSpPr/>
                <p:nvPr/>
              </p:nvSpPr>
              <p:spPr>
                <a:xfrm>
                  <a:off x="7531100" y="642936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06" name="椭圆 105"/>
                <p:cNvSpPr/>
                <p:nvPr/>
              </p:nvSpPr>
              <p:spPr>
                <a:xfrm>
                  <a:off x="7766844" y="642936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07" name="椭圆 106"/>
                <p:cNvSpPr/>
                <p:nvPr/>
              </p:nvSpPr>
              <p:spPr>
                <a:xfrm>
                  <a:off x="8002588" y="642935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08" name="椭圆 107"/>
                <p:cNvSpPr/>
                <p:nvPr/>
              </p:nvSpPr>
              <p:spPr>
                <a:xfrm>
                  <a:off x="8238332" y="642935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100" name="组合 99"/>
              <p:cNvGrpSpPr/>
              <p:nvPr/>
            </p:nvGrpSpPr>
            <p:grpSpPr>
              <a:xfrm>
                <a:off x="7531100" y="877573"/>
                <a:ext cx="838995" cy="131764"/>
                <a:chOff x="7531100" y="642935"/>
                <a:chExt cx="838995" cy="131764"/>
              </a:xfrm>
              <a:grpFill/>
            </p:grpSpPr>
            <p:sp>
              <p:nvSpPr>
                <p:cNvPr id="101" name="椭圆 100"/>
                <p:cNvSpPr/>
                <p:nvPr/>
              </p:nvSpPr>
              <p:spPr>
                <a:xfrm>
                  <a:off x="7531100" y="642936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02" name="椭圆 101"/>
                <p:cNvSpPr/>
                <p:nvPr/>
              </p:nvSpPr>
              <p:spPr>
                <a:xfrm>
                  <a:off x="7766844" y="642936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03" name="椭圆 102"/>
                <p:cNvSpPr/>
                <p:nvPr/>
              </p:nvSpPr>
              <p:spPr>
                <a:xfrm>
                  <a:off x="8002588" y="642935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04" name="椭圆 103"/>
                <p:cNvSpPr/>
                <p:nvPr/>
              </p:nvSpPr>
              <p:spPr>
                <a:xfrm>
                  <a:off x="8238332" y="642935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组合 93"/>
          <p:cNvGrpSpPr/>
          <p:nvPr/>
        </p:nvGrpSpPr>
        <p:grpSpPr>
          <a:xfrm>
            <a:off x="2035540" y="2080418"/>
            <a:ext cx="7906418" cy="3168819"/>
            <a:chOff x="2035540" y="2080418"/>
            <a:chExt cx="7906418" cy="3168819"/>
          </a:xfrm>
        </p:grpSpPr>
        <p:grpSp>
          <p:nvGrpSpPr>
            <p:cNvPr id="58" name="组合 57"/>
            <p:cNvGrpSpPr/>
            <p:nvPr/>
          </p:nvGrpSpPr>
          <p:grpSpPr>
            <a:xfrm rot="5400000">
              <a:off x="1852961" y="4783548"/>
              <a:ext cx="648268" cy="283109"/>
              <a:chOff x="7531100" y="642935"/>
              <a:chExt cx="838995" cy="366402"/>
            </a:xfrm>
            <a:solidFill>
              <a:schemeClr val="bg1">
                <a:lumMod val="85000"/>
              </a:schemeClr>
            </a:solidFill>
          </p:grpSpPr>
          <p:grpSp>
            <p:nvGrpSpPr>
              <p:cNvPr id="59" name="组合 58"/>
              <p:cNvGrpSpPr/>
              <p:nvPr/>
            </p:nvGrpSpPr>
            <p:grpSpPr>
              <a:xfrm>
                <a:off x="7531100" y="642935"/>
                <a:ext cx="838995" cy="131764"/>
                <a:chOff x="7531100" y="642935"/>
                <a:chExt cx="838995" cy="131764"/>
              </a:xfrm>
              <a:grpFill/>
            </p:grpSpPr>
            <p:sp>
              <p:nvSpPr>
                <p:cNvPr id="65" name="椭圆 64"/>
                <p:cNvSpPr/>
                <p:nvPr/>
              </p:nvSpPr>
              <p:spPr>
                <a:xfrm>
                  <a:off x="7531100" y="642936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6" name="椭圆 65"/>
                <p:cNvSpPr/>
                <p:nvPr/>
              </p:nvSpPr>
              <p:spPr>
                <a:xfrm>
                  <a:off x="7766844" y="642936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7" name="椭圆 66"/>
                <p:cNvSpPr/>
                <p:nvPr/>
              </p:nvSpPr>
              <p:spPr>
                <a:xfrm>
                  <a:off x="8002588" y="642935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8" name="椭圆 67"/>
                <p:cNvSpPr/>
                <p:nvPr/>
              </p:nvSpPr>
              <p:spPr>
                <a:xfrm>
                  <a:off x="8238332" y="642935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60" name="组合 59"/>
              <p:cNvGrpSpPr/>
              <p:nvPr/>
            </p:nvGrpSpPr>
            <p:grpSpPr>
              <a:xfrm>
                <a:off x="7531100" y="877573"/>
                <a:ext cx="838995" cy="131764"/>
                <a:chOff x="7531100" y="642935"/>
                <a:chExt cx="838995" cy="131764"/>
              </a:xfrm>
              <a:grpFill/>
            </p:grpSpPr>
            <p:sp>
              <p:nvSpPr>
                <p:cNvPr id="61" name="椭圆 60"/>
                <p:cNvSpPr/>
                <p:nvPr/>
              </p:nvSpPr>
              <p:spPr>
                <a:xfrm>
                  <a:off x="7531100" y="642936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2" name="椭圆 61"/>
                <p:cNvSpPr/>
                <p:nvPr/>
              </p:nvSpPr>
              <p:spPr>
                <a:xfrm>
                  <a:off x="7766844" y="642936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3" name="椭圆 62"/>
                <p:cNvSpPr/>
                <p:nvPr/>
              </p:nvSpPr>
              <p:spPr>
                <a:xfrm>
                  <a:off x="8002588" y="642935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4" name="椭圆 63"/>
                <p:cNvSpPr/>
                <p:nvPr/>
              </p:nvSpPr>
              <p:spPr>
                <a:xfrm>
                  <a:off x="8238332" y="642935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69" name="组合 68"/>
            <p:cNvGrpSpPr/>
            <p:nvPr/>
          </p:nvGrpSpPr>
          <p:grpSpPr>
            <a:xfrm>
              <a:off x="9293690" y="2080418"/>
              <a:ext cx="648268" cy="283109"/>
              <a:chOff x="7531100" y="642935"/>
              <a:chExt cx="838995" cy="366402"/>
            </a:xfrm>
            <a:solidFill>
              <a:schemeClr val="bg1">
                <a:lumMod val="85000"/>
              </a:schemeClr>
            </a:solidFill>
          </p:grpSpPr>
          <p:grpSp>
            <p:nvGrpSpPr>
              <p:cNvPr id="70" name="组合 69"/>
              <p:cNvGrpSpPr/>
              <p:nvPr/>
            </p:nvGrpSpPr>
            <p:grpSpPr>
              <a:xfrm>
                <a:off x="7531100" y="642935"/>
                <a:ext cx="838995" cy="131764"/>
                <a:chOff x="7531100" y="642935"/>
                <a:chExt cx="838995" cy="131764"/>
              </a:xfrm>
              <a:grpFill/>
            </p:grpSpPr>
            <p:sp>
              <p:nvSpPr>
                <p:cNvPr id="76" name="椭圆 75"/>
                <p:cNvSpPr/>
                <p:nvPr/>
              </p:nvSpPr>
              <p:spPr>
                <a:xfrm>
                  <a:off x="7531100" y="642936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7" name="椭圆 76"/>
                <p:cNvSpPr/>
                <p:nvPr/>
              </p:nvSpPr>
              <p:spPr>
                <a:xfrm>
                  <a:off x="7766844" y="642936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8" name="椭圆 77"/>
                <p:cNvSpPr/>
                <p:nvPr/>
              </p:nvSpPr>
              <p:spPr>
                <a:xfrm>
                  <a:off x="8002588" y="642935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9" name="椭圆 78"/>
                <p:cNvSpPr/>
                <p:nvPr/>
              </p:nvSpPr>
              <p:spPr>
                <a:xfrm>
                  <a:off x="8238332" y="642935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71" name="组合 70"/>
              <p:cNvGrpSpPr/>
              <p:nvPr/>
            </p:nvGrpSpPr>
            <p:grpSpPr>
              <a:xfrm>
                <a:off x="7531100" y="877573"/>
                <a:ext cx="838995" cy="131764"/>
                <a:chOff x="7531100" y="642935"/>
                <a:chExt cx="838995" cy="131764"/>
              </a:xfrm>
              <a:grpFill/>
            </p:grpSpPr>
            <p:sp>
              <p:nvSpPr>
                <p:cNvPr id="72" name="椭圆 71"/>
                <p:cNvSpPr/>
                <p:nvPr/>
              </p:nvSpPr>
              <p:spPr>
                <a:xfrm>
                  <a:off x="7531100" y="642936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3" name="椭圆 72"/>
                <p:cNvSpPr/>
                <p:nvPr/>
              </p:nvSpPr>
              <p:spPr>
                <a:xfrm>
                  <a:off x="7766844" y="642936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4" name="椭圆 73"/>
                <p:cNvSpPr/>
                <p:nvPr/>
              </p:nvSpPr>
              <p:spPr>
                <a:xfrm>
                  <a:off x="8002588" y="642935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5" name="椭圆 74"/>
                <p:cNvSpPr/>
                <p:nvPr/>
              </p:nvSpPr>
              <p:spPr>
                <a:xfrm>
                  <a:off x="8238332" y="642935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</p:grpSp>
      </p:grpSp>
      <p:grpSp>
        <p:nvGrpSpPr>
          <p:cNvPr id="93" name="组合 92"/>
          <p:cNvGrpSpPr/>
          <p:nvPr/>
        </p:nvGrpSpPr>
        <p:grpSpPr>
          <a:xfrm>
            <a:off x="3601628" y="1192217"/>
            <a:ext cx="4988744" cy="4355873"/>
            <a:chOff x="3601628" y="1134161"/>
            <a:chExt cx="4988744" cy="4355873"/>
          </a:xfrm>
        </p:grpSpPr>
        <p:sp>
          <p:nvSpPr>
            <p:cNvPr id="30" name="文本框 29"/>
            <p:cNvSpPr txBox="1"/>
            <p:nvPr/>
          </p:nvSpPr>
          <p:spPr>
            <a:xfrm>
              <a:off x="4977745" y="3709711"/>
              <a:ext cx="223651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tx2">
                      <a:lumMod val="85000"/>
                      <a:lumOff val="15000"/>
                      <a:alpha val="50000"/>
                    </a:schemeClr>
                  </a:solidFill>
                  <a:cs typeface="+mn-ea"/>
                  <a:sym typeface="+mn-lt"/>
                </a:rPr>
                <a:t>工作具体内容回顾概述</a:t>
              </a:r>
              <a:endParaRPr lang="zh-CN" altLang="en-US" sz="1600" dirty="0">
                <a:solidFill>
                  <a:schemeClr val="tx2">
                    <a:lumMod val="85000"/>
                    <a:lumOff val="15000"/>
                    <a:alpha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4464784" y="3043424"/>
              <a:ext cx="3262432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tx2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工作内容回顾</a:t>
              </a:r>
              <a:endParaRPr lang="zh-CN" altLang="en-US" sz="4000" b="1" dirty="0">
                <a:solidFill>
                  <a:schemeClr val="tx2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pic>
          <p:nvPicPr>
            <p:cNvPr id="57" name="图形 56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802456" y="1438585"/>
              <a:ext cx="458253" cy="356418"/>
            </a:xfrm>
            <a:prstGeom prst="rect">
              <a:avLst/>
            </a:prstGeom>
          </p:spPr>
        </p:pic>
        <p:sp>
          <p:nvSpPr>
            <p:cNvPr id="81" name="文本框 80"/>
            <p:cNvSpPr txBox="1"/>
            <p:nvPr/>
          </p:nvSpPr>
          <p:spPr>
            <a:xfrm>
              <a:off x="3601628" y="4498993"/>
              <a:ext cx="4988744" cy="9910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zh-CN" altLang="en-US" sz="1600" dirty="0">
                  <a:solidFill>
                    <a:schemeClr val="tx2">
                      <a:lumMod val="85000"/>
                      <a:lumOff val="15000"/>
                      <a:alpha val="60000"/>
                    </a:schemeClr>
                  </a:solidFill>
                  <a:cs typeface="+mn-ea"/>
                  <a:sym typeface="+mn-lt"/>
                </a:rPr>
                <a:t>单击此处输入你的正文，文字是您思想的提炼，为了最终演示发布的良好效果，请尽量言简意赅的阐述观点；根据需要可酌情增减文字</a:t>
              </a:r>
              <a:r>
                <a:rPr lang="en-US" altLang="zh-CN" sz="1600" dirty="0">
                  <a:solidFill>
                    <a:schemeClr val="tx2">
                      <a:lumMod val="85000"/>
                      <a:lumOff val="15000"/>
                      <a:alpha val="60000"/>
                    </a:schemeClr>
                  </a:solidFill>
                  <a:cs typeface="+mn-ea"/>
                  <a:sym typeface="+mn-lt"/>
                </a:rPr>
                <a:t>…</a:t>
              </a:r>
              <a:endParaRPr lang="en-US" altLang="zh-CN" sz="1600" dirty="0">
                <a:solidFill>
                  <a:schemeClr val="tx2">
                    <a:lumMod val="85000"/>
                    <a:lumOff val="15000"/>
                    <a:alpha val="60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87" name="组合 86"/>
            <p:cNvGrpSpPr/>
            <p:nvPr/>
          </p:nvGrpSpPr>
          <p:grpSpPr>
            <a:xfrm>
              <a:off x="4184313" y="4123345"/>
              <a:ext cx="3823374" cy="234675"/>
              <a:chOff x="4125062" y="5172812"/>
              <a:chExt cx="3823374" cy="234675"/>
            </a:xfrm>
          </p:grpSpPr>
          <p:cxnSp>
            <p:nvCxnSpPr>
              <p:cNvPr id="82" name="直接连接符 81"/>
              <p:cNvCxnSpPr/>
              <p:nvPr/>
            </p:nvCxnSpPr>
            <p:spPr>
              <a:xfrm flipH="1">
                <a:off x="4125062" y="5290149"/>
                <a:ext cx="3823374" cy="0"/>
              </a:xfrm>
              <a:prstGeom prst="line">
                <a:avLst/>
              </a:prstGeom>
              <a:ln w="25400">
                <a:solidFill>
                  <a:srgbClr val="FAA718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接连接符 82"/>
              <p:cNvCxnSpPr/>
              <p:nvPr/>
            </p:nvCxnSpPr>
            <p:spPr>
              <a:xfrm flipV="1">
                <a:off x="4264406" y="5172812"/>
                <a:ext cx="0" cy="234675"/>
              </a:xfrm>
              <a:prstGeom prst="line">
                <a:avLst/>
              </a:prstGeom>
              <a:ln w="25400">
                <a:solidFill>
                  <a:srgbClr val="FAA718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直接连接符 84"/>
              <p:cNvCxnSpPr/>
              <p:nvPr/>
            </p:nvCxnSpPr>
            <p:spPr>
              <a:xfrm flipV="1">
                <a:off x="7788656" y="5172812"/>
                <a:ext cx="0" cy="234675"/>
              </a:xfrm>
              <a:prstGeom prst="line">
                <a:avLst/>
              </a:prstGeom>
              <a:ln w="25400">
                <a:solidFill>
                  <a:srgbClr val="FAA718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1" name="组合 90"/>
            <p:cNvGrpSpPr/>
            <p:nvPr/>
          </p:nvGrpSpPr>
          <p:grpSpPr>
            <a:xfrm>
              <a:off x="4311928" y="1134161"/>
              <a:ext cx="3568144" cy="2215991"/>
              <a:chOff x="4943487" y="172322"/>
              <a:chExt cx="3568144" cy="2215991"/>
            </a:xfrm>
          </p:grpSpPr>
          <p:grpSp>
            <p:nvGrpSpPr>
              <p:cNvPr id="45" name="组合 44"/>
              <p:cNvGrpSpPr/>
              <p:nvPr/>
            </p:nvGrpSpPr>
            <p:grpSpPr>
              <a:xfrm>
                <a:off x="4943487" y="172322"/>
                <a:ext cx="3568144" cy="2215991"/>
                <a:chOff x="4880560" y="827813"/>
                <a:chExt cx="3568144" cy="2215991"/>
              </a:xfrm>
            </p:grpSpPr>
            <p:sp>
              <p:nvSpPr>
                <p:cNvPr id="43" name="矩形 42"/>
                <p:cNvSpPr/>
                <p:nvPr/>
              </p:nvSpPr>
              <p:spPr>
                <a:xfrm>
                  <a:off x="4880560" y="827813"/>
                  <a:ext cx="1566454" cy="221599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13800" b="1" dirty="0">
                      <a:ln w="38100">
                        <a:solidFill>
                          <a:srgbClr val="2B357A"/>
                        </a:solidFill>
                      </a:ln>
                      <a:solidFill>
                        <a:srgbClr val="2B357A"/>
                      </a:solidFill>
                      <a:cs typeface="+mn-ea"/>
                      <a:sym typeface="+mn-lt"/>
                    </a:rPr>
                    <a:t>O</a:t>
                  </a:r>
                  <a:endParaRPr lang="zh-CN" altLang="en-US" sz="13800" b="1" dirty="0">
                    <a:ln w="38100">
                      <a:solidFill>
                        <a:srgbClr val="2B357A"/>
                      </a:solidFill>
                    </a:ln>
                    <a:solidFill>
                      <a:srgbClr val="2B357A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44" name="矩形 43"/>
                <p:cNvSpPr/>
                <p:nvPr/>
              </p:nvSpPr>
              <p:spPr>
                <a:xfrm>
                  <a:off x="6252269" y="827813"/>
                  <a:ext cx="2196435" cy="221599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13800" b="1" dirty="0">
                      <a:ln w="38100">
                        <a:solidFill>
                          <a:srgbClr val="F2634B"/>
                        </a:solidFill>
                      </a:ln>
                      <a:solidFill>
                        <a:srgbClr val="F2634B"/>
                      </a:solidFill>
                      <a:cs typeface="+mn-ea"/>
                      <a:sym typeface="+mn-lt"/>
                    </a:rPr>
                    <a:t>ne</a:t>
                  </a:r>
                  <a:endParaRPr lang="zh-CN" altLang="en-US" sz="13800" b="1" dirty="0">
                    <a:ln w="38100">
                      <a:solidFill>
                        <a:srgbClr val="F2634B"/>
                      </a:solidFill>
                    </a:ln>
                    <a:solidFill>
                      <a:srgbClr val="F2634B"/>
                    </a:solidFill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90" name="组合 89"/>
              <p:cNvGrpSpPr/>
              <p:nvPr/>
            </p:nvGrpSpPr>
            <p:grpSpPr>
              <a:xfrm>
                <a:off x="6411898" y="391750"/>
                <a:ext cx="1738234" cy="369332"/>
                <a:chOff x="6411898" y="391750"/>
                <a:chExt cx="1738234" cy="369332"/>
              </a:xfrm>
            </p:grpSpPr>
            <p:sp>
              <p:nvSpPr>
                <p:cNvPr id="88" name="矩形 87"/>
                <p:cNvSpPr/>
                <p:nvPr/>
              </p:nvSpPr>
              <p:spPr>
                <a:xfrm>
                  <a:off x="6411898" y="391750"/>
                  <a:ext cx="1556836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dirty="0">
                      <a:ln w="15875">
                        <a:solidFill>
                          <a:srgbClr val="61C9DC"/>
                        </a:solidFill>
                      </a:ln>
                      <a:solidFill>
                        <a:srgbClr val="61C9DC"/>
                      </a:solidFill>
                      <a:cs typeface="+mn-ea"/>
                      <a:sym typeface="+mn-lt"/>
                    </a:rPr>
                    <a:t>Chapter One</a:t>
                  </a:r>
                  <a:endParaRPr lang="zh-CN" altLang="en-US" dirty="0">
                    <a:ln w="15875">
                      <a:solidFill>
                        <a:srgbClr val="61C9DC"/>
                      </a:solidFill>
                    </a:ln>
                    <a:solidFill>
                      <a:srgbClr val="61C9DC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89" name="任意多边形: 形状 88"/>
                <p:cNvSpPr/>
                <p:nvPr/>
              </p:nvSpPr>
              <p:spPr>
                <a:xfrm flipH="1">
                  <a:off x="7995990" y="501159"/>
                  <a:ext cx="154142" cy="154142"/>
                </a:xfrm>
                <a:custGeom>
                  <a:avLst/>
                  <a:gdLst>
                    <a:gd name="connsiteX0" fmla="*/ 166783 w 171450"/>
                    <a:gd name="connsiteY0" fmla="*/ 86963 h 171450"/>
                    <a:gd name="connsiteX1" fmla="*/ 86963 w 171450"/>
                    <a:gd name="connsiteY1" fmla="*/ 166783 h 171450"/>
                    <a:gd name="connsiteX2" fmla="*/ 7144 w 171450"/>
                    <a:gd name="connsiteY2" fmla="*/ 86963 h 171450"/>
                    <a:gd name="connsiteX3" fmla="*/ 86963 w 171450"/>
                    <a:gd name="connsiteY3" fmla="*/ 7144 h 171450"/>
                    <a:gd name="connsiteX4" fmla="*/ 166783 w 171450"/>
                    <a:gd name="connsiteY4" fmla="*/ 86963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450" h="171450">
                      <a:moveTo>
                        <a:pt x="166783" y="86963"/>
                      </a:moveTo>
                      <a:cubicBezTo>
                        <a:pt x="166783" y="131047"/>
                        <a:pt x="131046" y="166783"/>
                        <a:pt x="86963" y="166783"/>
                      </a:cubicBezTo>
                      <a:cubicBezTo>
                        <a:pt x="42880" y="166783"/>
                        <a:pt x="7144" y="131047"/>
                        <a:pt x="7144" y="86963"/>
                      </a:cubicBezTo>
                      <a:cubicBezTo>
                        <a:pt x="7144" y="42880"/>
                        <a:pt x="42880" y="7144"/>
                        <a:pt x="86963" y="7144"/>
                      </a:cubicBezTo>
                      <a:cubicBezTo>
                        <a:pt x="131046" y="7144"/>
                        <a:pt x="166783" y="42880"/>
                        <a:pt x="166783" y="86963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</p:grpSp>
        <p:sp>
          <p:nvSpPr>
            <p:cNvPr id="92" name="任意多边形: 形状 91"/>
            <p:cNvSpPr/>
            <p:nvPr/>
          </p:nvSpPr>
          <p:spPr>
            <a:xfrm>
              <a:off x="7790460" y="1292000"/>
              <a:ext cx="434453" cy="434453"/>
            </a:xfrm>
            <a:custGeom>
              <a:avLst/>
              <a:gdLst>
                <a:gd name="connsiteX0" fmla="*/ 7144 w 342900"/>
                <a:gd name="connsiteY0" fmla="*/ 7144 h 342900"/>
                <a:gd name="connsiteX1" fmla="*/ 7144 w 342900"/>
                <a:gd name="connsiteY1" fmla="*/ 336899 h 342900"/>
                <a:gd name="connsiteX2" fmla="*/ 336899 w 342900"/>
                <a:gd name="connsiteY2" fmla="*/ 336899 h 342900"/>
                <a:gd name="connsiteX3" fmla="*/ 336899 w 342900"/>
                <a:gd name="connsiteY3" fmla="*/ 7144 h 342900"/>
                <a:gd name="connsiteX4" fmla="*/ 7144 w 342900"/>
                <a:gd name="connsiteY4" fmla="*/ 7144 h 342900"/>
                <a:gd name="connsiteX5" fmla="*/ 285274 w 342900"/>
                <a:gd name="connsiteY5" fmla="*/ 285274 h 342900"/>
                <a:gd name="connsiteX6" fmla="*/ 195453 w 342900"/>
                <a:gd name="connsiteY6" fmla="*/ 285274 h 342900"/>
                <a:gd name="connsiteX7" fmla="*/ 285274 w 342900"/>
                <a:gd name="connsiteY7" fmla="*/ 195453 h 342900"/>
                <a:gd name="connsiteX8" fmla="*/ 285274 w 342900"/>
                <a:gd name="connsiteY8" fmla="*/ 285274 h 342900"/>
                <a:gd name="connsiteX9" fmla="*/ 58769 w 342900"/>
                <a:gd name="connsiteY9" fmla="*/ 285274 h 342900"/>
                <a:gd name="connsiteX10" fmla="*/ 58769 w 342900"/>
                <a:gd name="connsiteY10" fmla="*/ 285274 h 342900"/>
                <a:gd name="connsiteX11" fmla="*/ 58769 w 342900"/>
                <a:gd name="connsiteY11" fmla="*/ 58674 h 342900"/>
                <a:gd name="connsiteX12" fmla="*/ 285274 w 342900"/>
                <a:gd name="connsiteY12" fmla="*/ 58674 h 342900"/>
                <a:gd name="connsiteX13" fmla="*/ 285274 w 342900"/>
                <a:gd name="connsiteY13" fmla="*/ 58674 h 342900"/>
                <a:gd name="connsiteX14" fmla="*/ 58769 w 342900"/>
                <a:gd name="connsiteY14" fmla="*/ 285274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42900" h="342900">
                  <a:moveTo>
                    <a:pt x="7144" y="7144"/>
                  </a:moveTo>
                  <a:lnTo>
                    <a:pt x="7144" y="336899"/>
                  </a:lnTo>
                  <a:lnTo>
                    <a:pt x="336899" y="336899"/>
                  </a:lnTo>
                  <a:lnTo>
                    <a:pt x="336899" y="7144"/>
                  </a:lnTo>
                  <a:lnTo>
                    <a:pt x="7144" y="7144"/>
                  </a:lnTo>
                  <a:close/>
                  <a:moveTo>
                    <a:pt x="285274" y="285274"/>
                  </a:moveTo>
                  <a:lnTo>
                    <a:pt x="195453" y="285274"/>
                  </a:lnTo>
                  <a:cubicBezTo>
                    <a:pt x="232124" y="263080"/>
                    <a:pt x="263080" y="232124"/>
                    <a:pt x="285274" y="195453"/>
                  </a:cubicBezTo>
                  <a:lnTo>
                    <a:pt x="285274" y="285274"/>
                  </a:lnTo>
                  <a:close/>
                  <a:moveTo>
                    <a:pt x="58769" y="285274"/>
                  </a:moveTo>
                  <a:lnTo>
                    <a:pt x="58769" y="285274"/>
                  </a:lnTo>
                  <a:lnTo>
                    <a:pt x="58769" y="58674"/>
                  </a:lnTo>
                  <a:lnTo>
                    <a:pt x="285274" y="58674"/>
                  </a:lnTo>
                  <a:lnTo>
                    <a:pt x="285274" y="58674"/>
                  </a:lnTo>
                  <a:cubicBezTo>
                    <a:pt x="285274" y="183832"/>
                    <a:pt x="183833" y="285274"/>
                    <a:pt x="58769" y="285274"/>
                  </a:cubicBezTo>
                  <a:close/>
                </a:path>
              </a:pathLst>
            </a:custGeom>
            <a:solidFill>
              <a:srgbClr val="F2634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/>
        </p:nvGrpSpPr>
        <p:grpSpPr>
          <a:xfrm>
            <a:off x="6170895" y="1456874"/>
            <a:ext cx="4822345" cy="3943654"/>
            <a:chOff x="6170895" y="1456874"/>
            <a:chExt cx="4822345" cy="3943654"/>
          </a:xfrm>
        </p:grpSpPr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992224" y="1456874"/>
              <a:ext cx="4001016" cy="3943056"/>
            </a:xfrm>
            <a:prstGeom prst="rect">
              <a:avLst/>
            </a:prstGeom>
          </p:spPr>
        </p:pic>
        <p:grpSp>
          <p:nvGrpSpPr>
            <p:cNvPr id="2" name="组合 1"/>
            <p:cNvGrpSpPr/>
            <p:nvPr/>
          </p:nvGrpSpPr>
          <p:grpSpPr>
            <a:xfrm>
              <a:off x="6170895" y="1457472"/>
              <a:ext cx="776084" cy="3943056"/>
              <a:chOff x="6170895" y="1631944"/>
              <a:chExt cx="776084" cy="3943056"/>
            </a:xfrm>
          </p:grpSpPr>
          <p:sp>
            <p:nvSpPr>
              <p:cNvPr id="3" name="矩形 2"/>
              <p:cNvSpPr/>
              <p:nvPr/>
            </p:nvSpPr>
            <p:spPr>
              <a:xfrm>
                <a:off x="6170895" y="1631944"/>
                <a:ext cx="719390" cy="394305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" name="文本框 3"/>
              <p:cNvSpPr txBox="1"/>
              <p:nvPr/>
            </p:nvSpPr>
            <p:spPr>
              <a:xfrm rot="5400000">
                <a:off x="4746922" y="3331057"/>
                <a:ext cx="3702488" cy="6976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8000"/>
                  </a:lnSpc>
                </a:pPr>
                <a:r>
                  <a:rPr lang="en-US" altLang="zh-CN" sz="2800" b="1" spc="1000" dirty="0">
                    <a:solidFill>
                      <a:schemeClr val="bg1">
                        <a:alpha val="30000"/>
                      </a:schemeClr>
                    </a:solidFill>
                    <a:cs typeface="+mn-ea"/>
                    <a:sym typeface="+mn-lt"/>
                  </a:rPr>
                  <a:t>INFOMATION</a:t>
                </a:r>
                <a:endParaRPr lang="zh-CN" altLang="en-US" sz="2800" b="1" spc="1000" dirty="0">
                  <a:solidFill>
                    <a:schemeClr val="bg1">
                      <a:alpha val="3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5" name="组合 4"/>
          <p:cNvGrpSpPr/>
          <p:nvPr/>
        </p:nvGrpSpPr>
        <p:grpSpPr>
          <a:xfrm>
            <a:off x="1110484" y="1439779"/>
            <a:ext cx="4368961" cy="3932486"/>
            <a:chOff x="1110484" y="1439779"/>
            <a:chExt cx="4368961" cy="3932486"/>
          </a:xfrm>
        </p:grpSpPr>
        <p:cxnSp>
          <p:nvCxnSpPr>
            <p:cNvPr id="15" name="直接连接符 14"/>
            <p:cNvCxnSpPr/>
            <p:nvPr/>
          </p:nvCxnSpPr>
          <p:spPr>
            <a:xfrm>
              <a:off x="5479445" y="2174284"/>
              <a:ext cx="0" cy="2486178"/>
            </a:xfrm>
            <a:prstGeom prst="line">
              <a:avLst/>
            </a:prstGeom>
            <a:ln>
              <a:solidFill>
                <a:schemeClr val="bg1">
                  <a:lumMod val="8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" name="组合 27"/>
            <p:cNvGrpSpPr/>
            <p:nvPr/>
          </p:nvGrpSpPr>
          <p:grpSpPr>
            <a:xfrm>
              <a:off x="1110484" y="1439779"/>
              <a:ext cx="3868282" cy="3932486"/>
              <a:chOff x="1367860" y="1477539"/>
              <a:chExt cx="3868282" cy="3932486"/>
            </a:xfrm>
          </p:grpSpPr>
          <p:sp>
            <p:nvSpPr>
              <p:cNvPr id="29" name="文本框 28"/>
              <p:cNvSpPr txBox="1"/>
              <p:nvPr/>
            </p:nvSpPr>
            <p:spPr>
              <a:xfrm>
                <a:off x="1367860" y="2880102"/>
                <a:ext cx="3868282" cy="25299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400"/>
                  </a:lnSpc>
                </a:pPr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单击此处输入你的正文，为了最终演示发布的良好效果，请尽量言简意赅的阐述观点；根据需要可酌情增减文字，以便观者可以准确理解您所传达的信息。</a:t>
                </a:r>
                <a:endParaRPr lang="en-US" altLang="zh-CN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  <a:p>
                <a:pPr>
                  <a:lnSpc>
                    <a:spcPts val="2400"/>
                  </a:lnSpc>
                </a:pPr>
                <a:endParaRPr lang="zh-CN" alt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  <a:p>
                <a:pPr>
                  <a:lnSpc>
                    <a:spcPts val="2400"/>
                  </a:lnSpc>
                </a:pPr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您的正文已经简明扼要，字字珠玑，但信息却错综复杂，需要用更多的文字来表述；请您尽可能提炼思想的精髓。</a:t>
                </a:r>
                <a:endParaRPr lang="en-US" altLang="zh-CN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grpSp>
            <p:nvGrpSpPr>
              <p:cNvPr id="30" name="组合 29"/>
              <p:cNvGrpSpPr/>
              <p:nvPr/>
            </p:nvGrpSpPr>
            <p:grpSpPr>
              <a:xfrm>
                <a:off x="1367860" y="1477539"/>
                <a:ext cx="2749471" cy="1218623"/>
                <a:chOff x="1673305" y="1275612"/>
                <a:chExt cx="2749471" cy="1218623"/>
              </a:xfrm>
            </p:grpSpPr>
            <p:sp>
              <p:nvSpPr>
                <p:cNvPr id="31" name="文本框 30"/>
                <p:cNvSpPr txBox="1"/>
                <p:nvPr/>
              </p:nvSpPr>
              <p:spPr>
                <a:xfrm>
                  <a:off x="1673305" y="1275612"/>
                  <a:ext cx="2749471" cy="7078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4000" b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cs typeface="+mn-ea"/>
                      <a:sym typeface="+mn-lt"/>
                    </a:rPr>
                    <a:t>请添加标题</a:t>
                  </a:r>
                  <a:endParaRPr lang="zh-CN" altLang="en-US" sz="4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2" name="文本框 31"/>
                <p:cNvSpPr txBox="1"/>
                <p:nvPr/>
              </p:nvSpPr>
              <p:spPr>
                <a:xfrm>
                  <a:off x="1673305" y="1926240"/>
                  <a:ext cx="244169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600" dirty="0">
                      <a:solidFill>
                        <a:schemeClr val="tx2">
                          <a:lumMod val="85000"/>
                          <a:lumOff val="15000"/>
                          <a:alpha val="50000"/>
                        </a:schemeClr>
                      </a:solidFill>
                      <a:cs typeface="+mn-ea"/>
                      <a:sym typeface="+mn-lt"/>
                    </a:rPr>
                    <a:t>单击此处添加副标题内容</a:t>
                  </a:r>
                  <a:endParaRPr lang="zh-CN" altLang="en-US" sz="1600" dirty="0">
                    <a:solidFill>
                      <a:schemeClr val="tx2">
                        <a:lumMod val="85000"/>
                        <a:lumOff val="15000"/>
                        <a:alpha val="50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3" name="矩形: 圆角 32"/>
                <p:cNvSpPr/>
                <p:nvPr/>
              </p:nvSpPr>
              <p:spPr>
                <a:xfrm flipV="1">
                  <a:off x="1774905" y="2384399"/>
                  <a:ext cx="678652" cy="1098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</p:grp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>
            <a:off x="970036" y="2229753"/>
            <a:ext cx="10182906" cy="2754592"/>
            <a:chOff x="1018610" y="3749268"/>
            <a:chExt cx="10182906" cy="2754592"/>
          </a:xfrm>
        </p:grpSpPr>
        <p:grpSp>
          <p:nvGrpSpPr>
            <p:cNvPr id="28" name="组合 27"/>
            <p:cNvGrpSpPr/>
            <p:nvPr/>
          </p:nvGrpSpPr>
          <p:grpSpPr>
            <a:xfrm>
              <a:off x="8965005" y="3749268"/>
              <a:ext cx="2236511" cy="1144929"/>
              <a:chOff x="1253026" y="3756248"/>
              <a:chExt cx="2236511" cy="1144929"/>
            </a:xfrm>
          </p:grpSpPr>
          <p:sp>
            <p:nvSpPr>
              <p:cNvPr id="29" name="文本框 28"/>
              <p:cNvSpPr txBox="1"/>
              <p:nvPr/>
            </p:nvSpPr>
            <p:spPr>
              <a:xfrm>
                <a:off x="1253026" y="3756248"/>
                <a:ext cx="17235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b="1" dirty="0">
                    <a:solidFill>
                      <a:schemeClr val="bg2"/>
                    </a:solidFill>
                    <a:cs typeface="+mn-ea"/>
                    <a:sym typeface="+mn-lt"/>
                  </a:rPr>
                  <a:t>添加小标题</a:t>
                </a:r>
                <a:endParaRPr lang="zh-CN" altLang="en-US" sz="2400" b="1" dirty="0">
                  <a:solidFill>
                    <a:schemeClr val="bg2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0" name="文本框 29"/>
              <p:cNvSpPr txBox="1"/>
              <p:nvPr/>
            </p:nvSpPr>
            <p:spPr>
              <a:xfrm>
                <a:off x="1253026" y="4217913"/>
                <a:ext cx="2236511" cy="6832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400"/>
                  </a:lnSpc>
                </a:pPr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单击此处输入你的正文</a:t>
                </a:r>
                <a:endParaRPr lang="en-US" altLang="zh-CN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  <a:p>
                <a:pPr>
                  <a:lnSpc>
                    <a:spcPts val="2400"/>
                  </a:lnSpc>
                </a:pPr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言简意赅的阐述观点</a:t>
                </a:r>
                <a:endParaRPr lang="en-US" altLang="zh-CN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31" name="组合 30"/>
            <p:cNvGrpSpPr/>
            <p:nvPr/>
          </p:nvGrpSpPr>
          <p:grpSpPr>
            <a:xfrm>
              <a:off x="8965005" y="5358931"/>
              <a:ext cx="2236511" cy="1144929"/>
              <a:chOff x="1253027" y="3756248"/>
              <a:chExt cx="2236511" cy="1144929"/>
            </a:xfrm>
          </p:grpSpPr>
          <p:sp>
            <p:nvSpPr>
              <p:cNvPr id="32" name="文本框 31"/>
              <p:cNvSpPr txBox="1"/>
              <p:nvPr/>
            </p:nvSpPr>
            <p:spPr>
              <a:xfrm>
                <a:off x="1253027" y="3756248"/>
                <a:ext cx="17235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b="1" dirty="0">
                    <a:solidFill>
                      <a:schemeClr val="bg2"/>
                    </a:solidFill>
                    <a:cs typeface="+mn-ea"/>
                    <a:sym typeface="+mn-lt"/>
                  </a:rPr>
                  <a:t>添加小标题</a:t>
                </a:r>
                <a:endParaRPr lang="zh-CN" altLang="en-US" sz="2400" b="1" dirty="0">
                  <a:solidFill>
                    <a:schemeClr val="bg2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3" name="文本框 32"/>
              <p:cNvSpPr txBox="1"/>
              <p:nvPr/>
            </p:nvSpPr>
            <p:spPr>
              <a:xfrm>
                <a:off x="1253027" y="4217913"/>
                <a:ext cx="2236511" cy="6832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400"/>
                  </a:lnSpc>
                </a:pPr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单击此处输入你的正文</a:t>
                </a:r>
                <a:endParaRPr lang="en-US" altLang="zh-CN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  <a:p>
                <a:pPr>
                  <a:lnSpc>
                    <a:spcPts val="2400"/>
                  </a:lnSpc>
                </a:pPr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言简意赅的阐述观点</a:t>
                </a:r>
                <a:endParaRPr lang="en-US" altLang="zh-CN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38" name="组合 37"/>
            <p:cNvGrpSpPr/>
            <p:nvPr/>
          </p:nvGrpSpPr>
          <p:grpSpPr>
            <a:xfrm>
              <a:off x="1018610" y="3749268"/>
              <a:ext cx="2236511" cy="2754592"/>
              <a:chOff x="1018610" y="3749268"/>
              <a:chExt cx="2236511" cy="2754592"/>
            </a:xfrm>
          </p:grpSpPr>
          <p:grpSp>
            <p:nvGrpSpPr>
              <p:cNvPr id="37" name="组合 36"/>
              <p:cNvGrpSpPr/>
              <p:nvPr/>
            </p:nvGrpSpPr>
            <p:grpSpPr>
              <a:xfrm>
                <a:off x="1018610" y="3749268"/>
                <a:ext cx="2236511" cy="2754592"/>
                <a:chOff x="1018610" y="3749268"/>
                <a:chExt cx="2236511" cy="2754592"/>
              </a:xfrm>
            </p:grpSpPr>
            <p:grpSp>
              <p:nvGrpSpPr>
                <p:cNvPr id="24" name="组合 23"/>
                <p:cNvGrpSpPr/>
                <p:nvPr/>
              </p:nvGrpSpPr>
              <p:grpSpPr>
                <a:xfrm>
                  <a:off x="1018611" y="3749268"/>
                  <a:ext cx="2236510" cy="1144929"/>
                  <a:chOff x="1018611" y="3756248"/>
                  <a:chExt cx="2236510" cy="1144929"/>
                </a:xfrm>
              </p:grpSpPr>
              <p:sp>
                <p:nvSpPr>
                  <p:cNvPr id="11" name="文本框 10"/>
                  <p:cNvSpPr txBox="1"/>
                  <p:nvPr/>
                </p:nvSpPr>
                <p:spPr>
                  <a:xfrm>
                    <a:off x="1531572" y="3756248"/>
                    <a:ext cx="1723549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zh-CN" altLang="en-US" sz="2400" b="1" dirty="0">
                        <a:solidFill>
                          <a:schemeClr val="bg2"/>
                        </a:solidFill>
                        <a:cs typeface="+mn-ea"/>
                        <a:sym typeface="+mn-lt"/>
                      </a:rPr>
                      <a:t>添加小标题</a:t>
                    </a:r>
                    <a:endParaRPr lang="zh-CN" altLang="en-US" sz="2400" b="1" dirty="0">
                      <a:solidFill>
                        <a:schemeClr val="bg2"/>
                      </a:solidFill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" name="文本框 11"/>
                  <p:cNvSpPr txBox="1"/>
                  <p:nvPr/>
                </p:nvSpPr>
                <p:spPr>
                  <a:xfrm>
                    <a:off x="1018611" y="4217913"/>
                    <a:ext cx="2236510" cy="68326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r">
                      <a:lnSpc>
                        <a:spcPts val="2400"/>
                      </a:lnSpc>
                    </a:pPr>
                    <a:r>
                      <a:rPr lang="zh-CN" altLang="en-US" sz="16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cs typeface="+mn-ea"/>
                        <a:sym typeface="+mn-lt"/>
                      </a:rPr>
                      <a:t>单击此处输入你的正文</a:t>
                    </a:r>
                    <a:endParaRPr lang="en-US" altLang="zh-CN" sz="1600" dirty="0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cs typeface="+mn-ea"/>
                      <a:sym typeface="+mn-lt"/>
                    </a:endParaRPr>
                  </a:p>
                  <a:p>
                    <a:pPr algn="r">
                      <a:lnSpc>
                        <a:spcPts val="2400"/>
                      </a:lnSpc>
                    </a:pPr>
                    <a:r>
                      <a:rPr lang="zh-CN" altLang="en-US" sz="16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cs typeface="+mn-ea"/>
                        <a:sym typeface="+mn-lt"/>
                      </a:rPr>
                      <a:t>言简意赅的阐述观点</a:t>
                    </a:r>
                    <a:endParaRPr lang="en-US" altLang="zh-CN" sz="1600" dirty="0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cs typeface="+mn-ea"/>
                      <a:sym typeface="+mn-lt"/>
                    </a:endParaRPr>
                  </a:p>
                </p:txBody>
              </p:sp>
            </p:grpSp>
            <p:grpSp>
              <p:nvGrpSpPr>
                <p:cNvPr id="25" name="组合 24"/>
                <p:cNvGrpSpPr/>
                <p:nvPr/>
              </p:nvGrpSpPr>
              <p:grpSpPr>
                <a:xfrm>
                  <a:off x="1018610" y="5358931"/>
                  <a:ext cx="2236511" cy="1144929"/>
                  <a:chOff x="1018611" y="3756248"/>
                  <a:chExt cx="2236511" cy="1144929"/>
                </a:xfrm>
              </p:grpSpPr>
              <p:sp>
                <p:nvSpPr>
                  <p:cNvPr id="26" name="文本框 25"/>
                  <p:cNvSpPr txBox="1"/>
                  <p:nvPr/>
                </p:nvSpPr>
                <p:spPr>
                  <a:xfrm>
                    <a:off x="1531573" y="3756248"/>
                    <a:ext cx="1723549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zh-CN" altLang="en-US" sz="2400" b="1" dirty="0">
                        <a:solidFill>
                          <a:schemeClr val="bg2"/>
                        </a:solidFill>
                        <a:cs typeface="+mn-ea"/>
                        <a:sym typeface="+mn-lt"/>
                      </a:rPr>
                      <a:t>添加小标题</a:t>
                    </a:r>
                    <a:endParaRPr lang="zh-CN" altLang="en-US" sz="2400" b="1" dirty="0">
                      <a:solidFill>
                        <a:schemeClr val="bg2"/>
                      </a:solidFill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7" name="文本框 26"/>
                  <p:cNvSpPr txBox="1"/>
                  <p:nvPr/>
                </p:nvSpPr>
                <p:spPr>
                  <a:xfrm>
                    <a:off x="1018611" y="4217913"/>
                    <a:ext cx="2236511" cy="68326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r">
                      <a:lnSpc>
                        <a:spcPts val="2400"/>
                      </a:lnSpc>
                    </a:pPr>
                    <a:r>
                      <a:rPr lang="zh-CN" altLang="en-US" sz="16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cs typeface="+mn-ea"/>
                        <a:sym typeface="+mn-lt"/>
                      </a:rPr>
                      <a:t>单击此处输入你的正文</a:t>
                    </a:r>
                    <a:endParaRPr lang="en-US" altLang="zh-CN" sz="1600" dirty="0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cs typeface="+mn-ea"/>
                      <a:sym typeface="+mn-lt"/>
                    </a:endParaRPr>
                  </a:p>
                  <a:p>
                    <a:pPr algn="r">
                      <a:lnSpc>
                        <a:spcPts val="2400"/>
                      </a:lnSpc>
                    </a:pPr>
                    <a:r>
                      <a:rPr lang="zh-CN" altLang="en-US" sz="16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cs typeface="+mn-ea"/>
                        <a:sym typeface="+mn-lt"/>
                      </a:rPr>
                      <a:t>言简意赅的阐述观点</a:t>
                    </a:r>
                    <a:endParaRPr lang="en-US" altLang="zh-CN" sz="1600" dirty="0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cs typeface="+mn-ea"/>
                      <a:sym typeface="+mn-lt"/>
                    </a:endParaRPr>
                  </a:p>
                </p:txBody>
              </p:sp>
            </p:grpSp>
          </p:grpSp>
          <p:cxnSp>
            <p:nvCxnSpPr>
              <p:cNvPr id="34" name="直接连接符 33"/>
              <p:cNvCxnSpPr/>
              <p:nvPr/>
            </p:nvCxnSpPr>
            <p:spPr>
              <a:xfrm flipH="1">
                <a:off x="1170940" y="5139042"/>
                <a:ext cx="1864541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5" name="直接连接符 34"/>
            <p:cNvCxnSpPr/>
            <p:nvPr/>
          </p:nvCxnSpPr>
          <p:spPr>
            <a:xfrm flipH="1">
              <a:off x="9126270" y="5139042"/>
              <a:ext cx="1864541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组合 5"/>
          <p:cNvGrpSpPr/>
          <p:nvPr/>
        </p:nvGrpSpPr>
        <p:grpSpPr>
          <a:xfrm>
            <a:off x="3712531" y="1372329"/>
            <a:ext cx="4669788" cy="4168137"/>
            <a:chOff x="3712531" y="1372329"/>
            <a:chExt cx="4669788" cy="4168137"/>
          </a:xfrm>
        </p:grpSpPr>
        <p:sp>
          <p:nvSpPr>
            <p:cNvPr id="2" name="矩形 1"/>
            <p:cNvSpPr/>
            <p:nvPr/>
          </p:nvSpPr>
          <p:spPr>
            <a:xfrm rot="5400000">
              <a:off x="5699029" y="-614169"/>
              <a:ext cx="696792" cy="46697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096000" y="2175359"/>
              <a:ext cx="2286319" cy="1638529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12531" y="2175360"/>
              <a:ext cx="2286319" cy="1638529"/>
            </a:xfrm>
            <a:prstGeom prst="rect">
              <a:avLst/>
            </a:prstGeom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12531" y="3901937"/>
              <a:ext cx="2286319" cy="1638529"/>
            </a:xfrm>
            <a:prstGeom prst="rect">
              <a:avLst/>
            </a:prstGeom>
          </p:spPr>
        </p:pic>
        <p:sp>
          <p:nvSpPr>
            <p:cNvPr id="15" name="文本框 14"/>
            <p:cNvSpPr txBox="1"/>
            <p:nvPr/>
          </p:nvSpPr>
          <p:spPr>
            <a:xfrm>
              <a:off x="4416722" y="1459115"/>
              <a:ext cx="326140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b="1" spc="600" dirty="0">
                  <a:solidFill>
                    <a:schemeClr val="bg1"/>
                  </a:solidFill>
                  <a:cs typeface="+mn-ea"/>
                  <a:sym typeface="+mn-lt"/>
                </a:rPr>
                <a:t>INFOMATION</a:t>
              </a:r>
              <a:endParaRPr lang="zh-CN" altLang="en-US" sz="2800" b="1" spc="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0708" y="3902166"/>
              <a:ext cx="2286320" cy="16383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746639" y="5213187"/>
            <a:ext cx="4698722" cy="3370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en-US" sz="1600" dirty="0">
                <a:solidFill>
                  <a:schemeClr val="tx2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单击此处输入你的正文，尽量言简意赅阐述观点；</a:t>
            </a:r>
            <a:endParaRPr lang="en-US" altLang="zh-CN" sz="1600" dirty="0">
              <a:solidFill>
                <a:schemeClr val="tx2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0" y="2359487"/>
            <a:ext cx="12192000" cy="2523449"/>
            <a:chOff x="0" y="2359487"/>
            <a:chExt cx="12192000" cy="2523449"/>
          </a:xfrm>
        </p:grpSpPr>
        <p:grpSp>
          <p:nvGrpSpPr>
            <p:cNvPr id="10" name="组合 9"/>
            <p:cNvGrpSpPr/>
            <p:nvPr/>
          </p:nvGrpSpPr>
          <p:grpSpPr>
            <a:xfrm>
              <a:off x="0" y="2359487"/>
              <a:ext cx="12192000" cy="2523449"/>
              <a:chOff x="-104172" y="2847167"/>
              <a:chExt cx="12296172" cy="2545010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-104172" y="2847167"/>
                <a:ext cx="3071757" cy="2545010"/>
              </a:xfrm>
              <a:prstGeom prst="rect">
                <a:avLst/>
              </a:prstGeom>
              <a:blipFill>
                <a:blip r:embed="rId1">
                  <a:extLst>
                    <a:ext uri="{BEBA8EAE-BF5A-486C-A8C5-ECC9F3942E4B}">
                      <a14:imgProps xmlns:a14="http://schemas.microsoft.com/office/drawing/2010/main">
                        <a14:imgLayer r:embed="rId2">
                          <a14:imgEffect>
                            <a14:brightnessContrast bright="5000"/>
                          </a14:imgEffect>
                          <a14:imgEffect>
                            <a14:saturation sat="70000"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2960630" y="2847167"/>
                <a:ext cx="3083284" cy="2545010"/>
              </a:xfrm>
              <a:prstGeom prst="rect">
                <a:avLst/>
              </a:prstGeom>
              <a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rightnessContrast bright="10000"/>
                          </a14:imgEffect>
                          <a14:imgEffect>
                            <a14:saturation sat="70000"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" name="矩形 7"/>
              <p:cNvSpPr/>
              <p:nvPr/>
            </p:nvSpPr>
            <p:spPr>
              <a:xfrm>
                <a:off x="6043914" y="2847167"/>
                <a:ext cx="3071757" cy="2545010"/>
              </a:xfrm>
              <a:prstGeom prst="rect">
                <a:avLst/>
              </a:prstGeom>
              <a:blipFill>
                <a:blip r:embed="rId5"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rightnessContrast bright="5000"/>
                          </a14:imgEffect>
                          <a14:imgEffect>
                            <a14:saturation sat="70000"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" name="矩形 8"/>
              <p:cNvSpPr/>
              <p:nvPr/>
            </p:nvSpPr>
            <p:spPr>
              <a:xfrm>
                <a:off x="9120243" y="2847167"/>
                <a:ext cx="3071757" cy="2545010"/>
              </a:xfrm>
              <a:prstGeom prst="rect">
                <a:avLst/>
              </a:prstGeom>
              <a:blipFill>
                <a:blip r:embed="rId7">
                  <a:extLst>
                    <a:ext uri="{BEBA8EAE-BF5A-486C-A8C5-ECC9F3942E4B}">
                      <a14:imgProps xmlns:a14="http://schemas.microsoft.com/office/drawing/2010/main">
                        <a14:imgLayer r:embed="rId8">
                          <a14:imgEffect>
                            <a14:brightnessContrast bright="2000"/>
                          </a14:imgEffect>
                          <a14:imgEffect>
                            <a14:saturation sat="70000"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1" name="组合 10"/>
            <p:cNvGrpSpPr/>
            <p:nvPr/>
          </p:nvGrpSpPr>
          <p:grpSpPr>
            <a:xfrm>
              <a:off x="5322975" y="2859617"/>
              <a:ext cx="1523189" cy="1523189"/>
              <a:chOff x="7680743" y="2769006"/>
              <a:chExt cx="1523189" cy="1523189"/>
            </a:xfrm>
          </p:grpSpPr>
          <p:sp>
            <p:nvSpPr>
              <p:cNvPr id="12" name="椭圆 11"/>
              <p:cNvSpPr/>
              <p:nvPr/>
            </p:nvSpPr>
            <p:spPr>
              <a:xfrm>
                <a:off x="7680743" y="2769006"/>
                <a:ext cx="1523189" cy="1523189"/>
              </a:xfrm>
              <a:prstGeom prst="ellipse">
                <a:avLst/>
              </a:prstGeom>
              <a:solidFill>
                <a:schemeClr val="accent4">
                  <a:alpha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400" dirty="0">
                  <a:cs typeface="+mn-ea"/>
                  <a:sym typeface="+mn-lt"/>
                </a:endParaRPr>
              </a:p>
            </p:txBody>
          </p:sp>
          <p:grpSp>
            <p:nvGrpSpPr>
              <p:cNvPr id="13" name="组合 12"/>
              <p:cNvGrpSpPr/>
              <p:nvPr/>
            </p:nvGrpSpPr>
            <p:grpSpPr>
              <a:xfrm>
                <a:off x="7893616" y="3011999"/>
                <a:ext cx="1138624" cy="1020174"/>
                <a:chOff x="7897967" y="3046135"/>
                <a:chExt cx="1138624" cy="1020174"/>
              </a:xfrm>
            </p:grpSpPr>
            <p:sp>
              <p:nvSpPr>
                <p:cNvPr id="14" name="文本框 13"/>
                <p:cNvSpPr txBox="1"/>
                <p:nvPr/>
              </p:nvSpPr>
              <p:spPr>
                <a:xfrm>
                  <a:off x="7897967" y="3046135"/>
                  <a:ext cx="1107996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4800" b="1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KPI</a:t>
                  </a:r>
                  <a:endParaRPr lang="zh-CN" altLang="en-US" sz="4800" b="1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5" name="文本框 14"/>
                <p:cNvSpPr txBox="1"/>
                <p:nvPr/>
              </p:nvSpPr>
              <p:spPr>
                <a:xfrm>
                  <a:off x="7928595" y="3696977"/>
                  <a:ext cx="110799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dist"/>
                  <a:r>
                    <a:rPr lang="en-US" altLang="zh-CN" spc="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LINE</a:t>
                  </a:r>
                  <a:endParaRPr lang="zh-CN" altLang="en-US" spc="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</p:grpSp>
      </p:grpSp>
      <p:sp>
        <p:nvSpPr>
          <p:cNvPr id="16" name="文本框 15"/>
          <p:cNvSpPr txBox="1"/>
          <p:nvPr/>
        </p:nvSpPr>
        <p:spPr>
          <a:xfrm>
            <a:off x="2182093" y="1351786"/>
            <a:ext cx="7827813" cy="68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zh-CN" altLang="en-US" sz="1600" dirty="0">
                <a:solidFill>
                  <a:schemeClr val="tx2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此处输入你的正文，为了最终演示发布的良好效果，请尽量言简意赅的阐述观点；</a:t>
            </a:r>
            <a:endParaRPr lang="en-US" altLang="zh-CN" sz="1600" dirty="0">
              <a:solidFill>
                <a:schemeClr val="tx2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algn="ctr">
              <a:lnSpc>
                <a:spcPts val="2400"/>
              </a:lnSpc>
            </a:pPr>
            <a:r>
              <a:rPr lang="zh-CN" altLang="en-US" sz="1600" dirty="0">
                <a:solidFill>
                  <a:schemeClr val="tx2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根据需要可酌情增减文字，以便观者可以准确理解您所传达的信息。</a:t>
            </a:r>
            <a:endParaRPr lang="en-US" altLang="zh-CN" sz="1600" dirty="0">
              <a:solidFill>
                <a:schemeClr val="tx2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文本框 79"/>
          <p:cNvSpPr txBox="1"/>
          <p:nvPr/>
        </p:nvSpPr>
        <p:spPr>
          <a:xfrm>
            <a:off x="3868100" y="5562540"/>
            <a:ext cx="4698723" cy="3754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zh-CN" altLang="en-US" sz="1600" dirty="0">
                <a:solidFill>
                  <a:schemeClr val="tx2">
                    <a:lumMod val="75000"/>
                    <a:lumOff val="25000"/>
                    <a:alpha val="90000"/>
                  </a:schemeClr>
                </a:solidFill>
                <a:cs typeface="+mn-ea"/>
                <a:sym typeface="+mn-lt"/>
              </a:rPr>
              <a:t>单击此处输入你的正文，尽量言简意赅阐述观点；</a:t>
            </a:r>
            <a:endParaRPr lang="en-US" altLang="zh-CN" sz="1600" dirty="0">
              <a:solidFill>
                <a:schemeClr val="tx2">
                  <a:lumMod val="75000"/>
                  <a:lumOff val="25000"/>
                  <a:alpha val="9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96107" y="714405"/>
            <a:ext cx="10764913" cy="4604135"/>
            <a:chOff x="396107" y="714405"/>
            <a:chExt cx="10764913" cy="4604135"/>
          </a:xfrm>
        </p:grpSpPr>
        <p:grpSp>
          <p:nvGrpSpPr>
            <p:cNvPr id="2" name="组合 1"/>
            <p:cNvGrpSpPr/>
            <p:nvPr/>
          </p:nvGrpSpPr>
          <p:grpSpPr>
            <a:xfrm>
              <a:off x="396107" y="1343314"/>
              <a:ext cx="10764913" cy="3975226"/>
              <a:chOff x="396107" y="1343314"/>
              <a:chExt cx="10764913" cy="3975226"/>
            </a:xfrm>
          </p:grpSpPr>
          <p:pic>
            <p:nvPicPr>
              <p:cNvPr id="21" name="图片 20"/>
              <p:cNvPicPr>
                <a:picLocks noChangeAspect="1"/>
              </p:cNvPicPr>
              <p:nvPr/>
            </p:nvPicPr>
            <p:blipFill>
              <a:blip r:embed="rId1">
                <a:extLst>
                  <a:ext uri="{BEBA8EAE-BF5A-486C-A8C5-ECC9F3942E4B}">
                    <a14:imgProps xmlns:a14="http://schemas.microsoft.com/office/drawing/2010/main">
                      <a14:imgLayer r:embed="rId2">
                        <a14:imgEffect>
                          <a14:brightnessContrast bright="2000"/>
                        </a14:imgEffect>
                        <a14:imgEffect>
                          <a14:saturation sat="7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1023858" y="1344065"/>
                <a:ext cx="1546186" cy="1594884"/>
              </a:xfrm>
              <a:prstGeom prst="rect">
                <a:avLst/>
              </a:prstGeom>
            </p:spPr>
          </p:pic>
          <p:sp>
            <p:nvSpPr>
              <p:cNvPr id="7" name="矩形: 剪去单角 6"/>
              <p:cNvSpPr/>
              <p:nvPr/>
            </p:nvSpPr>
            <p:spPr>
              <a:xfrm rot="10800000" flipH="1">
                <a:off x="2568478" y="1343314"/>
                <a:ext cx="3318879" cy="1595634"/>
              </a:xfrm>
              <a:prstGeom prst="snip1Rect">
                <a:avLst>
                  <a:gd name="adj" fmla="val 10256"/>
                </a:avLst>
              </a:prstGeom>
              <a:solidFill>
                <a:schemeClr val="bg1">
                  <a:lumMod val="95000"/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58000"/>
                  </a:lnSpc>
                </a:pPr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9" name="矩形 18"/>
              <p:cNvSpPr>
                <a:spLocks noChangeArrowheads="1"/>
              </p:cNvSpPr>
              <p:nvPr/>
            </p:nvSpPr>
            <p:spPr bwMode="auto">
              <a:xfrm>
                <a:off x="2818658" y="1511032"/>
                <a:ext cx="1933834" cy="49941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 lIns="68566" tIns="34283" rIns="68566" bIns="34283">
                <a:spAutoFit/>
              </a:bodyPr>
              <a:lstStyle/>
              <a:p>
                <a:pPr algn="ctr">
                  <a:lnSpc>
                    <a:spcPct val="158000"/>
                  </a:lnSpc>
                </a:pPr>
                <a:r>
                  <a:rPr lang="zh-CN" altLang="en-US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单击添加小标题</a:t>
                </a:r>
                <a:endParaRPr lang="en-US" altLang="zh-CN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0" name="矩形 47"/>
              <p:cNvSpPr>
                <a:spLocks noChangeArrowheads="1"/>
              </p:cNvSpPr>
              <p:nvPr/>
            </p:nvSpPr>
            <p:spPr bwMode="auto">
              <a:xfrm>
                <a:off x="2815330" y="2013049"/>
                <a:ext cx="2807442" cy="66016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 lIns="68566" tIns="34283" rIns="68566" bIns="34283">
                <a:spAutoFit/>
              </a:bodyPr>
              <a:lstStyle/>
              <a:p>
                <a:pPr>
                  <a:lnSpc>
                    <a:spcPts val="2400"/>
                  </a:lnSpc>
                  <a:buFont typeface="Arial" panose="020B0604020202020204" pitchFamily="34" charset="0"/>
                  <a:buNone/>
                </a:pPr>
                <a:r>
                  <a:rPr lang="zh-CN" alt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此处输入你的正文，为了良好效果，言简意赅的阐述观点；</a:t>
                </a:r>
                <a:endPara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pic>
            <p:nvPicPr>
              <p:cNvPr id="14" name="图片 13"/>
              <p:cNvPicPr>
                <a:picLocks noChangeAspect="1"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rightnessContrast bright="5000"/>
                        </a14:imgEffect>
                        <a14:imgEffect>
                          <a14:saturation sat="7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1021937" y="3326667"/>
                <a:ext cx="1546540" cy="1595249"/>
              </a:xfrm>
              <a:prstGeom prst="rect">
                <a:avLst/>
              </a:prstGeom>
            </p:spPr>
          </p:pic>
          <p:sp>
            <p:nvSpPr>
              <p:cNvPr id="11" name="矩形: 剪去单角 10"/>
              <p:cNvSpPr/>
              <p:nvPr/>
            </p:nvSpPr>
            <p:spPr>
              <a:xfrm rot="10800000" flipH="1">
                <a:off x="2568478" y="3326667"/>
                <a:ext cx="3318879" cy="1595634"/>
              </a:xfrm>
              <a:prstGeom prst="snip1Rect">
                <a:avLst>
                  <a:gd name="adj" fmla="val 10256"/>
                </a:avLst>
              </a:prstGeom>
              <a:solidFill>
                <a:schemeClr val="bg1">
                  <a:lumMod val="95000"/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58000"/>
                  </a:lnSpc>
                </a:pPr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2" name="矩形 11"/>
              <p:cNvSpPr>
                <a:spLocks noChangeArrowheads="1"/>
              </p:cNvSpPr>
              <p:nvPr/>
            </p:nvSpPr>
            <p:spPr bwMode="auto">
              <a:xfrm>
                <a:off x="2818657" y="3494385"/>
                <a:ext cx="1933834" cy="49941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 lIns="68566" tIns="34283" rIns="68566" bIns="34283">
                <a:spAutoFit/>
              </a:bodyPr>
              <a:lstStyle/>
              <a:p>
                <a:pPr algn="ctr">
                  <a:lnSpc>
                    <a:spcPct val="158000"/>
                  </a:lnSpc>
                </a:pPr>
                <a:r>
                  <a:rPr lang="zh-CN" altLang="en-US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单击添加小标题</a:t>
                </a:r>
                <a:endParaRPr lang="en-US" altLang="zh-CN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3" name="矩形 47"/>
              <p:cNvSpPr>
                <a:spLocks noChangeArrowheads="1"/>
              </p:cNvSpPr>
              <p:nvPr/>
            </p:nvSpPr>
            <p:spPr bwMode="auto">
              <a:xfrm>
                <a:off x="2818657" y="3991866"/>
                <a:ext cx="2807442" cy="65625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 lIns="68566" tIns="34283" rIns="68566" bIns="34283">
                <a:spAutoFit/>
              </a:bodyPr>
              <a:lstStyle/>
              <a:p>
                <a:pPr>
                  <a:lnSpc>
                    <a:spcPts val="2400"/>
                  </a:lnSpc>
                  <a:buFont typeface="Arial" panose="020B0604020202020204" pitchFamily="34" charset="0"/>
                  <a:buNone/>
                </a:pPr>
                <a:r>
                  <a:rPr lang="zh-CN" alt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此处输入你的正文，为了良好效果，言简意赅的阐述观点；</a:t>
                </a:r>
                <a:endPara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grpSp>
            <p:nvGrpSpPr>
              <p:cNvPr id="71" name="组合 70"/>
              <p:cNvGrpSpPr/>
              <p:nvPr/>
            </p:nvGrpSpPr>
            <p:grpSpPr>
              <a:xfrm flipH="1" flipV="1">
                <a:off x="396107" y="2698070"/>
                <a:ext cx="1251660" cy="1251660"/>
                <a:chOff x="10001479" y="5117957"/>
                <a:chExt cx="1251660" cy="1251660"/>
              </a:xfrm>
            </p:grpSpPr>
            <p:sp>
              <p:nvSpPr>
                <p:cNvPr id="72" name="不完整圆 71"/>
                <p:cNvSpPr/>
                <p:nvPr/>
              </p:nvSpPr>
              <p:spPr>
                <a:xfrm>
                  <a:off x="10001479" y="5117957"/>
                  <a:ext cx="1251660" cy="1251660"/>
                </a:xfrm>
                <a:prstGeom prst="pie">
                  <a:avLst>
                    <a:gd name="adj1" fmla="val 10810529"/>
                    <a:gd name="adj2" fmla="val 16200000"/>
                  </a:avLst>
                </a:prstGeom>
                <a:solidFill>
                  <a:schemeClr val="accent3">
                    <a:alpha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tx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73" name="文本框 72"/>
                <p:cNvSpPr txBox="1"/>
                <p:nvPr/>
              </p:nvSpPr>
              <p:spPr>
                <a:xfrm rot="10800000">
                  <a:off x="10173499" y="5293888"/>
                  <a:ext cx="393056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2000" b="1" dirty="0">
                      <a:solidFill>
                        <a:schemeClr val="bg1">
                          <a:alpha val="90000"/>
                        </a:schemeClr>
                      </a:solidFill>
                      <a:cs typeface="+mn-ea"/>
                      <a:sym typeface="+mn-lt"/>
                    </a:rPr>
                    <a:t>In</a:t>
                  </a:r>
                  <a:endParaRPr lang="zh-CN" altLang="en-US" sz="2400" b="1" dirty="0">
                    <a:solidFill>
                      <a:schemeClr val="bg1">
                        <a:alpha val="90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</p:grpSp>
          <p:pic>
            <p:nvPicPr>
              <p:cNvPr id="24" name="图片 23"/>
              <p:cNvPicPr>
                <a:picLocks noChangeAspect="1"/>
              </p:cNvPicPr>
              <p:nvPr/>
            </p:nvPicPr>
            <p:blipFill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rightnessContrast bright="5000"/>
                        </a14:imgEffect>
                        <a14:imgEffect>
                          <a14:saturation sat="7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284590" y="1343471"/>
                <a:ext cx="1558814" cy="1592556"/>
              </a:xfrm>
              <a:prstGeom prst="rect">
                <a:avLst/>
              </a:prstGeom>
            </p:spPr>
          </p:pic>
          <p:sp>
            <p:nvSpPr>
              <p:cNvPr id="16" name="矩形: 剪去单角 15"/>
              <p:cNvSpPr/>
              <p:nvPr/>
            </p:nvSpPr>
            <p:spPr>
              <a:xfrm rot="10800000" flipH="1">
                <a:off x="7842141" y="1343314"/>
                <a:ext cx="3318879" cy="1595634"/>
              </a:xfrm>
              <a:prstGeom prst="snip1Rect">
                <a:avLst>
                  <a:gd name="adj" fmla="val 10256"/>
                </a:avLst>
              </a:prstGeom>
              <a:solidFill>
                <a:schemeClr val="bg1">
                  <a:lumMod val="95000"/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58000"/>
                  </a:lnSpc>
                </a:pPr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7" name="矩形 16"/>
              <p:cNvSpPr>
                <a:spLocks noChangeArrowheads="1"/>
              </p:cNvSpPr>
              <p:nvPr/>
            </p:nvSpPr>
            <p:spPr bwMode="auto">
              <a:xfrm>
                <a:off x="8092320" y="1511032"/>
                <a:ext cx="1933835" cy="49941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 lIns="68566" tIns="34283" rIns="68566" bIns="34283">
                <a:spAutoFit/>
              </a:bodyPr>
              <a:lstStyle/>
              <a:p>
                <a:pPr algn="ctr">
                  <a:lnSpc>
                    <a:spcPct val="158000"/>
                  </a:lnSpc>
                </a:pPr>
                <a:r>
                  <a:rPr lang="zh-CN" altLang="en-US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单击添加小标题</a:t>
                </a:r>
                <a:endParaRPr lang="en-US" altLang="zh-CN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8" name="矩形 47"/>
              <p:cNvSpPr>
                <a:spLocks noChangeArrowheads="1"/>
              </p:cNvSpPr>
              <p:nvPr/>
            </p:nvSpPr>
            <p:spPr bwMode="auto">
              <a:xfrm>
                <a:off x="8092320" y="2013049"/>
                <a:ext cx="2807442" cy="65625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 lIns="68566" tIns="34283" rIns="68566" bIns="34283">
                <a:spAutoFit/>
              </a:bodyPr>
              <a:lstStyle/>
              <a:p>
                <a:pPr>
                  <a:lnSpc>
                    <a:spcPts val="2400"/>
                  </a:lnSpc>
                  <a:buFont typeface="Arial" panose="020B0604020202020204" pitchFamily="34" charset="0"/>
                  <a:buNone/>
                </a:pPr>
                <a:r>
                  <a:rPr lang="zh-CN" alt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此处输入你的正文，为了良好效果，言简意赅的阐述观点；</a:t>
                </a:r>
                <a:endPara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pic>
            <p:nvPicPr>
              <p:cNvPr id="28" name="图片 27"/>
              <p:cNvPicPr>
                <a:picLocks noChangeAspect="1"/>
              </p:cNvPicPr>
              <p:nvPr/>
            </p:nvPicPr>
            <p:blipFill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rightnessContrast bright="5000"/>
                        </a14:imgEffect>
                        <a14:imgEffect>
                          <a14:saturation sat="7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298211" y="3326667"/>
                <a:ext cx="1543929" cy="1592556"/>
              </a:xfrm>
              <a:prstGeom prst="rect">
                <a:avLst/>
              </a:prstGeom>
            </p:spPr>
          </p:pic>
          <p:sp>
            <p:nvSpPr>
              <p:cNvPr id="25" name="矩形: 剪去单角 24"/>
              <p:cNvSpPr/>
              <p:nvPr/>
            </p:nvSpPr>
            <p:spPr>
              <a:xfrm rot="10800000" flipH="1">
                <a:off x="7842141" y="3326667"/>
                <a:ext cx="3318879" cy="1595634"/>
              </a:xfrm>
              <a:prstGeom prst="snip1Rect">
                <a:avLst>
                  <a:gd name="adj" fmla="val 10256"/>
                </a:avLst>
              </a:prstGeom>
              <a:solidFill>
                <a:schemeClr val="bg1">
                  <a:lumMod val="95000"/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58000"/>
                  </a:lnSpc>
                </a:pPr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26" name="矩形 25"/>
              <p:cNvSpPr>
                <a:spLocks noChangeArrowheads="1"/>
              </p:cNvSpPr>
              <p:nvPr/>
            </p:nvSpPr>
            <p:spPr bwMode="auto">
              <a:xfrm>
                <a:off x="8092320" y="3494385"/>
                <a:ext cx="1933834" cy="49941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 lIns="68566" tIns="34283" rIns="68566" bIns="34283">
                <a:spAutoFit/>
              </a:bodyPr>
              <a:lstStyle/>
              <a:p>
                <a:pPr algn="ctr">
                  <a:lnSpc>
                    <a:spcPct val="158000"/>
                  </a:lnSpc>
                </a:pPr>
                <a:r>
                  <a:rPr lang="zh-CN" altLang="en-US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单击添加小标题</a:t>
                </a:r>
                <a:endParaRPr lang="en-US" altLang="zh-CN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7" name="矩形 47"/>
              <p:cNvSpPr>
                <a:spLocks noChangeArrowheads="1"/>
              </p:cNvSpPr>
              <p:nvPr/>
            </p:nvSpPr>
            <p:spPr bwMode="auto">
              <a:xfrm>
                <a:off x="8092320" y="3991866"/>
                <a:ext cx="2807442" cy="65625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 lIns="68566" tIns="34283" rIns="68566" bIns="34283">
                <a:spAutoFit/>
              </a:bodyPr>
              <a:lstStyle/>
              <a:p>
                <a:pPr>
                  <a:lnSpc>
                    <a:spcPts val="2400"/>
                  </a:lnSpc>
                  <a:buFont typeface="Arial" panose="020B0604020202020204" pitchFamily="34" charset="0"/>
                  <a:buNone/>
                </a:pPr>
                <a:r>
                  <a:rPr lang="zh-CN" alt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此处输入你的正文，为了良好效果，言简意赅的阐述观点；</a:t>
                </a:r>
                <a:endPara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8" name="不完整圆 77"/>
              <p:cNvSpPr/>
              <p:nvPr/>
            </p:nvSpPr>
            <p:spPr>
              <a:xfrm flipH="1" flipV="1">
                <a:off x="5674053" y="2697758"/>
                <a:ext cx="1251660" cy="1251660"/>
              </a:xfrm>
              <a:prstGeom prst="pie">
                <a:avLst>
                  <a:gd name="adj1" fmla="val 10810529"/>
                  <a:gd name="adj2" fmla="val 16200000"/>
                </a:avLst>
              </a:prstGeom>
              <a:solidFill>
                <a:schemeClr val="accent4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9" name="文本框 78"/>
              <p:cNvSpPr txBox="1"/>
              <p:nvPr/>
            </p:nvSpPr>
            <p:spPr>
              <a:xfrm rot="10800000" flipH="1" flipV="1">
                <a:off x="6360637" y="3373377"/>
                <a:ext cx="39305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b="1" dirty="0">
                    <a:solidFill>
                      <a:schemeClr val="bg1">
                        <a:alpha val="90000"/>
                      </a:schemeClr>
                    </a:solidFill>
                    <a:cs typeface="+mn-ea"/>
                    <a:sym typeface="+mn-lt"/>
                  </a:rPr>
                  <a:t>In</a:t>
                </a:r>
                <a:endParaRPr lang="zh-CN" altLang="en-US" sz="2400" b="1" dirty="0">
                  <a:solidFill>
                    <a:schemeClr val="bg1">
                      <a:alpha val="90000"/>
                    </a:schemeClr>
                  </a:solidFill>
                  <a:cs typeface="+mn-ea"/>
                  <a:sym typeface="+mn-lt"/>
                </a:endParaRPr>
              </a:p>
            </p:txBody>
          </p:sp>
          <p:cxnSp>
            <p:nvCxnSpPr>
              <p:cNvPr id="81" name="直接连接符 80"/>
              <p:cNvCxnSpPr/>
              <p:nvPr/>
            </p:nvCxnSpPr>
            <p:spPr>
              <a:xfrm>
                <a:off x="2534780" y="5318540"/>
                <a:ext cx="7121522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" name="组合 31"/>
            <p:cNvGrpSpPr/>
            <p:nvPr/>
          </p:nvGrpSpPr>
          <p:grpSpPr>
            <a:xfrm flipH="1" flipV="1">
              <a:off x="396107" y="715479"/>
              <a:ext cx="1251660" cy="1251660"/>
              <a:chOff x="10001479" y="5117957"/>
              <a:chExt cx="1251660" cy="1251660"/>
            </a:xfrm>
          </p:grpSpPr>
          <p:sp>
            <p:nvSpPr>
              <p:cNvPr id="33" name="不完整圆 32"/>
              <p:cNvSpPr/>
              <p:nvPr/>
            </p:nvSpPr>
            <p:spPr>
              <a:xfrm>
                <a:off x="10001479" y="5117957"/>
                <a:ext cx="1251660" cy="1251660"/>
              </a:xfrm>
              <a:prstGeom prst="pie">
                <a:avLst>
                  <a:gd name="adj1" fmla="val 10810529"/>
                  <a:gd name="adj2" fmla="val 16200000"/>
                </a:avLst>
              </a:pr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4" name="文本框 33"/>
              <p:cNvSpPr txBox="1"/>
              <p:nvPr/>
            </p:nvSpPr>
            <p:spPr>
              <a:xfrm rot="10800000">
                <a:off x="10173499" y="5293888"/>
                <a:ext cx="39305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b="1" dirty="0">
                    <a:solidFill>
                      <a:schemeClr val="bg1">
                        <a:alpha val="90000"/>
                      </a:schemeClr>
                    </a:solidFill>
                    <a:cs typeface="+mn-ea"/>
                    <a:sym typeface="+mn-lt"/>
                  </a:rPr>
                  <a:t>In</a:t>
                </a:r>
                <a:endParaRPr lang="zh-CN" altLang="en-US" sz="2400" b="1" dirty="0">
                  <a:solidFill>
                    <a:schemeClr val="bg1">
                      <a:alpha val="9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35" name="组合 34"/>
            <p:cNvGrpSpPr/>
            <p:nvPr/>
          </p:nvGrpSpPr>
          <p:grpSpPr>
            <a:xfrm flipH="1" flipV="1">
              <a:off x="5658108" y="714405"/>
              <a:ext cx="1251660" cy="1251660"/>
              <a:chOff x="10001479" y="5117957"/>
              <a:chExt cx="1251660" cy="1251660"/>
            </a:xfrm>
          </p:grpSpPr>
          <p:sp>
            <p:nvSpPr>
              <p:cNvPr id="36" name="不完整圆 35"/>
              <p:cNvSpPr/>
              <p:nvPr/>
            </p:nvSpPr>
            <p:spPr>
              <a:xfrm>
                <a:off x="10001479" y="5117957"/>
                <a:ext cx="1251660" cy="1251660"/>
              </a:xfrm>
              <a:prstGeom prst="pie">
                <a:avLst>
                  <a:gd name="adj1" fmla="val 10810529"/>
                  <a:gd name="adj2" fmla="val 16200000"/>
                </a:avLst>
              </a:prstGeom>
              <a:solidFill>
                <a:schemeClr val="accent2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7" name="文本框 36"/>
              <p:cNvSpPr txBox="1"/>
              <p:nvPr/>
            </p:nvSpPr>
            <p:spPr>
              <a:xfrm rot="10800000">
                <a:off x="10173499" y="5293888"/>
                <a:ext cx="39305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b="1" dirty="0">
                    <a:solidFill>
                      <a:schemeClr val="bg1">
                        <a:alpha val="90000"/>
                      </a:schemeClr>
                    </a:solidFill>
                    <a:cs typeface="+mn-ea"/>
                    <a:sym typeface="+mn-lt"/>
                  </a:rPr>
                  <a:t>In</a:t>
                </a:r>
                <a:endParaRPr lang="zh-CN" altLang="en-US" sz="2400" b="1" dirty="0">
                  <a:solidFill>
                    <a:schemeClr val="bg1">
                      <a:alpha val="9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2035540" y="2080418"/>
            <a:ext cx="7906418" cy="3168819"/>
            <a:chOff x="2035540" y="2080418"/>
            <a:chExt cx="7906418" cy="3168819"/>
          </a:xfrm>
        </p:grpSpPr>
        <p:grpSp>
          <p:nvGrpSpPr>
            <p:cNvPr id="58" name="组合 57"/>
            <p:cNvGrpSpPr/>
            <p:nvPr/>
          </p:nvGrpSpPr>
          <p:grpSpPr>
            <a:xfrm rot="5400000">
              <a:off x="1852961" y="4783548"/>
              <a:ext cx="648268" cy="283109"/>
              <a:chOff x="7531100" y="642935"/>
              <a:chExt cx="838995" cy="366402"/>
            </a:xfrm>
            <a:solidFill>
              <a:schemeClr val="bg1">
                <a:lumMod val="85000"/>
              </a:schemeClr>
            </a:solidFill>
          </p:grpSpPr>
          <p:grpSp>
            <p:nvGrpSpPr>
              <p:cNvPr id="59" name="组合 58"/>
              <p:cNvGrpSpPr/>
              <p:nvPr/>
            </p:nvGrpSpPr>
            <p:grpSpPr>
              <a:xfrm>
                <a:off x="7531100" y="642935"/>
                <a:ext cx="838995" cy="131764"/>
                <a:chOff x="7531100" y="642935"/>
                <a:chExt cx="838995" cy="131764"/>
              </a:xfrm>
              <a:grpFill/>
            </p:grpSpPr>
            <p:sp>
              <p:nvSpPr>
                <p:cNvPr id="65" name="椭圆 64"/>
                <p:cNvSpPr/>
                <p:nvPr/>
              </p:nvSpPr>
              <p:spPr>
                <a:xfrm>
                  <a:off x="7531100" y="642936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6" name="椭圆 65"/>
                <p:cNvSpPr/>
                <p:nvPr/>
              </p:nvSpPr>
              <p:spPr>
                <a:xfrm>
                  <a:off x="7766844" y="642936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7" name="椭圆 66"/>
                <p:cNvSpPr/>
                <p:nvPr/>
              </p:nvSpPr>
              <p:spPr>
                <a:xfrm>
                  <a:off x="8002588" y="642935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8" name="椭圆 67"/>
                <p:cNvSpPr/>
                <p:nvPr/>
              </p:nvSpPr>
              <p:spPr>
                <a:xfrm>
                  <a:off x="8238332" y="642935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60" name="组合 59"/>
              <p:cNvGrpSpPr/>
              <p:nvPr/>
            </p:nvGrpSpPr>
            <p:grpSpPr>
              <a:xfrm>
                <a:off x="7531100" y="877573"/>
                <a:ext cx="838995" cy="131764"/>
                <a:chOff x="7531100" y="642935"/>
                <a:chExt cx="838995" cy="131764"/>
              </a:xfrm>
              <a:grpFill/>
            </p:grpSpPr>
            <p:sp>
              <p:nvSpPr>
                <p:cNvPr id="61" name="椭圆 60"/>
                <p:cNvSpPr/>
                <p:nvPr/>
              </p:nvSpPr>
              <p:spPr>
                <a:xfrm>
                  <a:off x="7531100" y="642936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2" name="椭圆 61"/>
                <p:cNvSpPr/>
                <p:nvPr/>
              </p:nvSpPr>
              <p:spPr>
                <a:xfrm>
                  <a:off x="7766844" y="642936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3" name="椭圆 62"/>
                <p:cNvSpPr/>
                <p:nvPr/>
              </p:nvSpPr>
              <p:spPr>
                <a:xfrm>
                  <a:off x="8002588" y="642935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4" name="椭圆 63"/>
                <p:cNvSpPr/>
                <p:nvPr/>
              </p:nvSpPr>
              <p:spPr>
                <a:xfrm>
                  <a:off x="8238332" y="642935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69" name="组合 68"/>
            <p:cNvGrpSpPr/>
            <p:nvPr/>
          </p:nvGrpSpPr>
          <p:grpSpPr>
            <a:xfrm>
              <a:off x="9293690" y="2080418"/>
              <a:ext cx="648268" cy="283109"/>
              <a:chOff x="7531100" y="642935"/>
              <a:chExt cx="838995" cy="366402"/>
            </a:xfrm>
            <a:solidFill>
              <a:schemeClr val="bg1">
                <a:lumMod val="85000"/>
              </a:schemeClr>
            </a:solidFill>
          </p:grpSpPr>
          <p:grpSp>
            <p:nvGrpSpPr>
              <p:cNvPr id="70" name="组合 69"/>
              <p:cNvGrpSpPr/>
              <p:nvPr/>
            </p:nvGrpSpPr>
            <p:grpSpPr>
              <a:xfrm>
                <a:off x="7531100" y="642935"/>
                <a:ext cx="838995" cy="131764"/>
                <a:chOff x="7531100" y="642935"/>
                <a:chExt cx="838995" cy="131764"/>
              </a:xfrm>
              <a:grpFill/>
            </p:grpSpPr>
            <p:sp>
              <p:nvSpPr>
                <p:cNvPr id="76" name="椭圆 75"/>
                <p:cNvSpPr/>
                <p:nvPr/>
              </p:nvSpPr>
              <p:spPr>
                <a:xfrm>
                  <a:off x="7531100" y="642936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7" name="椭圆 76"/>
                <p:cNvSpPr/>
                <p:nvPr/>
              </p:nvSpPr>
              <p:spPr>
                <a:xfrm>
                  <a:off x="7766844" y="642936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8" name="椭圆 77"/>
                <p:cNvSpPr/>
                <p:nvPr/>
              </p:nvSpPr>
              <p:spPr>
                <a:xfrm>
                  <a:off x="8002588" y="642935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9" name="椭圆 78"/>
                <p:cNvSpPr/>
                <p:nvPr/>
              </p:nvSpPr>
              <p:spPr>
                <a:xfrm>
                  <a:off x="8238332" y="642935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71" name="组合 70"/>
              <p:cNvGrpSpPr/>
              <p:nvPr/>
            </p:nvGrpSpPr>
            <p:grpSpPr>
              <a:xfrm>
                <a:off x="7531100" y="877573"/>
                <a:ext cx="838995" cy="131764"/>
                <a:chOff x="7531100" y="642935"/>
                <a:chExt cx="838995" cy="131764"/>
              </a:xfrm>
              <a:grpFill/>
            </p:grpSpPr>
            <p:sp>
              <p:nvSpPr>
                <p:cNvPr id="72" name="椭圆 71"/>
                <p:cNvSpPr/>
                <p:nvPr/>
              </p:nvSpPr>
              <p:spPr>
                <a:xfrm>
                  <a:off x="7531100" y="642936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3" name="椭圆 72"/>
                <p:cNvSpPr/>
                <p:nvPr/>
              </p:nvSpPr>
              <p:spPr>
                <a:xfrm>
                  <a:off x="7766844" y="642936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4" name="椭圆 73"/>
                <p:cNvSpPr/>
                <p:nvPr/>
              </p:nvSpPr>
              <p:spPr>
                <a:xfrm>
                  <a:off x="8002588" y="642935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5" name="椭圆 74"/>
                <p:cNvSpPr/>
                <p:nvPr/>
              </p:nvSpPr>
              <p:spPr>
                <a:xfrm>
                  <a:off x="8238332" y="642935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</p:grpSp>
      </p:grpSp>
      <p:grpSp>
        <p:nvGrpSpPr>
          <p:cNvPr id="93" name="组合 92"/>
          <p:cNvGrpSpPr/>
          <p:nvPr/>
        </p:nvGrpSpPr>
        <p:grpSpPr>
          <a:xfrm>
            <a:off x="3601628" y="1192217"/>
            <a:ext cx="4988744" cy="4355873"/>
            <a:chOff x="3601628" y="1134161"/>
            <a:chExt cx="4988744" cy="4355873"/>
          </a:xfrm>
        </p:grpSpPr>
        <p:sp>
          <p:nvSpPr>
            <p:cNvPr id="30" name="文本框 29"/>
            <p:cNvSpPr txBox="1"/>
            <p:nvPr/>
          </p:nvSpPr>
          <p:spPr>
            <a:xfrm>
              <a:off x="4977745" y="3709711"/>
              <a:ext cx="223651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tx2">
                      <a:lumMod val="85000"/>
                      <a:lumOff val="15000"/>
                      <a:alpha val="50000"/>
                    </a:schemeClr>
                  </a:solidFill>
                  <a:cs typeface="+mn-ea"/>
                  <a:sym typeface="+mn-lt"/>
                </a:rPr>
                <a:t>市场数据具体分析报告</a:t>
              </a:r>
              <a:endParaRPr lang="zh-CN" altLang="en-US" sz="1600" dirty="0">
                <a:solidFill>
                  <a:schemeClr val="tx2">
                    <a:lumMod val="85000"/>
                    <a:lumOff val="15000"/>
                    <a:alpha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4464784" y="3043424"/>
              <a:ext cx="3262432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tx2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市场数据分析</a:t>
              </a:r>
              <a:endParaRPr lang="zh-CN" altLang="en-US" sz="4000" b="1" dirty="0">
                <a:solidFill>
                  <a:schemeClr val="tx2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pic>
          <p:nvPicPr>
            <p:cNvPr id="57" name="图形 56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802456" y="1438585"/>
              <a:ext cx="458253" cy="356418"/>
            </a:xfrm>
            <a:prstGeom prst="rect">
              <a:avLst/>
            </a:prstGeom>
          </p:spPr>
        </p:pic>
        <p:sp>
          <p:nvSpPr>
            <p:cNvPr id="81" name="文本框 80"/>
            <p:cNvSpPr txBox="1"/>
            <p:nvPr/>
          </p:nvSpPr>
          <p:spPr>
            <a:xfrm>
              <a:off x="3601628" y="4498993"/>
              <a:ext cx="4988744" cy="9910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zh-CN" altLang="en-US" sz="1600" dirty="0">
                  <a:solidFill>
                    <a:schemeClr val="tx2">
                      <a:lumMod val="85000"/>
                      <a:lumOff val="15000"/>
                      <a:alpha val="60000"/>
                    </a:schemeClr>
                  </a:solidFill>
                  <a:cs typeface="+mn-ea"/>
                  <a:sym typeface="+mn-lt"/>
                </a:rPr>
                <a:t>单击此处输入你的正文，文字是您思想的提炼，为了最终演示发布的良好效果，请尽量言简意赅的阐述观点；根据需要可酌情增减文字</a:t>
              </a:r>
              <a:r>
                <a:rPr lang="en-US" altLang="zh-CN" sz="1600" dirty="0">
                  <a:solidFill>
                    <a:schemeClr val="tx2">
                      <a:lumMod val="85000"/>
                      <a:lumOff val="15000"/>
                      <a:alpha val="60000"/>
                    </a:schemeClr>
                  </a:solidFill>
                  <a:cs typeface="+mn-ea"/>
                  <a:sym typeface="+mn-lt"/>
                </a:rPr>
                <a:t>…</a:t>
              </a:r>
              <a:endParaRPr lang="en-US" altLang="zh-CN" sz="1600" dirty="0">
                <a:solidFill>
                  <a:schemeClr val="tx2">
                    <a:lumMod val="85000"/>
                    <a:lumOff val="15000"/>
                    <a:alpha val="60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87" name="组合 86"/>
            <p:cNvGrpSpPr/>
            <p:nvPr/>
          </p:nvGrpSpPr>
          <p:grpSpPr>
            <a:xfrm>
              <a:off x="4184313" y="4123345"/>
              <a:ext cx="3823374" cy="234675"/>
              <a:chOff x="4125062" y="5172812"/>
              <a:chExt cx="3823374" cy="234675"/>
            </a:xfrm>
          </p:grpSpPr>
          <p:cxnSp>
            <p:nvCxnSpPr>
              <p:cNvPr id="82" name="直接连接符 81"/>
              <p:cNvCxnSpPr/>
              <p:nvPr/>
            </p:nvCxnSpPr>
            <p:spPr>
              <a:xfrm flipH="1">
                <a:off x="4125062" y="5290149"/>
                <a:ext cx="3823374" cy="0"/>
              </a:xfrm>
              <a:prstGeom prst="line">
                <a:avLst/>
              </a:prstGeom>
              <a:ln w="25400">
                <a:solidFill>
                  <a:srgbClr val="FAA718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接连接符 82"/>
              <p:cNvCxnSpPr/>
              <p:nvPr/>
            </p:nvCxnSpPr>
            <p:spPr>
              <a:xfrm flipV="1">
                <a:off x="4264406" y="5172812"/>
                <a:ext cx="0" cy="234675"/>
              </a:xfrm>
              <a:prstGeom prst="line">
                <a:avLst/>
              </a:prstGeom>
              <a:ln w="25400">
                <a:solidFill>
                  <a:srgbClr val="FAA718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直接连接符 84"/>
              <p:cNvCxnSpPr/>
              <p:nvPr/>
            </p:nvCxnSpPr>
            <p:spPr>
              <a:xfrm flipV="1">
                <a:off x="7788656" y="5172812"/>
                <a:ext cx="0" cy="234675"/>
              </a:xfrm>
              <a:prstGeom prst="line">
                <a:avLst/>
              </a:prstGeom>
              <a:ln w="25400">
                <a:solidFill>
                  <a:srgbClr val="FAA718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1" name="组合 90"/>
            <p:cNvGrpSpPr/>
            <p:nvPr/>
          </p:nvGrpSpPr>
          <p:grpSpPr>
            <a:xfrm>
              <a:off x="4311928" y="1134161"/>
              <a:ext cx="3644601" cy="2215991"/>
              <a:chOff x="4943487" y="172322"/>
              <a:chExt cx="3644601" cy="2215991"/>
            </a:xfrm>
          </p:grpSpPr>
          <p:grpSp>
            <p:nvGrpSpPr>
              <p:cNvPr id="45" name="组合 44"/>
              <p:cNvGrpSpPr/>
              <p:nvPr/>
            </p:nvGrpSpPr>
            <p:grpSpPr>
              <a:xfrm>
                <a:off x="4943487" y="172322"/>
                <a:ext cx="3644601" cy="2215991"/>
                <a:chOff x="4880560" y="827813"/>
                <a:chExt cx="3644601" cy="2215991"/>
              </a:xfrm>
            </p:grpSpPr>
            <p:sp>
              <p:nvSpPr>
                <p:cNvPr id="43" name="矩形 42"/>
                <p:cNvSpPr/>
                <p:nvPr/>
              </p:nvSpPr>
              <p:spPr>
                <a:xfrm>
                  <a:off x="4880560" y="827813"/>
                  <a:ext cx="1245854" cy="221599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13800" b="1" dirty="0">
                      <a:ln w="38100">
                        <a:solidFill>
                          <a:srgbClr val="2B357A"/>
                        </a:solidFill>
                      </a:ln>
                      <a:solidFill>
                        <a:srgbClr val="2B357A"/>
                      </a:solidFill>
                      <a:cs typeface="+mn-ea"/>
                      <a:sym typeface="+mn-lt"/>
                    </a:rPr>
                    <a:t>T</a:t>
                  </a:r>
                  <a:endParaRPr lang="zh-CN" altLang="en-US" sz="13800" b="1" dirty="0">
                    <a:ln w="38100">
                      <a:solidFill>
                        <a:srgbClr val="2B357A"/>
                      </a:solidFill>
                    </a:ln>
                    <a:solidFill>
                      <a:srgbClr val="2B357A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44" name="矩形 43"/>
                <p:cNvSpPr/>
                <p:nvPr/>
              </p:nvSpPr>
              <p:spPr>
                <a:xfrm>
                  <a:off x="5931181" y="827813"/>
                  <a:ext cx="2593980" cy="221599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13800" b="1" dirty="0">
                      <a:ln w="38100">
                        <a:solidFill>
                          <a:srgbClr val="F2634B"/>
                        </a:solidFill>
                      </a:ln>
                      <a:solidFill>
                        <a:srgbClr val="F2634B"/>
                      </a:solidFill>
                      <a:cs typeface="+mn-ea"/>
                      <a:sym typeface="+mn-lt"/>
                    </a:rPr>
                    <a:t>wo</a:t>
                  </a:r>
                  <a:endParaRPr lang="zh-CN" altLang="en-US" sz="13800" b="1" dirty="0">
                    <a:ln w="38100">
                      <a:solidFill>
                        <a:srgbClr val="F2634B"/>
                      </a:solidFill>
                    </a:ln>
                    <a:solidFill>
                      <a:srgbClr val="F2634B"/>
                    </a:solidFill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90" name="组合 89"/>
              <p:cNvGrpSpPr/>
              <p:nvPr/>
            </p:nvGrpSpPr>
            <p:grpSpPr>
              <a:xfrm>
                <a:off x="6411898" y="391750"/>
                <a:ext cx="1738234" cy="369332"/>
                <a:chOff x="6411898" y="391750"/>
                <a:chExt cx="1738234" cy="369332"/>
              </a:xfrm>
            </p:grpSpPr>
            <p:sp>
              <p:nvSpPr>
                <p:cNvPr id="88" name="矩形 87"/>
                <p:cNvSpPr/>
                <p:nvPr/>
              </p:nvSpPr>
              <p:spPr>
                <a:xfrm>
                  <a:off x="6411898" y="391750"/>
                  <a:ext cx="1556836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dirty="0">
                      <a:ln w="15875">
                        <a:solidFill>
                          <a:srgbClr val="61C9DC"/>
                        </a:solidFill>
                      </a:ln>
                      <a:solidFill>
                        <a:srgbClr val="61C9DC"/>
                      </a:solidFill>
                      <a:cs typeface="+mn-ea"/>
                      <a:sym typeface="+mn-lt"/>
                    </a:rPr>
                    <a:t>Chapter Two</a:t>
                  </a:r>
                  <a:endParaRPr lang="zh-CN" altLang="en-US" dirty="0">
                    <a:ln w="15875">
                      <a:solidFill>
                        <a:srgbClr val="61C9DC"/>
                      </a:solidFill>
                    </a:ln>
                    <a:solidFill>
                      <a:srgbClr val="61C9DC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89" name="任意多边形: 形状 88"/>
                <p:cNvSpPr/>
                <p:nvPr/>
              </p:nvSpPr>
              <p:spPr>
                <a:xfrm flipH="1">
                  <a:off x="7995990" y="501159"/>
                  <a:ext cx="154142" cy="154142"/>
                </a:xfrm>
                <a:custGeom>
                  <a:avLst/>
                  <a:gdLst>
                    <a:gd name="connsiteX0" fmla="*/ 166783 w 171450"/>
                    <a:gd name="connsiteY0" fmla="*/ 86963 h 171450"/>
                    <a:gd name="connsiteX1" fmla="*/ 86963 w 171450"/>
                    <a:gd name="connsiteY1" fmla="*/ 166783 h 171450"/>
                    <a:gd name="connsiteX2" fmla="*/ 7144 w 171450"/>
                    <a:gd name="connsiteY2" fmla="*/ 86963 h 171450"/>
                    <a:gd name="connsiteX3" fmla="*/ 86963 w 171450"/>
                    <a:gd name="connsiteY3" fmla="*/ 7144 h 171450"/>
                    <a:gd name="connsiteX4" fmla="*/ 166783 w 171450"/>
                    <a:gd name="connsiteY4" fmla="*/ 86963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450" h="171450">
                      <a:moveTo>
                        <a:pt x="166783" y="86963"/>
                      </a:moveTo>
                      <a:cubicBezTo>
                        <a:pt x="166783" y="131047"/>
                        <a:pt x="131046" y="166783"/>
                        <a:pt x="86963" y="166783"/>
                      </a:cubicBezTo>
                      <a:cubicBezTo>
                        <a:pt x="42880" y="166783"/>
                        <a:pt x="7144" y="131047"/>
                        <a:pt x="7144" y="86963"/>
                      </a:cubicBezTo>
                      <a:cubicBezTo>
                        <a:pt x="7144" y="42880"/>
                        <a:pt x="42880" y="7144"/>
                        <a:pt x="86963" y="7144"/>
                      </a:cubicBezTo>
                      <a:cubicBezTo>
                        <a:pt x="131046" y="7144"/>
                        <a:pt x="166783" y="42880"/>
                        <a:pt x="166783" y="86963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</p:grpSp>
        <p:sp>
          <p:nvSpPr>
            <p:cNvPr id="92" name="任意多边形: 形状 91"/>
            <p:cNvSpPr/>
            <p:nvPr/>
          </p:nvSpPr>
          <p:spPr>
            <a:xfrm>
              <a:off x="7790460" y="1292000"/>
              <a:ext cx="434453" cy="434453"/>
            </a:xfrm>
            <a:custGeom>
              <a:avLst/>
              <a:gdLst>
                <a:gd name="connsiteX0" fmla="*/ 7144 w 342900"/>
                <a:gd name="connsiteY0" fmla="*/ 7144 h 342900"/>
                <a:gd name="connsiteX1" fmla="*/ 7144 w 342900"/>
                <a:gd name="connsiteY1" fmla="*/ 336899 h 342900"/>
                <a:gd name="connsiteX2" fmla="*/ 336899 w 342900"/>
                <a:gd name="connsiteY2" fmla="*/ 336899 h 342900"/>
                <a:gd name="connsiteX3" fmla="*/ 336899 w 342900"/>
                <a:gd name="connsiteY3" fmla="*/ 7144 h 342900"/>
                <a:gd name="connsiteX4" fmla="*/ 7144 w 342900"/>
                <a:gd name="connsiteY4" fmla="*/ 7144 h 342900"/>
                <a:gd name="connsiteX5" fmla="*/ 285274 w 342900"/>
                <a:gd name="connsiteY5" fmla="*/ 285274 h 342900"/>
                <a:gd name="connsiteX6" fmla="*/ 195453 w 342900"/>
                <a:gd name="connsiteY6" fmla="*/ 285274 h 342900"/>
                <a:gd name="connsiteX7" fmla="*/ 285274 w 342900"/>
                <a:gd name="connsiteY7" fmla="*/ 195453 h 342900"/>
                <a:gd name="connsiteX8" fmla="*/ 285274 w 342900"/>
                <a:gd name="connsiteY8" fmla="*/ 285274 h 342900"/>
                <a:gd name="connsiteX9" fmla="*/ 58769 w 342900"/>
                <a:gd name="connsiteY9" fmla="*/ 285274 h 342900"/>
                <a:gd name="connsiteX10" fmla="*/ 58769 w 342900"/>
                <a:gd name="connsiteY10" fmla="*/ 285274 h 342900"/>
                <a:gd name="connsiteX11" fmla="*/ 58769 w 342900"/>
                <a:gd name="connsiteY11" fmla="*/ 58674 h 342900"/>
                <a:gd name="connsiteX12" fmla="*/ 285274 w 342900"/>
                <a:gd name="connsiteY12" fmla="*/ 58674 h 342900"/>
                <a:gd name="connsiteX13" fmla="*/ 285274 w 342900"/>
                <a:gd name="connsiteY13" fmla="*/ 58674 h 342900"/>
                <a:gd name="connsiteX14" fmla="*/ 58769 w 342900"/>
                <a:gd name="connsiteY14" fmla="*/ 285274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42900" h="342900">
                  <a:moveTo>
                    <a:pt x="7144" y="7144"/>
                  </a:moveTo>
                  <a:lnTo>
                    <a:pt x="7144" y="336899"/>
                  </a:lnTo>
                  <a:lnTo>
                    <a:pt x="336899" y="336899"/>
                  </a:lnTo>
                  <a:lnTo>
                    <a:pt x="336899" y="7144"/>
                  </a:lnTo>
                  <a:lnTo>
                    <a:pt x="7144" y="7144"/>
                  </a:lnTo>
                  <a:close/>
                  <a:moveTo>
                    <a:pt x="285274" y="285274"/>
                  </a:moveTo>
                  <a:lnTo>
                    <a:pt x="195453" y="285274"/>
                  </a:lnTo>
                  <a:cubicBezTo>
                    <a:pt x="232124" y="263080"/>
                    <a:pt x="263080" y="232124"/>
                    <a:pt x="285274" y="195453"/>
                  </a:cubicBezTo>
                  <a:lnTo>
                    <a:pt x="285274" y="285274"/>
                  </a:lnTo>
                  <a:close/>
                  <a:moveTo>
                    <a:pt x="58769" y="285274"/>
                  </a:moveTo>
                  <a:lnTo>
                    <a:pt x="58769" y="285274"/>
                  </a:lnTo>
                  <a:lnTo>
                    <a:pt x="58769" y="58674"/>
                  </a:lnTo>
                  <a:lnTo>
                    <a:pt x="285274" y="58674"/>
                  </a:lnTo>
                  <a:lnTo>
                    <a:pt x="285274" y="58674"/>
                  </a:lnTo>
                  <a:cubicBezTo>
                    <a:pt x="285274" y="183832"/>
                    <a:pt x="183833" y="285274"/>
                    <a:pt x="58769" y="285274"/>
                  </a:cubicBezTo>
                  <a:close/>
                </a:path>
              </a:pathLst>
            </a:custGeom>
            <a:solidFill>
              <a:srgbClr val="F2634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978587" y="1790666"/>
            <a:ext cx="5782435" cy="3941913"/>
            <a:chOff x="978587" y="1790666"/>
            <a:chExt cx="5782435" cy="3941913"/>
          </a:xfrm>
        </p:grpSpPr>
        <p:graphicFrame>
          <p:nvGraphicFramePr>
            <p:cNvPr id="2" name="图表 1"/>
            <p:cNvGraphicFramePr/>
            <p:nvPr/>
          </p:nvGraphicFramePr>
          <p:xfrm>
            <a:off x="978587" y="1790666"/>
            <a:ext cx="5291586" cy="394191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"/>
            </a:graphicData>
          </a:graphic>
        </p:graphicFrame>
        <p:cxnSp>
          <p:nvCxnSpPr>
            <p:cNvPr id="18" name="直接连接符 17"/>
            <p:cNvCxnSpPr/>
            <p:nvPr/>
          </p:nvCxnSpPr>
          <p:spPr>
            <a:xfrm>
              <a:off x="6761022" y="2516564"/>
              <a:ext cx="0" cy="2115158"/>
            </a:xfrm>
            <a:prstGeom prst="line">
              <a:avLst/>
            </a:prstGeom>
            <a:ln>
              <a:solidFill>
                <a:schemeClr val="bg1">
                  <a:lumMod val="8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/>
          <p:cNvGrpSpPr/>
          <p:nvPr/>
        </p:nvGrpSpPr>
        <p:grpSpPr>
          <a:xfrm>
            <a:off x="7251872" y="1326882"/>
            <a:ext cx="4398018" cy="4074476"/>
            <a:chOff x="7251872" y="1326882"/>
            <a:chExt cx="4398018" cy="4074476"/>
          </a:xfrm>
        </p:grpSpPr>
        <p:grpSp>
          <p:nvGrpSpPr>
            <p:cNvPr id="17" name="组合 16"/>
            <p:cNvGrpSpPr/>
            <p:nvPr/>
          </p:nvGrpSpPr>
          <p:grpSpPr>
            <a:xfrm>
              <a:off x="7337188" y="3670378"/>
              <a:ext cx="4312702" cy="1730980"/>
              <a:chOff x="7395244" y="3545995"/>
              <a:chExt cx="4312702" cy="1730980"/>
            </a:xfrm>
          </p:grpSpPr>
          <p:sp>
            <p:nvSpPr>
              <p:cNvPr id="5" name="椭圆 4"/>
              <p:cNvSpPr/>
              <p:nvPr/>
            </p:nvSpPr>
            <p:spPr>
              <a:xfrm>
                <a:off x="7395244" y="3560197"/>
                <a:ext cx="714694" cy="71469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400" dirty="0">
                  <a:cs typeface="+mn-ea"/>
                  <a:sym typeface="+mn-lt"/>
                </a:endParaRPr>
              </a:p>
            </p:txBody>
          </p:sp>
          <p:sp>
            <p:nvSpPr>
              <p:cNvPr id="6" name="文本框 5"/>
              <p:cNvSpPr txBox="1"/>
              <p:nvPr/>
            </p:nvSpPr>
            <p:spPr>
              <a:xfrm>
                <a:off x="8243121" y="3545995"/>
                <a:ext cx="146706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添加小标题</a:t>
                </a:r>
                <a:endPara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" name="文本框 6"/>
              <p:cNvSpPr txBox="1"/>
              <p:nvPr/>
            </p:nvSpPr>
            <p:spPr>
              <a:xfrm>
                <a:off x="8240330" y="3933052"/>
                <a:ext cx="3467616" cy="3370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000"/>
                  </a:lnSpc>
                </a:pPr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单击此处输入你的正文，阐述观点；</a:t>
                </a:r>
                <a:endParaRPr lang="en-US" altLang="zh-CN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8" name="arrow-pointing-left-circular-button_20407"/>
              <p:cNvSpPr>
                <a:spLocks noChangeAspect="1"/>
              </p:cNvSpPr>
              <p:nvPr/>
            </p:nvSpPr>
            <p:spPr bwMode="auto">
              <a:xfrm>
                <a:off x="7550029" y="3718081"/>
                <a:ext cx="405123" cy="404607"/>
              </a:xfrm>
              <a:custGeom>
                <a:avLst/>
                <a:gdLst>
                  <a:gd name="T0" fmla="*/ 2307 w 4612"/>
                  <a:gd name="T1" fmla="*/ 4614 h 4614"/>
                  <a:gd name="T2" fmla="*/ 0 w 4612"/>
                  <a:gd name="T3" fmla="*/ 2307 h 4614"/>
                  <a:gd name="T4" fmla="*/ 2307 w 4612"/>
                  <a:gd name="T5" fmla="*/ 0 h 4614"/>
                  <a:gd name="T6" fmla="*/ 4612 w 4612"/>
                  <a:gd name="T7" fmla="*/ 2227 h 4614"/>
                  <a:gd name="T8" fmla="*/ 2031 w 4612"/>
                  <a:gd name="T9" fmla="*/ 2222 h 4614"/>
                  <a:gd name="T10" fmla="*/ 2479 w 4612"/>
                  <a:gd name="T11" fmla="*/ 1775 h 4614"/>
                  <a:gd name="T12" fmla="*/ 2367 w 4612"/>
                  <a:gd name="T13" fmla="*/ 1662 h 4614"/>
                  <a:gd name="T14" fmla="*/ 1727 w 4612"/>
                  <a:gd name="T15" fmla="*/ 2302 h 4614"/>
                  <a:gd name="T16" fmla="*/ 2378 w 4612"/>
                  <a:gd name="T17" fmla="*/ 2952 h 4614"/>
                  <a:gd name="T18" fmla="*/ 2490 w 4612"/>
                  <a:gd name="T19" fmla="*/ 2840 h 4614"/>
                  <a:gd name="T20" fmla="*/ 2032 w 4612"/>
                  <a:gd name="T21" fmla="*/ 2381 h 4614"/>
                  <a:gd name="T22" fmla="*/ 4612 w 4612"/>
                  <a:gd name="T23" fmla="*/ 2387 h 4614"/>
                  <a:gd name="T24" fmla="*/ 2307 w 4612"/>
                  <a:gd name="T25" fmla="*/ 4614 h 46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612" h="4614">
                    <a:moveTo>
                      <a:pt x="2307" y="4614"/>
                    </a:moveTo>
                    <a:cubicBezTo>
                      <a:pt x="1035" y="4614"/>
                      <a:pt x="0" y="3579"/>
                      <a:pt x="0" y="2307"/>
                    </a:cubicBezTo>
                    <a:cubicBezTo>
                      <a:pt x="0" y="1035"/>
                      <a:pt x="1035" y="0"/>
                      <a:pt x="2307" y="0"/>
                    </a:cubicBezTo>
                    <a:cubicBezTo>
                      <a:pt x="3553" y="0"/>
                      <a:pt x="4570" y="992"/>
                      <a:pt x="4612" y="2227"/>
                    </a:cubicBezTo>
                    <a:lnTo>
                      <a:pt x="2031" y="2222"/>
                    </a:lnTo>
                    <a:lnTo>
                      <a:pt x="2479" y="1775"/>
                    </a:lnTo>
                    <a:lnTo>
                      <a:pt x="2367" y="1662"/>
                    </a:lnTo>
                    <a:lnTo>
                      <a:pt x="1727" y="2302"/>
                    </a:lnTo>
                    <a:lnTo>
                      <a:pt x="2378" y="2952"/>
                    </a:lnTo>
                    <a:lnTo>
                      <a:pt x="2490" y="2840"/>
                    </a:lnTo>
                    <a:lnTo>
                      <a:pt x="2032" y="2381"/>
                    </a:lnTo>
                    <a:lnTo>
                      <a:pt x="4612" y="2387"/>
                    </a:lnTo>
                    <a:cubicBezTo>
                      <a:pt x="4570" y="3622"/>
                      <a:pt x="3553" y="4614"/>
                      <a:pt x="2307" y="461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9" name="椭圆 8"/>
              <p:cNvSpPr/>
              <p:nvPr/>
            </p:nvSpPr>
            <p:spPr>
              <a:xfrm>
                <a:off x="7395244" y="4562281"/>
                <a:ext cx="714694" cy="714694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400" dirty="0">
                  <a:cs typeface="+mn-ea"/>
                  <a:sym typeface="+mn-lt"/>
                </a:endParaRPr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8243121" y="4548079"/>
                <a:ext cx="146706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添加小标题</a:t>
                </a:r>
                <a:endPara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>
                <a:off x="8240330" y="4935136"/>
                <a:ext cx="3467616" cy="3370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ts val="2000"/>
                  </a:lnSpc>
                </a:pPr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单击此处输入你的正文，阐述观点；</a:t>
                </a:r>
                <a:endParaRPr lang="en-US" altLang="zh-CN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2" name="arrow-pointing-left-circular-button_20407"/>
              <p:cNvSpPr>
                <a:spLocks noChangeAspect="1"/>
              </p:cNvSpPr>
              <p:nvPr/>
            </p:nvSpPr>
            <p:spPr bwMode="auto">
              <a:xfrm>
                <a:off x="7550029" y="4720165"/>
                <a:ext cx="405123" cy="404607"/>
              </a:xfrm>
              <a:custGeom>
                <a:avLst/>
                <a:gdLst>
                  <a:gd name="T0" fmla="*/ 2307 w 4612"/>
                  <a:gd name="T1" fmla="*/ 4614 h 4614"/>
                  <a:gd name="T2" fmla="*/ 0 w 4612"/>
                  <a:gd name="T3" fmla="*/ 2307 h 4614"/>
                  <a:gd name="T4" fmla="*/ 2307 w 4612"/>
                  <a:gd name="T5" fmla="*/ 0 h 4614"/>
                  <a:gd name="T6" fmla="*/ 4612 w 4612"/>
                  <a:gd name="T7" fmla="*/ 2227 h 4614"/>
                  <a:gd name="T8" fmla="*/ 2031 w 4612"/>
                  <a:gd name="T9" fmla="*/ 2222 h 4614"/>
                  <a:gd name="T10" fmla="*/ 2479 w 4612"/>
                  <a:gd name="T11" fmla="*/ 1775 h 4614"/>
                  <a:gd name="T12" fmla="*/ 2367 w 4612"/>
                  <a:gd name="T13" fmla="*/ 1662 h 4614"/>
                  <a:gd name="T14" fmla="*/ 1727 w 4612"/>
                  <a:gd name="T15" fmla="*/ 2302 h 4614"/>
                  <a:gd name="T16" fmla="*/ 2378 w 4612"/>
                  <a:gd name="T17" fmla="*/ 2952 h 4614"/>
                  <a:gd name="T18" fmla="*/ 2490 w 4612"/>
                  <a:gd name="T19" fmla="*/ 2840 h 4614"/>
                  <a:gd name="T20" fmla="*/ 2032 w 4612"/>
                  <a:gd name="T21" fmla="*/ 2381 h 4614"/>
                  <a:gd name="T22" fmla="*/ 4612 w 4612"/>
                  <a:gd name="T23" fmla="*/ 2387 h 4614"/>
                  <a:gd name="T24" fmla="*/ 2307 w 4612"/>
                  <a:gd name="T25" fmla="*/ 4614 h 46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612" h="4614">
                    <a:moveTo>
                      <a:pt x="2307" y="4614"/>
                    </a:moveTo>
                    <a:cubicBezTo>
                      <a:pt x="1035" y="4614"/>
                      <a:pt x="0" y="3579"/>
                      <a:pt x="0" y="2307"/>
                    </a:cubicBezTo>
                    <a:cubicBezTo>
                      <a:pt x="0" y="1035"/>
                      <a:pt x="1035" y="0"/>
                      <a:pt x="2307" y="0"/>
                    </a:cubicBezTo>
                    <a:cubicBezTo>
                      <a:pt x="3553" y="0"/>
                      <a:pt x="4570" y="992"/>
                      <a:pt x="4612" y="2227"/>
                    </a:cubicBezTo>
                    <a:lnTo>
                      <a:pt x="2031" y="2222"/>
                    </a:lnTo>
                    <a:lnTo>
                      <a:pt x="2479" y="1775"/>
                    </a:lnTo>
                    <a:lnTo>
                      <a:pt x="2367" y="1662"/>
                    </a:lnTo>
                    <a:lnTo>
                      <a:pt x="1727" y="2302"/>
                    </a:lnTo>
                    <a:lnTo>
                      <a:pt x="2378" y="2952"/>
                    </a:lnTo>
                    <a:lnTo>
                      <a:pt x="2490" y="2840"/>
                    </a:lnTo>
                    <a:lnTo>
                      <a:pt x="2032" y="2381"/>
                    </a:lnTo>
                    <a:lnTo>
                      <a:pt x="4612" y="2387"/>
                    </a:lnTo>
                    <a:cubicBezTo>
                      <a:pt x="4570" y="3622"/>
                      <a:pt x="3553" y="4614"/>
                      <a:pt x="2307" y="461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19" name="组合 18"/>
            <p:cNvGrpSpPr/>
            <p:nvPr/>
          </p:nvGrpSpPr>
          <p:grpSpPr>
            <a:xfrm>
              <a:off x="7251872" y="1326882"/>
              <a:ext cx="4119950" cy="2085827"/>
              <a:chOff x="1367860" y="1477539"/>
              <a:chExt cx="4119950" cy="2085827"/>
            </a:xfrm>
          </p:grpSpPr>
          <p:sp>
            <p:nvSpPr>
              <p:cNvPr id="20" name="文本框 19"/>
              <p:cNvSpPr txBox="1"/>
              <p:nvPr/>
            </p:nvSpPr>
            <p:spPr>
              <a:xfrm>
                <a:off x="1367860" y="2880102"/>
                <a:ext cx="4119950" cy="6832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400"/>
                  </a:lnSpc>
                </a:pPr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单击此处输入你的正文，为了最终演示发布的良好效果，请尽量言简意赅的阐述观点；</a:t>
                </a:r>
                <a:endParaRPr lang="en-US" altLang="zh-CN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grpSp>
            <p:nvGrpSpPr>
              <p:cNvPr id="21" name="组合 20"/>
              <p:cNvGrpSpPr/>
              <p:nvPr/>
            </p:nvGrpSpPr>
            <p:grpSpPr>
              <a:xfrm>
                <a:off x="1367860" y="1477539"/>
                <a:ext cx="2749471" cy="1218623"/>
                <a:chOff x="1673305" y="1275612"/>
                <a:chExt cx="2749471" cy="1218623"/>
              </a:xfrm>
            </p:grpSpPr>
            <p:sp>
              <p:nvSpPr>
                <p:cNvPr id="22" name="文本框 21"/>
                <p:cNvSpPr txBox="1"/>
                <p:nvPr/>
              </p:nvSpPr>
              <p:spPr>
                <a:xfrm>
                  <a:off x="1673305" y="1275612"/>
                  <a:ext cx="2749471" cy="7078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4000" b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cs typeface="+mn-ea"/>
                      <a:sym typeface="+mn-lt"/>
                    </a:rPr>
                    <a:t>请添加标题</a:t>
                  </a:r>
                  <a:endParaRPr lang="zh-CN" altLang="en-US" sz="4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23" name="文本框 22"/>
                <p:cNvSpPr txBox="1"/>
                <p:nvPr/>
              </p:nvSpPr>
              <p:spPr>
                <a:xfrm>
                  <a:off x="1673305" y="1926240"/>
                  <a:ext cx="244169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600" dirty="0">
                      <a:solidFill>
                        <a:schemeClr val="tx2">
                          <a:lumMod val="85000"/>
                          <a:lumOff val="15000"/>
                          <a:alpha val="50000"/>
                        </a:schemeClr>
                      </a:solidFill>
                      <a:cs typeface="+mn-ea"/>
                      <a:sym typeface="+mn-lt"/>
                    </a:rPr>
                    <a:t>单击此处添加副标题内容</a:t>
                  </a:r>
                  <a:endParaRPr lang="zh-CN" altLang="en-US" sz="1600" dirty="0">
                    <a:solidFill>
                      <a:schemeClr val="tx2">
                        <a:lumMod val="85000"/>
                        <a:lumOff val="15000"/>
                        <a:alpha val="50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24" name="矩形: 圆角 23"/>
                <p:cNvSpPr/>
                <p:nvPr/>
              </p:nvSpPr>
              <p:spPr>
                <a:xfrm flipV="1">
                  <a:off x="1774905" y="2384399"/>
                  <a:ext cx="678652" cy="1098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</p:grp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6082260" y="1276599"/>
            <a:ext cx="5093742" cy="4212010"/>
            <a:chOff x="6082260" y="1276599"/>
            <a:chExt cx="5093742" cy="4212010"/>
          </a:xfrm>
        </p:grpSpPr>
        <p:grpSp>
          <p:nvGrpSpPr>
            <p:cNvPr id="4" name="组合 3"/>
            <p:cNvGrpSpPr/>
            <p:nvPr/>
          </p:nvGrpSpPr>
          <p:grpSpPr>
            <a:xfrm>
              <a:off x="6082260" y="4381901"/>
              <a:ext cx="5093742" cy="1106708"/>
              <a:chOff x="6082260" y="4356501"/>
              <a:chExt cx="5093742" cy="1106708"/>
            </a:xfrm>
          </p:grpSpPr>
          <p:grpSp>
            <p:nvGrpSpPr>
              <p:cNvPr id="5" name="组合 4"/>
              <p:cNvGrpSpPr/>
              <p:nvPr/>
            </p:nvGrpSpPr>
            <p:grpSpPr>
              <a:xfrm>
                <a:off x="7216722" y="4356501"/>
                <a:ext cx="3959280" cy="1106708"/>
                <a:chOff x="7216722" y="4318401"/>
                <a:chExt cx="3959280" cy="1106708"/>
              </a:xfrm>
            </p:grpSpPr>
            <p:sp>
              <p:nvSpPr>
                <p:cNvPr id="9" name="文本框 8"/>
                <p:cNvSpPr txBox="1"/>
                <p:nvPr/>
              </p:nvSpPr>
              <p:spPr>
                <a:xfrm>
                  <a:off x="7216722" y="4318401"/>
                  <a:ext cx="1467068" cy="47634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>
                    <a:lnSpc>
                      <a:spcPct val="138000"/>
                    </a:lnSpc>
                  </a:pPr>
                  <a:r>
                    <a:rPr lang="zh-CN" altLang="en-US" sz="20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cs typeface="+mn-ea"/>
                      <a:sym typeface="+mn-lt"/>
                    </a:rPr>
                    <a:t>添加小标题</a:t>
                  </a:r>
                  <a:endParaRPr lang="zh-CN" altLang="en-US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0" name="文本框 9"/>
                <p:cNvSpPr txBox="1"/>
                <p:nvPr/>
              </p:nvSpPr>
              <p:spPr>
                <a:xfrm>
                  <a:off x="7216722" y="4751463"/>
                  <a:ext cx="3959280" cy="67364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ts val="2400"/>
                    </a:lnSpc>
                  </a:pPr>
                  <a:r>
                    <a:rPr lang="zh-CN" altLang="en-US" sz="1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cs typeface="+mn-ea"/>
                      <a:sym typeface="+mn-lt"/>
                    </a:rPr>
                    <a:t>单击此处输入你的正文，为了最终演示发布的良好效果，请尽量言简意赅的阐述观点；</a:t>
                  </a:r>
                  <a:endParaRPr lang="zh-CN" altLang="en-US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7" name="椭圆 6"/>
              <p:cNvSpPr/>
              <p:nvPr/>
            </p:nvSpPr>
            <p:spPr>
              <a:xfrm>
                <a:off x="6082260" y="4497295"/>
                <a:ext cx="901321" cy="90132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zh-CN" sz="3200" b="1" dirty="0">
                    <a:cs typeface="+mn-ea"/>
                    <a:sym typeface="+mn-lt"/>
                  </a:rPr>
                  <a:t>03</a:t>
                </a:r>
                <a:endParaRPr lang="zh-CN" altLang="en-US" sz="3200" b="1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11" name="组合 10"/>
            <p:cNvGrpSpPr/>
            <p:nvPr/>
          </p:nvGrpSpPr>
          <p:grpSpPr>
            <a:xfrm>
              <a:off x="6082260" y="1276599"/>
              <a:ext cx="5046578" cy="1109850"/>
              <a:chOff x="6082260" y="1378199"/>
              <a:chExt cx="5046578" cy="1109850"/>
            </a:xfrm>
          </p:grpSpPr>
          <p:grpSp>
            <p:nvGrpSpPr>
              <p:cNvPr id="12" name="组合 11"/>
              <p:cNvGrpSpPr/>
              <p:nvPr/>
            </p:nvGrpSpPr>
            <p:grpSpPr>
              <a:xfrm>
                <a:off x="7216722" y="1378199"/>
                <a:ext cx="3912116" cy="1109850"/>
                <a:chOff x="7216722" y="1340099"/>
                <a:chExt cx="3912116" cy="1109850"/>
              </a:xfrm>
            </p:grpSpPr>
            <p:sp>
              <p:nvSpPr>
                <p:cNvPr id="16" name="文本框 15"/>
                <p:cNvSpPr txBox="1"/>
                <p:nvPr/>
              </p:nvSpPr>
              <p:spPr>
                <a:xfrm>
                  <a:off x="7216722" y="1340099"/>
                  <a:ext cx="1467068" cy="47634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>
                    <a:lnSpc>
                      <a:spcPct val="138000"/>
                    </a:lnSpc>
                  </a:pPr>
                  <a:r>
                    <a:rPr lang="zh-CN" altLang="en-US" sz="20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cs typeface="+mn-ea"/>
                      <a:sym typeface="+mn-lt"/>
                    </a:rPr>
                    <a:t>添加小标题</a:t>
                  </a:r>
                  <a:endParaRPr lang="zh-CN" altLang="en-US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7" name="文本框 16"/>
                <p:cNvSpPr txBox="1"/>
                <p:nvPr/>
              </p:nvSpPr>
              <p:spPr>
                <a:xfrm>
                  <a:off x="7216722" y="1773161"/>
                  <a:ext cx="3912116" cy="6767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ts val="2400"/>
                    </a:lnSpc>
                  </a:pPr>
                  <a:r>
                    <a:rPr lang="zh-CN" altLang="en-US" sz="1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cs typeface="+mn-ea"/>
                      <a:sym typeface="+mn-lt"/>
                    </a:rPr>
                    <a:t>单击此处输入你的正文，为了最终演示发布的良好效果，请尽量言简意赅的阐述观点；</a:t>
                  </a:r>
                  <a:endParaRPr lang="zh-CN" altLang="en-US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14" name="椭圆 13"/>
              <p:cNvSpPr/>
              <p:nvPr/>
            </p:nvSpPr>
            <p:spPr>
              <a:xfrm>
                <a:off x="6082260" y="1518993"/>
                <a:ext cx="901321" cy="9013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zh-CN" sz="3200" b="1" dirty="0">
                    <a:cs typeface="+mn-ea"/>
                    <a:sym typeface="+mn-lt"/>
                  </a:rPr>
                  <a:t>01</a:t>
                </a:r>
                <a:endParaRPr lang="zh-CN" altLang="en-US" b="1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18" name="组合 17"/>
            <p:cNvGrpSpPr/>
            <p:nvPr/>
          </p:nvGrpSpPr>
          <p:grpSpPr>
            <a:xfrm>
              <a:off x="6082260" y="2829250"/>
              <a:ext cx="5046578" cy="1106708"/>
              <a:chOff x="6082260" y="2867055"/>
              <a:chExt cx="5046578" cy="1106708"/>
            </a:xfrm>
          </p:grpSpPr>
          <p:grpSp>
            <p:nvGrpSpPr>
              <p:cNvPr id="19" name="组合 18"/>
              <p:cNvGrpSpPr/>
              <p:nvPr/>
            </p:nvGrpSpPr>
            <p:grpSpPr>
              <a:xfrm>
                <a:off x="7216722" y="2867055"/>
                <a:ext cx="3912116" cy="1106708"/>
                <a:chOff x="7216722" y="2828955"/>
                <a:chExt cx="3912116" cy="1106708"/>
              </a:xfrm>
            </p:grpSpPr>
            <p:sp>
              <p:nvSpPr>
                <p:cNvPr id="23" name="文本框 22"/>
                <p:cNvSpPr txBox="1"/>
                <p:nvPr/>
              </p:nvSpPr>
              <p:spPr>
                <a:xfrm>
                  <a:off x="7216722" y="2828955"/>
                  <a:ext cx="1467068" cy="47634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>
                    <a:lnSpc>
                      <a:spcPct val="138000"/>
                    </a:lnSpc>
                  </a:pPr>
                  <a:r>
                    <a:rPr lang="zh-CN" altLang="en-US" sz="20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cs typeface="+mn-ea"/>
                      <a:sym typeface="+mn-lt"/>
                    </a:rPr>
                    <a:t>添加小标题</a:t>
                  </a:r>
                  <a:endParaRPr lang="zh-CN" altLang="en-US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24" name="文本框 23"/>
                <p:cNvSpPr txBox="1"/>
                <p:nvPr/>
              </p:nvSpPr>
              <p:spPr>
                <a:xfrm>
                  <a:off x="7216722" y="3262017"/>
                  <a:ext cx="3912116" cy="67364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ts val="2400"/>
                    </a:lnSpc>
                  </a:pPr>
                  <a:r>
                    <a:rPr lang="zh-CN" altLang="en-US" sz="1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cs typeface="+mn-ea"/>
                      <a:sym typeface="+mn-lt"/>
                    </a:rPr>
                    <a:t>单击此处输入你的正文，为了最终演示发布的良好效果，请尽量言简意赅的阐述观点；</a:t>
                  </a:r>
                  <a:endParaRPr lang="zh-CN" altLang="en-US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21" name="椭圆 20"/>
              <p:cNvSpPr/>
              <p:nvPr/>
            </p:nvSpPr>
            <p:spPr>
              <a:xfrm>
                <a:off x="6082260" y="3007849"/>
                <a:ext cx="901321" cy="90132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zh-CN" sz="3200" b="1" dirty="0">
                    <a:cs typeface="+mn-ea"/>
                    <a:sym typeface="+mn-lt"/>
                  </a:rPr>
                  <a:t>02</a:t>
                </a:r>
                <a:endParaRPr lang="zh-CN" altLang="en-US" b="1" dirty="0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2" name="组合 1"/>
          <p:cNvGrpSpPr/>
          <p:nvPr/>
        </p:nvGrpSpPr>
        <p:grpSpPr>
          <a:xfrm>
            <a:off x="1491565" y="1709661"/>
            <a:ext cx="3866169" cy="3920616"/>
            <a:chOff x="1491565" y="1709661"/>
            <a:chExt cx="3866169" cy="3920616"/>
          </a:xfrm>
        </p:grpSpPr>
        <p:cxnSp>
          <p:nvCxnSpPr>
            <p:cNvPr id="3" name="直接连接符 2"/>
            <p:cNvCxnSpPr/>
            <p:nvPr/>
          </p:nvCxnSpPr>
          <p:spPr>
            <a:xfrm>
              <a:off x="5357734" y="1925294"/>
              <a:ext cx="0" cy="3008276"/>
            </a:xfrm>
            <a:prstGeom prst="line">
              <a:avLst/>
            </a:prstGeom>
            <a:ln>
              <a:solidFill>
                <a:schemeClr val="bg1">
                  <a:lumMod val="8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2" name="组合 41"/>
            <p:cNvGrpSpPr/>
            <p:nvPr/>
          </p:nvGrpSpPr>
          <p:grpSpPr>
            <a:xfrm>
              <a:off x="1491565" y="1709661"/>
              <a:ext cx="2947242" cy="3920616"/>
              <a:chOff x="1491565" y="1915895"/>
              <a:chExt cx="2947242" cy="3920616"/>
            </a:xfrm>
          </p:grpSpPr>
          <p:grpSp>
            <p:nvGrpSpPr>
              <p:cNvPr id="40" name="组合 39"/>
              <p:cNvGrpSpPr/>
              <p:nvPr/>
            </p:nvGrpSpPr>
            <p:grpSpPr>
              <a:xfrm>
                <a:off x="1491565" y="1915895"/>
                <a:ext cx="2947242" cy="3009617"/>
                <a:chOff x="1491565" y="1748523"/>
                <a:chExt cx="2947242" cy="3009617"/>
              </a:xfrm>
            </p:grpSpPr>
            <p:sp>
              <p:nvSpPr>
                <p:cNvPr id="28" name="椭圆 27"/>
                <p:cNvSpPr/>
                <p:nvPr/>
              </p:nvSpPr>
              <p:spPr>
                <a:xfrm>
                  <a:off x="1491565" y="1810898"/>
                  <a:ext cx="2947242" cy="2947242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158000"/>
                    </a:lnSpc>
                  </a:pPr>
                  <a:endParaRPr lang="zh-CN" altLang="en-US" sz="4400" dirty="0">
                    <a:cs typeface="+mn-ea"/>
                    <a:sym typeface="+mn-lt"/>
                  </a:endParaRPr>
                </a:p>
              </p:txBody>
            </p:sp>
            <p:pic>
              <p:nvPicPr>
                <p:cNvPr id="29" name="图形 28"/>
                <p:cNvPicPr>
                  <a:picLocks noChangeAspect="1"/>
                </p:cNvPicPr>
                <p:nvPr/>
              </p:nvPicPr>
              <p:blipFill>
                <a:blip r:embed="rId1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655902" y="1748523"/>
                  <a:ext cx="712298" cy="712298"/>
                </a:xfrm>
                <a:prstGeom prst="rect">
                  <a:avLst/>
                </a:prstGeom>
              </p:spPr>
            </p:pic>
            <p:pic>
              <p:nvPicPr>
                <p:cNvPr id="37" name="图形 36"/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456199" y="2067364"/>
                  <a:ext cx="1182248" cy="1182248"/>
                </a:xfrm>
                <a:prstGeom prst="rect">
                  <a:avLst/>
                </a:prstGeom>
              </p:spPr>
            </p:pic>
            <p:grpSp>
              <p:nvGrpSpPr>
                <p:cNvPr id="39" name="组合 38"/>
                <p:cNvGrpSpPr/>
                <p:nvPr/>
              </p:nvGrpSpPr>
              <p:grpSpPr>
                <a:xfrm>
                  <a:off x="1714006" y="2967194"/>
                  <a:ext cx="2531462" cy="1319874"/>
                  <a:chOff x="1748595" y="2982744"/>
                  <a:chExt cx="2531462" cy="1319874"/>
                </a:xfrm>
              </p:grpSpPr>
              <p:sp>
                <p:nvSpPr>
                  <p:cNvPr id="31" name="文本框 30"/>
                  <p:cNvSpPr txBox="1"/>
                  <p:nvPr/>
                </p:nvSpPr>
                <p:spPr>
                  <a:xfrm>
                    <a:off x="1748595" y="2982744"/>
                    <a:ext cx="2531462" cy="112806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>
                      <a:lnSpc>
                        <a:spcPct val="158000"/>
                      </a:lnSpc>
                    </a:pPr>
                    <a:r>
                      <a:rPr lang="en-US" altLang="zh-CN" sz="4800" b="1" dirty="0">
                        <a:solidFill>
                          <a:schemeClr val="bg1"/>
                        </a:solidFill>
                        <a:cs typeface="+mn-ea"/>
                        <a:sym typeface="+mn-lt"/>
                      </a:rPr>
                      <a:t>INDUCE</a:t>
                    </a:r>
                    <a:endParaRPr lang="zh-CN" altLang="en-US" sz="4600" b="1" dirty="0">
                      <a:solidFill>
                        <a:schemeClr val="bg1"/>
                      </a:solidFill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8" name="文本框 37"/>
                  <p:cNvSpPr txBox="1"/>
                  <p:nvPr/>
                </p:nvSpPr>
                <p:spPr>
                  <a:xfrm>
                    <a:off x="2158235" y="3866152"/>
                    <a:ext cx="1678665" cy="43646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>
                      <a:lnSpc>
                        <a:spcPct val="158000"/>
                      </a:lnSpc>
                    </a:pPr>
                    <a:r>
                      <a:rPr lang="en-US" altLang="zh-CN" sz="1600" spc="300" dirty="0">
                        <a:solidFill>
                          <a:schemeClr val="bg1">
                            <a:alpha val="80000"/>
                          </a:schemeClr>
                        </a:solidFill>
                        <a:cs typeface="+mn-ea"/>
                        <a:sym typeface="+mn-lt"/>
                      </a:rPr>
                      <a:t>Q1.DETAILS</a:t>
                    </a:r>
                    <a:endParaRPr lang="zh-CN" altLang="en-US" sz="1600" spc="300" dirty="0">
                      <a:solidFill>
                        <a:schemeClr val="bg1">
                          <a:alpha val="80000"/>
                        </a:schemeClr>
                      </a:solidFill>
                      <a:cs typeface="+mn-ea"/>
                      <a:sym typeface="+mn-lt"/>
                    </a:endParaRPr>
                  </a:p>
                </p:txBody>
              </p:sp>
            </p:grpSp>
          </p:grpSp>
          <p:sp>
            <p:nvSpPr>
              <p:cNvPr id="41" name="矩形 40"/>
              <p:cNvSpPr/>
              <p:nvPr/>
            </p:nvSpPr>
            <p:spPr>
              <a:xfrm>
                <a:off x="1693157" y="5063542"/>
                <a:ext cx="2544058" cy="7729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ts val="1800"/>
                  </a:lnSpc>
                </a:pPr>
                <a:r>
                  <a:rPr lang="zh-CN" altLang="en-US" sz="1400" dirty="0">
                    <a:solidFill>
                      <a:schemeClr val="tx1">
                        <a:lumMod val="75000"/>
                        <a:lumOff val="25000"/>
                        <a:alpha val="50000"/>
                      </a:schemeClr>
                    </a:solidFill>
                    <a:cs typeface="+mn-ea"/>
                    <a:sym typeface="+mn-lt"/>
                  </a:rPr>
                  <a:t>Changing the world, dreaming of the future world</a:t>
                </a:r>
                <a:endParaRPr lang="en-US" altLang="zh-CN" sz="1400" dirty="0">
                  <a:solidFill>
                    <a:schemeClr val="tx1">
                      <a:lumMod val="75000"/>
                      <a:lumOff val="25000"/>
                      <a:alpha val="5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组合 50"/>
          <p:cNvGrpSpPr/>
          <p:nvPr/>
        </p:nvGrpSpPr>
        <p:grpSpPr>
          <a:xfrm>
            <a:off x="4522435" y="1782655"/>
            <a:ext cx="3478304" cy="3373689"/>
            <a:chOff x="4536949" y="1915412"/>
            <a:chExt cx="3333903" cy="3233631"/>
          </a:xfrm>
        </p:grpSpPr>
        <p:sp>
          <p:nvSpPr>
            <p:cNvPr id="3" name="椭圆 2"/>
            <p:cNvSpPr/>
            <p:nvPr/>
          </p:nvSpPr>
          <p:spPr>
            <a:xfrm>
              <a:off x="4536949" y="3131159"/>
              <a:ext cx="1504015" cy="1504015"/>
            </a:xfrm>
            <a:prstGeom prst="ellipse">
              <a:avLst/>
            </a:prstGeom>
            <a:solidFill>
              <a:schemeClr val="accent3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5815365" y="3093556"/>
              <a:ext cx="2055487" cy="2055487"/>
            </a:xfrm>
            <a:prstGeom prst="ellipse">
              <a:avLst/>
            </a:prstGeom>
            <a:solidFill>
              <a:schemeClr val="accent2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5113492" y="1915412"/>
              <a:ext cx="1704550" cy="1704550"/>
            </a:xfrm>
            <a:prstGeom prst="ellipse">
              <a:avLst/>
            </a:prstGeom>
            <a:solidFill>
              <a:schemeClr val="accent1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grpSp>
          <p:nvGrpSpPr>
            <p:cNvPr id="22" name="组合 21"/>
            <p:cNvGrpSpPr/>
            <p:nvPr/>
          </p:nvGrpSpPr>
          <p:grpSpPr>
            <a:xfrm>
              <a:off x="6254035" y="3605701"/>
              <a:ext cx="1239723" cy="973498"/>
              <a:chOff x="6254035" y="3605701"/>
              <a:chExt cx="1239723" cy="973498"/>
            </a:xfrm>
          </p:grpSpPr>
          <p:sp>
            <p:nvSpPr>
              <p:cNvPr id="8" name="文本框 7"/>
              <p:cNvSpPr txBox="1"/>
              <p:nvPr/>
            </p:nvSpPr>
            <p:spPr>
              <a:xfrm>
                <a:off x="6254035" y="3605701"/>
                <a:ext cx="1046634" cy="973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6000" b="1" dirty="0">
                    <a:solidFill>
                      <a:schemeClr val="bg1"/>
                    </a:solidFill>
                    <a:cs typeface="+mn-ea"/>
                    <a:sym typeface="+mn-lt"/>
                  </a:rPr>
                  <a:t>78</a:t>
                </a:r>
                <a:endParaRPr lang="zh-CN" altLang="en-US" sz="4800" b="1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1" name="矩形 20"/>
              <p:cNvSpPr/>
              <p:nvPr/>
            </p:nvSpPr>
            <p:spPr>
              <a:xfrm>
                <a:off x="7115482" y="4194635"/>
                <a:ext cx="378276" cy="3835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000" b="1" dirty="0">
                    <a:solidFill>
                      <a:schemeClr val="bg1">
                        <a:alpha val="95000"/>
                      </a:schemeClr>
                    </a:solidFill>
                    <a:cs typeface="+mn-ea"/>
                    <a:sym typeface="+mn-lt"/>
                  </a:rPr>
                  <a:t>%</a:t>
                </a:r>
                <a:endParaRPr lang="zh-CN" altLang="en-US" sz="2000" dirty="0">
                  <a:solidFill>
                    <a:schemeClr val="bg1">
                      <a:alpha val="9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23" name="组合 22"/>
            <p:cNvGrpSpPr/>
            <p:nvPr/>
          </p:nvGrpSpPr>
          <p:grpSpPr>
            <a:xfrm>
              <a:off x="5420733" y="2302052"/>
              <a:ext cx="1152145" cy="915940"/>
              <a:chOff x="6330566" y="3645329"/>
              <a:chExt cx="1152145" cy="915940"/>
            </a:xfrm>
          </p:grpSpPr>
          <p:sp>
            <p:nvSpPr>
              <p:cNvPr id="24" name="文本框 23"/>
              <p:cNvSpPr txBox="1"/>
              <p:nvPr/>
            </p:nvSpPr>
            <p:spPr>
              <a:xfrm>
                <a:off x="6330566" y="3645329"/>
                <a:ext cx="957519" cy="884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5400" b="1" dirty="0">
                    <a:solidFill>
                      <a:schemeClr val="bg1"/>
                    </a:solidFill>
                    <a:cs typeface="+mn-ea"/>
                    <a:sym typeface="+mn-lt"/>
                  </a:rPr>
                  <a:t>46</a:t>
                </a:r>
                <a:endParaRPr lang="zh-CN" altLang="en-US" sz="4800" b="1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5" name="矩形 24"/>
              <p:cNvSpPr/>
              <p:nvPr/>
            </p:nvSpPr>
            <p:spPr>
              <a:xfrm>
                <a:off x="7104435" y="4177769"/>
                <a:ext cx="378276" cy="3835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000" b="1" dirty="0">
                    <a:solidFill>
                      <a:schemeClr val="bg1">
                        <a:alpha val="95000"/>
                      </a:schemeClr>
                    </a:solidFill>
                    <a:cs typeface="+mn-ea"/>
                    <a:sym typeface="+mn-lt"/>
                  </a:rPr>
                  <a:t>%</a:t>
                </a:r>
                <a:endParaRPr lang="zh-CN" altLang="en-US" sz="2000" dirty="0">
                  <a:solidFill>
                    <a:schemeClr val="bg1">
                      <a:alpha val="9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26" name="组合 25"/>
            <p:cNvGrpSpPr/>
            <p:nvPr/>
          </p:nvGrpSpPr>
          <p:grpSpPr>
            <a:xfrm>
              <a:off x="4865302" y="3518949"/>
              <a:ext cx="898118" cy="728723"/>
              <a:chOff x="6422687" y="3719004"/>
              <a:chExt cx="898118" cy="728723"/>
            </a:xfrm>
          </p:grpSpPr>
          <p:sp>
            <p:nvSpPr>
              <p:cNvPr id="27" name="文本框 26"/>
              <p:cNvSpPr txBox="1"/>
              <p:nvPr/>
            </p:nvSpPr>
            <p:spPr>
              <a:xfrm>
                <a:off x="6422687" y="3719004"/>
                <a:ext cx="659446" cy="678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4000" b="1" dirty="0">
                    <a:solidFill>
                      <a:schemeClr val="bg1"/>
                    </a:solidFill>
                    <a:cs typeface="+mn-ea"/>
                    <a:sym typeface="+mn-lt"/>
                  </a:rPr>
                  <a:t>14</a:t>
                </a:r>
                <a:endParaRPr lang="zh-CN" altLang="en-US" sz="4000" b="1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8" name="矩形 27"/>
              <p:cNvSpPr/>
              <p:nvPr/>
            </p:nvSpPr>
            <p:spPr>
              <a:xfrm>
                <a:off x="6982477" y="4123228"/>
                <a:ext cx="338328" cy="3244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1600" b="1" dirty="0">
                    <a:solidFill>
                      <a:schemeClr val="bg1">
                        <a:alpha val="95000"/>
                      </a:schemeClr>
                    </a:solidFill>
                    <a:cs typeface="+mn-ea"/>
                    <a:sym typeface="+mn-lt"/>
                  </a:rPr>
                  <a:t>%</a:t>
                </a:r>
                <a:endParaRPr lang="zh-CN" altLang="en-US" sz="1600" dirty="0">
                  <a:solidFill>
                    <a:schemeClr val="bg1">
                      <a:alpha val="9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50" name="组合 49"/>
          <p:cNvGrpSpPr/>
          <p:nvPr/>
        </p:nvGrpSpPr>
        <p:grpSpPr>
          <a:xfrm>
            <a:off x="8833749" y="513047"/>
            <a:ext cx="2238752" cy="5695958"/>
            <a:chOff x="8995528" y="440477"/>
            <a:chExt cx="2238752" cy="5695958"/>
          </a:xfrm>
        </p:grpSpPr>
        <p:grpSp>
          <p:nvGrpSpPr>
            <p:cNvPr id="35" name="组合 34"/>
            <p:cNvGrpSpPr/>
            <p:nvPr/>
          </p:nvGrpSpPr>
          <p:grpSpPr>
            <a:xfrm>
              <a:off x="8995528" y="440477"/>
              <a:ext cx="2238752" cy="1852744"/>
              <a:chOff x="8772599" y="856750"/>
              <a:chExt cx="2238752" cy="1852744"/>
            </a:xfrm>
          </p:grpSpPr>
          <p:grpSp>
            <p:nvGrpSpPr>
              <p:cNvPr id="31" name="组合 30"/>
              <p:cNvGrpSpPr/>
              <p:nvPr/>
            </p:nvGrpSpPr>
            <p:grpSpPr>
              <a:xfrm>
                <a:off x="8772599" y="856750"/>
                <a:ext cx="2238752" cy="1583943"/>
                <a:chOff x="8641970" y="551950"/>
                <a:chExt cx="2238752" cy="1583943"/>
              </a:xfrm>
            </p:grpSpPr>
            <p:sp>
              <p:nvSpPr>
                <p:cNvPr id="12" name="文本框 11"/>
                <p:cNvSpPr txBox="1"/>
                <p:nvPr/>
              </p:nvSpPr>
              <p:spPr>
                <a:xfrm>
                  <a:off x="8644212" y="1374471"/>
                  <a:ext cx="1723549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24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cs typeface="+mn-ea"/>
                      <a:sym typeface="+mn-lt"/>
                    </a:rPr>
                    <a:t>添加小标题</a:t>
                  </a:r>
                  <a:endParaRPr lang="zh-CN" altLang="en-US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3" name="文本框 12"/>
                <p:cNvSpPr txBox="1"/>
                <p:nvPr/>
              </p:nvSpPr>
              <p:spPr>
                <a:xfrm>
                  <a:off x="8644212" y="1797339"/>
                  <a:ext cx="2236510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600" dirty="0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cs typeface="+mn-ea"/>
                      <a:sym typeface="+mn-lt"/>
                    </a:rPr>
                    <a:t>单击此处输入你的正文</a:t>
                  </a:r>
                  <a:endPara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4" name="文本框 13"/>
                <p:cNvSpPr txBox="1"/>
                <p:nvPr/>
              </p:nvSpPr>
              <p:spPr>
                <a:xfrm>
                  <a:off x="8641970" y="551950"/>
                  <a:ext cx="998992" cy="92333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zh-CN" sz="5400" b="1" dirty="0">
                      <a:solidFill>
                        <a:schemeClr val="accent1"/>
                      </a:solidFill>
                      <a:cs typeface="+mn-ea"/>
                      <a:sym typeface="+mn-lt"/>
                    </a:rPr>
                    <a:t>46</a:t>
                  </a:r>
                  <a:endParaRPr lang="zh-CN" altLang="en-US" sz="4400" b="1" dirty="0">
                    <a:solidFill>
                      <a:schemeClr val="accent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0" name="文本框 29"/>
                <p:cNvSpPr txBox="1"/>
                <p:nvPr/>
              </p:nvSpPr>
              <p:spPr>
                <a:xfrm>
                  <a:off x="9533809" y="895751"/>
                  <a:ext cx="479618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zh-CN" sz="2800" b="1" dirty="0">
                      <a:solidFill>
                        <a:schemeClr val="accent1"/>
                      </a:solidFill>
                      <a:cs typeface="+mn-ea"/>
                      <a:sym typeface="+mn-lt"/>
                    </a:rPr>
                    <a:t>%</a:t>
                  </a:r>
                  <a:endParaRPr lang="zh-CN" altLang="en-US" sz="2800" b="1" dirty="0">
                    <a:solidFill>
                      <a:schemeClr val="accent1"/>
                    </a:solidFill>
                    <a:cs typeface="+mn-ea"/>
                    <a:sym typeface="+mn-lt"/>
                  </a:endParaRPr>
                </a:p>
              </p:txBody>
            </p:sp>
          </p:grpSp>
          <p:cxnSp>
            <p:nvCxnSpPr>
              <p:cNvPr id="33" name="直接连接符 32"/>
              <p:cNvCxnSpPr/>
              <p:nvPr/>
            </p:nvCxnSpPr>
            <p:spPr>
              <a:xfrm>
                <a:off x="8876465" y="2709494"/>
                <a:ext cx="1980221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6" name="组合 35"/>
            <p:cNvGrpSpPr/>
            <p:nvPr/>
          </p:nvGrpSpPr>
          <p:grpSpPr>
            <a:xfrm>
              <a:off x="8995528" y="2502628"/>
              <a:ext cx="2238752" cy="1852744"/>
              <a:chOff x="8772599" y="856750"/>
              <a:chExt cx="2238752" cy="1852744"/>
            </a:xfrm>
          </p:grpSpPr>
          <p:grpSp>
            <p:nvGrpSpPr>
              <p:cNvPr id="37" name="组合 36"/>
              <p:cNvGrpSpPr/>
              <p:nvPr/>
            </p:nvGrpSpPr>
            <p:grpSpPr>
              <a:xfrm>
                <a:off x="8772599" y="856750"/>
                <a:ext cx="2238752" cy="1583943"/>
                <a:chOff x="8641970" y="551950"/>
                <a:chExt cx="2238752" cy="1583943"/>
              </a:xfrm>
            </p:grpSpPr>
            <p:sp>
              <p:nvSpPr>
                <p:cNvPr id="39" name="文本框 38"/>
                <p:cNvSpPr txBox="1"/>
                <p:nvPr/>
              </p:nvSpPr>
              <p:spPr>
                <a:xfrm>
                  <a:off x="8644212" y="1374471"/>
                  <a:ext cx="1723549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24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cs typeface="+mn-ea"/>
                      <a:sym typeface="+mn-lt"/>
                    </a:rPr>
                    <a:t>添加小标题</a:t>
                  </a:r>
                  <a:endParaRPr lang="zh-CN" altLang="en-US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40" name="文本框 39"/>
                <p:cNvSpPr txBox="1"/>
                <p:nvPr/>
              </p:nvSpPr>
              <p:spPr>
                <a:xfrm>
                  <a:off x="8644212" y="1797339"/>
                  <a:ext cx="2236510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600" dirty="0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cs typeface="+mn-ea"/>
                      <a:sym typeface="+mn-lt"/>
                    </a:rPr>
                    <a:t>单击此处输入你的正文</a:t>
                  </a:r>
                  <a:endPara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41" name="文本框 40"/>
                <p:cNvSpPr txBox="1"/>
                <p:nvPr/>
              </p:nvSpPr>
              <p:spPr>
                <a:xfrm>
                  <a:off x="8641970" y="551950"/>
                  <a:ext cx="998992" cy="92333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zh-CN" sz="5400" b="1" dirty="0">
                      <a:solidFill>
                        <a:schemeClr val="accent2"/>
                      </a:solidFill>
                      <a:cs typeface="+mn-ea"/>
                      <a:sym typeface="+mn-lt"/>
                    </a:rPr>
                    <a:t>78</a:t>
                  </a:r>
                  <a:endParaRPr lang="zh-CN" altLang="en-US" sz="4400" b="1" dirty="0">
                    <a:solidFill>
                      <a:schemeClr val="accent2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42" name="文本框 41"/>
                <p:cNvSpPr txBox="1"/>
                <p:nvPr/>
              </p:nvSpPr>
              <p:spPr>
                <a:xfrm>
                  <a:off x="9533809" y="895751"/>
                  <a:ext cx="479618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zh-CN" sz="2800" b="1" dirty="0">
                      <a:solidFill>
                        <a:schemeClr val="accent2"/>
                      </a:solidFill>
                      <a:cs typeface="+mn-ea"/>
                      <a:sym typeface="+mn-lt"/>
                    </a:rPr>
                    <a:t>%</a:t>
                  </a:r>
                  <a:endParaRPr lang="zh-CN" altLang="en-US" sz="2800" b="1" dirty="0">
                    <a:solidFill>
                      <a:schemeClr val="accent2"/>
                    </a:solidFill>
                    <a:cs typeface="+mn-ea"/>
                    <a:sym typeface="+mn-lt"/>
                  </a:endParaRPr>
                </a:p>
              </p:txBody>
            </p:sp>
          </p:grpSp>
          <p:cxnSp>
            <p:nvCxnSpPr>
              <p:cNvPr id="38" name="直接连接符 37"/>
              <p:cNvCxnSpPr/>
              <p:nvPr/>
            </p:nvCxnSpPr>
            <p:spPr>
              <a:xfrm>
                <a:off x="8876465" y="2709494"/>
                <a:ext cx="1980221" cy="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4" name="组合 43"/>
            <p:cNvGrpSpPr/>
            <p:nvPr/>
          </p:nvGrpSpPr>
          <p:grpSpPr>
            <a:xfrm>
              <a:off x="8995528" y="4552492"/>
              <a:ext cx="2238752" cy="1583943"/>
              <a:chOff x="8641970" y="551950"/>
              <a:chExt cx="2238752" cy="1583943"/>
            </a:xfrm>
          </p:grpSpPr>
          <p:sp>
            <p:nvSpPr>
              <p:cNvPr id="46" name="文本框 45"/>
              <p:cNvSpPr txBox="1"/>
              <p:nvPr/>
            </p:nvSpPr>
            <p:spPr>
              <a:xfrm>
                <a:off x="8644212" y="1374471"/>
                <a:ext cx="17235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添加小标题</a:t>
                </a:r>
                <a:endParaRPr lang="zh-CN" alt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8644212" y="1797339"/>
                <a:ext cx="223651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单击此处输入你的正文</a:t>
                </a:r>
                <a:endParaRPr lang="zh-CN" alt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48" name="文本框 47"/>
              <p:cNvSpPr txBox="1"/>
              <p:nvPr/>
            </p:nvSpPr>
            <p:spPr>
              <a:xfrm>
                <a:off x="8641970" y="551950"/>
                <a:ext cx="998992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5400" b="1" dirty="0">
                    <a:solidFill>
                      <a:schemeClr val="accent3"/>
                    </a:solidFill>
                    <a:cs typeface="+mn-ea"/>
                    <a:sym typeface="+mn-lt"/>
                  </a:rPr>
                  <a:t>46</a:t>
                </a:r>
                <a:endParaRPr lang="zh-CN" altLang="en-US" sz="4400" b="1" dirty="0">
                  <a:solidFill>
                    <a:schemeClr val="accent3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49" name="文本框 48"/>
              <p:cNvSpPr txBox="1"/>
              <p:nvPr/>
            </p:nvSpPr>
            <p:spPr>
              <a:xfrm>
                <a:off x="9533809" y="895751"/>
                <a:ext cx="47961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800" b="1" dirty="0">
                    <a:solidFill>
                      <a:schemeClr val="accent3"/>
                    </a:solidFill>
                    <a:cs typeface="+mn-ea"/>
                    <a:sym typeface="+mn-lt"/>
                  </a:rPr>
                  <a:t>%</a:t>
                </a:r>
                <a:endParaRPr lang="zh-CN" altLang="en-US" sz="2800" b="1" dirty="0">
                  <a:solidFill>
                    <a:schemeClr val="accent3"/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43" name="组合 42"/>
          <p:cNvGrpSpPr/>
          <p:nvPr/>
        </p:nvGrpSpPr>
        <p:grpSpPr>
          <a:xfrm>
            <a:off x="1247381" y="1462757"/>
            <a:ext cx="3017975" cy="3932486"/>
            <a:chOff x="1367860" y="1477539"/>
            <a:chExt cx="3710513" cy="3932486"/>
          </a:xfrm>
        </p:grpSpPr>
        <p:sp>
          <p:nvSpPr>
            <p:cNvPr id="45" name="文本框 44"/>
            <p:cNvSpPr txBox="1"/>
            <p:nvPr/>
          </p:nvSpPr>
          <p:spPr>
            <a:xfrm>
              <a:off x="1367860" y="2880102"/>
              <a:ext cx="3710513" cy="25299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2400"/>
                </a:lnSpc>
              </a:pPr>
              <a:r>
                <a:rPr lang="zh-CN" alt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单击此处输入你的正文，为了最终演示发布的良好效果，请尽量言简意赅的阐述观点；根据需要可酌情增减文字。</a:t>
              </a:r>
              <a:endParaRPr lang="en-US" altLang="zh-CN" sz="1600" dirty="0">
                <a:solidFill>
                  <a:schemeClr val="tx2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  <a:p>
              <a:pPr>
                <a:lnSpc>
                  <a:spcPts val="2400"/>
                </a:lnSpc>
              </a:pPr>
              <a:endParaRPr lang="zh-CN" altLang="en-US" sz="1600" dirty="0">
                <a:solidFill>
                  <a:schemeClr val="tx2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  <a:p>
              <a:pPr>
                <a:lnSpc>
                  <a:spcPts val="2400"/>
                </a:lnSpc>
              </a:pPr>
              <a:r>
                <a:rPr lang="zh-CN" alt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您的正文已经简明扼要，字字珠玑需要用更多的文字来表述；请您尽可能提炼思想的精髓。</a:t>
              </a:r>
              <a:endParaRPr lang="en-US" altLang="zh-CN" sz="1600" dirty="0">
                <a:solidFill>
                  <a:schemeClr val="tx2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58" name="组合 57"/>
            <p:cNvGrpSpPr/>
            <p:nvPr/>
          </p:nvGrpSpPr>
          <p:grpSpPr>
            <a:xfrm>
              <a:off x="1367860" y="1477539"/>
              <a:ext cx="3380395" cy="1218623"/>
              <a:chOff x="1673305" y="1275612"/>
              <a:chExt cx="3380395" cy="1218623"/>
            </a:xfrm>
          </p:grpSpPr>
          <p:sp>
            <p:nvSpPr>
              <p:cNvPr id="59" name="文本框 58"/>
              <p:cNvSpPr txBox="1"/>
              <p:nvPr/>
            </p:nvSpPr>
            <p:spPr>
              <a:xfrm>
                <a:off x="1673305" y="1275612"/>
                <a:ext cx="3380395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+mn-ea"/>
                    <a:sym typeface="+mn-lt"/>
                  </a:rPr>
                  <a:t>请添加标题</a:t>
                </a:r>
                <a:endParaRPr lang="zh-CN" altLang="en-US" sz="40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0" name="文本框 59"/>
              <p:cNvSpPr txBox="1"/>
              <p:nvPr/>
            </p:nvSpPr>
            <p:spPr>
              <a:xfrm>
                <a:off x="1673305" y="1926240"/>
                <a:ext cx="300199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600" dirty="0">
                    <a:solidFill>
                      <a:schemeClr val="tx2">
                        <a:lumMod val="85000"/>
                        <a:lumOff val="15000"/>
                        <a:alpha val="50000"/>
                      </a:schemeClr>
                    </a:solidFill>
                    <a:cs typeface="+mn-ea"/>
                    <a:sym typeface="+mn-lt"/>
                  </a:rPr>
                  <a:t>单击此处添加副标题内容</a:t>
                </a:r>
                <a:endParaRPr lang="zh-CN" altLang="en-US" sz="1600" dirty="0">
                  <a:solidFill>
                    <a:schemeClr val="tx2">
                      <a:lumMod val="85000"/>
                      <a:lumOff val="15000"/>
                      <a:alpha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1" name="矩形: 圆角 60"/>
              <p:cNvSpPr/>
              <p:nvPr/>
            </p:nvSpPr>
            <p:spPr>
              <a:xfrm flipV="1">
                <a:off x="1774905" y="2384399"/>
                <a:ext cx="678652" cy="109836"/>
              </a:xfrm>
              <a:prstGeom prst="roundRect">
                <a:avLst>
                  <a:gd name="adj" fmla="val 50000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035540" y="2080418"/>
            <a:ext cx="7906418" cy="3168819"/>
            <a:chOff x="2035540" y="2080418"/>
            <a:chExt cx="7906418" cy="3168819"/>
          </a:xfrm>
        </p:grpSpPr>
        <p:grpSp>
          <p:nvGrpSpPr>
            <p:cNvPr id="58" name="组合 57"/>
            <p:cNvGrpSpPr/>
            <p:nvPr/>
          </p:nvGrpSpPr>
          <p:grpSpPr>
            <a:xfrm rot="5400000">
              <a:off x="1852961" y="4783548"/>
              <a:ext cx="648268" cy="283109"/>
              <a:chOff x="7531100" y="642935"/>
              <a:chExt cx="838995" cy="366402"/>
            </a:xfrm>
            <a:solidFill>
              <a:schemeClr val="bg1">
                <a:lumMod val="85000"/>
              </a:schemeClr>
            </a:solidFill>
          </p:grpSpPr>
          <p:grpSp>
            <p:nvGrpSpPr>
              <p:cNvPr id="59" name="组合 58"/>
              <p:cNvGrpSpPr/>
              <p:nvPr/>
            </p:nvGrpSpPr>
            <p:grpSpPr>
              <a:xfrm>
                <a:off x="7531100" y="642935"/>
                <a:ext cx="838995" cy="131764"/>
                <a:chOff x="7531100" y="642935"/>
                <a:chExt cx="838995" cy="131764"/>
              </a:xfrm>
              <a:grpFill/>
            </p:grpSpPr>
            <p:sp>
              <p:nvSpPr>
                <p:cNvPr id="65" name="椭圆 64"/>
                <p:cNvSpPr/>
                <p:nvPr/>
              </p:nvSpPr>
              <p:spPr>
                <a:xfrm>
                  <a:off x="7531100" y="642936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6" name="椭圆 65"/>
                <p:cNvSpPr/>
                <p:nvPr/>
              </p:nvSpPr>
              <p:spPr>
                <a:xfrm>
                  <a:off x="7766844" y="642936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7" name="椭圆 66"/>
                <p:cNvSpPr/>
                <p:nvPr/>
              </p:nvSpPr>
              <p:spPr>
                <a:xfrm>
                  <a:off x="8002588" y="642935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8" name="椭圆 67"/>
                <p:cNvSpPr/>
                <p:nvPr/>
              </p:nvSpPr>
              <p:spPr>
                <a:xfrm>
                  <a:off x="8238332" y="642935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60" name="组合 59"/>
              <p:cNvGrpSpPr/>
              <p:nvPr/>
            </p:nvGrpSpPr>
            <p:grpSpPr>
              <a:xfrm>
                <a:off x="7531100" y="877573"/>
                <a:ext cx="838995" cy="131764"/>
                <a:chOff x="7531100" y="642935"/>
                <a:chExt cx="838995" cy="131764"/>
              </a:xfrm>
              <a:grpFill/>
            </p:grpSpPr>
            <p:sp>
              <p:nvSpPr>
                <p:cNvPr id="61" name="椭圆 60"/>
                <p:cNvSpPr/>
                <p:nvPr/>
              </p:nvSpPr>
              <p:spPr>
                <a:xfrm>
                  <a:off x="7531100" y="642936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2" name="椭圆 61"/>
                <p:cNvSpPr/>
                <p:nvPr/>
              </p:nvSpPr>
              <p:spPr>
                <a:xfrm>
                  <a:off x="7766844" y="642936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3" name="椭圆 62"/>
                <p:cNvSpPr/>
                <p:nvPr/>
              </p:nvSpPr>
              <p:spPr>
                <a:xfrm>
                  <a:off x="8002588" y="642935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4" name="椭圆 63"/>
                <p:cNvSpPr/>
                <p:nvPr/>
              </p:nvSpPr>
              <p:spPr>
                <a:xfrm>
                  <a:off x="8238332" y="642935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69" name="组合 68"/>
            <p:cNvGrpSpPr/>
            <p:nvPr/>
          </p:nvGrpSpPr>
          <p:grpSpPr>
            <a:xfrm>
              <a:off x="9293690" y="2080418"/>
              <a:ext cx="648268" cy="283109"/>
              <a:chOff x="7531100" y="642935"/>
              <a:chExt cx="838995" cy="366402"/>
            </a:xfrm>
            <a:solidFill>
              <a:schemeClr val="bg1">
                <a:lumMod val="85000"/>
              </a:schemeClr>
            </a:solidFill>
          </p:grpSpPr>
          <p:grpSp>
            <p:nvGrpSpPr>
              <p:cNvPr id="70" name="组合 69"/>
              <p:cNvGrpSpPr/>
              <p:nvPr/>
            </p:nvGrpSpPr>
            <p:grpSpPr>
              <a:xfrm>
                <a:off x="7531100" y="642935"/>
                <a:ext cx="838995" cy="131764"/>
                <a:chOff x="7531100" y="642935"/>
                <a:chExt cx="838995" cy="131764"/>
              </a:xfrm>
              <a:grpFill/>
            </p:grpSpPr>
            <p:sp>
              <p:nvSpPr>
                <p:cNvPr id="76" name="椭圆 75"/>
                <p:cNvSpPr/>
                <p:nvPr/>
              </p:nvSpPr>
              <p:spPr>
                <a:xfrm>
                  <a:off x="7531100" y="642936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7" name="椭圆 76"/>
                <p:cNvSpPr/>
                <p:nvPr/>
              </p:nvSpPr>
              <p:spPr>
                <a:xfrm>
                  <a:off x="7766844" y="642936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8" name="椭圆 77"/>
                <p:cNvSpPr/>
                <p:nvPr/>
              </p:nvSpPr>
              <p:spPr>
                <a:xfrm>
                  <a:off x="8002588" y="642935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9" name="椭圆 78"/>
                <p:cNvSpPr/>
                <p:nvPr/>
              </p:nvSpPr>
              <p:spPr>
                <a:xfrm>
                  <a:off x="8238332" y="642935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71" name="组合 70"/>
              <p:cNvGrpSpPr/>
              <p:nvPr/>
            </p:nvGrpSpPr>
            <p:grpSpPr>
              <a:xfrm>
                <a:off x="7531100" y="877573"/>
                <a:ext cx="838995" cy="131764"/>
                <a:chOff x="7531100" y="642935"/>
                <a:chExt cx="838995" cy="131764"/>
              </a:xfrm>
              <a:grpFill/>
            </p:grpSpPr>
            <p:sp>
              <p:nvSpPr>
                <p:cNvPr id="72" name="椭圆 71"/>
                <p:cNvSpPr/>
                <p:nvPr/>
              </p:nvSpPr>
              <p:spPr>
                <a:xfrm>
                  <a:off x="7531100" y="642936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3" name="椭圆 72"/>
                <p:cNvSpPr/>
                <p:nvPr/>
              </p:nvSpPr>
              <p:spPr>
                <a:xfrm>
                  <a:off x="7766844" y="642936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4" name="椭圆 73"/>
                <p:cNvSpPr/>
                <p:nvPr/>
              </p:nvSpPr>
              <p:spPr>
                <a:xfrm>
                  <a:off x="8002588" y="642935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5" name="椭圆 74"/>
                <p:cNvSpPr/>
                <p:nvPr/>
              </p:nvSpPr>
              <p:spPr>
                <a:xfrm>
                  <a:off x="8238332" y="642935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</p:grpSp>
      </p:grpSp>
      <p:grpSp>
        <p:nvGrpSpPr>
          <p:cNvPr id="93" name="组合 92"/>
          <p:cNvGrpSpPr/>
          <p:nvPr/>
        </p:nvGrpSpPr>
        <p:grpSpPr>
          <a:xfrm>
            <a:off x="3104057" y="1192217"/>
            <a:ext cx="5486315" cy="4355873"/>
            <a:chOff x="3104057" y="1134161"/>
            <a:chExt cx="5486315" cy="4355873"/>
          </a:xfrm>
        </p:grpSpPr>
        <p:sp>
          <p:nvSpPr>
            <p:cNvPr id="30" name="文本框 29"/>
            <p:cNvSpPr txBox="1"/>
            <p:nvPr/>
          </p:nvSpPr>
          <p:spPr>
            <a:xfrm>
              <a:off x="4977745" y="3709711"/>
              <a:ext cx="223651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tx2">
                      <a:lumMod val="85000"/>
                      <a:lumOff val="15000"/>
                      <a:alpha val="50000"/>
                    </a:schemeClr>
                  </a:solidFill>
                  <a:cs typeface="+mn-ea"/>
                  <a:sym typeface="+mn-lt"/>
                </a:rPr>
                <a:t>项目解决方案内容报告</a:t>
              </a:r>
              <a:endParaRPr lang="zh-CN" altLang="en-US" sz="1600" dirty="0">
                <a:solidFill>
                  <a:schemeClr val="tx2">
                    <a:lumMod val="85000"/>
                    <a:lumOff val="15000"/>
                    <a:alpha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4464784" y="3043424"/>
              <a:ext cx="3262432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tx2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面临解决方式</a:t>
              </a:r>
              <a:endParaRPr lang="zh-CN" altLang="en-US" sz="4000" b="1" dirty="0">
                <a:solidFill>
                  <a:schemeClr val="tx2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pic>
          <p:nvPicPr>
            <p:cNvPr id="57" name="图形 5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104057" y="1438585"/>
              <a:ext cx="458253" cy="356418"/>
            </a:xfrm>
            <a:prstGeom prst="rect">
              <a:avLst/>
            </a:prstGeom>
          </p:spPr>
        </p:pic>
        <p:sp>
          <p:nvSpPr>
            <p:cNvPr id="81" name="文本框 80"/>
            <p:cNvSpPr txBox="1"/>
            <p:nvPr/>
          </p:nvSpPr>
          <p:spPr>
            <a:xfrm>
              <a:off x="3601628" y="4498993"/>
              <a:ext cx="4988744" cy="9910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zh-CN" altLang="en-US" sz="1600" dirty="0">
                  <a:solidFill>
                    <a:schemeClr val="tx2">
                      <a:lumMod val="85000"/>
                      <a:lumOff val="15000"/>
                      <a:alpha val="60000"/>
                    </a:schemeClr>
                  </a:solidFill>
                  <a:cs typeface="+mn-ea"/>
                  <a:sym typeface="+mn-lt"/>
                </a:rPr>
                <a:t>单击此处输入你的正文，文字是您思想的提炼，为了最终演示发布的良好效果，请尽量言简意赅的阐述观点；根据需要可酌情增减文字</a:t>
              </a:r>
              <a:r>
                <a:rPr lang="en-US" altLang="zh-CN" sz="1600" dirty="0">
                  <a:solidFill>
                    <a:schemeClr val="tx2">
                      <a:lumMod val="85000"/>
                      <a:lumOff val="15000"/>
                      <a:alpha val="60000"/>
                    </a:schemeClr>
                  </a:solidFill>
                  <a:cs typeface="+mn-ea"/>
                  <a:sym typeface="+mn-lt"/>
                </a:rPr>
                <a:t>…</a:t>
              </a:r>
              <a:endParaRPr lang="en-US" altLang="zh-CN" sz="1600" dirty="0">
                <a:solidFill>
                  <a:schemeClr val="tx2">
                    <a:lumMod val="85000"/>
                    <a:lumOff val="15000"/>
                    <a:alpha val="60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87" name="组合 86"/>
            <p:cNvGrpSpPr/>
            <p:nvPr/>
          </p:nvGrpSpPr>
          <p:grpSpPr>
            <a:xfrm>
              <a:off x="4184313" y="4123345"/>
              <a:ext cx="3823374" cy="234675"/>
              <a:chOff x="4125062" y="5172812"/>
              <a:chExt cx="3823374" cy="234675"/>
            </a:xfrm>
          </p:grpSpPr>
          <p:cxnSp>
            <p:nvCxnSpPr>
              <p:cNvPr id="82" name="直接连接符 81"/>
              <p:cNvCxnSpPr/>
              <p:nvPr/>
            </p:nvCxnSpPr>
            <p:spPr>
              <a:xfrm flipH="1">
                <a:off x="4125062" y="5290149"/>
                <a:ext cx="3823374" cy="0"/>
              </a:xfrm>
              <a:prstGeom prst="line">
                <a:avLst/>
              </a:prstGeom>
              <a:ln w="25400">
                <a:solidFill>
                  <a:srgbClr val="FAA718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接连接符 82"/>
              <p:cNvCxnSpPr/>
              <p:nvPr/>
            </p:nvCxnSpPr>
            <p:spPr>
              <a:xfrm flipV="1">
                <a:off x="4264406" y="5172812"/>
                <a:ext cx="0" cy="234675"/>
              </a:xfrm>
              <a:prstGeom prst="line">
                <a:avLst/>
              </a:prstGeom>
              <a:ln w="25400">
                <a:solidFill>
                  <a:srgbClr val="FAA718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直接连接符 84"/>
              <p:cNvCxnSpPr/>
              <p:nvPr/>
            </p:nvCxnSpPr>
            <p:spPr>
              <a:xfrm flipV="1">
                <a:off x="7788656" y="5172812"/>
                <a:ext cx="0" cy="234675"/>
              </a:xfrm>
              <a:prstGeom prst="line">
                <a:avLst/>
              </a:prstGeom>
              <a:ln w="25400">
                <a:solidFill>
                  <a:srgbClr val="FAA718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1" name="组合 90"/>
            <p:cNvGrpSpPr/>
            <p:nvPr/>
          </p:nvGrpSpPr>
          <p:grpSpPr>
            <a:xfrm>
              <a:off x="3642557" y="1134161"/>
              <a:ext cx="4865892" cy="2215991"/>
              <a:chOff x="4274116" y="172322"/>
              <a:chExt cx="4865892" cy="2215991"/>
            </a:xfrm>
          </p:grpSpPr>
          <p:grpSp>
            <p:nvGrpSpPr>
              <p:cNvPr id="45" name="组合 44"/>
              <p:cNvGrpSpPr/>
              <p:nvPr/>
            </p:nvGrpSpPr>
            <p:grpSpPr>
              <a:xfrm>
                <a:off x="4274116" y="172322"/>
                <a:ext cx="4865892" cy="2215991"/>
                <a:chOff x="4211189" y="827813"/>
                <a:chExt cx="4865892" cy="2215991"/>
              </a:xfrm>
            </p:grpSpPr>
            <p:sp>
              <p:nvSpPr>
                <p:cNvPr id="43" name="矩形 42"/>
                <p:cNvSpPr/>
                <p:nvPr/>
              </p:nvSpPr>
              <p:spPr>
                <a:xfrm>
                  <a:off x="4211189" y="827813"/>
                  <a:ext cx="2268570" cy="221599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13800" b="1" dirty="0">
                      <a:ln w="38100">
                        <a:solidFill>
                          <a:srgbClr val="2B357A"/>
                        </a:solidFill>
                      </a:ln>
                      <a:solidFill>
                        <a:srgbClr val="2B357A"/>
                      </a:solidFill>
                      <a:cs typeface="+mn-ea"/>
                      <a:sym typeface="+mn-lt"/>
                    </a:rPr>
                    <a:t>Th</a:t>
                  </a:r>
                  <a:endParaRPr lang="zh-CN" altLang="en-US" sz="13800" b="1" dirty="0">
                    <a:ln w="38100">
                      <a:solidFill>
                        <a:srgbClr val="2B357A"/>
                      </a:solidFill>
                    </a:ln>
                    <a:solidFill>
                      <a:srgbClr val="2B357A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44" name="矩形 43"/>
                <p:cNvSpPr/>
                <p:nvPr/>
              </p:nvSpPr>
              <p:spPr>
                <a:xfrm>
                  <a:off x="6252269" y="827813"/>
                  <a:ext cx="2824812" cy="221599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13800" b="1" dirty="0">
                      <a:ln w="38100">
                        <a:solidFill>
                          <a:srgbClr val="F2634B"/>
                        </a:solidFill>
                      </a:ln>
                      <a:solidFill>
                        <a:srgbClr val="F2634B"/>
                      </a:solidFill>
                      <a:cs typeface="+mn-ea"/>
                      <a:sym typeface="+mn-lt"/>
                    </a:rPr>
                    <a:t>ree</a:t>
                  </a:r>
                  <a:endParaRPr lang="zh-CN" altLang="en-US" sz="13800" b="1" dirty="0">
                    <a:ln w="38100">
                      <a:solidFill>
                        <a:srgbClr val="F2634B"/>
                      </a:solidFill>
                    </a:ln>
                    <a:solidFill>
                      <a:srgbClr val="F2634B"/>
                    </a:solidFill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90" name="组合 89"/>
              <p:cNvGrpSpPr/>
              <p:nvPr/>
            </p:nvGrpSpPr>
            <p:grpSpPr>
              <a:xfrm>
                <a:off x="6411898" y="391750"/>
                <a:ext cx="1903734" cy="369332"/>
                <a:chOff x="6411898" y="391750"/>
                <a:chExt cx="1903734" cy="369332"/>
              </a:xfrm>
            </p:grpSpPr>
            <p:sp>
              <p:nvSpPr>
                <p:cNvPr id="88" name="矩形 87"/>
                <p:cNvSpPr/>
                <p:nvPr/>
              </p:nvSpPr>
              <p:spPr>
                <a:xfrm>
                  <a:off x="6411898" y="391750"/>
                  <a:ext cx="1729961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dirty="0">
                      <a:ln w="15875">
                        <a:solidFill>
                          <a:srgbClr val="61C9DC"/>
                        </a:solidFill>
                      </a:ln>
                      <a:solidFill>
                        <a:srgbClr val="61C9DC"/>
                      </a:solidFill>
                      <a:cs typeface="+mn-ea"/>
                      <a:sym typeface="+mn-lt"/>
                    </a:rPr>
                    <a:t>Chapter Three</a:t>
                  </a:r>
                  <a:endParaRPr lang="zh-CN" altLang="en-US" dirty="0">
                    <a:ln w="15875">
                      <a:solidFill>
                        <a:srgbClr val="61C9DC"/>
                      </a:solidFill>
                    </a:ln>
                    <a:solidFill>
                      <a:srgbClr val="61C9DC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89" name="任意多边形: 形状 88"/>
                <p:cNvSpPr/>
                <p:nvPr/>
              </p:nvSpPr>
              <p:spPr>
                <a:xfrm flipH="1">
                  <a:off x="8161490" y="501159"/>
                  <a:ext cx="154142" cy="154142"/>
                </a:xfrm>
                <a:custGeom>
                  <a:avLst/>
                  <a:gdLst>
                    <a:gd name="connsiteX0" fmla="*/ 166783 w 171450"/>
                    <a:gd name="connsiteY0" fmla="*/ 86963 h 171450"/>
                    <a:gd name="connsiteX1" fmla="*/ 86963 w 171450"/>
                    <a:gd name="connsiteY1" fmla="*/ 166783 h 171450"/>
                    <a:gd name="connsiteX2" fmla="*/ 7144 w 171450"/>
                    <a:gd name="connsiteY2" fmla="*/ 86963 h 171450"/>
                    <a:gd name="connsiteX3" fmla="*/ 86963 w 171450"/>
                    <a:gd name="connsiteY3" fmla="*/ 7144 h 171450"/>
                    <a:gd name="connsiteX4" fmla="*/ 166783 w 171450"/>
                    <a:gd name="connsiteY4" fmla="*/ 86963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450" h="171450">
                      <a:moveTo>
                        <a:pt x="166783" y="86963"/>
                      </a:moveTo>
                      <a:cubicBezTo>
                        <a:pt x="166783" y="131047"/>
                        <a:pt x="131046" y="166783"/>
                        <a:pt x="86963" y="166783"/>
                      </a:cubicBezTo>
                      <a:cubicBezTo>
                        <a:pt x="42880" y="166783"/>
                        <a:pt x="7144" y="131047"/>
                        <a:pt x="7144" y="86963"/>
                      </a:cubicBezTo>
                      <a:cubicBezTo>
                        <a:pt x="7144" y="42880"/>
                        <a:pt x="42880" y="7144"/>
                        <a:pt x="86963" y="7144"/>
                      </a:cubicBezTo>
                      <a:cubicBezTo>
                        <a:pt x="131046" y="7144"/>
                        <a:pt x="166783" y="42880"/>
                        <a:pt x="166783" y="86963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</p:grpSp>
        <p:sp>
          <p:nvSpPr>
            <p:cNvPr id="92" name="任意多边形: 形状 91"/>
            <p:cNvSpPr/>
            <p:nvPr/>
          </p:nvSpPr>
          <p:spPr>
            <a:xfrm>
              <a:off x="8088163" y="1292000"/>
              <a:ext cx="434453" cy="434453"/>
            </a:xfrm>
            <a:custGeom>
              <a:avLst/>
              <a:gdLst>
                <a:gd name="connsiteX0" fmla="*/ 7144 w 342900"/>
                <a:gd name="connsiteY0" fmla="*/ 7144 h 342900"/>
                <a:gd name="connsiteX1" fmla="*/ 7144 w 342900"/>
                <a:gd name="connsiteY1" fmla="*/ 336899 h 342900"/>
                <a:gd name="connsiteX2" fmla="*/ 336899 w 342900"/>
                <a:gd name="connsiteY2" fmla="*/ 336899 h 342900"/>
                <a:gd name="connsiteX3" fmla="*/ 336899 w 342900"/>
                <a:gd name="connsiteY3" fmla="*/ 7144 h 342900"/>
                <a:gd name="connsiteX4" fmla="*/ 7144 w 342900"/>
                <a:gd name="connsiteY4" fmla="*/ 7144 h 342900"/>
                <a:gd name="connsiteX5" fmla="*/ 285274 w 342900"/>
                <a:gd name="connsiteY5" fmla="*/ 285274 h 342900"/>
                <a:gd name="connsiteX6" fmla="*/ 195453 w 342900"/>
                <a:gd name="connsiteY6" fmla="*/ 285274 h 342900"/>
                <a:gd name="connsiteX7" fmla="*/ 285274 w 342900"/>
                <a:gd name="connsiteY7" fmla="*/ 195453 h 342900"/>
                <a:gd name="connsiteX8" fmla="*/ 285274 w 342900"/>
                <a:gd name="connsiteY8" fmla="*/ 285274 h 342900"/>
                <a:gd name="connsiteX9" fmla="*/ 58769 w 342900"/>
                <a:gd name="connsiteY9" fmla="*/ 285274 h 342900"/>
                <a:gd name="connsiteX10" fmla="*/ 58769 w 342900"/>
                <a:gd name="connsiteY10" fmla="*/ 285274 h 342900"/>
                <a:gd name="connsiteX11" fmla="*/ 58769 w 342900"/>
                <a:gd name="connsiteY11" fmla="*/ 58674 h 342900"/>
                <a:gd name="connsiteX12" fmla="*/ 285274 w 342900"/>
                <a:gd name="connsiteY12" fmla="*/ 58674 h 342900"/>
                <a:gd name="connsiteX13" fmla="*/ 285274 w 342900"/>
                <a:gd name="connsiteY13" fmla="*/ 58674 h 342900"/>
                <a:gd name="connsiteX14" fmla="*/ 58769 w 342900"/>
                <a:gd name="connsiteY14" fmla="*/ 285274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42900" h="342900">
                  <a:moveTo>
                    <a:pt x="7144" y="7144"/>
                  </a:moveTo>
                  <a:lnTo>
                    <a:pt x="7144" y="336899"/>
                  </a:lnTo>
                  <a:lnTo>
                    <a:pt x="336899" y="336899"/>
                  </a:lnTo>
                  <a:lnTo>
                    <a:pt x="336899" y="7144"/>
                  </a:lnTo>
                  <a:lnTo>
                    <a:pt x="7144" y="7144"/>
                  </a:lnTo>
                  <a:close/>
                  <a:moveTo>
                    <a:pt x="285274" y="285274"/>
                  </a:moveTo>
                  <a:lnTo>
                    <a:pt x="195453" y="285274"/>
                  </a:lnTo>
                  <a:cubicBezTo>
                    <a:pt x="232124" y="263080"/>
                    <a:pt x="263080" y="232124"/>
                    <a:pt x="285274" y="195453"/>
                  </a:cubicBezTo>
                  <a:lnTo>
                    <a:pt x="285274" y="285274"/>
                  </a:lnTo>
                  <a:close/>
                  <a:moveTo>
                    <a:pt x="58769" y="285274"/>
                  </a:moveTo>
                  <a:lnTo>
                    <a:pt x="58769" y="285274"/>
                  </a:lnTo>
                  <a:lnTo>
                    <a:pt x="58769" y="58674"/>
                  </a:lnTo>
                  <a:lnTo>
                    <a:pt x="285274" y="58674"/>
                  </a:lnTo>
                  <a:lnTo>
                    <a:pt x="285274" y="58674"/>
                  </a:lnTo>
                  <a:cubicBezTo>
                    <a:pt x="285274" y="183832"/>
                    <a:pt x="183833" y="285274"/>
                    <a:pt x="58769" y="285274"/>
                  </a:cubicBezTo>
                  <a:close/>
                </a:path>
              </a:pathLst>
            </a:custGeom>
            <a:solidFill>
              <a:srgbClr val="F2634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5840373" y="1038225"/>
            <a:ext cx="4972050" cy="4781550"/>
            <a:chOff x="5981285" y="1219200"/>
            <a:chExt cx="4972050" cy="4781550"/>
          </a:xfrm>
        </p:grpSpPr>
        <p:grpSp>
          <p:nvGrpSpPr>
            <p:cNvPr id="13" name="组合 12"/>
            <p:cNvGrpSpPr/>
            <p:nvPr/>
          </p:nvGrpSpPr>
          <p:grpSpPr>
            <a:xfrm>
              <a:off x="5981285" y="1219200"/>
              <a:ext cx="4972050" cy="4781550"/>
              <a:chOff x="5981285" y="1219200"/>
              <a:chExt cx="4972050" cy="4781550"/>
            </a:xfrm>
          </p:grpSpPr>
          <p:cxnSp>
            <p:nvCxnSpPr>
              <p:cNvPr id="4" name="直接连接符 3"/>
              <p:cNvCxnSpPr/>
              <p:nvPr/>
            </p:nvCxnSpPr>
            <p:spPr>
              <a:xfrm>
                <a:off x="8467310" y="1219200"/>
                <a:ext cx="0" cy="4781550"/>
              </a:xfrm>
              <a:prstGeom prst="line">
                <a:avLst/>
              </a:prstGeom>
              <a:ln w="12700" cap="rnd">
                <a:solidFill>
                  <a:schemeClr val="bg1">
                    <a:lumMod val="8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" name="直接连接符 4"/>
              <p:cNvCxnSpPr/>
              <p:nvPr/>
            </p:nvCxnSpPr>
            <p:spPr>
              <a:xfrm>
                <a:off x="5981285" y="3609975"/>
                <a:ext cx="4972050" cy="0"/>
              </a:xfrm>
              <a:prstGeom prst="line">
                <a:avLst/>
              </a:prstGeom>
              <a:ln w="12700" cap="rnd">
                <a:solidFill>
                  <a:schemeClr val="bg1">
                    <a:lumMod val="8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" name="组合 13"/>
            <p:cNvGrpSpPr/>
            <p:nvPr/>
          </p:nvGrpSpPr>
          <p:grpSpPr>
            <a:xfrm>
              <a:off x="6274556" y="1634397"/>
              <a:ext cx="1731606" cy="1633192"/>
              <a:chOff x="6274556" y="1634397"/>
              <a:chExt cx="1731606" cy="1633192"/>
            </a:xfrm>
          </p:grpSpPr>
          <p:sp>
            <p:nvSpPr>
              <p:cNvPr id="2" name="文本框 1"/>
              <p:cNvSpPr txBox="1"/>
              <p:nvPr/>
            </p:nvSpPr>
            <p:spPr>
              <a:xfrm>
                <a:off x="6274556" y="2276548"/>
                <a:ext cx="1731606" cy="9910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2400"/>
                  </a:lnSpc>
                </a:pPr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单击此处输入正文，请言简意赅的阐述观点</a:t>
                </a:r>
                <a:endParaRPr lang="en-US" altLang="zh-CN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9" name="太阳形 44"/>
              <p:cNvSpPr>
                <a:spLocks noChangeArrowheads="1"/>
              </p:cNvSpPr>
              <p:nvPr/>
            </p:nvSpPr>
            <p:spPr bwMode="auto">
              <a:xfrm>
                <a:off x="6882016" y="1634397"/>
                <a:ext cx="516687" cy="452034"/>
              </a:xfrm>
              <a:custGeom>
                <a:avLst/>
                <a:gdLst>
                  <a:gd name="connsiteX0" fmla="*/ 352138 w 608485"/>
                  <a:gd name="connsiteY0" fmla="*/ 457876 h 532346"/>
                  <a:gd name="connsiteX1" fmla="*/ 352138 w 608485"/>
                  <a:gd name="connsiteY1" fmla="*/ 471679 h 532346"/>
                  <a:gd name="connsiteX2" fmla="*/ 383994 w 608485"/>
                  <a:gd name="connsiteY2" fmla="*/ 483262 h 532346"/>
                  <a:gd name="connsiteX3" fmla="*/ 459356 w 608485"/>
                  <a:gd name="connsiteY3" fmla="*/ 490502 h 532346"/>
                  <a:gd name="connsiteX4" fmla="*/ 534767 w 608485"/>
                  <a:gd name="connsiteY4" fmla="*/ 483262 h 532346"/>
                  <a:gd name="connsiteX5" fmla="*/ 566574 w 608485"/>
                  <a:gd name="connsiteY5" fmla="*/ 471679 h 532346"/>
                  <a:gd name="connsiteX6" fmla="*/ 566574 w 608485"/>
                  <a:gd name="connsiteY6" fmla="*/ 457876 h 532346"/>
                  <a:gd name="connsiteX7" fmla="*/ 555746 w 608485"/>
                  <a:gd name="connsiteY7" fmla="*/ 461351 h 532346"/>
                  <a:gd name="connsiteX8" fmla="*/ 459356 w 608485"/>
                  <a:gd name="connsiteY8" fmla="*/ 472886 h 532346"/>
                  <a:gd name="connsiteX9" fmla="*/ 362967 w 608485"/>
                  <a:gd name="connsiteY9" fmla="*/ 461351 h 532346"/>
                  <a:gd name="connsiteX10" fmla="*/ 352138 w 608485"/>
                  <a:gd name="connsiteY10" fmla="*/ 457876 h 532346"/>
                  <a:gd name="connsiteX11" fmla="*/ 41901 w 608485"/>
                  <a:gd name="connsiteY11" fmla="*/ 455228 h 532346"/>
                  <a:gd name="connsiteX12" fmla="*/ 41901 w 608485"/>
                  <a:gd name="connsiteY12" fmla="*/ 471396 h 532346"/>
                  <a:gd name="connsiteX13" fmla="*/ 73701 w 608485"/>
                  <a:gd name="connsiteY13" fmla="*/ 482979 h 532346"/>
                  <a:gd name="connsiteX14" fmla="*/ 149094 w 608485"/>
                  <a:gd name="connsiteY14" fmla="*/ 490267 h 532346"/>
                  <a:gd name="connsiteX15" fmla="*/ 224438 w 608485"/>
                  <a:gd name="connsiteY15" fmla="*/ 482979 h 532346"/>
                  <a:gd name="connsiteX16" fmla="*/ 256238 w 608485"/>
                  <a:gd name="connsiteY16" fmla="*/ 471396 h 532346"/>
                  <a:gd name="connsiteX17" fmla="*/ 256238 w 608485"/>
                  <a:gd name="connsiteY17" fmla="*/ 455228 h 532346"/>
                  <a:gd name="connsiteX18" fmla="*/ 245461 w 608485"/>
                  <a:gd name="connsiteY18" fmla="*/ 458703 h 532346"/>
                  <a:gd name="connsiteX19" fmla="*/ 149094 w 608485"/>
                  <a:gd name="connsiteY19" fmla="*/ 470286 h 532346"/>
                  <a:gd name="connsiteX20" fmla="*/ 52678 w 608485"/>
                  <a:gd name="connsiteY20" fmla="*/ 458703 h 532346"/>
                  <a:gd name="connsiteX21" fmla="*/ 41901 w 608485"/>
                  <a:gd name="connsiteY21" fmla="*/ 455228 h 532346"/>
                  <a:gd name="connsiteX22" fmla="*/ 352138 w 608485"/>
                  <a:gd name="connsiteY22" fmla="*/ 398705 h 532346"/>
                  <a:gd name="connsiteX23" fmla="*/ 352138 w 608485"/>
                  <a:gd name="connsiteY23" fmla="*/ 411688 h 532346"/>
                  <a:gd name="connsiteX24" fmla="*/ 358471 w 608485"/>
                  <a:gd name="connsiteY24" fmla="*/ 415307 h 532346"/>
                  <a:gd name="connsiteX25" fmla="*/ 383946 w 608485"/>
                  <a:gd name="connsiteY25" fmla="*/ 423560 h 532346"/>
                  <a:gd name="connsiteX26" fmla="*/ 459356 w 608485"/>
                  <a:gd name="connsiteY26" fmla="*/ 431090 h 532346"/>
                  <a:gd name="connsiteX27" fmla="*/ 534767 w 608485"/>
                  <a:gd name="connsiteY27" fmla="*/ 423560 h 532346"/>
                  <a:gd name="connsiteX28" fmla="*/ 560290 w 608485"/>
                  <a:gd name="connsiteY28" fmla="*/ 415307 h 532346"/>
                  <a:gd name="connsiteX29" fmla="*/ 566574 w 608485"/>
                  <a:gd name="connsiteY29" fmla="*/ 411688 h 532346"/>
                  <a:gd name="connsiteX30" fmla="*/ 566574 w 608485"/>
                  <a:gd name="connsiteY30" fmla="*/ 398705 h 532346"/>
                  <a:gd name="connsiteX31" fmla="*/ 555746 w 608485"/>
                  <a:gd name="connsiteY31" fmla="*/ 402180 h 532346"/>
                  <a:gd name="connsiteX32" fmla="*/ 459356 w 608485"/>
                  <a:gd name="connsiteY32" fmla="*/ 413715 h 532346"/>
                  <a:gd name="connsiteX33" fmla="*/ 362967 w 608485"/>
                  <a:gd name="connsiteY33" fmla="*/ 402180 h 532346"/>
                  <a:gd name="connsiteX34" fmla="*/ 352138 w 608485"/>
                  <a:gd name="connsiteY34" fmla="*/ 398705 h 532346"/>
                  <a:gd name="connsiteX35" fmla="*/ 41901 w 608485"/>
                  <a:gd name="connsiteY35" fmla="*/ 394801 h 532346"/>
                  <a:gd name="connsiteX36" fmla="*/ 41901 w 608485"/>
                  <a:gd name="connsiteY36" fmla="*/ 409039 h 532346"/>
                  <a:gd name="connsiteX37" fmla="*/ 48184 w 608485"/>
                  <a:gd name="connsiteY37" fmla="*/ 412659 h 532346"/>
                  <a:gd name="connsiteX38" fmla="*/ 73701 w 608485"/>
                  <a:gd name="connsiteY38" fmla="*/ 420912 h 532346"/>
                  <a:gd name="connsiteX39" fmla="*/ 149094 w 608485"/>
                  <a:gd name="connsiteY39" fmla="*/ 428441 h 532346"/>
                  <a:gd name="connsiteX40" fmla="*/ 224486 w 608485"/>
                  <a:gd name="connsiteY40" fmla="*/ 420912 h 532346"/>
                  <a:gd name="connsiteX41" fmla="*/ 249955 w 608485"/>
                  <a:gd name="connsiteY41" fmla="*/ 412659 h 532346"/>
                  <a:gd name="connsiteX42" fmla="*/ 256238 w 608485"/>
                  <a:gd name="connsiteY42" fmla="*/ 409039 h 532346"/>
                  <a:gd name="connsiteX43" fmla="*/ 256238 w 608485"/>
                  <a:gd name="connsiteY43" fmla="*/ 394801 h 532346"/>
                  <a:gd name="connsiteX44" fmla="*/ 245461 w 608485"/>
                  <a:gd name="connsiteY44" fmla="*/ 398276 h 532346"/>
                  <a:gd name="connsiteX45" fmla="*/ 149094 w 608485"/>
                  <a:gd name="connsiteY45" fmla="*/ 409811 h 532346"/>
                  <a:gd name="connsiteX46" fmla="*/ 52678 w 608485"/>
                  <a:gd name="connsiteY46" fmla="*/ 398276 h 532346"/>
                  <a:gd name="connsiteX47" fmla="*/ 41901 w 608485"/>
                  <a:gd name="connsiteY47" fmla="*/ 394801 h 532346"/>
                  <a:gd name="connsiteX48" fmla="*/ 352138 w 608485"/>
                  <a:gd name="connsiteY48" fmla="*/ 339534 h 532346"/>
                  <a:gd name="connsiteX49" fmla="*/ 352138 w 608485"/>
                  <a:gd name="connsiteY49" fmla="*/ 352517 h 532346"/>
                  <a:gd name="connsiteX50" fmla="*/ 358471 w 608485"/>
                  <a:gd name="connsiteY50" fmla="*/ 356136 h 532346"/>
                  <a:gd name="connsiteX51" fmla="*/ 383946 w 608485"/>
                  <a:gd name="connsiteY51" fmla="*/ 364390 h 532346"/>
                  <a:gd name="connsiteX52" fmla="*/ 459356 w 608485"/>
                  <a:gd name="connsiteY52" fmla="*/ 371919 h 532346"/>
                  <a:gd name="connsiteX53" fmla="*/ 534767 w 608485"/>
                  <a:gd name="connsiteY53" fmla="*/ 364390 h 532346"/>
                  <a:gd name="connsiteX54" fmla="*/ 560290 w 608485"/>
                  <a:gd name="connsiteY54" fmla="*/ 356136 h 532346"/>
                  <a:gd name="connsiteX55" fmla="*/ 566574 w 608485"/>
                  <a:gd name="connsiteY55" fmla="*/ 352468 h 532346"/>
                  <a:gd name="connsiteX56" fmla="*/ 566574 w 608485"/>
                  <a:gd name="connsiteY56" fmla="*/ 339534 h 532346"/>
                  <a:gd name="connsiteX57" fmla="*/ 555746 w 608485"/>
                  <a:gd name="connsiteY57" fmla="*/ 343009 h 532346"/>
                  <a:gd name="connsiteX58" fmla="*/ 459356 w 608485"/>
                  <a:gd name="connsiteY58" fmla="*/ 354544 h 532346"/>
                  <a:gd name="connsiteX59" fmla="*/ 362967 w 608485"/>
                  <a:gd name="connsiteY59" fmla="*/ 343009 h 532346"/>
                  <a:gd name="connsiteX60" fmla="*/ 352138 w 608485"/>
                  <a:gd name="connsiteY60" fmla="*/ 339534 h 532346"/>
                  <a:gd name="connsiteX61" fmla="*/ 41901 w 608485"/>
                  <a:gd name="connsiteY61" fmla="*/ 336256 h 532346"/>
                  <a:gd name="connsiteX62" fmla="*/ 41901 w 608485"/>
                  <a:gd name="connsiteY62" fmla="*/ 348612 h 532346"/>
                  <a:gd name="connsiteX63" fmla="*/ 48184 w 608485"/>
                  <a:gd name="connsiteY63" fmla="*/ 352232 h 532346"/>
                  <a:gd name="connsiteX64" fmla="*/ 73701 w 608485"/>
                  <a:gd name="connsiteY64" fmla="*/ 360485 h 532346"/>
                  <a:gd name="connsiteX65" fmla="*/ 149094 w 608485"/>
                  <a:gd name="connsiteY65" fmla="*/ 368014 h 532346"/>
                  <a:gd name="connsiteX66" fmla="*/ 224486 w 608485"/>
                  <a:gd name="connsiteY66" fmla="*/ 360485 h 532346"/>
                  <a:gd name="connsiteX67" fmla="*/ 249955 w 608485"/>
                  <a:gd name="connsiteY67" fmla="*/ 352232 h 532346"/>
                  <a:gd name="connsiteX68" fmla="*/ 256238 w 608485"/>
                  <a:gd name="connsiteY68" fmla="*/ 348612 h 532346"/>
                  <a:gd name="connsiteX69" fmla="*/ 256238 w 608485"/>
                  <a:gd name="connsiteY69" fmla="*/ 336256 h 532346"/>
                  <a:gd name="connsiteX70" fmla="*/ 245461 w 608485"/>
                  <a:gd name="connsiteY70" fmla="*/ 339731 h 532346"/>
                  <a:gd name="connsiteX71" fmla="*/ 149094 w 608485"/>
                  <a:gd name="connsiteY71" fmla="*/ 351315 h 532346"/>
                  <a:gd name="connsiteX72" fmla="*/ 52678 w 608485"/>
                  <a:gd name="connsiteY72" fmla="*/ 339731 h 532346"/>
                  <a:gd name="connsiteX73" fmla="*/ 41901 w 608485"/>
                  <a:gd name="connsiteY73" fmla="*/ 336256 h 532346"/>
                  <a:gd name="connsiteX74" fmla="*/ 352138 w 608485"/>
                  <a:gd name="connsiteY74" fmla="*/ 280315 h 532346"/>
                  <a:gd name="connsiteX75" fmla="*/ 352138 w 608485"/>
                  <a:gd name="connsiteY75" fmla="*/ 293298 h 532346"/>
                  <a:gd name="connsiteX76" fmla="*/ 358471 w 608485"/>
                  <a:gd name="connsiteY76" fmla="*/ 296917 h 532346"/>
                  <a:gd name="connsiteX77" fmla="*/ 383946 w 608485"/>
                  <a:gd name="connsiteY77" fmla="*/ 305219 h 532346"/>
                  <a:gd name="connsiteX78" fmla="*/ 459356 w 608485"/>
                  <a:gd name="connsiteY78" fmla="*/ 312699 h 532346"/>
                  <a:gd name="connsiteX79" fmla="*/ 534767 w 608485"/>
                  <a:gd name="connsiteY79" fmla="*/ 305219 h 532346"/>
                  <a:gd name="connsiteX80" fmla="*/ 560290 w 608485"/>
                  <a:gd name="connsiteY80" fmla="*/ 296917 h 532346"/>
                  <a:gd name="connsiteX81" fmla="*/ 566574 w 608485"/>
                  <a:gd name="connsiteY81" fmla="*/ 293298 h 532346"/>
                  <a:gd name="connsiteX82" fmla="*/ 566574 w 608485"/>
                  <a:gd name="connsiteY82" fmla="*/ 280315 h 532346"/>
                  <a:gd name="connsiteX83" fmla="*/ 555746 w 608485"/>
                  <a:gd name="connsiteY83" fmla="*/ 283790 h 532346"/>
                  <a:gd name="connsiteX84" fmla="*/ 459356 w 608485"/>
                  <a:gd name="connsiteY84" fmla="*/ 295373 h 532346"/>
                  <a:gd name="connsiteX85" fmla="*/ 362967 w 608485"/>
                  <a:gd name="connsiteY85" fmla="*/ 283790 h 532346"/>
                  <a:gd name="connsiteX86" fmla="*/ 352138 w 608485"/>
                  <a:gd name="connsiteY86" fmla="*/ 280315 h 532346"/>
                  <a:gd name="connsiteX87" fmla="*/ 41901 w 608485"/>
                  <a:gd name="connsiteY87" fmla="*/ 277712 h 532346"/>
                  <a:gd name="connsiteX88" fmla="*/ 41901 w 608485"/>
                  <a:gd name="connsiteY88" fmla="*/ 290068 h 532346"/>
                  <a:gd name="connsiteX89" fmla="*/ 48184 w 608485"/>
                  <a:gd name="connsiteY89" fmla="*/ 293687 h 532346"/>
                  <a:gd name="connsiteX90" fmla="*/ 73701 w 608485"/>
                  <a:gd name="connsiteY90" fmla="*/ 301941 h 532346"/>
                  <a:gd name="connsiteX91" fmla="*/ 149094 w 608485"/>
                  <a:gd name="connsiteY91" fmla="*/ 309470 h 532346"/>
                  <a:gd name="connsiteX92" fmla="*/ 224486 w 608485"/>
                  <a:gd name="connsiteY92" fmla="*/ 301941 h 532346"/>
                  <a:gd name="connsiteX93" fmla="*/ 249955 w 608485"/>
                  <a:gd name="connsiteY93" fmla="*/ 293687 h 532346"/>
                  <a:gd name="connsiteX94" fmla="*/ 256238 w 608485"/>
                  <a:gd name="connsiteY94" fmla="*/ 290068 h 532346"/>
                  <a:gd name="connsiteX95" fmla="*/ 256286 w 608485"/>
                  <a:gd name="connsiteY95" fmla="*/ 290068 h 532346"/>
                  <a:gd name="connsiteX96" fmla="*/ 256286 w 608485"/>
                  <a:gd name="connsiteY96" fmla="*/ 277712 h 532346"/>
                  <a:gd name="connsiteX97" fmla="*/ 245461 w 608485"/>
                  <a:gd name="connsiteY97" fmla="*/ 281187 h 532346"/>
                  <a:gd name="connsiteX98" fmla="*/ 149094 w 608485"/>
                  <a:gd name="connsiteY98" fmla="*/ 292770 h 532346"/>
                  <a:gd name="connsiteX99" fmla="*/ 52678 w 608485"/>
                  <a:gd name="connsiteY99" fmla="*/ 281187 h 532346"/>
                  <a:gd name="connsiteX100" fmla="*/ 41901 w 608485"/>
                  <a:gd name="connsiteY100" fmla="*/ 277712 h 532346"/>
                  <a:gd name="connsiteX101" fmla="*/ 352138 w 608485"/>
                  <a:gd name="connsiteY101" fmla="*/ 221144 h 532346"/>
                  <a:gd name="connsiteX102" fmla="*/ 352138 w 608485"/>
                  <a:gd name="connsiteY102" fmla="*/ 234127 h 532346"/>
                  <a:gd name="connsiteX103" fmla="*/ 358471 w 608485"/>
                  <a:gd name="connsiteY103" fmla="*/ 237746 h 532346"/>
                  <a:gd name="connsiteX104" fmla="*/ 383946 w 608485"/>
                  <a:gd name="connsiteY104" fmla="*/ 245999 h 532346"/>
                  <a:gd name="connsiteX105" fmla="*/ 459356 w 608485"/>
                  <a:gd name="connsiteY105" fmla="*/ 253529 h 532346"/>
                  <a:gd name="connsiteX106" fmla="*/ 534767 w 608485"/>
                  <a:gd name="connsiteY106" fmla="*/ 245999 h 532346"/>
                  <a:gd name="connsiteX107" fmla="*/ 560290 w 608485"/>
                  <a:gd name="connsiteY107" fmla="*/ 237746 h 532346"/>
                  <a:gd name="connsiteX108" fmla="*/ 566574 w 608485"/>
                  <a:gd name="connsiteY108" fmla="*/ 234127 h 532346"/>
                  <a:gd name="connsiteX109" fmla="*/ 566574 w 608485"/>
                  <a:gd name="connsiteY109" fmla="*/ 221144 h 532346"/>
                  <a:gd name="connsiteX110" fmla="*/ 555746 w 608485"/>
                  <a:gd name="connsiteY110" fmla="*/ 224619 h 532346"/>
                  <a:gd name="connsiteX111" fmla="*/ 459356 w 608485"/>
                  <a:gd name="connsiteY111" fmla="*/ 236202 h 532346"/>
                  <a:gd name="connsiteX112" fmla="*/ 362967 w 608485"/>
                  <a:gd name="connsiteY112" fmla="*/ 224619 h 532346"/>
                  <a:gd name="connsiteX113" fmla="*/ 352138 w 608485"/>
                  <a:gd name="connsiteY113" fmla="*/ 221144 h 532346"/>
                  <a:gd name="connsiteX114" fmla="*/ 41901 w 608485"/>
                  <a:gd name="connsiteY114" fmla="*/ 218540 h 532346"/>
                  <a:gd name="connsiteX115" fmla="*/ 41901 w 608485"/>
                  <a:gd name="connsiteY115" fmla="*/ 231523 h 532346"/>
                  <a:gd name="connsiteX116" fmla="*/ 48184 w 608485"/>
                  <a:gd name="connsiteY116" fmla="*/ 235143 h 532346"/>
                  <a:gd name="connsiteX117" fmla="*/ 73701 w 608485"/>
                  <a:gd name="connsiteY117" fmla="*/ 243396 h 532346"/>
                  <a:gd name="connsiteX118" fmla="*/ 149094 w 608485"/>
                  <a:gd name="connsiteY118" fmla="*/ 250925 h 532346"/>
                  <a:gd name="connsiteX119" fmla="*/ 224486 w 608485"/>
                  <a:gd name="connsiteY119" fmla="*/ 243396 h 532346"/>
                  <a:gd name="connsiteX120" fmla="*/ 249955 w 608485"/>
                  <a:gd name="connsiteY120" fmla="*/ 235143 h 532346"/>
                  <a:gd name="connsiteX121" fmla="*/ 256238 w 608485"/>
                  <a:gd name="connsiteY121" fmla="*/ 231523 h 532346"/>
                  <a:gd name="connsiteX122" fmla="*/ 256238 w 608485"/>
                  <a:gd name="connsiteY122" fmla="*/ 218540 h 532346"/>
                  <a:gd name="connsiteX123" fmla="*/ 245461 w 608485"/>
                  <a:gd name="connsiteY123" fmla="*/ 222015 h 532346"/>
                  <a:gd name="connsiteX124" fmla="*/ 149094 w 608485"/>
                  <a:gd name="connsiteY124" fmla="*/ 233599 h 532346"/>
                  <a:gd name="connsiteX125" fmla="*/ 52678 w 608485"/>
                  <a:gd name="connsiteY125" fmla="*/ 222015 h 532346"/>
                  <a:gd name="connsiteX126" fmla="*/ 41901 w 608485"/>
                  <a:gd name="connsiteY126" fmla="*/ 218540 h 532346"/>
                  <a:gd name="connsiteX127" fmla="*/ 459356 w 608485"/>
                  <a:gd name="connsiteY127" fmla="*/ 162793 h 532346"/>
                  <a:gd name="connsiteX128" fmla="*/ 383946 w 608485"/>
                  <a:gd name="connsiteY128" fmla="*/ 170322 h 532346"/>
                  <a:gd name="connsiteX129" fmla="*/ 360840 w 608485"/>
                  <a:gd name="connsiteY129" fmla="*/ 177514 h 532346"/>
                  <a:gd name="connsiteX130" fmla="*/ 358471 w 608485"/>
                  <a:gd name="connsiteY130" fmla="*/ 178576 h 532346"/>
                  <a:gd name="connsiteX131" fmla="*/ 383946 w 608485"/>
                  <a:gd name="connsiteY131" fmla="*/ 186829 h 532346"/>
                  <a:gd name="connsiteX132" fmla="*/ 459356 w 608485"/>
                  <a:gd name="connsiteY132" fmla="*/ 194358 h 532346"/>
                  <a:gd name="connsiteX133" fmla="*/ 534767 w 608485"/>
                  <a:gd name="connsiteY133" fmla="*/ 186829 h 532346"/>
                  <a:gd name="connsiteX134" fmla="*/ 560290 w 608485"/>
                  <a:gd name="connsiteY134" fmla="*/ 178576 h 532346"/>
                  <a:gd name="connsiteX135" fmla="*/ 557873 w 608485"/>
                  <a:gd name="connsiteY135" fmla="*/ 177514 h 532346"/>
                  <a:gd name="connsiteX136" fmla="*/ 534767 w 608485"/>
                  <a:gd name="connsiteY136" fmla="*/ 170322 h 532346"/>
                  <a:gd name="connsiteX137" fmla="*/ 459356 w 608485"/>
                  <a:gd name="connsiteY137" fmla="*/ 162793 h 532346"/>
                  <a:gd name="connsiteX138" fmla="*/ 41901 w 608485"/>
                  <a:gd name="connsiteY138" fmla="*/ 159368 h 532346"/>
                  <a:gd name="connsiteX139" fmla="*/ 41901 w 608485"/>
                  <a:gd name="connsiteY139" fmla="*/ 172351 h 532346"/>
                  <a:gd name="connsiteX140" fmla="*/ 48184 w 608485"/>
                  <a:gd name="connsiteY140" fmla="*/ 175971 h 532346"/>
                  <a:gd name="connsiteX141" fmla="*/ 73701 w 608485"/>
                  <a:gd name="connsiteY141" fmla="*/ 184224 h 532346"/>
                  <a:gd name="connsiteX142" fmla="*/ 149094 w 608485"/>
                  <a:gd name="connsiteY142" fmla="*/ 191754 h 532346"/>
                  <a:gd name="connsiteX143" fmla="*/ 224486 w 608485"/>
                  <a:gd name="connsiteY143" fmla="*/ 184224 h 532346"/>
                  <a:gd name="connsiteX144" fmla="*/ 249955 w 608485"/>
                  <a:gd name="connsiteY144" fmla="*/ 175971 h 532346"/>
                  <a:gd name="connsiteX145" fmla="*/ 256238 w 608485"/>
                  <a:gd name="connsiteY145" fmla="*/ 172351 h 532346"/>
                  <a:gd name="connsiteX146" fmla="*/ 256286 w 608485"/>
                  <a:gd name="connsiteY146" fmla="*/ 172351 h 532346"/>
                  <a:gd name="connsiteX147" fmla="*/ 256286 w 608485"/>
                  <a:gd name="connsiteY147" fmla="*/ 159368 h 532346"/>
                  <a:gd name="connsiteX148" fmla="*/ 245461 w 608485"/>
                  <a:gd name="connsiteY148" fmla="*/ 162843 h 532346"/>
                  <a:gd name="connsiteX149" fmla="*/ 149094 w 608485"/>
                  <a:gd name="connsiteY149" fmla="*/ 174378 h 532346"/>
                  <a:gd name="connsiteX150" fmla="*/ 52678 w 608485"/>
                  <a:gd name="connsiteY150" fmla="*/ 162843 h 532346"/>
                  <a:gd name="connsiteX151" fmla="*/ 41901 w 608485"/>
                  <a:gd name="connsiteY151" fmla="*/ 159368 h 532346"/>
                  <a:gd name="connsiteX152" fmla="*/ 459356 w 608485"/>
                  <a:gd name="connsiteY152" fmla="*/ 120949 h 532346"/>
                  <a:gd name="connsiteX153" fmla="*/ 555746 w 608485"/>
                  <a:gd name="connsiteY153" fmla="*/ 132532 h 532346"/>
                  <a:gd name="connsiteX154" fmla="*/ 589197 w 608485"/>
                  <a:gd name="connsiteY154" fmla="*/ 146963 h 532346"/>
                  <a:gd name="connsiteX155" fmla="*/ 608437 w 608485"/>
                  <a:gd name="connsiteY155" fmla="*/ 177514 h 532346"/>
                  <a:gd name="connsiteX156" fmla="*/ 608485 w 608485"/>
                  <a:gd name="connsiteY156" fmla="*/ 177514 h 532346"/>
                  <a:gd name="connsiteX157" fmla="*/ 608485 w 608485"/>
                  <a:gd name="connsiteY157" fmla="*/ 475395 h 532346"/>
                  <a:gd name="connsiteX158" fmla="*/ 589101 w 608485"/>
                  <a:gd name="connsiteY158" fmla="*/ 506960 h 532346"/>
                  <a:gd name="connsiteX159" fmla="*/ 555649 w 608485"/>
                  <a:gd name="connsiteY159" fmla="*/ 521149 h 532346"/>
                  <a:gd name="connsiteX160" fmla="*/ 459356 w 608485"/>
                  <a:gd name="connsiteY160" fmla="*/ 532346 h 532346"/>
                  <a:gd name="connsiteX161" fmla="*/ 363112 w 608485"/>
                  <a:gd name="connsiteY161" fmla="*/ 521149 h 532346"/>
                  <a:gd name="connsiteX162" fmla="*/ 329660 w 608485"/>
                  <a:gd name="connsiteY162" fmla="*/ 506960 h 532346"/>
                  <a:gd name="connsiteX163" fmla="*/ 310276 w 608485"/>
                  <a:gd name="connsiteY163" fmla="*/ 475395 h 532346"/>
                  <a:gd name="connsiteX164" fmla="*/ 310276 w 608485"/>
                  <a:gd name="connsiteY164" fmla="*/ 415307 h 532346"/>
                  <a:gd name="connsiteX165" fmla="*/ 310276 w 608485"/>
                  <a:gd name="connsiteY165" fmla="*/ 356136 h 532346"/>
                  <a:gd name="connsiteX166" fmla="*/ 310276 w 608485"/>
                  <a:gd name="connsiteY166" fmla="*/ 296917 h 532346"/>
                  <a:gd name="connsiteX167" fmla="*/ 310276 w 608485"/>
                  <a:gd name="connsiteY167" fmla="*/ 237746 h 532346"/>
                  <a:gd name="connsiteX168" fmla="*/ 310276 w 608485"/>
                  <a:gd name="connsiteY168" fmla="*/ 178576 h 532346"/>
                  <a:gd name="connsiteX169" fmla="*/ 310276 w 608485"/>
                  <a:gd name="connsiteY169" fmla="*/ 177514 h 532346"/>
                  <a:gd name="connsiteX170" fmla="*/ 329515 w 608485"/>
                  <a:gd name="connsiteY170" fmla="*/ 146963 h 532346"/>
                  <a:gd name="connsiteX171" fmla="*/ 362967 w 608485"/>
                  <a:gd name="connsiteY171" fmla="*/ 132532 h 532346"/>
                  <a:gd name="connsiteX172" fmla="*/ 459356 w 608485"/>
                  <a:gd name="connsiteY172" fmla="*/ 120949 h 532346"/>
                  <a:gd name="connsiteX173" fmla="*/ 41901 w 608485"/>
                  <a:gd name="connsiteY173" fmla="*/ 100196 h 532346"/>
                  <a:gd name="connsiteX174" fmla="*/ 41901 w 608485"/>
                  <a:gd name="connsiteY174" fmla="*/ 113180 h 532346"/>
                  <a:gd name="connsiteX175" fmla="*/ 48184 w 608485"/>
                  <a:gd name="connsiteY175" fmla="*/ 116799 h 532346"/>
                  <a:gd name="connsiteX176" fmla="*/ 73701 w 608485"/>
                  <a:gd name="connsiteY176" fmla="*/ 125052 h 532346"/>
                  <a:gd name="connsiteX177" fmla="*/ 149094 w 608485"/>
                  <a:gd name="connsiteY177" fmla="*/ 132582 h 532346"/>
                  <a:gd name="connsiteX178" fmla="*/ 224486 w 608485"/>
                  <a:gd name="connsiteY178" fmla="*/ 125052 h 532346"/>
                  <a:gd name="connsiteX179" fmla="*/ 249955 w 608485"/>
                  <a:gd name="connsiteY179" fmla="*/ 116799 h 532346"/>
                  <a:gd name="connsiteX180" fmla="*/ 256238 w 608485"/>
                  <a:gd name="connsiteY180" fmla="*/ 113180 h 532346"/>
                  <a:gd name="connsiteX181" fmla="*/ 256238 w 608485"/>
                  <a:gd name="connsiteY181" fmla="*/ 100196 h 532346"/>
                  <a:gd name="connsiteX182" fmla="*/ 245461 w 608485"/>
                  <a:gd name="connsiteY182" fmla="*/ 103671 h 532346"/>
                  <a:gd name="connsiteX183" fmla="*/ 149094 w 608485"/>
                  <a:gd name="connsiteY183" fmla="*/ 115207 h 532346"/>
                  <a:gd name="connsiteX184" fmla="*/ 52678 w 608485"/>
                  <a:gd name="connsiteY184" fmla="*/ 103671 h 532346"/>
                  <a:gd name="connsiteX185" fmla="*/ 41901 w 608485"/>
                  <a:gd name="connsiteY185" fmla="*/ 100196 h 532346"/>
                  <a:gd name="connsiteX186" fmla="*/ 149094 w 608485"/>
                  <a:gd name="connsiteY186" fmla="*/ 41845 h 532346"/>
                  <a:gd name="connsiteX187" fmla="*/ 73701 w 608485"/>
                  <a:gd name="connsiteY187" fmla="*/ 49326 h 532346"/>
                  <a:gd name="connsiteX188" fmla="*/ 50552 w 608485"/>
                  <a:gd name="connsiteY188" fmla="*/ 56517 h 532346"/>
                  <a:gd name="connsiteX189" fmla="*/ 48184 w 608485"/>
                  <a:gd name="connsiteY189" fmla="*/ 57627 h 532346"/>
                  <a:gd name="connsiteX190" fmla="*/ 73701 w 608485"/>
                  <a:gd name="connsiteY190" fmla="*/ 65881 h 532346"/>
                  <a:gd name="connsiteX191" fmla="*/ 149094 w 608485"/>
                  <a:gd name="connsiteY191" fmla="*/ 73410 h 532346"/>
                  <a:gd name="connsiteX192" fmla="*/ 224486 w 608485"/>
                  <a:gd name="connsiteY192" fmla="*/ 65881 h 532346"/>
                  <a:gd name="connsiteX193" fmla="*/ 249955 w 608485"/>
                  <a:gd name="connsiteY193" fmla="*/ 57627 h 532346"/>
                  <a:gd name="connsiteX194" fmla="*/ 247587 w 608485"/>
                  <a:gd name="connsiteY194" fmla="*/ 56517 h 532346"/>
                  <a:gd name="connsiteX195" fmla="*/ 224486 w 608485"/>
                  <a:gd name="connsiteY195" fmla="*/ 49326 h 532346"/>
                  <a:gd name="connsiteX196" fmla="*/ 149094 w 608485"/>
                  <a:gd name="connsiteY196" fmla="*/ 41845 h 532346"/>
                  <a:gd name="connsiteX197" fmla="*/ 149094 w 608485"/>
                  <a:gd name="connsiteY197" fmla="*/ 0 h 532346"/>
                  <a:gd name="connsiteX198" fmla="*/ 245461 w 608485"/>
                  <a:gd name="connsiteY198" fmla="*/ 11535 h 532346"/>
                  <a:gd name="connsiteX199" fmla="*/ 278904 w 608485"/>
                  <a:gd name="connsiteY199" fmla="*/ 26014 h 532346"/>
                  <a:gd name="connsiteX200" fmla="*/ 298139 w 608485"/>
                  <a:gd name="connsiteY200" fmla="*/ 56517 h 532346"/>
                  <a:gd name="connsiteX201" fmla="*/ 298139 w 608485"/>
                  <a:gd name="connsiteY201" fmla="*/ 57627 h 532346"/>
                  <a:gd name="connsiteX202" fmla="*/ 298139 w 608485"/>
                  <a:gd name="connsiteY202" fmla="*/ 116799 h 532346"/>
                  <a:gd name="connsiteX203" fmla="*/ 298139 w 608485"/>
                  <a:gd name="connsiteY203" fmla="*/ 175971 h 532346"/>
                  <a:gd name="connsiteX204" fmla="*/ 298139 w 608485"/>
                  <a:gd name="connsiteY204" fmla="*/ 235143 h 532346"/>
                  <a:gd name="connsiteX205" fmla="*/ 298139 w 608485"/>
                  <a:gd name="connsiteY205" fmla="*/ 293687 h 532346"/>
                  <a:gd name="connsiteX206" fmla="*/ 298139 w 608485"/>
                  <a:gd name="connsiteY206" fmla="*/ 352232 h 532346"/>
                  <a:gd name="connsiteX207" fmla="*/ 298139 w 608485"/>
                  <a:gd name="connsiteY207" fmla="*/ 412659 h 532346"/>
                  <a:gd name="connsiteX208" fmla="*/ 298139 w 608485"/>
                  <a:gd name="connsiteY208" fmla="*/ 475112 h 532346"/>
                  <a:gd name="connsiteX209" fmla="*/ 278759 w 608485"/>
                  <a:gd name="connsiteY209" fmla="*/ 506677 h 532346"/>
                  <a:gd name="connsiteX210" fmla="*/ 245316 w 608485"/>
                  <a:gd name="connsiteY210" fmla="*/ 520915 h 532346"/>
                  <a:gd name="connsiteX211" fmla="*/ 149094 w 608485"/>
                  <a:gd name="connsiteY211" fmla="*/ 532064 h 532346"/>
                  <a:gd name="connsiteX212" fmla="*/ 52823 w 608485"/>
                  <a:gd name="connsiteY212" fmla="*/ 520915 h 532346"/>
                  <a:gd name="connsiteX213" fmla="*/ 19380 w 608485"/>
                  <a:gd name="connsiteY213" fmla="*/ 506677 h 532346"/>
                  <a:gd name="connsiteX214" fmla="*/ 0 w 608485"/>
                  <a:gd name="connsiteY214" fmla="*/ 475112 h 532346"/>
                  <a:gd name="connsiteX215" fmla="*/ 0 w 608485"/>
                  <a:gd name="connsiteY215" fmla="*/ 412659 h 532346"/>
                  <a:gd name="connsiteX216" fmla="*/ 0 w 608485"/>
                  <a:gd name="connsiteY216" fmla="*/ 352232 h 532346"/>
                  <a:gd name="connsiteX217" fmla="*/ 0 w 608485"/>
                  <a:gd name="connsiteY217" fmla="*/ 293687 h 532346"/>
                  <a:gd name="connsiteX218" fmla="*/ 0 w 608485"/>
                  <a:gd name="connsiteY218" fmla="*/ 235143 h 532346"/>
                  <a:gd name="connsiteX219" fmla="*/ 0 w 608485"/>
                  <a:gd name="connsiteY219" fmla="*/ 175971 h 532346"/>
                  <a:gd name="connsiteX220" fmla="*/ 0 w 608485"/>
                  <a:gd name="connsiteY220" fmla="*/ 116799 h 532346"/>
                  <a:gd name="connsiteX221" fmla="*/ 0 w 608485"/>
                  <a:gd name="connsiteY221" fmla="*/ 57627 h 532346"/>
                  <a:gd name="connsiteX222" fmla="*/ 0 w 608485"/>
                  <a:gd name="connsiteY222" fmla="*/ 56517 h 532346"/>
                  <a:gd name="connsiteX223" fmla="*/ 19235 w 608485"/>
                  <a:gd name="connsiteY223" fmla="*/ 26014 h 532346"/>
                  <a:gd name="connsiteX224" fmla="*/ 52678 w 608485"/>
                  <a:gd name="connsiteY224" fmla="*/ 11535 h 532346"/>
                  <a:gd name="connsiteX225" fmla="*/ 149094 w 608485"/>
                  <a:gd name="connsiteY225" fmla="*/ 0 h 532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</a:cxnLst>
                <a:rect l="l" t="t" r="r" b="b"/>
                <a:pathLst>
                  <a:path w="608485" h="532346">
                    <a:moveTo>
                      <a:pt x="352138" y="457876"/>
                    </a:moveTo>
                    <a:lnTo>
                      <a:pt x="352138" y="471679"/>
                    </a:lnTo>
                    <a:cubicBezTo>
                      <a:pt x="355667" y="474237"/>
                      <a:pt x="365045" y="479063"/>
                      <a:pt x="383994" y="483262"/>
                    </a:cubicBezTo>
                    <a:cubicBezTo>
                      <a:pt x="404974" y="487944"/>
                      <a:pt x="431754" y="490502"/>
                      <a:pt x="459356" y="490502"/>
                    </a:cubicBezTo>
                    <a:cubicBezTo>
                      <a:pt x="486958" y="490502"/>
                      <a:pt x="513739" y="487944"/>
                      <a:pt x="534767" y="483262"/>
                    </a:cubicBezTo>
                    <a:cubicBezTo>
                      <a:pt x="553668" y="479063"/>
                      <a:pt x="563094" y="474237"/>
                      <a:pt x="566574" y="471679"/>
                    </a:cubicBezTo>
                    <a:lnTo>
                      <a:pt x="566574" y="457876"/>
                    </a:lnTo>
                    <a:cubicBezTo>
                      <a:pt x="563190" y="459082"/>
                      <a:pt x="559565" y="460241"/>
                      <a:pt x="555746" y="461351"/>
                    </a:cubicBezTo>
                    <a:cubicBezTo>
                      <a:pt x="529739" y="468783"/>
                      <a:pt x="495515" y="472886"/>
                      <a:pt x="459356" y="472886"/>
                    </a:cubicBezTo>
                    <a:cubicBezTo>
                      <a:pt x="423246" y="472886"/>
                      <a:pt x="389022" y="468783"/>
                      <a:pt x="362967" y="461351"/>
                    </a:cubicBezTo>
                    <a:cubicBezTo>
                      <a:pt x="359148" y="460241"/>
                      <a:pt x="355571" y="459082"/>
                      <a:pt x="352138" y="457876"/>
                    </a:cubicBezTo>
                    <a:close/>
                    <a:moveTo>
                      <a:pt x="41901" y="455228"/>
                    </a:moveTo>
                    <a:lnTo>
                      <a:pt x="41901" y="471396"/>
                    </a:lnTo>
                    <a:cubicBezTo>
                      <a:pt x="45381" y="473954"/>
                      <a:pt x="54756" y="478780"/>
                      <a:pt x="73701" y="482979"/>
                    </a:cubicBezTo>
                    <a:cubicBezTo>
                      <a:pt x="94724" y="487661"/>
                      <a:pt x="121498" y="490267"/>
                      <a:pt x="149094" y="490267"/>
                    </a:cubicBezTo>
                    <a:cubicBezTo>
                      <a:pt x="176641" y="490267"/>
                      <a:pt x="203415" y="487661"/>
                      <a:pt x="224438" y="482979"/>
                    </a:cubicBezTo>
                    <a:cubicBezTo>
                      <a:pt x="243383" y="478780"/>
                      <a:pt x="252758" y="473954"/>
                      <a:pt x="256238" y="471396"/>
                    </a:cubicBezTo>
                    <a:lnTo>
                      <a:pt x="256238" y="455228"/>
                    </a:lnTo>
                    <a:cubicBezTo>
                      <a:pt x="252855" y="456482"/>
                      <a:pt x="249279" y="457641"/>
                      <a:pt x="245461" y="458703"/>
                    </a:cubicBezTo>
                    <a:cubicBezTo>
                      <a:pt x="219412" y="466184"/>
                      <a:pt x="185195" y="470286"/>
                      <a:pt x="149094" y="470286"/>
                    </a:cubicBezTo>
                    <a:cubicBezTo>
                      <a:pt x="112944" y="470286"/>
                      <a:pt x="78727" y="466184"/>
                      <a:pt x="52678" y="458703"/>
                    </a:cubicBezTo>
                    <a:cubicBezTo>
                      <a:pt x="48909" y="457641"/>
                      <a:pt x="45284" y="456482"/>
                      <a:pt x="41901" y="455228"/>
                    </a:cubicBezTo>
                    <a:close/>
                    <a:moveTo>
                      <a:pt x="352138" y="398705"/>
                    </a:moveTo>
                    <a:lnTo>
                      <a:pt x="352138" y="411688"/>
                    </a:lnTo>
                    <a:cubicBezTo>
                      <a:pt x="353395" y="412605"/>
                      <a:pt x="355425" y="413859"/>
                      <a:pt x="358471" y="415307"/>
                    </a:cubicBezTo>
                    <a:cubicBezTo>
                      <a:pt x="363692" y="417769"/>
                      <a:pt x="371861" y="420809"/>
                      <a:pt x="383946" y="423560"/>
                    </a:cubicBezTo>
                    <a:cubicBezTo>
                      <a:pt x="405071" y="428387"/>
                      <a:pt x="431851" y="431090"/>
                      <a:pt x="459356" y="431090"/>
                    </a:cubicBezTo>
                    <a:cubicBezTo>
                      <a:pt x="486862" y="431090"/>
                      <a:pt x="513642" y="428387"/>
                      <a:pt x="534767" y="423560"/>
                    </a:cubicBezTo>
                    <a:cubicBezTo>
                      <a:pt x="546852" y="420809"/>
                      <a:pt x="555021" y="417769"/>
                      <a:pt x="560290" y="415307"/>
                    </a:cubicBezTo>
                    <a:cubicBezTo>
                      <a:pt x="563287" y="413859"/>
                      <a:pt x="565317" y="412605"/>
                      <a:pt x="566574" y="411688"/>
                    </a:cubicBezTo>
                    <a:lnTo>
                      <a:pt x="566574" y="398705"/>
                    </a:lnTo>
                    <a:cubicBezTo>
                      <a:pt x="563190" y="399911"/>
                      <a:pt x="559565" y="401070"/>
                      <a:pt x="555746" y="402180"/>
                    </a:cubicBezTo>
                    <a:cubicBezTo>
                      <a:pt x="529739" y="409612"/>
                      <a:pt x="495515" y="413715"/>
                      <a:pt x="459356" y="413715"/>
                    </a:cubicBezTo>
                    <a:cubicBezTo>
                      <a:pt x="423246" y="413715"/>
                      <a:pt x="389022" y="409612"/>
                      <a:pt x="362967" y="402180"/>
                    </a:cubicBezTo>
                    <a:cubicBezTo>
                      <a:pt x="359148" y="401070"/>
                      <a:pt x="355571" y="399911"/>
                      <a:pt x="352138" y="398705"/>
                    </a:cubicBezTo>
                    <a:close/>
                    <a:moveTo>
                      <a:pt x="41901" y="394801"/>
                    </a:moveTo>
                    <a:lnTo>
                      <a:pt x="41901" y="409039"/>
                    </a:lnTo>
                    <a:cubicBezTo>
                      <a:pt x="43157" y="410004"/>
                      <a:pt x="45187" y="411259"/>
                      <a:pt x="48184" y="412659"/>
                    </a:cubicBezTo>
                    <a:cubicBezTo>
                      <a:pt x="53403" y="415168"/>
                      <a:pt x="61619" y="418161"/>
                      <a:pt x="73701" y="420912"/>
                    </a:cubicBezTo>
                    <a:cubicBezTo>
                      <a:pt x="94772" y="425786"/>
                      <a:pt x="121546" y="428441"/>
                      <a:pt x="149094" y="428441"/>
                    </a:cubicBezTo>
                    <a:cubicBezTo>
                      <a:pt x="176593" y="428441"/>
                      <a:pt x="203367" y="425786"/>
                      <a:pt x="224486" y="420912"/>
                    </a:cubicBezTo>
                    <a:cubicBezTo>
                      <a:pt x="236520" y="418161"/>
                      <a:pt x="244736" y="415168"/>
                      <a:pt x="249955" y="412659"/>
                    </a:cubicBezTo>
                    <a:cubicBezTo>
                      <a:pt x="252952" y="411259"/>
                      <a:pt x="255030" y="410004"/>
                      <a:pt x="256238" y="409039"/>
                    </a:cubicBezTo>
                    <a:lnTo>
                      <a:pt x="256238" y="394801"/>
                    </a:lnTo>
                    <a:cubicBezTo>
                      <a:pt x="252855" y="396007"/>
                      <a:pt x="249279" y="397166"/>
                      <a:pt x="245461" y="398276"/>
                    </a:cubicBezTo>
                    <a:cubicBezTo>
                      <a:pt x="219412" y="405709"/>
                      <a:pt x="185195" y="409811"/>
                      <a:pt x="149094" y="409811"/>
                    </a:cubicBezTo>
                    <a:cubicBezTo>
                      <a:pt x="112944" y="409811"/>
                      <a:pt x="78727" y="405709"/>
                      <a:pt x="52678" y="398276"/>
                    </a:cubicBezTo>
                    <a:cubicBezTo>
                      <a:pt x="48909" y="397166"/>
                      <a:pt x="45284" y="396007"/>
                      <a:pt x="41901" y="394801"/>
                    </a:cubicBezTo>
                    <a:close/>
                    <a:moveTo>
                      <a:pt x="352138" y="339534"/>
                    </a:moveTo>
                    <a:lnTo>
                      <a:pt x="352138" y="352517"/>
                    </a:lnTo>
                    <a:cubicBezTo>
                      <a:pt x="353395" y="353434"/>
                      <a:pt x="355425" y="354689"/>
                      <a:pt x="358471" y="356136"/>
                    </a:cubicBezTo>
                    <a:cubicBezTo>
                      <a:pt x="363692" y="358598"/>
                      <a:pt x="371861" y="361590"/>
                      <a:pt x="383946" y="364390"/>
                    </a:cubicBezTo>
                    <a:cubicBezTo>
                      <a:pt x="405071" y="369216"/>
                      <a:pt x="431851" y="371919"/>
                      <a:pt x="459356" y="371919"/>
                    </a:cubicBezTo>
                    <a:cubicBezTo>
                      <a:pt x="486862" y="371919"/>
                      <a:pt x="513642" y="369216"/>
                      <a:pt x="534767" y="364390"/>
                    </a:cubicBezTo>
                    <a:cubicBezTo>
                      <a:pt x="546852" y="361590"/>
                      <a:pt x="555021" y="358598"/>
                      <a:pt x="560290" y="356136"/>
                    </a:cubicBezTo>
                    <a:cubicBezTo>
                      <a:pt x="563287" y="354689"/>
                      <a:pt x="565317" y="353434"/>
                      <a:pt x="566574" y="352468"/>
                    </a:cubicBezTo>
                    <a:lnTo>
                      <a:pt x="566574" y="339534"/>
                    </a:lnTo>
                    <a:cubicBezTo>
                      <a:pt x="563190" y="340740"/>
                      <a:pt x="559565" y="341899"/>
                      <a:pt x="555746" y="343009"/>
                    </a:cubicBezTo>
                    <a:cubicBezTo>
                      <a:pt x="529739" y="350441"/>
                      <a:pt x="495515" y="354544"/>
                      <a:pt x="459356" y="354544"/>
                    </a:cubicBezTo>
                    <a:cubicBezTo>
                      <a:pt x="423246" y="354544"/>
                      <a:pt x="389022" y="350441"/>
                      <a:pt x="362967" y="343009"/>
                    </a:cubicBezTo>
                    <a:cubicBezTo>
                      <a:pt x="359148" y="341899"/>
                      <a:pt x="355571" y="340740"/>
                      <a:pt x="352138" y="339534"/>
                    </a:cubicBezTo>
                    <a:close/>
                    <a:moveTo>
                      <a:pt x="41901" y="336256"/>
                    </a:moveTo>
                    <a:lnTo>
                      <a:pt x="41901" y="348612"/>
                    </a:lnTo>
                    <a:cubicBezTo>
                      <a:pt x="43157" y="349529"/>
                      <a:pt x="45187" y="350784"/>
                      <a:pt x="48184" y="352232"/>
                    </a:cubicBezTo>
                    <a:cubicBezTo>
                      <a:pt x="53403" y="354693"/>
                      <a:pt x="61619" y="357686"/>
                      <a:pt x="73701" y="360485"/>
                    </a:cubicBezTo>
                    <a:cubicBezTo>
                      <a:pt x="94772" y="365311"/>
                      <a:pt x="121546" y="368014"/>
                      <a:pt x="149094" y="368014"/>
                    </a:cubicBezTo>
                    <a:cubicBezTo>
                      <a:pt x="176593" y="368014"/>
                      <a:pt x="203367" y="365311"/>
                      <a:pt x="224486" y="360485"/>
                    </a:cubicBezTo>
                    <a:cubicBezTo>
                      <a:pt x="236520" y="357686"/>
                      <a:pt x="244736" y="354693"/>
                      <a:pt x="249955" y="352232"/>
                    </a:cubicBezTo>
                    <a:cubicBezTo>
                      <a:pt x="252952" y="350784"/>
                      <a:pt x="255030" y="349529"/>
                      <a:pt x="256238" y="348612"/>
                    </a:cubicBezTo>
                    <a:lnTo>
                      <a:pt x="256238" y="336256"/>
                    </a:lnTo>
                    <a:cubicBezTo>
                      <a:pt x="252855" y="337511"/>
                      <a:pt x="249279" y="338670"/>
                      <a:pt x="245461" y="339731"/>
                    </a:cubicBezTo>
                    <a:cubicBezTo>
                      <a:pt x="219412" y="347212"/>
                      <a:pt x="185195" y="351315"/>
                      <a:pt x="149094" y="351315"/>
                    </a:cubicBezTo>
                    <a:cubicBezTo>
                      <a:pt x="112944" y="351315"/>
                      <a:pt x="78727" y="347212"/>
                      <a:pt x="52678" y="339731"/>
                    </a:cubicBezTo>
                    <a:cubicBezTo>
                      <a:pt x="48909" y="338670"/>
                      <a:pt x="45284" y="337511"/>
                      <a:pt x="41901" y="336256"/>
                    </a:cubicBezTo>
                    <a:close/>
                    <a:moveTo>
                      <a:pt x="352138" y="280315"/>
                    </a:moveTo>
                    <a:lnTo>
                      <a:pt x="352138" y="293298"/>
                    </a:lnTo>
                    <a:cubicBezTo>
                      <a:pt x="353395" y="294263"/>
                      <a:pt x="355425" y="295518"/>
                      <a:pt x="358471" y="296917"/>
                    </a:cubicBezTo>
                    <a:cubicBezTo>
                      <a:pt x="363692" y="299427"/>
                      <a:pt x="371861" y="302419"/>
                      <a:pt x="383946" y="305219"/>
                    </a:cubicBezTo>
                    <a:cubicBezTo>
                      <a:pt x="405071" y="310045"/>
                      <a:pt x="431851" y="312699"/>
                      <a:pt x="459356" y="312699"/>
                    </a:cubicBezTo>
                    <a:cubicBezTo>
                      <a:pt x="486862" y="312699"/>
                      <a:pt x="513642" y="310045"/>
                      <a:pt x="534767" y="305219"/>
                    </a:cubicBezTo>
                    <a:cubicBezTo>
                      <a:pt x="546852" y="302419"/>
                      <a:pt x="555021" y="299427"/>
                      <a:pt x="560290" y="296917"/>
                    </a:cubicBezTo>
                    <a:cubicBezTo>
                      <a:pt x="563287" y="295518"/>
                      <a:pt x="565317" y="294263"/>
                      <a:pt x="566574" y="293298"/>
                    </a:cubicBezTo>
                    <a:lnTo>
                      <a:pt x="566574" y="280315"/>
                    </a:lnTo>
                    <a:cubicBezTo>
                      <a:pt x="563190" y="281570"/>
                      <a:pt x="559565" y="282728"/>
                      <a:pt x="555746" y="283790"/>
                    </a:cubicBezTo>
                    <a:cubicBezTo>
                      <a:pt x="529739" y="291271"/>
                      <a:pt x="495515" y="295373"/>
                      <a:pt x="459356" y="295373"/>
                    </a:cubicBezTo>
                    <a:cubicBezTo>
                      <a:pt x="423246" y="295373"/>
                      <a:pt x="389022" y="291271"/>
                      <a:pt x="362967" y="283790"/>
                    </a:cubicBezTo>
                    <a:cubicBezTo>
                      <a:pt x="359148" y="282728"/>
                      <a:pt x="355571" y="281570"/>
                      <a:pt x="352138" y="280315"/>
                    </a:cubicBezTo>
                    <a:close/>
                    <a:moveTo>
                      <a:pt x="41901" y="277712"/>
                    </a:moveTo>
                    <a:lnTo>
                      <a:pt x="41901" y="290068"/>
                    </a:lnTo>
                    <a:cubicBezTo>
                      <a:pt x="43157" y="291033"/>
                      <a:pt x="45187" y="292288"/>
                      <a:pt x="48184" y="293687"/>
                    </a:cubicBezTo>
                    <a:cubicBezTo>
                      <a:pt x="53451" y="296197"/>
                      <a:pt x="61619" y="299190"/>
                      <a:pt x="73701" y="301941"/>
                    </a:cubicBezTo>
                    <a:cubicBezTo>
                      <a:pt x="94821" y="306815"/>
                      <a:pt x="121595" y="309470"/>
                      <a:pt x="149094" y="309470"/>
                    </a:cubicBezTo>
                    <a:cubicBezTo>
                      <a:pt x="176593" y="309470"/>
                      <a:pt x="203367" y="306815"/>
                      <a:pt x="224486" y="301941"/>
                    </a:cubicBezTo>
                    <a:cubicBezTo>
                      <a:pt x="236520" y="299190"/>
                      <a:pt x="244736" y="296197"/>
                      <a:pt x="249955" y="293687"/>
                    </a:cubicBezTo>
                    <a:cubicBezTo>
                      <a:pt x="252952" y="292288"/>
                      <a:pt x="255030" y="291033"/>
                      <a:pt x="256238" y="290068"/>
                    </a:cubicBezTo>
                    <a:lnTo>
                      <a:pt x="256286" y="290068"/>
                    </a:lnTo>
                    <a:lnTo>
                      <a:pt x="256286" y="277712"/>
                    </a:lnTo>
                    <a:cubicBezTo>
                      <a:pt x="252855" y="278967"/>
                      <a:pt x="249279" y="280125"/>
                      <a:pt x="245461" y="281187"/>
                    </a:cubicBezTo>
                    <a:cubicBezTo>
                      <a:pt x="219412" y="288668"/>
                      <a:pt x="185195" y="292770"/>
                      <a:pt x="149094" y="292770"/>
                    </a:cubicBezTo>
                    <a:cubicBezTo>
                      <a:pt x="112944" y="292770"/>
                      <a:pt x="78727" y="288668"/>
                      <a:pt x="52678" y="281187"/>
                    </a:cubicBezTo>
                    <a:cubicBezTo>
                      <a:pt x="48909" y="280125"/>
                      <a:pt x="45284" y="278967"/>
                      <a:pt x="41901" y="277712"/>
                    </a:cubicBezTo>
                    <a:close/>
                    <a:moveTo>
                      <a:pt x="352138" y="221144"/>
                    </a:moveTo>
                    <a:lnTo>
                      <a:pt x="352138" y="234127"/>
                    </a:lnTo>
                    <a:cubicBezTo>
                      <a:pt x="353395" y="235092"/>
                      <a:pt x="355425" y="236347"/>
                      <a:pt x="358471" y="237746"/>
                    </a:cubicBezTo>
                    <a:cubicBezTo>
                      <a:pt x="363692" y="240256"/>
                      <a:pt x="371861" y="243248"/>
                      <a:pt x="383946" y="245999"/>
                    </a:cubicBezTo>
                    <a:cubicBezTo>
                      <a:pt x="405071" y="250874"/>
                      <a:pt x="431851" y="253529"/>
                      <a:pt x="459356" y="253529"/>
                    </a:cubicBezTo>
                    <a:cubicBezTo>
                      <a:pt x="486862" y="253529"/>
                      <a:pt x="513642" y="250874"/>
                      <a:pt x="534767" y="245999"/>
                    </a:cubicBezTo>
                    <a:cubicBezTo>
                      <a:pt x="546852" y="243248"/>
                      <a:pt x="555021" y="240256"/>
                      <a:pt x="560290" y="237746"/>
                    </a:cubicBezTo>
                    <a:cubicBezTo>
                      <a:pt x="563287" y="236347"/>
                      <a:pt x="565317" y="235092"/>
                      <a:pt x="566574" y="234127"/>
                    </a:cubicBezTo>
                    <a:lnTo>
                      <a:pt x="566574" y="221144"/>
                    </a:lnTo>
                    <a:cubicBezTo>
                      <a:pt x="563190" y="222399"/>
                      <a:pt x="559565" y="223557"/>
                      <a:pt x="555746" y="224619"/>
                    </a:cubicBezTo>
                    <a:cubicBezTo>
                      <a:pt x="529739" y="232100"/>
                      <a:pt x="495515" y="236202"/>
                      <a:pt x="459356" y="236202"/>
                    </a:cubicBezTo>
                    <a:cubicBezTo>
                      <a:pt x="423246" y="236202"/>
                      <a:pt x="389022" y="232100"/>
                      <a:pt x="362967" y="224619"/>
                    </a:cubicBezTo>
                    <a:cubicBezTo>
                      <a:pt x="359148" y="223557"/>
                      <a:pt x="355571" y="222399"/>
                      <a:pt x="352138" y="221144"/>
                    </a:cubicBezTo>
                    <a:close/>
                    <a:moveTo>
                      <a:pt x="41901" y="218540"/>
                    </a:moveTo>
                    <a:lnTo>
                      <a:pt x="41901" y="231523"/>
                    </a:lnTo>
                    <a:cubicBezTo>
                      <a:pt x="43157" y="232488"/>
                      <a:pt x="45187" y="233743"/>
                      <a:pt x="48184" y="235143"/>
                    </a:cubicBezTo>
                    <a:cubicBezTo>
                      <a:pt x="53403" y="237653"/>
                      <a:pt x="61619" y="240645"/>
                      <a:pt x="73701" y="243396"/>
                    </a:cubicBezTo>
                    <a:cubicBezTo>
                      <a:pt x="94772" y="248271"/>
                      <a:pt x="121546" y="250925"/>
                      <a:pt x="149094" y="250925"/>
                    </a:cubicBezTo>
                    <a:cubicBezTo>
                      <a:pt x="176593" y="250925"/>
                      <a:pt x="203367" y="248271"/>
                      <a:pt x="224486" y="243396"/>
                    </a:cubicBezTo>
                    <a:cubicBezTo>
                      <a:pt x="236520" y="240645"/>
                      <a:pt x="244736" y="237653"/>
                      <a:pt x="249955" y="235143"/>
                    </a:cubicBezTo>
                    <a:cubicBezTo>
                      <a:pt x="252952" y="233743"/>
                      <a:pt x="255030" y="232488"/>
                      <a:pt x="256238" y="231523"/>
                    </a:cubicBezTo>
                    <a:lnTo>
                      <a:pt x="256238" y="218540"/>
                    </a:lnTo>
                    <a:cubicBezTo>
                      <a:pt x="252855" y="219795"/>
                      <a:pt x="249279" y="220953"/>
                      <a:pt x="245461" y="222015"/>
                    </a:cubicBezTo>
                    <a:cubicBezTo>
                      <a:pt x="219412" y="229496"/>
                      <a:pt x="185195" y="233599"/>
                      <a:pt x="149094" y="233599"/>
                    </a:cubicBezTo>
                    <a:cubicBezTo>
                      <a:pt x="112944" y="233599"/>
                      <a:pt x="78727" y="229496"/>
                      <a:pt x="52678" y="222015"/>
                    </a:cubicBezTo>
                    <a:cubicBezTo>
                      <a:pt x="48909" y="220953"/>
                      <a:pt x="45284" y="219795"/>
                      <a:pt x="41901" y="218540"/>
                    </a:cubicBezTo>
                    <a:close/>
                    <a:moveTo>
                      <a:pt x="459356" y="162793"/>
                    </a:moveTo>
                    <a:cubicBezTo>
                      <a:pt x="431851" y="162793"/>
                      <a:pt x="405071" y="165448"/>
                      <a:pt x="383946" y="170322"/>
                    </a:cubicBezTo>
                    <a:cubicBezTo>
                      <a:pt x="373553" y="172687"/>
                      <a:pt x="366060" y="175245"/>
                      <a:pt x="360840" y="177514"/>
                    </a:cubicBezTo>
                    <a:cubicBezTo>
                      <a:pt x="359969" y="177852"/>
                      <a:pt x="359196" y="178238"/>
                      <a:pt x="358471" y="178576"/>
                    </a:cubicBezTo>
                    <a:cubicBezTo>
                      <a:pt x="363692" y="181085"/>
                      <a:pt x="371861" y="184078"/>
                      <a:pt x="383946" y="186829"/>
                    </a:cubicBezTo>
                    <a:cubicBezTo>
                      <a:pt x="405071" y="191703"/>
                      <a:pt x="431851" y="194358"/>
                      <a:pt x="459356" y="194358"/>
                    </a:cubicBezTo>
                    <a:cubicBezTo>
                      <a:pt x="486862" y="194358"/>
                      <a:pt x="513642" y="191703"/>
                      <a:pt x="534767" y="186829"/>
                    </a:cubicBezTo>
                    <a:cubicBezTo>
                      <a:pt x="546852" y="184078"/>
                      <a:pt x="555021" y="181085"/>
                      <a:pt x="560290" y="178576"/>
                    </a:cubicBezTo>
                    <a:cubicBezTo>
                      <a:pt x="559565" y="178238"/>
                      <a:pt x="558743" y="177852"/>
                      <a:pt x="557873" y="177514"/>
                    </a:cubicBezTo>
                    <a:cubicBezTo>
                      <a:pt x="552652" y="175245"/>
                      <a:pt x="545160" y="172687"/>
                      <a:pt x="534767" y="170322"/>
                    </a:cubicBezTo>
                    <a:cubicBezTo>
                      <a:pt x="513642" y="165448"/>
                      <a:pt x="486862" y="162793"/>
                      <a:pt x="459356" y="162793"/>
                    </a:cubicBezTo>
                    <a:close/>
                    <a:moveTo>
                      <a:pt x="41901" y="159368"/>
                    </a:moveTo>
                    <a:lnTo>
                      <a:pt x="41901" y="172351"/>
                    </a:lnTo>
                    <a:cubicBezTo>
                      <a:pt x="43157" y="173268"/>
                      <a:pt x="45187" y="174523"/>
                      <a:pt x="48184" y="175971"/>
                    </a:cubicBezTo>
                    <a:cubicBezTo>
                      <a:pt x="53451" y="178481"/>
                      <a:pt x="61619" y="181473"/>
                      <a:pt x="73701" y="184224"/>
                    </a:cubicBezTo>
                    <a:cubicBezTo>
                      <a:pt x="94821" y="189099"/>
                      <a:pt x="121595" y="191754"/>
                      <a:pt x="149094" y="191754"/>
                    </a:cubicBezTo>
                    <a:cubicBezTo>
                      <a:pt x="176593" y="191754"/>
                      <a:pt x="203367" y="189099"/>
                      <a:pt x="224486" y="184224"/>
                    </a:cubicBezTo>
                    <a:cubicBezTo>
                      <a:pt x="236520" y="181473"/>
                      <a:pt x="244736" y="178481"/>
                      <a:pt x="249955" y="175971"/>
                    </a:cubicBezTo>
                    <a:cubicBezTo>
                      <a:pt x="252952" y="174523"/>
                      <a:pt x="255030" y="173268"/>
                      <a:pt x="256238" y="172351"/>
                    </a:cubicBezTo>
                    <a:lnTo>
                      <a:pt x="256286" y="172351"/>
                    </a:lnTo>
                    <a:lnTo>
                      <a:pt x="256286" y="159368"/>
                    </a:lnTo>
                    <a:cubicBezTo>
                      <a:pt x="252855" y="160575"/>
                      <a:pt x="249279" y="161733"/>
                      <a:pt x="245461" y="162843"/>
                    </a:cubicBezTo>
                    <a:cubicBezTo>
                      <a:pt x="219412" y="170276"/>
                      <a:pt x="185195" y="174378"/>
                      <a:pt x="149094" y="174378"/>
                    </a:cubicBezTo>
                    <a:cubicBezTo>
                      <a:pt x="112944" y="174378"/>
                      <a:pt x="78727" y="170276"/>
                      <a:pt x="52678" y="162843"/>
                    </a:cubicBezTo>
                    <a:cubicBezTo>
                      <a:pt x="48909" y="161733"/>
                      <a:pt x="45284" y="160575"/>
                      <a:pt x="41901" y="159368"/>
                    </a:cubicBezTo>
                    <a:close/>
                    <a:moveTo>
                      <a:pt x="459356" y="120949"/>
                    </a:moveTo>
                    <a:cubicBezTo>
                      <a:pt x="495515" y="120949"/>
                      <a:pt x="529739" y="125051"/>
                      <a:pt x="555746" y="132532"/>
                    </a:cubicBezTo>
                    <a:cubicBezTo>
                      <a:pt x="569668" y="136490"/>
                      <a:pt x="580931" y="141364"/>
                      <a:pt x="589197" y="146963"/>
                    </a:cubicBezTo>
                    <a:cubicBezTo>
                      <a:pt x="604473" y="157291"/>
                      <a:pt x="608195" y="169068"/>
                      <a:pt x="608437" y="177514"/>
                    </a:cubicBezTo>
                    <a:lnTo>
                      <a:pt x="608485" y="177514"/>
                    </a:lnTo>
                    <a:lnTo>
                      <a:pt x="608485" y="475395"/>
                    </a:lnTo>
                    <a:cubicBezTo>
                      <a:pt x="608485" y="483890"/>
                      <a:pt x="605101" y="496245"/>
                      <a:pt x="589101" y="506960"/>
                    </a:cubicBezTo>
                    <a:cubicBezTo>
                      <a:pt x="580786" y="512510"/>
                      <a:pt x="569571" y="517240"/>
                      <a:pt x="555649" y="521149"/>
                    </a:cubicBezTo>
                    <a:cubicBezTo>
                      <a:pt x="529788" y="528340"/>
                      <a:pt x="495611" y="532346"/>
                      <a:pt x="459356" y="532346"/>
                    </a:cubicBezTo>
                    <a:cubicBezTo>
                      <a:pt x="423150" y="532346"/>
                      <a:pt x="388925" y="528340"/>
                      <a:pt x="363112" y="521149"/>
                    </a:cubicBezTo>
                    <a:cubicBezTo>
                      <a:pt x="349190" y="517240"/>
                      <a:pt x="337926" y="512462"/>
                      <a:pt x="329660" y="506960"/>
                    </a:cubicBezTo>
                    <a:cubicBezTo>
                      <a:pt x="313611" y="496245"/>
                      <a:pt x="310276" y="483890"/>
                      <a:pt x="310276" y="475395"/>
                    </a:cubicBezTo>
                    <a:lnTo>
                      <a:pt x="310276" y="415307"/>
                    </a:lnTo>
                    <a:lnTo>
                      <a:pt x="310276" y="356136"/>
                    </a:lnTo>
                    <a:lnTo>
                      <a:pt x="310276" y="296917"/>
                    </a:lnTo>
                    <a:lnTo>
                      <a:pt x="310276" y="237746"/>
                    </a:lnTo>
                    <a:lnTo>
                      <a:pt x="310276" y="178576"/>
                    </a:lnTo>
                    <a:lnTo>
                      <a:pt x="310276" y="177514"/>
                    </a:lnTo>
                    <a:cubicBezTo>
                      <a:pt x="310566" y="169068"/>
                      <a:pt x="314240" y="157291"/>
                      <a:pt x="329515" y="146963"/>
                    </a:cubicBezTo>
                    <a:cubicBezTo>
                      <a:pt x="337830" y="141364"/>
                      <a:pt x="349045" y="136490"/>
                      <a:pt x="362967" y="132532"/>
                    </a:cubicBezTo>
                    <a:cubicBezTo>
                      <a:pt x="389022" y="125051"/>
                      <a:pt x="423246" y="120949"/>
                      <a:pt x="459356" y="120949"/>
                    </a:cubicBezTo>
                    <a:close/>
                    <a:moveTo>
                      <a:pt x="41901" y="100196"/>
                    </a:moveTo>
                    <a:lnTo>
                      <a:pt x="41901" y="113180"/>
                    </a:lnTo>
                    <a:cubicBezTo>
                      <a:pt x="43157" y="114097"/>
                      <a:pt x="45187" y="115351"/>
                      <a:pt x="48184" y="116799"/>
                    </a:cubicBezTo>
                    <a:cubicBezTo>
                      <a:pt x="53403" y="119261"/>
                      <a:pt x="61619" y="122301"/>
                      <a:pt x="73701" y="125052"/>
                    </a:cubicBezTo>
                    <a:cubicBezTo>
                      <a:pt x="94772" y="129927"/>
                      <a:pt x="121546" y="132582"/>
                      <a:pt x="149094" y="132582"/>
                    </a:cubicBezTo>
                    <a:cubicBezTo>
                      <a:pt x="176593" y="132582"/>
                      <a:pt x="203367" y="129879"/>
                      <a:pt x="224486" y="125052"/>
                    </a:cubicBezTo>
                    <a:cubicBezTo>
                      <a:pt x="236520" y="122301"/>
                      <a:pt x="244736" y="119261"/>
                      <a:pt x="249955" y="116799"/>
                    </a:cubicBezTo>
                    <a:cubicBezTo>
                      <a:pt x="252952" y="115351"/>
                      <a:pt x="255030" y="114097"/>
                      <a:pt x="256238" y="113180"/>
                    </a:cubicBezTo>
                    <a:lnTo>
                      <a:pt x="256238" y="100196"/>
                    </a:lnTo>
                    <a:cubicBezTo>
                      <a:pt x="252855" y="101403"/>
                      <a:pt x="249279" y="102561"/>
                      <a:pt x="245461" y="103671"/>
                    </a:cubicBezTo>
                    <a:cubicBezTo>
                      <a:pt x="219412" y="111104"/>
                      <a:pt x="185195" y="115207"/>
                      <a:pt x="149094" y="115207"/>
                    </a:cubicBezTo>
                    <a:cubicBezTo>
                      <a:pt x="112944" y="115207"/>
                      <a:pt x="78727" y="111104"/>
                      <a:pt x="52678" y="103671"/>
                    </a:cubicBezTo>
                    <a:cubicBezTo>
                      <a:pt x="48909" y="102561"/>
                      <a:pt x="45284" y="101403"/>
                      <a:pt x="41901" y="100196"/>
                    </a:cubicBezTo>
                    <a:close/>
                    <a:moveTo>
                      <a:pt x="149094" y="41845"/>
                    </a:moveTo>
                    <a:cubicBezTo>
                      <a:pt x="121595" y="41845"/>
                      <a:pt x="94772" y="44500"/>
                      <a:pt x="73701" y="49326"/>
                    </a:cubicBezTo>
                    <a:cubicBezTo>
                      <a:pt x="63310" y="51739"/>
                      <a:pt x="55820" y="54297"/>
                      <a:pt x="50552" y="56517"/>
                    </a:cubicBezTo>
                    <a:cubicBezTo>
                      <a:pt x="49730" y="56903"/>
                      <a:pt x="48909" y="57241"/>
                      <a:pt x="48184" y="57627"/>
                    </a:cubicBezTo>
                    <a:cubicBezTo>
                      <a:pt x="53403" y="60089"/>
                      <a:pt x="61619" y="63081"/>
                      <a:pt x="73701" y="65881"/>
                    </a:cubicBezTo>
                    <a:cubicBezTo>
                      <a:pt x="94772" y="70707"/>
                      <a:pt x="121546" y="73410"/>
                      <a:pt x="149094" y="73410"/>
                    </a:cubicBezTo>
                    <a:cubicBezTo>
                      <a:pt x="176593" y="73410"/>
                      <a:pt x="203367" y="70707"/>
                      <a:pt x="224486" y="65881"/>
                    </a:cubicBezTo>
                    <a:cubicBezTo>
                      <a:pt x="236520" y="63081"/>
                      <a:pt x="244736" y="60089"/>
                      <a:pt x="249955" y="57627"/>
                    </a:cubicBezTo>
                    <a:cubicBezTo>
                      <a:pt x="249230" y="57241"/>
                      <a:pt x="248409" y="56903"/>
                      <a:pt x="247587" y="56517"/>
                    </a:cubicBezTo>
                    <a:cubicBezTo>
                      <a:pt x="242368" y="54297"/>
                      <a:pt x="234829" y="51739"/>
                      <a:pt x="224486" y="49326"/>
                    </a:cubicBezTo>
                    <a:cubicBezTo>
                      <a:pt x="203367" y="44500"/>
                      <a:pt x="176593" y="41845"/>
                      <a:pt x="149094" y="41845"/>
                    </a:cubicBezTo>
                    <a:close/>
                    <a:moveTo>
                      <a:pt x="149094" y="0"/>
                    </a:moveTo>
                    <a:cubicBezTo>
                      <a:pt x="185195" y="0"/>
                      <a:pt x="219412" y="4103"/>
                      <a:pt x="245461" y="11535"/>
                    </a:cubicBezTo>
                    <a:cubicBezTo>
                      <a:pt x="259331" y="15541"/>
                      <a:pt x="270592" y="20416"/>
                      <a:pt x="278904" y="26014"/>
                    </a:cubicBezTo>
                    <a:cubicBezTo>
                      <a:pt x="294128" y="36343"/>
                      <a:pt x="297849" y="48119"/>
                      <a:pt x="298139" y="56517"/>
                    </a:cubicBezTo>
                    <a:lnTo>
                      <a:pt x="298139" y="57627"/>
                    </a:lnTo>
                    <a:lnTo>
                      <a:pt x="298139" y="116799"/>
                    </a:lnTo>
                    <a:lnTo>
                      <a:pt x="298139" y="175971"/>
                    </a:lnTo>
                    <a:lnTo>
                      <a:pt x="298139" y="235143"/>
                    </a:lnTo>
                    <a:lnTo>
                      <a:pt x="298139" y="293687"/>
                    </a:lnTo>
                    <a:lnTo>
                      <a:pt x="298139" y="352232"/>
                    </a:lnTo>
                    <a:lnTo>
                      <a:pt x="298139" y="412659"/>
                    </a:lnTo>
                    <a:lnTo>
                      <a:pt x="298139" y="475112"/>
                    </a:lnTo>
                    <a:cubicBezTo>
                      <a:pt x="298139" y="483655"/>
                      <a:pt x="294804" y="496011"/>
                      <a:pt x="278759" y="506677"/>
                    </a:cubicBezTo>
                    <a:cubicBezTo>
                      <a:pt x="270495" y="512228"/>
                      <a:pt x="259235" y="517006"/>
                      <a:pt x="245316" y="520915"/>
                    </a:cubicBezTo>
                    <a:cubicBezTo>
                      <a:pt x="219460" y="528106"/>
                      <a:pt x="185292" y="532064"/>
                      <a:pt x="149094" y="532064"/>
                    </a:cubicBezTo>
                    <a:cubicBezTo>
                      <a:pt x="112847" y="532064"/>
                      <a:pt x="78679" y="528106"/>
                      <a:pt x="52823" y="520915"/>
                    </a:cubicBezTo>
                    <a:cubicBezTo>
                      <a:pt x="38905" y="517006"/>
                      <a:pt x="27644" y="512228"/>
                      <a:pt x="19380" y="506677"/>
                    </a:cubicBezTo>
                    <a:cubicBezTo>
                      <a:pt x="3383" y="496011"/>
                      <a:pt x="0" y="483655"/>
                      <a:pt x="0" y="475112"/>
                    </a:cubicBezTo>
                    <a:lnTo>
                      <a:pt x="0" y="412659"/>
                    </a:lnTo>
                    <a:lnTo>
                      <a:pt x="0" y="352232"/>
                    </a:lnTo>
                    <a:lnTo>
                      <a:pt x="0" y="293687"/>
                    </a:lnTo>
                    <a:lnTo>
                      <a:pt x="0" y="235143"/>
                    </a:lnTo>
                    <a:lnTo>
                      <a:pt x="0" y="175971"/>
                    </a:lnTo>
                    <a:lnTo>
                      <a:pt x="0" y="116799"/>
                    </a:lnTo>
                    <a:lnTo>
                      <a:pt x="0" y="57627"/>
                    </a:lnTo>
                    <a:lnTo>
                      <a:pt x="0" y="56517"/>
                    </a:lnTo>
                    <a:cubicBezTo>
                      <a:pt x="290" y="48119"/>
                      <a:pt x="4011" y="36343"/>
                      <a:pt x="19235" y="26014"/>
                    </a:cubicBezTo>
                    <a:cubicBezTo>
                      <a:pt x="27547" y="20416"/>
                      <a:pt x="38808" y="15541"/>
                      <a:pt x="52678" y="11535"/>
                    </a:cubicBezTo>
                    <a:cubicBezTo>
                      <a:pt x="78727" y="4103"/>
                      <a:pt x="112944" y="0"/>
                      <a:pt x="14909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5400">
                <a:noFill/>
                <a:bevel/>
              </a:ln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50000"/>
                  </a:lnSpc>
                </a:pPr>
                <a:endParaRPr lang="zh-CN" altLang="zh-CN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16" name="组合 15"/>
            <p:cNvGrpSpPr/>
            <p:nvPr/>
          </p:nvGrpSpPr>
          <p:grpSpPr>
            <a:xfrm>
              <a:off x="8928459" y="1617095"/>
              <a:ext cx="1731606" cy="1689657"/>
              <a:chOff x="8928459" y="1617095"/>
              <a:chExt cx="1731606" cy="1689657"/>
            </a:xfrm>
          </p:grpSpPr>
          <p:sp>
            <p:nvSpPr>
              <p:cNvPr id="8" name="太阳形 44"/>
              <p:cNvSpPr>
                <a:spLocks noChangeArrowheads="1"/>
              </p:cNvSpPr>
              <p:nvPr/>
            </p:nvSpPr>
            <p:spPr bwMode="auto">
              <a:xfrm>
                <a:off x="9535919" y="1617095"/>
                <a:ext cx="516687" cy="486639"/>
              </a:xfrm>
              <a:custGeom>
                <a:avLst/>
                <a:gdLst>
                  <a:gd name="T0" fmla="*/ 12933 w 12933"/>
                  <a:gd name="T1" fmla="*/ 5028 h 12198"/>
                  <a:gd name="T2" fmla="*/ 7549 w 12933"/>
                  <a:gd name="T3" fmla="*/ 1531 h 12198"/>
                  <a:gd name="T4" fmla="*/ 6467 w 12933"/>
                  <a:gd name="T5" fmla="*/ 0 h 12198"/>
                  <a:gd name="T6" fmla="*/ 5384 w 12933"/>
                  <a:gd name="T7" fmla="*/ 1531 h 12198"/>
                  <a:gd name="T8" fmla="*/ 0 w 12933"/>
                  <a:gd name="T9" fmla="*/ 5028 h 12198"/>
                  <a:gd name="T10" fmla="*/ 452 w 12933"/>
                  <a:gd name="T11" fmla="*/ 7610 h 12198"/>
                  <a:gd name="T12" fmla="*/ 10910 w 12933"/>
                  <a:gd name="T13" fmla="*/ 12198 h 12198"/>
                  <a:gd name="T14" fmla="*/ 12933 w 12933"/>
                  <a:gd name="T15" fmla="*/ 7610 h 12198"/>
                  <a:gd name="T16" fmla="*/ 6920 w 12933"/>
                  <a:gd name="T17" fmla="*/ 8984 h 12198"/>
                  <a:gd name="T18" fmla="*/ 8704 w 12933"/>
                  <a:gd name="T19" fmla="*/ 7623 h 12198"/>
                  <a:gd name="T20" fmla="*/ 6013 w 12933"/>
                  <a:gd name="T21" fmla="*/ 11291 h 12198"/>
                  <a:gd name="T22" fmla="*/ 4453 w 12933"/>
                  <a:gd name="T23" fmla="*/ 9890 h 12198"/>
                  <a:gd name="T24" fmla="*/ 6013 w 12933"/>
                  <a:gd name="T25" fmla="*/ 11291 h 12198"/>
                  <a:gd name="T26" fmla="*/ 4229 w 12933"/>
                  <a:gd name="T27" fmla="*/ 7623 h 12198"/>
                  <a:gd name="T28" fmla="*/ 6013 w 12933"/>
                  <a:gd name="T29" fmla="*/ 8984 h 12198"/>
                  <a:gd name="T30" fmla="*/ 4363 w 12933"/>
                  <a:gd name="T31" fmla="*/ 8984 h 12198"/>
                  <a:gd name="T32" fmla="*/ 6630 w 12933"/>
                  <a:gd name="T33" fmla="*/ 1325 h 12198"/>
                  <a:gd name="T34" fmla="*/ 6303 w 12933"/>
                  <a:gd name="T35" fmla="*/ 1325 h 12198"/>
                  <a:gd name="T36" fmla="*/ 6303 w 12933"/>
                  <a:gd name="T37" fmla="*/ 971 h 12198"/>
                  <a:gd name="T38" fmla="*/ 6630 w 12933"/>
                  <a:gd name="T39" fmla="*/ 971 h 12198"/>
                  <a:gd name="T40" fmla="*/ 6000 w 12933"/>
                  <a:gd name="T41" fmla="*/ 2196 h 12198"/>
                  <a:gd name="T42" fmla="*/ 6934 w 12933"/>
                  <a:gd name="T43" fmla="*/ 2196 h 12198"/>
                  <a:gd name="T44" fmla="*/ 2935 w 12933"/>
                  <a:gd name="T45" fmla="*/ 5028 h 12198"/>
                  <a:gd name="T46" fmla="*/ 907 w 12933"/>
                  <a:gd name="T47" fmla="*/ 5935 h 12198"/>
                  <a:gd name="T48" fmla="*/ 12027 w 12933"/>
                  <a:gd name="T49" fmla="*/ 6704 h 12198"/>
                  <a:gd name="T50" fmla="*/ 907 w 12933"/>
                  <a:gd name="T51" fmla="*/ 5935 h 12198"/>
                  <a:gd name="T52" fmla="*/ 3452 w 12933"/>
                  <a:gd name="T53" fmla="*/ 8984 h 12198"/>
                  <a:gd name="T54" fmla="*/ 1415 w 12933"/>
                  <a:gd name="T55" fmla="*/ 7623 h 12198"/>
                  <a:gd name="T56" fmla="*/ 2671 w 12933"/>
                  <a:gd name="T57" fmla="*/ 11291 h 12198"/>
                  <a:gd name="T58" fmla="*/ 3542 w 12933"/>
                  <a:gd name="T59" fmla="*/ 9890 h 12198"/>
                  <a:gd name="T60" fmla="*/ 2671 w 12933"/>
                  <a:gd name="T61" fmla="*/ 11291 h 12198"/>
                  <a:gd name="T62" fmla="*/ 8480 w 12933"/>
                  <a:gd name="T63" fmla="*/ 9890 h 12198"/>
                  <a:gd name="T64" fmla="*/ 6920 w 12933"/>
                  <a:gd name="T65" fmla="*/ 11291 h 12198"/>
                  <a:gd name="T66" fmla="*/ 10263 w 12933"/>
                  <a:gd name="T67" fmla="*/ 11291 h 12198"/>
                  <a:gd name="T68" fmla="*/ 9391 w 12933"/>
                  <a:gd name="T69" fmla="*/ 9890 h 12198"/>
                  <a:gd name="T70" fmla="*/ 10263 w 12933"/>
                  <a:gd name="T71" fmla="*/ 11291 h 12198"/>
                  <a:gd name="T72" fmla="*/ 9481 w 12933"/>
                  <a:gd name="T73" fmla="*/ 8984 h 12198"/>
                  <a:gd name="T74" fmla="*/ 11519 w 12933"/>
                  <a:gd name="T75" fmla="*/ 7623 h 121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2933" h="12198">
                    <a:moveTo>
                      <a:pt x="12933" y="7610"/>
                    </a:moveTo>
                    <a:lnTo>
                      <a:pt x="12933" y="5028"/>
                    </a:lnTo>
                    <a:lnTo>
                      <a:pt x="11334" y="5028"/>
                    </a:lnTo>
                    <a:lnTo>
                      <a:pt x="7549" y="1531"/>
                    </a:lnTo>
                    <a:cubicBezTo>
                      <a:pt x="7592" y="1411"/>
                      <a:pt x="7615" y="1282"/>
                      <a:pt x="7615" y="1148"/>
                    </a:cubicBezTo>
                    <a:cubicBezTo>
                      <a:pt x="7615" y="515"/>
                      <a:pt x="7100" y="0"/>
                      <a:pt x="6467" y="0"/>
                    </a:cubicBezTo>
                    <a:cubicBezTo>
                      <a:pt x="5834" y="0"/>
                      <a:pt x="5318" y="515"/>
                      <a:pt x="5318" y="1148"/>
                    </a:cubicBezTo>
                    <a:cubicBezTo>
                      <a:pt x="5318" y="1282"/>
                      <a:pt x="5342" y="1411"/>
                      <a:pt x="5384" y="1531"/>
                    </a:cubicBezTo>
                    <a:lnTo>
                      <a:pt x="1599" y="5028"/>
                    </a:lnTo>
                    <a:lnTo>
                      <a:pt x="0" y="5028"/>
                    </a:lnTo>
                    <a:lnTo>
                      <a:pt x="0" y="7610"/>
                    </a:lnTo>
                    <a:lnTo>
                      <a:pt x="452" y="7610"/>
                    </a:lnTo>
                    <a:lnTo>
                      <a:pt x="2023" y="12198"/>
                    </a:lnTo>
                    <a:lnTo>
                      <a:pt x="10910" y="12198"/>
                    </a:lnTo>
                    <a:lnTo>
                      <a:pt x="12481" y="7610"/>
                    </a:lnTo>
                    <a:lnTo>
                      <a:pt x="12933" y="7610"/>
                    </a:lnTo>
                    <a:close/>
                    <a:moveTo>
                      <a:pt x="8570" y="8984"/>
                    </a:moveTo>
                    <a:lnTo>
                      <a:pt x="6920" y="8984"/>
                    </a:lnTo>
                    <a:lnTo>
                      <a:pt x="6920" y="7623"/>
                    </a:lnTo>
                    <a:lnTo>
                      <a:pt x="8704" y="7623"/>
                    </a:lnTo>
                    <a:lnTo>
                      <a:pt x="8570" y="8984"/>
                    </a:lnTo>
                    <a:close/>
                    <a:moveTo>
                      <a:pt x="6013" y="11291"/>
                    </a:moveTo>
                    <a:lnTo>
                      <a:pt x="4591" y="11291"/>
                    </a:lnTo>
                    <a:lnTo>
                      <a:pt x="4453" y="9890"/>
                    </a:lnTo>
                    <a:lnTo>
                      <a:pt x="6013" y="9890"/>
                    </a:lnTo>
                    <a:lnTo>
                      <a:pt x="6013" y="11291"/>
                    </a:lnTo>
                    <a:close/>
                    <a:moveTo>
                      <a:pt x="4363" y="8984"/>
                    </a:moveTo>
                    <a:lnTo>
                      <a:pt x="4229" y="7623"/>
                    </a:lnTo>
                    <a:lnTo>
                      <a:pt x="6013" y="7623"/>
                    </a:lnTo>
                    <a:lnTo>
                      <a:pt x="6013" y="8984"/>
                    </a:lnTo>
                    <a:lnTo>
                      <a:pt x="4363" y="8984"/>
                    </a:lnTo>
                    <a:lnTo>
                      <a:pt x="4363" y="8984"/>
                    </a:lnTo>
                    <a:close/>
                    <a:moveTo>
                      <a:pt x="6708" y="1148"/>
                    </a:moveTo>
                    <a:cubicBezTo>
                      <a:pt x="6708" y="1218"/>
                      <a:pt x="6678" y="1281"/>
                      <a:pt x="6630" y="1325"/>
                    </a:cubicBezTo>
                    <a:cubicBezTo>
                      <a:pt x="6587" y="1365"/>
                      <a:pt x="6530" y="1389"/>
                      <a:pt x="6467" y="1389"/>
                    </a:cubicBezTo>
                    <a:cubicBezTo>
                      <a:pt x="6403" y="1389"/>
                      <a:pt x="6346" y="1365"/>
                      <a:pt x="6303" y="1325"/>
                    </a:cubicBezTo>
                    <a:cubicBezTo>
                      <a:pt x="6255" y="1281"/>
                      <a:pt x="6225" y="1218"/>
                      <a:pt x="6225" y="1148"/>
                    </a:cubicBezTo>
                    <a:cubicBezTo>
                      <a:pt x="6225" y="1078"/>
                      <a:pt x="6255" y="1015"/>
                      <a:pt x="6303" y="971"/>
                    </a:cubicBezTo>
                    <a:cubicBezTo>
                      <a:pt x="6346" y="931"/>
                      <a:pt x="6403" y="906"/>
                      <a:pt x="6467" y="906"/>
                    </a:cubicBezTo>
                    <a:cubicBezTo>
                      <a:pt x="6530" y="906"/>
                      <a:pt x="6587" y="931"/>
                      <a:pt x="6630" y="971"/>
                    </a:cubicBezTo>
                    <a:cubicBezTo>
                      <a:pt x="6678" y="1015"/>
                      <a:pt x="6708" y="1078"/>
                      <a:pt x="6708" y="1148"/>
                    </a:cubicBezTo>
                    <a:close/>
                    <a:moveTo>
                      <a:pt x="6000" y="2196"/>
                    </a:moveTo>
                    <a:cubicBezTo>
                      <a:pt x="6143" y="2260"/>
                      <a:pt x="6300" y="2296"/>
                      <a:pt x="6467" y="2296"/>
                    </a:cubicBezTo>
                    <a:cubicBezTo>
                      <a:pt x="6633" y="2296"/>
                      <a:pt x="6791" y="2260"/>
                      <a:pt x="6934" y="2196"/>
                    </a:cubicBezTo>
                    <a:lnTo>
                      <a:pt x="9998" y="5028"/>
                    </a:lnTo>
                    <a:lnTo>
                      <a:pt x="2935" y="5028"/>
                    </a:lnTo>
                    <a:lnTo>
                      <a:pt x="6000" y="2196"/>
                    </a:lnTo>
                    <a:close/>
                    <a:moveTo>
                      <a:pt x="907" y="5935"/>
                    </a:moveTo>
                    <a:lnTo>
                      <a:pt x="12027" y="5935"/>
                    </a:lnTo>
                    <a:lnTo>
                      <a:pt x="12027" y="6704"/>
                    </a:lnTo>
                    <a:lnTo>
                      <a:pt x="907" y="6704"/>
                    </a:lnTo>
                    <a:lnTo>
                      <a:pt x="907" y="5935"/>
                    </a:lnTo>
                    <a:close/>
                    <a:moveTo>
                      <a:pt x="3318" y="7623"/>
                    </a:moveTo>
                    <a:lnTo>
                      <a:pt x="3452" y="8984"/>
                    </a:lnTo>
                    <a:lnTo>
                      <a:pt x="1881" y="8984"/>
                    </a:lnTo>
                    <a:lnTo>
                      <a:pt x="1415" y="7623"/>
                    </a:lnTo>
                    <a:lnTo>
                      <a:pt x="3318" y="7623"/>
                    </a:lnTo>
                    <a:close/>
                    <a:moveTo>
                      <a:pt x="2671" y="11291"/>
                    </a:moveTo>
                    <a:lnTo>
                      <a:pt x="2191" y="9890"/>
                    </a:lnTo>
                    <a:lnTo>
                      <a:pt x="3542" y="9890"/>
                    </a:lnTo>
                    <a:lnTo>
                      <a:pt x="3680" y="11291"/>
                    </a:lnTo>
                    <a:lnTo>
                      <a:pt x="2671" y="11291"/>
                    </a:lnTo>
                    <a:close/>
                    <a:moveTo>
                      <a:pt x="6920" y="9890"/>
                    </a:moveTo>
                    <a:lnTo>
                      <a:pt x="8480" y="9890"/>
                    </a:lnTo>
                    <a:lnTo>
                      <a:pt x="8342" y="11291"/>
                    </a:lnTo>
                    <a:lnTo>
                      <a:pt x="6920" y="11291"/>
                    </a:lnTo>
                    <a:lnTo>
                      <a:pt x="6920" y="9890"/>
                    </a:lnTo>
                    <a:close/>
                    <a:moveTo>
                      <a:pt x="10263" y="11291"/>
                    </a:moveTo>
                    <a:lnTo>
                      <a:pt x="9253" y="11291"/>
                    </a:lnTo>
                    <a:lnTo>
                      <a:pt x="9391" y="9890"/>
                    </a:lnTo>
                    <a:lnTo>
                      <a:pt x="10742" y="9890"/>
                    </a:lnTo>
                    <a:lnTo>
                      <a:pt x="10263" y="11291"/>
                    </a:lnTo>
                    <a:close/>
                    <a:moveTo>
                      <a:pt x="11053" y="8984"/>
                    </a:moveTo>
                    <a:lnTo>
                      <a:pt x="9481" y="8984"/>
                    </a:lnTo>
                    <a:lnTo>
                      <a:pt x="9615" y="7623"/>
                    </a:lnTo>
                    <a:lnTo>
                      <a:pt x="11519" y="7623"/>
                    </a:lnTo>
                    <a:lnTo>
                      <a:pt x="11053" y="8984"/>
                    </a:lnTo>
                    <a:close/>
                  </a:path>
                </a:pathLst>
              </a:custGeom>
              <a:solidFill>
                <a:schemeClr val="accent3"/>
              </a:solidFill>
              <a:ln w="25400">
                <a:noFill/>
                <a:bevel/>
              </a:ln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50000"/>
                  </a:lnSpc>
                </a:pPr>
                <a:endParaRPr lang="zh-CN" altLang="zh-CN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8928459" y="2319622"/>
                <a:ext cx="1731606" cy="9871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2400"/>
                  </a:lnSpc>
                </a:pPr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单击此处输入正文，请言简意赅的阐述观点</a:t>
                </a:r>
                <a:endParaRPr lang="en-US" altLang="zh-CN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15" name="组合 14"/>
            <p:cNvGrpSpPr/>
            <p:nvPr/>
          </p:nvGrpSpPr>
          <p:grpSpPr>
            <a:xfrm>
              <a:off x="6274556" y="3972203"/>
              <a:ext cx="1731606" cy="1646309"/>
              <a:chOff x="6274556" y="3972203"/>
              <a:chExt cx="1731606" cy="1646309"/>
            </a:xfrm>
          </p:grpSpPr>
          <p:sp>
            <p:nvSpPr>
              <p:cNvPr id="7" name="太阳形 44"/>
              <p:cNvSpPr>
                <a:spLocks noChangeArrowheads="1"/>
              </p:cNvSpPr>
              <p:nvPr/>
            </p:nvSpPr>
            <p:spPr bwMode="auto">
              <a:xfrm>
                <a:off x="6882016" y="3972203"/>
                <a:ext cx="516687" cy="506267"/>
              </a:xfrm>
              <a:custGeom>
                <a:avLst/>
                <a:gdLst>
                  <a:gd name="connsiteX0" fmla="*/ 385710 w 608838"/>
                  <a:gd name="connsiteY0" fmla="*/ 348311 h 596560"/>
                  <a:gd name="connsiteX1" fmla="*/ 413544 w 608838"/>
                  <a:gd name="connsiteY1" fmla="*/ 348311 h 596560"/>
                  <a:gd name="connsiteX2" fmla="*/ 427485 w 608838"/>
                  <a:gd name="connsiteY2" fmla="*/ 348311 h 596560"/>
                  <a:gd name="connsiteX3" fmla="*/ 427485 w 608838"/>
                  <a:gd name="connsiteY3" fmla="*/ 390015 h 596560"/>
                  <a:gd name="connsiteX4" fmla="*/ 385710 w 608838"/>
                  <a:gd name="connsiteY4" fmla="*/ 390015 h 596560"/>
                  <a:gd name="connsiteX5" fmla="*/ 385710 w 608838"/>
                  <a:gd name="connsiteY5" fmla="*/ 355881 h 596560"/>
                  <a:gd name="connsiteX6" fmla="*/ 351898 w 608838"/>
                  <a:gd name="connsiteY6" fmla="*/ 304981 h 596560"/>
                  <a:gd name="connsiteX7" fmla="*/ 351898 w 608838"/>
                  <a:gd name="connsiteY7" fmla="*/ 305969 h 596560"/>
                  <a:gd name="connsiteX8" fmla="*/ 351898 w 608838"/>
                  <a:gd name="connsiteY8" fmla="*/ 320924 h 596560"/>
                  <a:gd name="connsiteX9" fmla="*/ 351898 w 608838"/>
                  <a:gd name="connsiteY9" fmla="*/ 343028 h 596560"/>
                  <a:gd name="connsiteX10" fmla="*/ 351898 w 608838"/>
                  <a:gd name="connsiteY10" fmla="*/ 365132 h 596560"/>
                  <a:gd name="connsiteX11" fmla="*/ 351898 w 608838"/>
                  <a:gd name="connsiteY11" fmla="*/ 431348 h 596560"/>
                  <a:gd name="connsiteX12" fmla="*/ 526975 w 608838"/>
                  <a:gd name="connsiteY12" fmla="*/ 431348 h 596560"/>
                  <a:gd name="connsiteX13" fmla="*/ 548359 w 608838"/>
                  <a:gd name="connsiteY13" fmla="*/ 431348 h 596560"/>
                  <a:gd name="connsiteX14" fmla="*/ 566164 w 608838"/>
                  <a:gd name="connsiteY14" fmla="*/ 431348 h 596560"/>
                  <a:gd name="connsiteX15" fmla="*/ 566164 w 608838"/>
                  <a:gd name="connsiteY15" fmla="*/ 304981 h 596560"/>
                  <a:gd name="connsiteX16" fmla="*/ 551138 w 608838"/>
                  <a:gd name="connsiteY16" fmla="*/ 304981 h 596560"/>
                  <a:gd name="connsiteX17" fmla="*/ 548359 w 608838"/>
                  <a:gd name="connsiteY17" fmla="*/ 304981 h 596560"/>
                  <a:gd name="connsiteX18" fmla="*/ 526975 w 608838"/>
                  <a:gd name="connsiteY18" fmla="*/ 304981 h 596560"/>
                  <a:gd name="connsiteX19" fmla="*/ 491507 w 608838"/>
                  <a:gd name="connsiteY19" fmla="*/ 304981 h 596560"/>
                  <a:gd name="connsiteX20" fmla="*/ 410445 w 608838"/>
                  <a:gd name="connsiteY20" fmla="*/ 304981 h 596560"/>
                  <a:gd name="connsiteX21" fmla="*/ 353829 w 608838"/>
                  <a:gd name="connsiteY21" fmla="*/ 304981 h 596560"/>
                  <a:gd name="connsiteX22" fmla="*/ 42721 w 608838"/>
                  <a:gd name="connsiteY22" fmla="*/ 184494 h 596560"/>
                  <a:gd name="connsiteX23" fmla="*/ 42721 w 608838"/>
                  <a:gd name="connsiteY23" fmla="*/ 190513 h 596560"/>
                  <a:gd name="connsiteX24" fmla="*/ 42721 w 608838"/>
                  <a:gd name="connsiteY24" fmla="*/ 234297 h 596560"/>
                  <a:gd name="connsiteX25" fmla="*/ 42721 w 608838"/>
                  <a:gd name="connsiteY25" fmla="*/ 240693 h 596560"/>
                  <a:gd name="connsiteX26" fmla="*/ 42721 w 608838"/>
                  <a:gd name="connsiteY26" fmla="*/ 321677 h 596560"/>
                  <a:gd name="connsiteX27" fmla="*/ 42721 w 608838"/>
                  <a:gd name="connsiteY27" fmla="*/ 553905 h 596560"/>
                  <a:gd name="connsiteX28" fmla="*/ 526975 w 608838"/>
                  <a:gd name="connsiteY28" fmla="*/ 553905 h 596560"/>
                  <a:gd name="connsiteX29" fmla="*/ 526975 w 608838"/>
                  <a:gd name="connsiteY29" fmla="*/ 474003 h 596560"/>
                  <a:gd name="connsiteX30" fmla="*/ 309176 w 608838"/>
                  <a:gd name="connsiteY30" fmla="*/ 474003 h 596560"/>
                  <a:gd name="connsiteX31" fmla="*/ 309176 w 608838"/>
                  <a:gd name="connsiteY31" fmla="*/ 376748 h 596560"/>
                  <a:gd name="connsiteX32" fmla="*/ 309176 w 608838"/>
                  <a:gd name="connsiteY32" fmla="*/ 354691 h 596560"/>
                  <a:gd name="connsiteX33" fmla="*/ 309176 w 608838"/>
                  <a:gd name="connsiteY33" fmla="*/ 332587 h 596560"/>
                  <a:gd name="connsiteX34" fmla="*/ 309176 w 608838"/>
                  <a:gd name="connsiteY34" fmla="*/ 327085 h 596560"/>
                  <a:gd name="connsiteX35" fmla="*/ 309176 w 608838"/>
                  <a:gd name="connsiteY35" fmla="*/ 279492 h 596560"/>
                  <a:gd name="connsiteX36" fmla="*/ 309176 w 608838"/>
                  <a:gd name="connsiteY36" fmla="*/ 262326 h 596560"/>
                  <a:gd name="connsiteX37" fmla="*/ 343843 w 608838"/>
                  <a:gd name="connsiteY37" fmla="*/ 262326 h 596560"/>
                  <a:gd name="connsiteX38" fmla="*/ 440025 w 608838"/>
                  <a:gd name="connsiteY38" fmla="*/ 262326 h 596560"/>
                  <a:gd name="connsiteX39" fmla="*/ 495229 w 608838"/>
                  <a:gd name="connsiteY39" fmla="*/ 262326 h 596560"/>
                  <a:gd name="connsiteX40" fmla="*/ 517366 w 608838"/>
                  <a:gd name="connsiteY40" fmla="*/ 262326 h 596560"/>
                  <a:gd name="connsiteX41" fmla="*/ 526975 w 608838"/>
                  <a:gd name="connsiteY41" fmla="*/ 262326 h 596560"/>
                  <a:gd name="connsiteX42" fmla="*/ 526975 w 608838"/>
                  <a:gd name="connsiteY42" fmla="*/ 216661 h 596560"/>
                  <a:gd name="connsiteX43" fmla="*/ 526975 w 608838"/>
                  <a:gd name="connsiteY43" fmla="*/ 184494 h 596560"/>
                  <a:gd name="connsiteX44" fmla="*/ 518214 w 608838"/>
                  <a:gd name="connsiteY44" fmla="*/ 184494 h 596560"/>
                  <a:gd name="connsiteX45" fmla="*/ 496076 w 608838"/>
                  <a:gd name="connsiteY45" fmla="*/ 184494 h 596560"/>
                  <a:gd name="connsiteX46" fmla="*/ 473938 w 608838"/>
                  <a:gd name="connsiteY46" fmla="*/ 184494 h 596560"/>
                  <a:gd name="connsiteX47" fmla="*/ 450435 w 608838"/>
                  <a:gd name="connsiteY47" fmla="*/ 184494 h 596560"/>
                  <a:gd name="connsiteX48" fmla="*/ 402768 w 608838"/>
                  <a:gd name="connsiteY48" fmla="*/ 184494 h 596560"/>
                  <a:gd name="connsiteX49" fmla="*/ 145874 w 608838"/>
                  <a:gd name="connsiteY49" fmla="*/ 184494 h 596560"/>
                  <a:gd name="connsiteX50" fmla="*/ 82098 w 608838"/>
                  <a:gd name="connsiteY50" fmla="*/ 184494 h 596560"/>
                  <a:gd name="connsiteX51" fmla="*/ 64812 w 608838"/>
                  <a:gd name="connsiteY51" fmla="*/ 184494 h 596560"/>
                  <a:gd name="connsiteX52" fmla="*/ 451188 w 608838"/>
                  <a:gd name="connsiteY52" fmla="*/ 101300 h 596560"/>
                  <a:gd name="connsiteX53" fmla="*/ 414166 w 608838"/>
                  <a:gd name="connsiteY53" fmla="*/ 111411 h 596560"/>
                  <a:gd name="connsiteX54" fmla="*/ 372198 w 608838"/>
                  <a:gd name="connsiteY54" fmla="*/ 122839 h 596560"/>
                  <a:gd name="connsiteX55" fmla="*/ 302346 w 608838"/>
                  <a:gd name="connsiteY55" fmla="*/ 141839 h 596560"/>
                  <a:gd name="connsiteX56" fmla="*/ 381619 w 608838"/>
                  <a:gd name="connsiteY56" fmla="*/ 141839 h 596560"/>
                  <a:gd name="connsiteX57" fmla="*/ 429286 w 608838"/>
                  <a:gd name="connsiteY57" fmla="*/ 141839 h 596560"/>
                  <a:gd name="connsiteX58" fmla="*/ 462304 w 608838"/>
                  <a:gd name="connsiteY58" fmla="*/ 141839 h 596560"/>
                  <a:gd name="connsiteX59" fmla="*/ 339557 w 608838"/>
                  <a:gd name="connsiteY59" fmla="*/ 57140 h 596560"/>
                  <a:gd name="connsiteX60" fmla="*/ 202773 w 608838"/>
                  <a:gd name="connsiteY60" fmla="*/ 124814 h 596560"/>
                  <a:gd name="connsiteX61" fmla="*/ 352840 w 608838"/>
                  <a:gd name="connsiteY61" fmla="*/ 83899 h 596560"/>
                  <a:gd name="connsiteX62" fmla="*/ 358869 w 608838"/>
                  <a:gd name="connsiteY62" fmla="*/ 0 h 596560"/>
                  <a:gd name="connsiteX63" fmla="*/ 394855 w 608838"/>
                  <a:gd name="connsiteY63" fmla="*/ 72471 h 596560"/>
                  <a:gd name="connsiteX64" fmla="*/ 481145 w 608838"/>
                  <a:gd name="connsiteY64" fmla="*/ 48957 h 596560"/>
                  <a:gd name="connsiteX65" fmla="*/ 506533 w 608838"/>
                  <a:gd name="connsiteY65" fmla="*/ 141839 h 596560"/>
                  <a:gd name="connsiteX66" fmla="*/ 569696 w 608838"/>
                  <a:gd name="connsiteY66" fmla="*/ 141839 h 596560"/>
                  <a:gd name="connsiteX67" fmla="*/ 569696 w 608838"/>
                  <a:gd name="connsiteY67" fmla="*/ 262326 h 596560"/>
                  <a:gd name="connsiteX68" fmla="*/ 608838 w 608838"/>
                  <a:gd name="connsiteY68" fmla="*/ 262326 h 596560"/>
                  <a:gd name="connsiteX69" fmla="*/ 608838 w 608838"/>
                  <a:gd name="connsiteY69" fmla="*/ 474003 h 596560"/>
                  <a:gd name="connsiteX70" fmla="*/ 569696 w 608838"/>
                  <a:gd name="connsiteY70" fmla="*/ 474003 h 596560"/>
                  <a:gd name="connsiteX71" fmla="*/ 569696 w 608838"/>
                  <a:gd name="connsiteY71" fmla="*/ 596560 h 596560"/>
                  <a:gd name="connsiteX72" fmla="*/ 0 w 608838"/>
                  <a:gd name="connsiteY72" fmla="*/ 596560 h 596560"/>
                  <a:gd name="connsiteX73" fmla="*/ 0 w 608838"/>
                  <a:gd name="connsiteY73" fmla="*/ 141839 h 596560"/>
                  <a:gd name="connsiteX74" fmla="*/ 72113 w 608838"/>
                  <a:gd name="connsiteY74" fmla="*/ 141839 h 5965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</a:cxnLst>
                <a:rect l="l" t="t" r="r" b="b"/>
                <a:pathLst>
                  <a:path w="608838" h="596560">
                    <a:moveTo>
                      <a:pt x="385710" y="348311"/>
                    </a:moveTo>
                    <a:lnTo>
                      <a:pt x="413544" y="348311"/>
                    </a:lnTo>
                    <a:lnTo>
                      <a:pt x="427485" y="348311"/>
                    </a:lnTo>
                    <a:lnTo>
                      <a:pt x="427485" y="390015"/>
                    </a:lnTo>
                    <a:lnTo>
                      <a:pt x="385710" y="390015"/>
                    </a:lnTo>
                    <a:lnTo>
                      <a:pt x="385710" y="355881"/>
                    </a:lnTo>
                    <a:close/>
                    <a:moveTo>
                      <a:pt x="351898" y="304981"/>
                    </a:moveTo>
                    <a:lnTo>
                      <a:pt x="351898" y="305969"/>
                    </a:lnTo>
                    <a:lnTo>
                      <a:pt x="351898" y="320924"/>
                    </a:lnTo>
                    <a:lnTo>
                      <a:pt x="351898" y="343028"/>
                    </a:lnTo>
                    <a:lnTo>
                      <a:pt x="351898" y="365132"/>
                    </a:lnTo>
                    <a:lnTo>
                      <a:pt x="351898" y="431348"/>
                    </a:lnTo>
                    <a:lnTo>
                      <a:pt x="526975" y="431348"/>
                    </a:lnTo>
                    <a:lnTo>
                      <a:pt x="548359" y="431348"/>
                    </a:lnTo>
                    <a:lnTo>
                      <a:pt x="566164" y="431348"/>
                    </a:lnTo>
                    <a:lnTo>
                      <a:pt x="566164" y="304981"/>
                    </a:lnTo>
                    <a:lnTo>
                      <a:pt x="551138" y="304981"/>
                    </a:lnTo>
                    <a:lnTo>
                      <a:pt x="548359" y="304981"/>
                    </a:lnTo>
                    <a:lnTo>
                      <a:pt x="526975" y="304981"/>
                    </a:lnTo>
                    <a:lnTo>
                      <a:pt x="491507" y="304981"/>
                    </a:lnTo>
                    <a:lnTo>
                      <a:pt x="410445" y="304981"/>
                    </a:lnTo>
                    <a:lnTo>
                      <a:pt x="353829" y="304981"/>
                    </a:lnTo>
                    <a:close/>
                    <a:moveTo>
                      <a:pt x="42721" y="184494"/>
                    </a:moveTo>
                    <a:lnTo>
                      <a:pt x="42721" y="190513"/>
                    </a:lnTo>
                    <a:lnTo>
                      <a:pt x="42721" y="234297"/>
                    </a:lnTo>
                    <a:lnTo>
                      <a:pt x="42721" y="240693"/>
                    </a:lnTo>
                    <a:lnTo>
                      <a:pt x="42721" y="321677"/>
                    </a:lnTo>
                    <a:lnTo>
                      <a:pt x="42721" y="553905"/>
                    </a:lnTo>
                    <a:lnTo>
                      <a:pt x="526975" y="553905"/>
                    </a:lnTo>
                    <a:lnTo>
                      <a:pt x="526975" y="474003"/>
                    </a:lnTo>
                    <a:lnTo>
                      <a:pt x="309176" y="474003"/>
                    </a:lnTo>
                    <a:lnTo>
                      <a:pt x="309176" y="376748"/>
                    </a:lnTo>
                    <a:lnTo>
                      <a:pt x="309176" y="354691"/>
                    </a:lnTo>
                    <a:lnTo>
                      <a:pt x="309176" y="332587"/>
                    </a:lnTo>
                    <a:lnTo>
                      <a:pt x="309176" y="327085"/>
                    </a:lnTo>
                    <a:lnTo>
                      <a:pt x="309176" y="279492"/>
                    </a:lnTo>
                    <a:lnTo>
                      <a:pt x="309176" y="262326"/>
                    </a:lnTo>
                    <a:lnTo>
                      <a:pt x="343843" y="262326"/>
                    </a:lnTo>
                    <a:lnTo>
                      <a:pt x="440025" y="262326"/>
                    </a:lnTo>
                    <a:lnTo>
                      <a:pt x="495229" y="262326"/>
                    </a:lnTo>
                    <a:lnTo>
                      <a:pt x="517366" y="262326"/>
                    </a:lnTo>
                    <a:lnTo>
                      <a:pt x="526975" y="262326"/>
                    </a:lnTo>
                    <a:lnTo>
                      <a:pt x="526975" y="216661"/>
                    </a:lnTo>
                    <a:lnTo>
                      <a:pt x="526975" y="184494"/>
                    </a:lnTo>
                    <a:lnTo>
                      <a:pt x="518214" y="184494"/>
                    </a:lnTo>
                    <a:lnTo>
                      <a:pt x="496076" y="184494"/>
                    </a:lnTo>
                    <a:lnTo>
                      <a:pt x="473938" y="184494"/>
                    </a:lnTo>
                    <a:lnTo>
                      <a:pt x="450435" y="184494"/>
                    </a:lnTo>
                    <a:lnTo>
                      <a:pt x="402768" y="184494"/>
                    </a:lnTo>
                    <a:lnTo>
                      <a:pt x="145874" y="184494"/>
                    </a:lnTo>
                    <a:lnTo>
                      <a:pt x="82098" y="184494"/>
                    </a:lnTo>
                    <a:lnTo>
                      <a:pt x="64812" y="184494"/>
                    </a:lnTo>
                    <a:close/>
                    <a:moveTo>
                      <a:pt x="451188" y="101300"/>
                    </a:moveTo>
                    <a:lnTo>
                      <a:pt x="414166" y="111411"/>
                    </a:lnTo>
                    <a:lnTo>
                      <a:pt x="372198" y="122839"/>
                    </a:lnTo>
                    <a:lnTo>
                      <a:pt x="302346" y="141839"/>
                    </a:lnTo>
                    <a:lnTo>
                      <a:pt x="381619" y="141839"/>
                    </a:lnTo>
                    <a:lnTo>
                      <a:pt x="429286" y="141839"/>
                    </a:lnTo>
                    <a:lnTo>
                      <a:pt x="462304" y="141839"/>
                    </a:lnTo>
                    <a:close/>
                    <a:moveTo>
                      <a:pt x="339557" y="57140"/>
                    </a:moveTo>
                    <a:lnTo>
                      <a:pt x="202773" y="124814"/>
                    </a:lnTo>
                    <a:lnTo>
                      <a:pt x="352840" y="83899"/>
                    </a:lnTo>
                    <a:close/>
                    <a:moveTo>
                      <a:pt x="358869" y="0"/>
                    </a:moveTo>
                    <a:lnTo>
                      <a:pt x="394855" y="72471"/>
                    </a:lnTo>
                    <a:lnTo>
                      <a:pt x="481145" y="48957"/>
                    </a:lnTo>
                    <a:lnTo>
                      <a:pt x="506533" y="141839"/>
                    </a:lnTo>
                    <a:lnTo>
                      <a:pt x="569696" y="141839"/>
                    </a:lnTo>
                    <a:lnTo>
                      <a:pt x="569696" y="262326"/>
                    </a:lnTo>
                    <a:lnTo>
                      <a:pt x="608838" y="262326"/>
                    </a:lnTo>
                    <a:lnTo>
                      <a:pt x="608838" y="474003"/>
                    </a:lnTo>
                    <a:lnTo>
                      <a:pt x="569696" y="474003"/>
                    </a:lnTo>
                    <a:lnTo>
                      <a:pt x="569696" y="596560"/>
                    </a:lnTo>
                    <a:lnTo>
                      <a:pt x="0" y="596560"/>
                    </a:lnTo>
                    <a:lnTo>
                      <a:pt x="0" y="141839"/>
                    </a:lnTo>
                    <a:lnTo>
                      <a:pt x="72113" y="141839"/>
                    </a:lnTo>
                    <a:close/>
                  </a:path>
                </a:pathLst>
              </a:custGeom>
              <a:solidFill>
                <a:schemeClr val="accent2"/>
              </a:solidFill>
              <a:ln w="25400">
                <a:noFill/>
                <a:bevel/>
              </a:ln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50000"/>
                  </a:lnSpc>
                </a:pPr>
                <a:endParaRPr lang="zh-CN" altLang="zh-CN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>
                <a:off x="6274556" y="4631382"/>
                <a:ext cx="1731606" cy="9871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2400"/>
                  </a:lnSpc>
                </a:pPr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单击此处输入正文，请言简意赅的阐述观点</a:t>
                </a:r>
                <a:endParaRPr lang="en-US" altLang="zh-CN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17" name="组合 16"/>
            <p:cNvGrpSpPr/>
            <p:nvPr/>
          </p:nvGrpSpPr>
          <p:grpSpPr>
            <a:xfrm>
              <a:off x="8928459" y="4057502"/>
              <a:ext cx="1731606" cy="1561010"/>
              <a:chOff x="8928459" y="4057502"/>
              <a:chExt cx="1731606" cy="1561010"/>
            </a:xfrm>
          </p:grpSpPr>
          <p:sp>
            <p:nvSpPr>
              <p:cNvPr id="6" name="太阳形 44"/>
              <p:cNvSpPr>
                <a:spLocks noChangeArrowheads="1"/>
              </p:cNvSpPr>
              <p:nvPr/>
            </p:nvSpPr>
            <p:spPr bwMode="auto">
              <a:xfrm>
                <a:off x="9535919" y="4057502"/>
                <a:ext cx="516687" cy="373768"/>
              </a:xfrm>
              <a:custGeom>
                <a:avLst/>
                <a:gdLst>
                  <a:gd name="connsiteX0" fmla="*/ 0 w 608697"/>
                  <a:gd name="connsiteY0" fmla="*/ 384511 h 440328"/>
                  <a:gd name="connsiteX1" fmla="*/ 273317 w 608697"/>
                  <a:gd name="connsiteY1" fmla="*/ 384511 h 440328"/>
                  <a:gd name="connsiteX2" fmla="*/ 273317 w 608697"/>
                  <a:gd name="connsiteY2" fmla="*/ 415512 h 440328"/>
                  <a:gd name="connsiteX3" fmla="*/ 335380 w 608697"/>
                  <a:gd name="connsiteY3" fmla="*/ 415512 h 440328"/>
                  <a:gd name="connsiteX4" fmla="*/ 335380 w 608697"/>
                  <a:gd name="connsiteY4" fmla="*/ 384511 h 440328"/>
                  <a:gd name="connsiteX5" fmla="*/ 608697 w 608697"/>
                  <a:gd name="connsiteY5" fmla="*/ 384511 h 440328"/>
                  <a:gd name="connsiteX6" fmla="*/ 608697 w 608697"/>
                  <a:gd name="connsiteY6" fmla="*/ 415512 h 440328"/>
                  <a:gd name="connsiteX7" fmla="*/ 583857 w 608697"/>
                  <a:gd name="connsiteY7" fmla="*/ 440328 h 440328"/>
                  <a:gd name="connsiteX8" fmla="*/ 24840 w 608697"/>
                  <a:gd name="connsiteY8" fmla="*/ 440328 h 440328"/>
                  <a:gd name="connsiteX9" fmla="*/ 0 w 608697"/>
                  <a:gd name="connsiteY9" fmla="*/ 415512 h 440328"/>
                  <a:gd name="connsiteX10" fmla="*/ 216210 w 608697"/>
                  <a:gd name="connsiteY10" fmla="*/ 86798 h 440328"/>
                  <a:gd name="connsiteX11" fmla="*/ 269323 w 608697"/>
                  <a:gd name="connsiteY11" fmla="*/ 179836 h 440328"/>
                  <a:gd name="connsiteX12" fmla="*/ 236052 w 608697"/>
                  <a:gd name="connsiteY12" fmla="*/ 179836 h 440328"/>
                  <a:gd name="connsiteX13" fmla="*/ 236052 w 608697"/>
                  <a:gd name="connsiteY13" fmla="*/ 210824 h 440328"/>
                  <a:gd name="connsiteX14" fmla="*/ 285734 w 608697"/>
                  <a:gd name="connsiteY14" fmla="*/ 210824 h 440328"/>
                  <a:gd name="connsiteX15" fmla="*/ 285734 w 608697"/>
                  <a:gd name="connsiteY15" fmla="*/ 235629 h 440328"/>
                  <a:gd name="connsiteX16" fmla="*/ 236052 w 608697"/>
                  <a:gd name="connsiteY16" fmla="*/ 235629 h 440328"/>
                  <a:gd name="connsiteX17" fmla="*/ 236052 w 608697"/>
                  <a:gd name="connsiteY17" fmla="*/ 260434 h 440328"/>
                  <a:gd name="connsiteX18" fmla="*/ 285734 w 608697"/>
                  <a:gd name="connsiteY18" fmla="*/ 260434 h 440328"/>
                  <a:gd name="connsiteX19" fmla="*/ 285734 w 608697"/>
                  <a:gd name="connsiteY19" fmla="*/ 285239 h 440328"/>
                  <a:gd name="connsiteX20" fmla="*/ 323033 w 608697"/>
                  <a:gd name="connsiteY20" fmla="*/ 285239 h 440328"/>
                  <a:gd name="connsiteX21" fmla="*/ 323033 w 608697"/>
                  <a:gd name="connsiteY21" fmla="*/ 260434 h 440328"/>
                  <a:gd name="connsiteX22" fmla="*/ 372715 w 608697"/>
                  <a:gd name="connsiteY22" fmla="*/ 260434 h 440328"/>
                  <a:gd name="connsiteX23" fmla="*/ 372715 w 608697"/>
                  <a:gd name="connsiteY23" fmla="*/ 235629 h 440328"/>
                  <a:gd name="connsiteX24" fmla="*/ 323033 w 608697"/>
                  <a:gd name="connsiteY24" fmla="*/ 235629 h 440328"/>
                  <a:gd name="connsiteX25" fmla="*/ 323033 w 608697"/>
                  <a:gd name="connsiteY25" fmla="*/ 210824 h 440328"/>
                  <a:gd name="connsiteX26" fmla="*/ 372715 w 608697"/>
                  <a:gd name="connsiteY26" fmla="*/ 210824 h 440328"/>
                  <a:gd name="connsiteX27" fmla="*/ 372715 w 608697"/>
                  <a:gd name="connsiteY27" fmla="*/ 179836 h 440328"/>
                  <a:gd name="connsiteX28" fmla="*/ 339444 w 608697"/>
                  <a:gd name="connsiteY28" fmla="*/ 179836 h 440328"/>
                  <a:gd name="connsiteX29" fmla="*/ 392558 w 608697"/>
                  <a:gd name="connsiteY29" fmla="*/ 86798 h 440328"/>
                  <a:gd name="connsiteX30" fmla="*/ 348993 w 608697"/>
                  <a:gd name="connsiteY30" fmla="*/ 86798 h 440328"/>
                  <a:gd name="connsiteX31" fmla="*/ 304831 w 608697"/>
                  <a:gd name="connsiteY31" fmla="*/ 167396 h 440328"/>
                  <a:gd name="connsiteX32" fmla="*/ 303936 w 608697"/>
                  <a:gd name="connsiteY32" fmla="*/ 167396 h 440328"/>
                  <a:gd name="connsiteX33" fmla="*/ 259849 w 608697"/>
                  <a:gd name="connsiteY33" fmla="*/ 86798 h 440328"/>
                  <a:gd name="connsiteX34" fmla="*/ 87007 w 608697"/>
                  <a:gd name="connsiteY34" fmla="*/ 37188 h 440328"/>
                  <a:gd name="connsiteX35" fmla="*/ 521760 w 608697"/>
                  <a:gd name="connsiteY35" fmla="*/ 37188 h 440328"/>
                  <a:gd name="connsiteX36" fmla="*/ 521760 w 608697"/>
                  <a:gd name="connsiteY36" fmla="*/ 322484 h 440328"/>
                  <a:gd name="connsiteX37" fmla="*/ 87007 w 608697"/>
                  <a:gd name="connsiteY37" fmla="*/ 322484 h 440328"/>
                  <a:gd name="connsiteX38" fmla="*/ 74518 w 608697"/>
                  <a:gd name="connsiteY38" fmla="*/ 24802 h 440328"/>
                  <a:gd name="connsiteX39" fmla="*/ 74518 w 608697"/>
                  <a:gd name="connsiteY39" fmla="*/ 334870 h 440328"/>
                  <a:gd name="connsiteX40" fmla="*/ 534179 w 608697"/>
                  <a:gd name="connsiteY40" fmla="*/ 334870 h 440328"/>
                  <a:gd name="connsiteX41" fmla="*/ 534179 w 608697"/>
                  <a:gd name="connsiteY41" fmla="*/ 24802 h 440328"/>
                  <a:gd name="connsiteX42" fmla="*/ 74518 w 608697"/>
                  <a:gd name="connsiteY42" fmla="*/ 0 h 440328"/>
                  <a:gd name="connsiteX43" fmla="*/ 534179 w 608697"/>
                  <a:gd name="connsiteY43" fmla="*/ 0 h 440328"/>
                  <a:gd name="connsiteX44" fmla="*/ 559019 w 608697"/>
                  <a:gd name="connsiteY44" fmla="*/ 24802 h 440328"/>
                  <a:gd name="connsiteX45" fmla="*/ 559019 w 608697"/>
                  <a:gd name="connsiteY45" fmla="*/ 359672 h 440328"/>
                  <a:gd name="connsiteX46" fmla="*/ 49678 w 608697"/>
                  <a:gd name="connsiteY46" fmla="*/ 359672 h 440328"/>
                  <a:gd name="connsiteX47" fmla="*/ 49678 w 608697"/>
                  <a:gd name="connsiteY47" fmla="*/ 24802 h 440328"/>
                  <a:gd name="connsiteX48" fmla="*/ 74518 w 608697"/>
                  <a:gd name="connsiteY48" fmla="*/ 0 h 4403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</a:cxnLst>
                <a:rect l="l" t="t" r="r" b="b"/>
                <a:pathLst>
                  <a:path w="608697" h="440328">
                    <a:moveTo>
                      <a:pt x="0" y="384511"/>
                    </a:moveTo>
                    <a:lnTo>
                      <a:pt x="273317" y="384511"/>
                    </a:lnTo>
                    <a:lnTo>
                      <a:pt x="273317" y="415512"/>
                    </a:lnTo>
                    <a:lnTo>
                      <a:pt x="335380" y="415512"/>
                    </a:lnTo>
                    <a:lnTo>
                      <a:pt x="335380" y="384511"/>
                    </a:lnTo>
                    <a:lnTo>
                      <a:pt x="608697" y="384511"/>
                    </a:lnTo>
                    <a:lnTo>
                      <a:pt x="608697" y="415512"/>
                    </a:lnTo>
                    <a:cubicBezTo>
                      <a:pt x="608697" y="429150"/>
                      <a:pt x="597508" y="440328"/>
                      <a:pt x="583857" y="440328"/>
                    </a:cubicBezTo>
                    <a:lnTo>
                      <a:pt x="24840" y="440328"/>
                    </a:lnTo>
                    <a:cubicBezTo>
                      <a:pt x="11189" y="440328"/>
                      <a:pt x="0" y="429150"/>
                      <a:pt x="0" y="415512"/>
                    </a:cubicBezTo>
                    <a:close/>
                    <a:moveTo>
                      <a:pt x="216210" y="86798"/>
                    </a:moveTo>
                    <a:lnTo>
                      <a:pt x="269323" y="179836"/>
                    </a:lnTo>
                    <a:lnTo>
                      <a:pt x="236052" y="179836"/>
                    </a:lnTo>
                    <a:lnTo>
                      <a:pt x="236052" y="210824"/>
                    </a:lnTo>
                    <a:lnTo>
                      <a:pt x="285734" y="210824"/>
                    </a:lnTo>
                    <a:lnTo>
                      <a:pt x="285734" y="235629"/>
                    </a:lnTo>
                    <a:lnTo>
                      <a:pt x="236052" y="235629"/>
                    </a:lnTo>
                    <a:lnTo>
                      <a:pt x="236052" y="260434"/>
                    </a:lnTo>
                    <a:lnTo>
                      <a:pt x="285734" y="260434"/>
                    </a:lnTo>
                    <a:lnTo>
                      <a:pt x="285734" y="285239"/>
                    </a:lnTo>
                    <a:lnTo>
                      <a:pt x="323033" y="285239"/>
                    </a:lnTo>
                    <a:lnTo>
                      <a:pt x="323033" y="260434"/>
                    </a:lnTo>
                    <a:lnTo>
                      <a:pt x="372715" y="260434"/>
                    </a:lnTo>
                    <a:lnTo>
                      <a:pt x="372715" y="235629"/>
                    </a:lnTo>
                    <a:lnTo>
                      <a:pt x="323033" y="235629"/>
                    </a:lnTo>
                    <a:lnTo>
                      <a:pt x="323033" y="210824"/>
                    </a:lnTo>
                    <a:lnTo>
                      <a:pt x="372715" y="210824"/>
                    </a:lnTo>
                    <a:lnTo>
                      <a:pt x="372715" y="179836"/>
                    </a:lnTo>
                    <a:lnTo>
                      <a:pt x="339444" y="179836"/>
                    </a:lnTo>
                    <a:lnTo>
                      <a:pt x="392558" y="86798"/>
                    </a:lnTo>
                    <a:lnTo>
                      <a:pt x="348993" y="86798"/>
                    </a:lnTo>
                    <a:lnTo>
                      <a:pt x="304831" y="167396"/>
                    </a:lnTo>
                    <a:lnTo>
                      <a:pt x="303936" y="167396"/>
                    </a:lnTo>
                    <a:lnTo>
                      <a:pt x="259849" y="86798"/>
                    </a:lnTo>
                    <a:close/>
                    <a:moveTo>
                      <a:pt x="87007" y="37188"/>
                    </a:moveTo>
                    <a:lnTo>
                      <a:pt x="521760" y="37188"/>
                    </a:lnTo>
                    <a:lnTo>
                      <a:pt x="521760" y="322484"/>
                    </a:lnTo>
                    <a:lnTo>
                      <a:pt x="87007" y="322484"/>
                    </a:lnTo>
                    <a:close/>
                    <a:moveTo>
                      <a:pt x="74518" y="24802"/>
                    </a:moveTo>
                    <a:lnTo>
                      <a:pt x="74518" y="334870"/>
                    </a:lnTo>
                    <a:lnTo>
                      <a:pt x="534179" y="334870"/>
                    </a:lnTo>
                    <a:lnTo>
                      <a:pt x="534179" y="24802"/>
                    </a:lnTo>
                    <a:close/>
                    <a:moveTo>
                      <a:pt x="74518" y="0"/>
                    </a:moveTo>
                    <a:lnTo>
                      <a:pt x="534179" y="0"/>
                    </a:lnTo>
                    <a:cubicBezTo>
                      <a:pt x="547830" y="0"/>
                      <a:pt x="559019" y="11172"/>
                      <a:pt x="559019" y="24802"/>
                    </a:cubicBezTo>
                    <a:lnTo>
                      <a:pt x="559019" y="359672"/>
                    </a:lnTo>
                    <a:lnTo>
                      <a:pt x="49678" y="359672"/>
                    </a:lnTo>
                    <a:lnTo>
                      <a:pt x="49678" y="24802"/>
                    </a:lnTo>
                    <a:cubicBezTo>
                      <a:pt x="49678" y="11172"/>
                      <a:pt x="60867" y="0"/>
                      <a:pt x="7451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25400">
                <a:noFill/>
                <a:bevel/>
              </a:ln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50000"/>
                  </a:lnSpc>
                </a:pPr>
                <a:endParaRPr lang="zh-CN" altLang="zh-CN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2" name="文本框 11"/>
              <p:cNvSpPr txBox="1"/>
              <p:nvPr/>
            </p:nvSpPr>
            <p:spPr>
              <a:xfrm>
                <a:off x="8928459" y="4631382"/>
                <a:ext cx="1731606" cy="9871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2400"/>
                  </a:lnSpc>
                </a:pPr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单击此处输入正文，请言简意赅的阐述观点</a:t>
                </a:r>
                <a:endParaRPr lang="en-US" altLang="zh-CN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25" name="组合 24"/>
          <p:cNvGrpSpPr/>
          <p:nvPr/>
        </p:nvGrpSpPr>
        <p:grpSpPr>
          <a:xfrm>
            <a:off x="1247381" y="1462757"/>
            <a:ext cx="3868282" cy="3932486"/>
            <a:chOff x="1367860" y="1477539"/>
            <a:chExt cx="3868282" cy="3932486"/>
          </a:xfrm>
        </p:grpSpPr>
        <p:sp>
          <p:nvSpPr>
            <p:cNvPr id="26" name="文本框 25"/>
            <p:cNvSpPr txBox="1"/>
            <p:nvPr/>
          </p:nvSpPr>
          <p:spPr>
            <a:xfrm>
              <a:off x="1367860" y="2880102"/>
              <a:ext cx="3868282" cy="25299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2400"/>
                </a:lnSpc>
              </a:pPr>
              <a:r>
                <a:rPr lang="zh-CN" alt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单击此处输入你的正文，为了最终演示发布的良好效果，请尽量言简意赅的阐述观点；根据需要可酌情增减文字，以便观者可以准确理解您所传达的信息。</a:t>
              </a:r>
              <a:endParaRPr lang="en-US" altLang="zh-CN" sz="1600" dirty="0">
                <a:solidFill>
                  <a:schemeClr val="tx2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  <a:p>
              <a:pPr>
                <a:lnSpc>
                  <a:spcPts val="2400"/>
                </a:lnSpc>
              </a:pPr>
              <a:endParaRPr lang="zh-CN" altLang="en-US" sz="1600" dirty="0">
                <a:solidFill>
                  <a:schemeClr val="tx2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  <a:p>
              <a:pPr>
                <a:lnSpc>
                  <a:spcPts val="2400"/>
                </a:lnSpc>
              </a:pPr>
              <a:r>
                <a:rPr lang="zh-CN" alt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您的正文已经简明扼要，字字珠玑，但信息却错综复杂，需要用更多的文字来表述；请您尽可能提炼思想的精髓。</a:t>
              </a:r>
              <a:endParaRPr lang="en-US" altLang="zh-CN" sz="1600" dirty="0">
                <a:solidFill>
                  <a:schemeClr val="tx2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1367860" y="1477539"/>
              <a:ext cx="2749471" cy="1218623"/>
              <a:chOff x="1673305" y="1275612"/>
              <a:chExt cx="2749471" cy="1218623"/>
            </a:xfrm>
          </p:grpSpPr>
          <p:sp>
            <p:nvSpPr>
              <p:cNvPr id="28" name="文本框 27"/>
              <p:cNvSpPr txBox="1"/>
              <p:nvPr/>
            </p:nvSpPr>
            <p:spPr>
              <a:xfrm>
                <a:off x="1673305" y="1275612"/>
                <a:ext cx="2749471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+mn-ea"/>
                    <a:sym typeface="+mn-lt"/>
                  </a:rPr>
                  <a:t>请添加标题</a:t>
                </a:r>
                <a:endParaRPr lang="zh-CN" altLang="en-US" sz="40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9" name="文本框 28"/>
              <p:cNvSpPr txBox="1"/>
              <p:nvPr/>
            </p:nvSpPr>
            <p:spPr>
              <a:xfrm>
                <a:off x="1673305" y="1926240"/>
                <a:ext cx="244169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600" dirty="0">
                    <a:solidFill>
                      <a:schemeClr val="tx2">
                        <a:lumMod val="85000"/>
                        <a:lumOff val="15000"/>
                        <a:alpha val="50000"/>
                      </a:schemeClr>
                    </a:solidFill>
                    <a:cs typeface="+mn-ea"/>
                    <a:sym typeface="+mn-lt"/>
                  </a:rPr>
                  <a:t>单击此处添加副标题内容</a:t>
                </a:r>
                <a:endParaRPr lang="zh-CN" altLang="en-US" sz="1600" dirty="0">
                  <a:solidFill>
                    <a:schemeClr val="tx2">
                      <a:lumMod val="85000"/>
                      <a:lumOff val="15000"/>
                      <a:alpha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0" name="矩形: 圆角 29"/>
              <p:cNvSpPr/>
              <p:nvPr/>
            </p:nvSpPr>
            <p:spPr>
              <a:xfrm flipV="1">
                <a:off x="1774905" y="2384399"/>
                <a:ext cx="678652" cy="109836"/>
              </a:xfrm>
              <a:prstGeom prst="roundRect">
                <a:avLst>
                  <a:gd name="adj" fmla="val 50000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1508670" y="2674615"/>
            <a:ext cx="9133246" cy="3109166"/>
            <a:chOff x="1508670" y="2674615"/>
            <a:chExt cx="9133246" cy="3109166"/>
          </a:xfrm>
        </p:grpSpPr>
        <p:grpSp>
          <p:nvGrpSpPr>
            <p:cNvPr id="18" name="组合 17"/>
            <p:cNvGrpSpPr/>
            <p:nvPr/>
          </p:nvGrpSpPr>
          <p:grpSpPr>
            <a:xfrm>
              <a:off x="1508670" y="2674615"/>
              <a:ext cx="2072692" cy="3109166"/>
              <a:chOff x="1457870" y="2162711"/>
              <a:chExt cx="2072692" cy="3109166"/>
            </a:xfrm>
          </p:grpSpPr>
          <p:sp>
            <p:nvSpPr>
              <p:cNvPr id="2" name="文本框 1"/>
              <p:cNvSpPr txBox="1"/>
              <p:nvPr/>
            </p:nvSpPr>
            <p:spPr>
              <a:xfrm>
                <a:off x="1632442" y="3812922"/>
                <a:ext cx="17235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添加小标题</a:t>
                </a:r>
                <a:endParaRPr lang="zh-CN" alt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" name="文本框 2"/>
              <p:cNvSpPr txBox="1"/>
              <p:nvPr/>
            </p:nvSpPr>
            <p:spPr>
              <a:xfrm>
                <a:off x="1457870" y="4284747"/>
                <a:ext cx="2072692" cy="9871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2400"/>
                  </a:lnSpc>
                </a:pPr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单击此处输入正文</a:t>
                </a:r>
                <a:endParaRPr lang="en-US" altLang="zh-CN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  <a:p>
                <a:pPr algn="ctr">
                  <a:lnSpc>
                    <a:spcPts val="2400"/>
                  </a:lnSpc>
                </a:pPr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言简意赅的阐述观点；可酌情增减文字</a:t>
                </a:r>
                <a:endParaRPr lang="zh-CN" alt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5" name="椭圆 4"/>
              <p:cNvSpPr/>
              <p:nvPr/>
            </p:nvSpPr>
            <p:spPr>
              <a:xfrm>
                <a:off x="1809455" y="2162711"/>
                <a:ext cx="1369522" cy="136952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400" dirty="0">
                  <a:cs typeface="+mn-ea"/>
                  <a:sym typeface="+mn-lt"/>
                </a:endParaRPr>
              </a:p>
            </p:txBody>
          </p:sp>
          <p:sp>
            <p:nvSpPr>
              <p:cNvPr id="6" name="arrow-pointing-left-circular-button_20407"/>
              <p:cNvSpPr>
                <a:spLocks noChangeAspect="1"/>
              </p:cNvSpPr>
              <p:nvPr/>
            </p:nvSpPr>
            <p:spPr bwMode="auto">
              <a:xfrm>
                <a:off x="2102421" y="2462165"/>
                <a:ext cx="783591" cy="782593"/>
              </a:xfrm>
              <a:custGeom>
                <a:avLst/>
                <a:gdLst>
                  <a:gd name="T0" fmla="*/ 2307 w 4612"/>
                  <a:gd name="T1" fmla="*/ 4614 h 4614"/>
                  <a:gd name="T2" fmla="*/ 0 w 4612"/>
                  <a:gd name="T3" fmla="*/ 2307 h 4614"/>
                  <a:gd name="T4" fmla="*/ 2307 w 4612"/>
                  <a:gd name="T5" fmla="*/ 0 h 4614"/>
                  <a:gd name="T6" fmla="*/ 4612 w 4612"/>
                  <a:gd name="T7" fmla="*/ 2227 h 4614"/>
                  <a:gd name="T8" fmla="*/ 2031 w 4612"/>
                  <a:gd name="T9" fmla="*/ 2222 h 4614"/>
                  <a:gd name="T10" fmla="*/ 2479 w 4612"/>
                  <a:gd name="T11" fmla="*/ 1775 h 4614"/>
                  <a:gd name="T12" fmla="*/ 2367 w 4612"/>
                  <a:gd name="T13" fmla="*/ 1662 h 4614"/>
                  <a:gd name="T14" fmla="*/ 1727 w 4612"/>
                  <a:gd name="T15" fmla="*/ 2302 h 4614"/>
                  <a:gd name="T16" fmla="*/ 2378 w 4612"/>
                  <a:gd name="T17" fmla="*/ 2952 h 4614"/>
                  <a:gd name="T18" fmla="*/ 2490 w 4612"/>
                  <a:gd name="T19" fmla="*/ 2840 h 4614"/>
                  <a:gd name="T20" fmla="*/ 2032 w 4612"/>
                  <a:gd name="T21" fmla="*/ 2381 h 4614"/>
                  <a:gd name="T22" fmla="*/ 4612 w 4612"/>
                  <a:gd name="T23" fmla="*/ 2387 h 4614"/>
                  <a:gd name="T24" fmla="*/ 2307 w 4612"/>
                  <a:gd name="T25" fmla="*/ 4614 h 46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612" h="4614">
                    <a:moveTo>
                      <a:pt x="2307" y="4614"/>
                    </a:moveTo>
                    <a:cubicBezTo>
                      <a:pt x="1035" y="4614"/>
                      <a:pt x="0" y="3579"/>
                      <a:pt x="0" y="2307"/>
                    </a:cubicBezTo>
                    <a:cubicBezTo>
                      <a:pt x="0" y="1035"/>
                      <a:pt x="1035" y="0"/>
                      <a:pt x="2307" y="0"/>
                    </a:cubicBezTo>
                    <a:cubicBezTo>
                      <a:pt x="3553" y="0"/>
                      <a:pt x="4570" y="992"/>
                      <a:pt x="4612" y="2227"/>
                    </a:cubicBezTo>
                    <a:lnTo>
                      <a:pt x="2031" y="2222"/>
                    </a:lnTo>
                    <a:lnTo>
                      <a:pt x="2479" y="1775"/>
                    </a:lnTo>
                    <a:lnTo>
                      <a:pt x="2367" y="1662"/>
                    </a:lnTo>
                    <a:lnTo>
                      <a:pt x="1727" y="2302"/>
                    </a:lnTo>
                    <a:lnTo>
                      <a:pt x="2378" y="2952"/>
                    </a:lnTo>
                    <a:lnTo>
                      <a:pt x="2490" y="2840"/>
                    </a:lnTo>
                    <a:lnTo>
                      <a:pt x="2032" y="2381"/>
                    </a:lnTo>
                    <a:lnTo>
                      <a:pt x="4612" y="2387"/>
                    </a:lnTo>
                    <a:cubicBezTo>
                      <a:pt x="4570" y="3622"/>
                      <a:pt x="3553" y="4614"/>
                      <a:pt x="2307" y="461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19" name="组合 18"/>
            <p:cNvGrpSpPr/>
            <p:nvPr/>
          </p:nvGrpSpPr>
          <p:grpSpPr>
            <a:xfrm>
              <a:off x="5038946" y="2674615"/>
              <a:ext cx="2072692" cy="3109166"/>
              <a:chOff x="1457870" y="2162711"/>
              <a:chExt cx="2072692" cy="3109166"/>
            </a:xfrm>
          </p:grpSpPr>
          <p:sp>
            <p:nvSpPr>
              <p:cNvPr id="20" name="文本框 19"/>
              <p:cNvSpPr txBox="1"/>
              <p:nvPr/>
            </p:nvSpPr>
            <p:spPr>
              <a:xfrm>
                <a:off x="1632442" y="3812922"/>
                <a:ext cx="17235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添加小标题</a:t>
                </a:r>
                <a:endParaRPr lang="zh-CN" alt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1" name="文本框 20"/>
              <p:cNvSpPr txBox="1"/>
              <p:nvPr/>
            </p:nvSpPr>
            <p:spPr>
              <a:xfrm>
                <a:off x="1457870" y="4284747"/>
                <a:ext cx="2072692" cy="9871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2400"/>
                  </a:lnSpc>
                </a:pPr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单击此处输入正文</a:t>
                </a:r>
                <a:endParaRPr lang="en-US" altLang="zh-CN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  <a:p>
                <a:pPr algn="ctr">
                  <a:lnSpc>
                    <a:spcPts val="2400"/>
                  </a:lnSpc>
                </a:pPr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言简意赅的阐述观点；可酌情增减文字</a:t>
                </a:r>
                <a:endParaRPr lang="zh-CN" alt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2" name="椭圆 21"/>
              <p:cNvSpPr/>
              <p:nvPr/>
            </p:nvSpPr>
            <p:spPr>
              <a:xfrm>
                <a:off x="1809455" y="2162711"/>
                <a:ext cx="1369522" cy="136952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400" dirty="0">
                  <a:cs typeface="+mn-ea"/>
                  <a:sym typeface="+mn-lt"/>
                </a:endParaRPr>
              </a:p>
            </p:txBody>
          </p:sp>
          <p:sp>
            <p:nvSpPr>
              <p:cNvPr id="23" name="arrow-pointing-left-circular-button_20407"/>
              <p:cNvSpPr>
                <a:spLocks noChangeAspect="1"/>
              </p:cNvSpPr>
              <p:nvPr/>
            </p:nvSpPr>
            <p:spPr bwMode="auto">
              <a:xfrm>
                <a:off x="2102421" y="2462165"/>
                <a:ext cx="783591" cy="782593"/>
              </a:xfrm>
              <a:custGeom>
                <a:avLst/>
                <a:gdLst>
                  <a:gd name="T0" fmla="*/ 2307 w 4612"/>
                  <a:gd name="T1" fmla="*/ 4614 h 4614"/>
                  <a:gd name="T2" fmla="*/ 0 w 4612"/>
                  <a:gd name="T3" fmla="*/ 2307 h 4614"/>
                  <a:gd name="T4" fmla="*/ 2307 w 4612"/>
                  <a:gd name="T5" fmla="*/ 0 h 4614"/>
                  <a:gd name="T6" fmla="*/ 4612 w 4612"/>
                  <a:gd name="T7" fmla="*/ 2227 h 4614"/>
                  <a:gd name="T8" fmla="*/ 2031 w 4612"/>
                  <a:gd name="T9" fmla="*/ 2222 h 4614"/>
                  <a:gd name="T10" fmla="*/ 2479 w 4612"/>
                  <a:gd name="T11" fmla="*/ 1775 h 4614"/>
                  <a:gd name="T12" fmla="*/ 2367 w 4612"/>
                  <a:gd name="T13" fmla="*/ 1662 h 4614"/>
                  <a:gd name="T14" fmla="*/ 1727 w 4612"/>
                  <a:gd name="T15" fmla="*/ 2302 h 4614"/>
                  <a:gd name="T16" fmla="*/ 2378 w 4612"/>
                  <a:gd name="T17" fmla="*/ 2952 h 4614"/>
                  <a:gd name="T18" fmla="*/ 2490 w 4612"/>
                  <a:gd name="T19" fmla="*/ 2840 h 4614"/>
                  <a:gd name="T20" fmla="*/ 2032 w 4612"/>
                  <a:gd name="T21" fmla="*/ 2381 h 4614"/>
                  <a:gd name="T22" fmla="*/ 4612 w 4612"/>
                  <a:gd name="T23" fmla="*/ 2387 h 4614"/>
                  <a:gd name="T24" fmla="*/ 2307 w 4612"/>
                  <a:gd name="T25" fmla="*/ 4614 h 46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612" h="4614">
                    <a:moveTo>
                      <a:pt x="2307" y="4614"/>
                    </a:moveTo>
                    <a:cubicBezTo>
                      <a:pt x="1035" y="4614"/>
                      <a:pt x="0" y="3579"/>
                      <a:pt x="0" y="2307"/>
                    </a:cubicBezTo>
                    <a:cubicBezTo>
                      <a:pt x="0" y="1035"/>
                      <a:pt x="1035" y="0"/>
                      <a:pt x="2307" y="0"/>
                    </a:cubicBezTo>
                    <a:cubicBezTo>
                      <a:pt x="3553" y="0"/>
                      <a:pt x="4570" y="992"/>
                      <a:pt x="4612" y="2227"/>
                    </a:cubicBezTo>
                    <a:lnTo>
                      <a:pt x="2031" y="2222"/>
                    </a:lnTo>
                    <a:lnTo>
                      <a:pt x="2479" y="1775"/>
                    </a:lnTo>
                    <a:lnTo>
                      <a:pt x="2367" y="1662"/>
                    </a:lnTo>
                    <a:lnTo>
                      <a:pt x="1727" y="2302"/>
                    </a:lnTo>
                    <a:lnTo>
                      <a:pt x="2378" y="2952"/>
                    </a:lnTo>
                    <a:lnTo>
                      <a:pt x="2490" y="2840"/>
                    </a:lnTo>
                    <a:lnTo>
                      <a:pt x="2032" y="2381"/>
                    </a:lnTo>
                    <a:lnTo>
                      <a:pt x="4612" y="2387"/>
                    </a:lnTo>
                    <a:cubicBezTo>
                      <a:pt x="4570" y="3622"/>
                      <a:pt x="3553" y="4614"/>
                      <a:pt x="2307" y="461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24" name="组合 23"/>
            <p:cNvGrpSpPr/>
            <p:nvPr/>
          </p:nvGrpSpPr>
          <p:grpSpPr>
            <a:xfrm>
              <a:off x="8569224" y="2674615"/>
              <a:ext cx="2072692" cy="3109166"/>
              <a:chOff x="1457870" y="2162711"/>
              <a:chExt cx="2072692" cy="3109166"/>
            </a:xfrm>
          </p:grpSpPr>
          <p:sp>
            <p:nvSpPr>
              <p:cNvPr id="25" name="文本框 24"/>
              <p:cNvSpPr txBox="1"/>
              <p:nvPr/>
            </p:nvSpPr>
            <p:spPr>
              <a:xfrm>
                <a:off x="1632442" y="3812922"/>
                <a:ext cx="17235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添加小标题</a:t>
                </a:r>
                <a:endParaRPr lang="zh-CN" alt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6" name="文本框 25"/>
              <p:cNvSpPr txBox="1"/>
              <p:nvPr/>
            </p:nvSpPr>
            <p:spPr>
              <a:xfrm>
                <a:off x="1457870" y="4284747"/>
                <a:ext cx="2072692" cy="9871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2400"/>
                  </a:lnSpc>
                </a:pPr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单击此处输入正文</a:t>
                </a:r>
                <a:endParaRPr lang="en-US" altLang="zh-CN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  <a:p>
                <a:pPr algn="ctr">
                  <a:lnSpc>
                    <a:spcPts val="2400"/>
                  </a:lnSpc>
                </a:pPr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言简意赅的阐述观点；可酌情增减文字</a:t>
                </a:r>
                <a:endParaRPr lang="zh-CN" alt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7" name="椭圆 26"/>
              <p:cNvSpPr/>
              <p:nvPr/>
            </p:nvSpPr>
            <p:spPr>
              <a:xfrm>
                <a:off x="1809455" y="2162711"/>
                <a:ext cx="1369522" cy="1369522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400" dirty="0">
                  <a:cs typeface="+mn-ea"/>
                  <a:sym typeface="+mn-lt"/>
                </a:endParaRPr>
              </a:p>
            </p:txBody>
          </p:sp>
          <p:sp>
            <p:nvSpPr>
              <p:cNvPr id="28" name="arrow-pointing-left-circular-button_20407"/>
              <p:cNvSpPr>
                <a:spLocks noChangeAspect="1"/>
              </p:cNvSpPr>
              <p:nvPr/>
            </p:nvSpPr>
            <p:spPr bwMode="auto">
              <a:xfrm>
                <a:off x="2102421" y="2462165"/>
                <a:ext cx="783591" cy="782593"/>
              </a:xfrm>
              <a:custGeom>
                <a:avLst/>
                <a:gdLst>
                  <a:gd name="T0" fmla="*/ 2307 w 4612"/>
                  <a:gd name="T1" fmla="*/ 4614 h 4614"/>
                  <a:gd name="T2" fmla="*/ 0 w 4612"/>
                  <a:gd name="T3" fmla="*/ 2307 h 4614"/>
                  <a:gd name="T4" fmla="*/ 2307 w 4612"/>
                  <a:gd name="T5" fmla="*/ 0 h 4614"/>
                  <a:gd name="T6" fmla="*/ 4612 w 4612"/>
                  <a:gd name="T7" fmla="*/ 2227 h 4614"/>
                  <a:gd name="T8" fmla="*/ 2031 w 4612"/>
                  <a:gd name="T9" fmla="*/ 2222 h 4614"/>
                  <a:gd name="T10" fmla="*/ 2479 w 4612"/>
                  <a:gd name="T11" fmla="*/ 1775 h 4614"/>
                  <a:gd name="T12" fmla="*/ 2367 w 4612"/>
                  <a:gd name="T13" fmla="*/ 1662 h 4614"/>
                  <a:gd name="T14" fmla="*/ 1727 w 4612"/>
                  <a:gd name="T15" fmla="*/ 2302 h 4614"/>
                  <a:gd name="T16" fmla="*/ 2378 w 4612"/>
                  <a:gd name="T17" fmla="*/ 2952 h 4614"/>
                  <a:gd name="T18" fmla="*/ 2490 w 4612"/>
                  <a:gd name="T19" fmla="*/ 2840 h 4614"/>
                  <a:gd name="T20" fmla="*/ 2032 w 4612"/>
                  <a:gd name="T21" fmla="*/ 2381 h 4614"/>
                  <a:gd name="T22" fmla="*/ 4612 w 4612"/>
                  <a:gd name="T23" fmla="*/ 2387 h 4614"/>
                  <a:gd name="T24" fmla="*/ 2307 w 4612"/>
                  <a:gd name="T25" fmla="*/ 4614 h 46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612" h="4614">
                    <a:moveTo>
                      <a:pt x="2307" y="4614"/>
                    </a:moveTo>
                    <a:cubicBezTo>
                      <a:pt x="1035" y="4614"/>
                      <a:pt x="0" y="3579"/>
                      <a:pt x="0" y="2307"/>
                    </a:cubicBezTo>
                    <a:cubicBezTo>
                      <a:pt x="0" y="1035"/>
                      <a:pt x="1035" y="0"/>
                      <a:pt x="2307" y="0"/>
                    </a:cubicBezTo>
                    <a:cubicBezTo>
                      <a:pt x="3553" y="0"/>
                      <a:pt x="4570" y="992"/>
                      <a:pt x="4612" y="2227"/>
                    </a:cubicBezTo>
                    <a:lnTo>
                      <a:pt x="2031" y="2222"/>
                    </a:lnTo>
                    <a:lnTo>
                      <a:pt x="2479" y="1775"/>
                    </a:lnTo>
                    <a:lnTo>
                      <a:pt x="2367" y="1662"/>
                    </a:lnTo>
                    <a:lnTo>
                      <a:pt x="1727" y="2302"/>
                    </a:lnTo>
                    <a:lnTo>
                      <a:pt x="2378" y="2952"/>
                    </a:lnTo>
                    <a:lnTo>
                      <a:pt x="2490" y="2840"/>
                    </a:lnTo>
                    <a:lnTo>
                      <a:pt x="2032" y="2381"/>
                    </a:lnTo>
                    <a:lnTo>
                      <a:pt x="4612" y="2387"/>
                    </a:lnTo>
                    <a:cubicBezTo>
                      <a:pt x="4570" y="3622"/>
                      <a:pt x="3553" y="4614"/>
                      <a:pt x="2307" y="461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36" name="组合 35"/>
            <p:cNvGrpSpPr/>
            <p:nvPr/>
          </p:nvGrpSpPr>
          <p:grpSpPr>
            <a:xfrm>
              <a:off x="4310154" y="3380151"/>
              <a:ext cx="3530277" cy="1698094"/>
              <a:chOff x="4310154" y="3380151"/>
              <a:chExt cx="3530277" cy="1698094"/>
            </a:xfrm>
          </p:grpSpPr>
          <p:cxnSp>
            <p:nvCxnSpPr>
              <p:cNvPr id="29" name="直接连接符 28"/>
              <p:cNvCxnSpPr/>
              <p:nvPr/>
            </p:nvCxnSpPr>
            <p:spPr>
              <a:xfrm>
                <a:off x="4310154" y="3380151"/>
                <a:ext cx="0" cy="1698094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/>
              <p:cNvCxnSpPr/>
              <p:nvPr/>
            </p:nvCxnSpPr>
            <p:spPr>
              <a:xfrm>
                <a:off x="7840431" y="3380151"/>
                <a:ext cx="0" cy="1698094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" name="组合 3"/>
          <p:cNvGrpSpPr/>
          <p:nvPr/>
        </p:nvGrpSpPr>
        <p:grpSpPr>
          <a:xfrm>
            <a:off x="1441502" y="1238296"/>
            <a:ext cx="9315398" cy="981511"/>
            <a:chOff x="1441502" y="1238296"/>
            <a:chExt cx="9315398" cy="981511"/>
          </a:xfrm>
        </p:grpSpPr>
        <p:cxnSp>
          <p:nvCxnSpPr>
            <p:cNvPr id="34" name="直接连接符 33"/>
            <p:cNvCxnSpPr/>
            <p:nvPr/>
          </p:nvCxnSpPr>
          <p:spPr>
            <a:xfrm>
              <a:off x="1441502" y="2219807"/>
              <a:ext cx="9315398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文本框 31"/>
            <p:cNvSpPr txBox="1"/>
            <p:nvPr/>
          </p:nvSpPr>
          <p:spPr>
            <a:xfrm>
              <a:off x="2182093" y="1238296"/>
              <a:ext cx="7827813" cy="6832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zh-CN" alt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此处输入你的正文，为了最终演示发布的良好效果，请尽量言简意赅的阐述观点；</a:t>
              </a:r>
              <a:endParaRPr lang="en-US" altLang="zh-CN" sz="1600" dirty="0">
                <a:solidFill>
                  <a:schemeClr val="tx2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  <a:p>
              <a:pPr algn="ctr">
                <a:lnSpc>
                  <a:spcPts val="2400"/>
                </a:lnSpc>
              </a:pPr>
              <a:r>
                <a:rPr lang="zh-CN" alt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根据需要可酌情增减文字，以便观者可以准确理解您所传达的信息。</a:t>
              </a:r>
              <a:endParaRPr lang="en-US" altLang="zh-CN" sz="1600" dirty="0">
                <a:solidFill>
                  <a:schemeClr val="tx2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>
            <a:spLocks noChangeArrowheads="1"/>
          </p:cNvSpPr>
          <p:nvPr/>
        </p:nvSpPr>
        <p:spPr bwMode="auto">
          <a:xfrm rot="16200000">
            <a:off x="5469779" y="-2339706"/>
            <a:ext cx="1268413" cy="11537412"/>
          </a:xfrm>
          <a:prstGeom prst="downArrow">
            <a:avLst>
              <a:gd name="adj1" fmla="val 49074"/>
              <a:gd name="adj2" fmla="val 44803"/>
            </a:avLst>
          </a:prstGeom>
          <a:solidFill>
            <a:schemeClr val="bg1">
              <a:lumMod val="95000"/>
              <a:alpha val="50000"/>
            </a:schemeClr>
          </a:solidFill>
          <a:ln w="9525">
            <a:noFill/>
            <a:miter lim="800000"/>
          </a:ln>
        </p:spPr>
        <p:txBody>
          <a:bodyPr vert="eaVert" lIns="82801" tIns="41400" rIns="82801" bIns="41400"/>
          <a:lstStyle/>
          <a:p>
            <a:pPr>
              <a:lnSpc>
                <a:spcPct val="158000"/>
              </a:lnSpc>
            </a:pPr>
            <a:endParaRPr lang="zh-CN" altLang="en-US" sz="19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1205555" y="921529"/>
            <a:ext cx="2158803" cy="3386045"/>
            <a:chOff x="1205555" y="921529"/>
            <a:chExt cx="2158803" cy="3386045"/>
          </a:xfrm>
        </p:grpSpPr>
        <p:grpSp>
          <p:nvGrpSpPr>
            <p:cNvPr id="31" name="组合 30"/>
            <p:cNvGrpSpPr/>
            <p:nvPr/>
          </p:nvGrpSpPr>
          <p:grpSpPr>
            <a:xfrm>
              <a:off x="1406384" y="2550427"/>
              <a:ext cx="1757147" cy="1757147"/>
              <a:chOff x="1406384" y="2550427"/>
              <a:chExt cx="1757147" cy="1757147"/>
            </a:xfrm>
          </p:grpSpPr>
          <p:sp>
            <p:nvSpPr>
              <p:cNvPr id="6" name="椭圆 5"/>
              <p:cNvSpPr/>
              <p:nvPr/>
            </p:nvSpPr>
            <p:spPr>
              <a:xfrm>
                <a:off x="1533748" y="2677791"/>
                <a:ext cx="1502419" cy="150241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58000"/>
                  </a:lnSpc>
                </a:pPr>
                <a:endParaRPr lang="zh-CN" altLang="en-US" sz="4400" dirty="0">
                  <a:cs typeface="+mn-ea"/>
                  <a:sym typeface="+mn-lt"/>
                </a:endParaRPr>
              </a:p>
            </p:txBody>
          </p:sp>
          <p:sp>
            <p:nvSpPr>
              <p:cNvPr id="7" name="椭圆 6"/>
              <p:cNvSpPr/>
              <p:nvPr/>
            </p:nvSpPr>
            <p:spPr>
              <a:xfrm>
                <a:off x="1406384" y="2550427"/>
                <a:ext cx="1757147" cy="1757147"/>
              </a:xfrm>
              <a:prstGeom prst="ellipse">
                <a:avLst/>
              </a:prstGeom>
              <a:noFill/>
              <a:ln w="101600">
                <a:solidFill>
                  <a:schemeClr val="bg1">
                    <a:lumMod val="85000"/>
                    <a:alpha val="5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58000"/>
                  </a:lnSpc>
                </a:pPr>
                <a:endParaRPr lang="zh-CN" altLang="en-US" sz="4400" dirty="0">
                  <a:cs typeface="+mn-ea"/>
                  <a:sym typeface="+mn-lt"/>
                </a:endParaRPr>
              </a:p>
            </p:txBody>
          </p:sp>
          <p:sp>
            <p:nvSpPr>
              <p:cNvPr id="29" name="图形 63"/>
              <p:cNvSpPr/>
              <p:nvPr/>
            </p:nvSpPr>
            <p:spPr>
              <a:xfrm>
                <a:off x="1973578" y="3117621"/>
                <a:ext cx="622758" cy="622758"/>
              </a:xfrm>
              <a:custGeom>
                <a:avLst/>
                <a:gdLst>
                  <a:gd name="connsiteX0" fmla="*/ 500943 w 514676"/>
                  <a:gd name="connsiteY0" fmla="*/ 359298 h 514676"/>
                  <a:gd name="connsiteX1" fmla="*/ 343104 w 514676"/>
                  <a:gd name="connsiteY1" fmla="*/ 508202 h 514676"/>
                  <a:gd name="connsiteX2" fmla="*/ 332810 w 514676"/>
                  <a:gd name="connsiteY2" fmla="*/ 511439 h 514676"/>
                  <a:gd name="connsiteX3" fmla="*/ 253900 w 514676"/>
                  <a:gd name="connsiteY3" fmla="*/ 511439 h 514676"/>
                  <a:gd name="connsiteX4" fmla="*/ 236750 w 514676"/>
                  <a:gd name="connsiteY4" fmla="*/ 495245 h 514676"/>
                  <a:gd name="connsiteX5" fmla="*/ 236750 w 514676"/>
                  <a:gd name="connsiteY5" fmla="*/ 420801 h 514676"/>
                  <a:gd name="connsiteX6" fmla="*/ 240169 w 514676"/>
                  <a:gd name="connsiteY6" fmla="*/ 411096 h 514676"/>
                  <a:gd name="connsiteX7" fmla="*/ 398008 w 514676"/>
                  <a:gd name="connsiteY7" fmla="*/ 262190 h 514676"/>
                  <a:gd name="connsiteX8" fmla="*/ 432326 w 514676"/>
                  <a:gd name="connsiteY8" fmla="*/ 252484 h 514676"/>
                  <a:gd name="connsiteX9" fmla="*/ 463206 w 514676"/>
                  <a:gd name="connsiteY9" fmla="*/ 265425 h 514676"/>
                  <a:gd name="connsiteX10" fmla="*/ 500943 w 514676"/>
                  <a:gd name="connsiteY10" fmla="*/ 301029 h 514676"/>
                  <a:gd name="connsiteX11" fmla="*/ 514676 w 514676"/>
                  <a:gd name="connsiteY11" fmla="*/ 330163 h 514676"/>
                  <a:gd name="connsiteX12" fmla="*/ 500943 w 514676"/>
                  <a:gd name="connsiteY12" fmla="*/ 359298 h 514676"/>
                  <a:gd name="connsiteX13" fmla="*/ 271049 w 514676"/>
                  <a:gd name="connsiteY13" fmla="*/ 482305 h 514676"/>
                  <a:gd name="connsiteX14" fmla="*/ 322517 w 514676"/>
                  <a:gd name="connsiteY14" fmla="*/ 482305 h 514676"/>
                  <a:gd name="connsiteX15" fmla="*/ 267631 w 514676"/>
                  <a:gd name="connsiteY15" fmla="*/ 430507 h 514676"/>
                  <a:gd name="connsiteX16" fmla="*/ 271049 w 514676"/>
                  <a:gd name="connsiteY16" fmla="*/ 482305 h 514676"/>
                  <a:gd name="connsiteX17" fmla="*/ 380859 w 514676"/>
                  <a:gd name="connsiteY17" fmla="*/ 323693 h 514676"/>
                  <a:gd name="connsiteX18" fmla="*/ 288217 w 514676"/>
                  <a:gd name="connsiteY18" fmla="*/ 411096 h 514676"/>
                  <a:gd name="connsiteX19" fmla="*/ 346541 w 514676"/>
                  <a:gd name="connsiteY19" fmla="*/ 466111 h 514676"/>
                  <a:gd name="connsiteX20" fmla="*/ 439182 w 514676"/>
                  <a:gd name="connsiteY20" fmla="*/ 378727 h 514676"/>
                  <a:gd name="connsiteX21" fmla="*/ 380859 w 514676"/>
                  <a:gd name="connsiteY21" fmla="*/ 323693 h 514676"/>
                  <a:gd name="connsiteX22" fmla="*/ 480356 w 514676"/>
                  <a:gd name="connsiteY22" fmla="*/ 320458 h 514676"/>
                  <a:gd name="connsiteX23" fmla="*/ 442620 w 514676"/>
                  <a:gd name="connsiteY23" fmla="*/ 288088 h 514676"/>
                  <a:gd name="connsiteX24" fmla="*/ 432326 w 514676"/>
                  <a:gd name="connsiteY24" fmla="*/ 284854 h 514676"/>
                  <a:gd name="connsiteX25" fmla="*/ 422033 w 514676"/>
                  <a:gd name="connsiteY25" fmla="*/ 288088 h 514676"/>
                  <a:gd name="connsiteX26" fmla="*/ 404865 w 514676"/>
                  <a:gd name="connsiteY26" fmla="*/ 304264 h 514676"/>
                  <a:gd name="connsiteX27" fmla="*/ 463206 w 514676"/>
                  <a:gd name="connsiteY27" fmla="*/ 356062 h 514676"/>
                  <a:gd name="connsiteX28" fmla="*/ 480356 w 514676"/>
                  <a:gd name="connsiteY28" fmla="*/ 339869 h 514676"/>
                  <a:gd name="connsiteX29" fmla="*/ 480356 w 514676"/>
                  <a:gd name="connsiteY29" fmla="*/ 320458 h 514676"/>
                  <a:gd name="connsiteX30" fmla="*/ 449476 w 514676"/>
                  <a:gd name="connsiteY30" fmla="*/ 223350 h 514676"/>
                  <a:gd name="connsiteX31" fmla="*/ 425451 w 514676"/>
                  <a:gd name="connsiteY31" fmla="*/ 200686 h 514676"/>
                  <a:gd name="connsiteX32" fmla="*/ 425451 w 514676"/>
                  <a:gd name="connsiteY32" fmla="*/ 87402 h 514676"/>
                  <a:gd name="connsiteX33" fmla="*/ 377422 w 514676"/>
                  <a:gd name="connsiteY33" fmla="*/ 38839 h 514676"/>
                  <a:gd name="connsiteX34" fmla="*/ 89204 w 514676"/>
                  <a:gd name="connsiteY34" fmla="*/ 38839 h 514676"/>
                  <a:gd name="connsiteX35" fmla="*/ 41174 w 514676"/>
                  <a:gd name="connsiteY35" fmla="*/ 100343 h 514676"/>
                  <a:gd name="connsiteX36" fmla="*/ 41174 w 514676"/>
                  <a:gd name="connsiteY36" fmla="*/ 424036 h 514676"/>
                  <a:gd name="connsiteX37" fmla="*/ 89204 w 514676"/>
                  <a:gd name="connsiteY37" fmla="*/ 472599 h 514676"/>
                  <a:gd name="connsiteX38" fmla="*/ 192139 w 514676"/>
                  <a:gd name="connsiteY38" fmla="*/ 472599 h 514676"/>
                  <a:gd name="connsiteX39" fmla="*/ 212726 w 514676"/>
                  <a:gd name="connsiteY39" fmla="*/ 492010 h 514676"/>
                  <a:gd name="connsiteX40" fmla="*/ 192139 w 514676"/>
                  <a:gd name="connsiteY40" fmla="*/ 514676 h 514676"/>
                  <a:gd name="connsiteX41" fmla="*/ 85767 w 514676"/>
                  <a:gd name="connsiteY41" fmla="*/ 514676 h 514676"/>
                  <a:gd name="connsiteX42" fmla="*/ 0 w 514676"/>
                  <a:gd name="connsiteY42" fmla="*/ 443465 h 514676"/>
                  <a:gd name="connsiteX43" fmla="*/ 0 w 514676"/>
                  <a:gd name="connsiteY43" fmla="*/ 97108 h 514676"/>
                  <a:gd name="connsiteX44" fmla="*/ 85767 w 514676"/>
                  <a:gd name="connsiteY44" fmla="*/ 0 h 514676"/>
                  <a:gd name="connsiteX45" fmla="*/ 384277 w 514676"/>
                  <a:gd name="connsiteY45" fmla="*/ 0 h 514676"/>
                  <a:gd name="connsiteX46" fmla="*/ 470063 w 514676"/>
                  <a:gd name="connsiteY46" fmla="*/ 84149 h 514676"/>
                  <a:gd name="connsiteX47" fmla="*/ 470063 w 514676"/>
                  <a:gd name="connsiteY47" fmla="*/ 200686 h 514676"/>
                  <a:gd name="connsiteX48" fmla="*/ 449476 w 514676"/>
                  <a:gd name="connsiteY48" fmla="*/ 223350 h 514676"/>
                  <a:gd name="connsiteX49" fmla="*/ 349978 w 514676"/>
                  <a:gd name="connsiteY49" fmla="*/ 116518 h 514676"/>
                  <a:gd name="connsiteX50" fmla="*/ 116647 w 514676"/>
                  <a:gd name="connsiteY50" fmla="*/ 116518 h 514676"/>
                  <a:gd name="connsiteX51" fmla="*/ 99498 w 514676"/>
                  <a:gd name="connsiteY51" fmla="*/ 100343 h 514676"/>
                  <a:gd name="connsiteX52" fmla="*/ 116647 w 514676"/>
                  <a:gd name="connsiteY52" fmla="*/ 84149 h 514676"/>
                  <a:gd name="connsiteX53" fmla="*/ 349978 w 514676"/>
                  <a:gd name="connsiteY53" fmla="*/ 84149 h 514676"/>
                  <a:gd name="connsiteX54" fmla="*/ 367128 w 514676"/>
                  <a:gd name="connsiteY54" fmla="*/ 100343 h 514676"/>
                  <a:gd name="connsiteX55" fmla="*/ 349978 w 514676"/>
                  <a:gd name="connsiteY55" fmla="*/ 116518 h 514676"/>
                  <a:gd name="connsiteX56" fmla="*/ 349978 w 514676"/>
                  <a:gd name="connsiteY56" fmla="*/ 213626 h 514676"/>
                  <a:gd name="connsiteX57" fmla="*/ 116647 w 514676"/>
                  <a:gd name="connsiteY57" fmla="*/ 213626 h 514676"/>
                  <a:gd name="connsiteX58" fmla="*/ 99498 w 514676"/>
                  <a:gd name="connsiteY58" fmla="*/ 197451 h 514676"/>
                  <a:gd name="connsiteX59" fmla="*/ 116647 w 514676"/>
                  <a:gd name="connsiteY59" fmla="*/ 181276 h 514676"/>
                  <a:gd name="connsiteX60" fmla="*/ 349978 w 514676"/>
                  <a:gd name="connsiteY60" fmla="*/ 181276 h 514676"/>
                  <a:gd name="connsiteX61" fmla="*/ 367128 w 514676"/>
                  <a:gd name="connsiteY61" fmla="*/ 197451 h 514676"/>
                  <a:gd name="connsiteX62" fmla="*/ 349978 w 514676"/>
                  <a:gd name="connsiteY62" fmla="*/ 213626 h 514676"/>
                  <a:gd name="connsiteX63" fmla="*/ 99498 w 514676"/>
                  <a:gd name="connsiteY63" fmla="*/ 291324 h 514676"/>
                  <a:gd name="connsiteX64" fmla="*/ 116647 w 514676"/>
                  <a:gd name="connsiteY64" fmla="*/ 275130 h 514676"/>
                  <a:gd name="connsiteX65" fmla="*/ 216163 w 514676"/>
                  <a:gd name="connsiteY65" fmla="*/ 275130 h 514676"/>
                  <a:gd name="connsiteX66" fmla="*/ 233313 w 514676"/>
                  <a:gd name="connsiteY66" fmla="*/ 291324 h 514676"/>
                  <a:gd name="connsiteX67" fmla="*/ 216163 w 514676"/>
                  <a:gd name="connsiteY67" fmla="*/ 307499 h 514676"/>
                  <a:gd name="connsiteX68" fmla="*/ 116647 w 514676"/>
                  <a:gd name="connsiteY68" fmla="*/ 307499 h 514676"/>
                  <a:gd name="connsiteX69" fmla="*/ 99498 w 514676"/>
                  <a:gd name="connsiteY69" fmla="*/ 291324 h 5146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</a:cxnLst>
                <a:rect l="l" t="t" r="r" b="b"/>
                <a:pathLst>
                  <a:path w="514676" h="514676">
                    <a:moveTo>
                      <a:pt x="500943" y="359298"/>
                    </a:moveTo>
                    <a:lnTo>
                      <a:pt x="343104" y="508202"/>
                    </a:lnTo>
                    <a:cubicBezTo>
                      <a:pt x="339685" y="511439"/>
                      <a:pt x="336247" y="511439"/>
                      <a:pt x="332810" y="511439"/>
                    </a:cubicBezTo>
                    <a:lnTo>
                      <a:pt x="253900" y="511439"/>
                    </a:lnTo>
                    <a:cubicBezTo>
                      <a:pt x="247043" y="511439"/>
                      <a:pt x="240169" y="504950"/>
                      <a:pt x="236750" y="495245"/>
                    </a:cubicBezTo>
                    <a:lnTo>
                      <a:pt x="236750" y="420801"/>
                    </a:lnTo>
                    <a:cubicBezTo>
                      <a:pt x="236750" y="417566"/>
                      <a:pt x="236750" y="414331"/>
                      <a:pt x="240169" y="411096"/>
                    </a:cubicBezTo>
                    <a:lnTo>
                      <a:pt x="398008" y="262190"/>
                    </a:lnTo>
                    <a:cubicBezTo>
                      <a:pt x="408302" y="255719"/>
                      <a:pt x="418595" y="252484"/>
                      <a:pt x="432326" y="252484"/>
                    </a:cubicBezTo>
                    <a:cubicBezTo>
                      <a:pt x="446038" y="252484"/>
                      <a:pt x="456332" y="255719"/>
                      <a:pt x="463206" y="265425"/>
                    </a:cubicBezTo>
                    <a:lnTo>
                      <a:pt x="500943" y="301029"/>
                    </a:lnTo>
                    <a:cubicBezTo>
                      <a:pt x="511238" y="310753"/>
                      <a:pt x="514676" y="320458"/>
                      <a:pt x="514676" y="330163"/>
                    </a:cubicBezTo>
                    <a:cubicBezTo>
                      <a:pt x="514676" y="343104"/>
                      <a:pt x="511238" y="352827"/>
                      <a:pt x="500943" y="359298"/>
                    </a:cubicBezTo>
                    <a:close/>
                    <a:moveTo>
                      <a:pt x="271049" y="482305"/>
                    </a:moveTo>
                    <a:lnTo>
                      <a:pt x="322517" y="482305"/>
                    </a:lnTo>
                    <a:lnTo>
                      <a:pt x="267631" y="430507"/>
                    </a:lnTo>
                    <a:lnTo>
                      <a:pt x="271049" y="482305"/>
                    </a:lnTo>
                    <a:close/>
                    <a:moveTo>
                      <a:pt x="380859" y="323693"/>
                    </a:moveTo>
                    <a:lnTo>
                      <a:pt x="288217" y="411096"/>
                    </a:lnTo>
                    <a:lnTo>
                      <a:pt x="346541" y="466111"/>
                    </a:lnTo>
                    <a:lnTo>
                      <a:pt x="439182" y="378727"/>
                    </a:lnTo>
                    <a:lnTo>
                      <a:pt x="380859" y="323693"/>
                    </a:lnTo>
                    <a:close/>
                    <a:moveTo>
                      <a:pt x="480356" y="320458"/>
                    </a:moveTo>
                    <a:lnTo>
                      <a:pt x="442620" y="288088"/>
                    </a:lnTo>
                    <a:cubicBezTo>
                      <a:pt x="439182" y="284854"/>
                      <a:pt x="435745" y="284854"/>
                      <a:pt x="432326" y="284854"/>
                    </a:cubicBezTo>
                    <a:cubicBezTo>
                      <a:pt x="428889" y="284854"/>
                      <a:pt x="425451" y="284854"/>
                      <a:pt x="422033" y="288088"/>
                    </a:cubicBezTo>
                    <a:lnTo>
                      <a:pt x="404865" y="304264"/>
                    </a:lnTo>
                    <a:lnTo>
                      <a:pt x="463206" y="356062"/>
                    </a:lnTo>
                    <a:lnTo>
                      <a:pt x="480356" y="339869"/>
                    </a:lnTo>
                    <a:cubicBezTo>
                      <a:pt x="487212" y="333398"/>
                      <a:pt x="487212" y="326928"/>
                      <a:pt x="480356" y="320458"/>
                    </a:cubicBezTo>
                    <a:close/>
                    <a:moveTo>
                      <a:pt x="449476" y="223350"/>
                    </a:moveTo>
                    <a:cubicBezTo>
                      <a:pt x="432326" y="220096"/>
                      <a:pt x="425451" y="213626"/>
                      <a:pt x="425451" y="200686"/>
                    </a:cubicBezTo>
                    <a:lnTo>
                      <a:pt x="425451" y="87402"/>
                    </a:lnTo>
                    <a:cubicBezTo>
                      <a:pt x="425451" y="51780"/>
                      <a:pt x="391152" y="38839"/>
                      <a:pt x="377422" y="38839"/>
                    </a:cubicBezTo>
                    <a:lnTo>
                      <a:pt x="89204" y="38839"/>
                    </a:lnTo>
                    <a:cubicBezTo>
                      <a:pt x="68617" y="38839"/>
                      <a:pt x="44593" y="58269"/>
                      <a:pt x="41174" y="100343"/>
                    </a:cubicBezTo>
                    <a:lnTo>
                      <a:pt x="41174" y="424036"/>
                    </a:lnTo>
                    <a:cubicBezTo>
                      <a:pt x="41174" y="472599"/>
                      <a:pt x="75473" y="472599"/>
                      <a:pt x="89204" y="472599"/>
                    </a:cubicBezTo>
                    <a:lnTo>
                      <a:pt x="192139" y="472599"/>
                    </a:lnTo>
                    <a:cubicBezTo>
                      <a:pt x="205870" y="469346"/>
                      <a:pt x="212726" y="482305"/>
                      <a:pt x="212726" y="492010"/>
                    </a:cubicBezTo>
                    <a:cubicBezTo>
                      <a:pt x="212726" y="501734"/>
                      <a:pt x="205870" y="514676"/>
                      <a:pt x="192139" y="514676"/>
                    </a:cubicBezTo>
                    <a:lnTo>
                      <a:pt x="85767" y="514676"/>
                    </a:lnTo>
                    <a:cubicBezTo>
                      <a:pt x="58324" y="514676"/>
                      <a:pt x="0" y="498480"/>
                      <a:pt x="0" y="443465"/>
                    </a:cubicBezTo>
                    <a:lnTo>
                      <a:pt x="0" y="97108"/>
                    </a:lnTo>
                    <a:cubicBezTo>
                      <a:pt x="0" y="29134"/>
                      <a:pt x="44593" y="0"/>
                      <a:pt x="85767" y="0"/>
                    </a:cubicBezTo>
                    <a:lnTo>
                      <a:pt x="384277" y="0"/>
                    </a:lnTo>
                    <a:cubicBezTo>
                      <a:pt x="435745" y="0"/>
                      <a:pt x="470063" y="32369"/>
                      <a:pt x="470063" y="84149"/>
                    </a:cubicBezTo>
                    <a:lnTo>
                      <a:pt x="470063" y="200686"/>
                    </a:lnTo>
                    <a:cubicBezTo>
                      <a:pt x="470063" y="210392"/>
                      <a:pt x="463206" y="223350"/>
                      <a:pt x="449476" y="223350"/>
                    </a:cubicBezTo>
                    <a:close/>
                    <a:moveTo>
                      <a:pt x="349978" y="116518"/>
                    </a:moveTo>
                    <a:lnTo>
                      <a:pt x="116647" y="116518"/>
                    </a:lnTo>
                    <a:cubicBezTo>
                      <a:pt x="106353" y="116518"/>
                      <a:pt x="99498" y="110049"/>
                      <a:pt x="99498" y="100343"/>
                    </a:cubicBezTo>
                    <a:cubicBezTo>
                      <a:pt x="99498" y="90620"/>
                      <a:pt x="106353" y="84149"/>
                      <a:pt x="116647" y="84149"/>
                    </a:cubicBezTo>
                    <a:lnTo>
                      <a:pt x="349978" y="84149"/>
                    </a:lnTo>
                    <a:cubicBezTo>
                      <a:pt x="360272" y="84149"/>
                      <a:pt x="367128" y="90620"/>
                      <a:pt x="367128" y="100343"/>
                    </a:cubicBezTo>
                    <a:cubicBezTo>
                      <a:pt x="367128" y="110049"/>
                      <a:pt x="360272" y="116518"/>
                      <a:pt x="349978" y="116518"/>
                    </a:cubicBezTo>
                    <a:close/>
                    <a:moveTo>
                      <a:pt x="349978" y="213626"/>
                    </a:moveTo>
                    <a:lnTo>
                      <a:pt x="116647" y="213626"/>
                    </a:lnTo>
                    <a:cubicBezTo>
                      <a:pt x="106353" y="213626"/>
                      <a:pt x="99498" y="207156"/>
                      <a:pt x="99498" y="197451"/>
                    </a:cubicBezTo>
                    <a:cubicBezTo>
                      <a:pt x="99498" y="187745"/>
                      <a:pt x="106353" y="181276"/>
                      <a:pt x="116647" y="181276"/>
                    </a:cubicBezTo>
                    <a:lnTo>
                      <a:pt x="349978" y="181276"/>
                    </a:lnTo>
                    <a:cubicBezTo>
                      <a:pt x="360272" y="181276"/>
                      <a:pt x="367128" y="187745"/>
                      <a:pt x="367128" y="197451"/>
                    </a:cubicBezTo>
                    <a:cubicBezTo>
                      <a:pt x="367128" y="207156"/>
                      <a:pt x="360272" y="213626"/>
                      <a:pt x="349978" y="213626"/>
                    </a:cubicBezTo>
                    <a:close/>
                    <a:moveTo>
                      <a:pt x="99498" y="291324"/>
                    </a:moveTo>
                    <a:cubicBezTo>
                      <a:pt x="99498" y="281619"/>
                      <a:pt x="106353" y="275130"/>
                      <a:pt x="116647" y="275130"/>
                    </a:cubicBezTo>
                    <a:lnTo>
                      <a:pt x="216163" y="275130"/>
                    </a:lnTo>
                    <a:cubicBezTo>
                      <a:pt x="226457" y="275130"/>
                      <a:pt x="233313" y="281619"/>
                      <a:pt x="233313" y="291324"/>
                    </a:cubicBezTo>
                    <a:cubicBezTo>
                      <a:pt x="233313" y="301029"/>
                      <a:pt x="226457" y="307499"/>
                      <a:pt x="216163" y="307499"/>
                    </a:cubicBezTo>
                    <a:lnTo>
                      <a:pt x="116647" y="307499"/>
                    </a:lnTo>
                    <a:cubicBezTo>
                      <a:pt x="106353" y="307499"/>
                      <a:pt x="99498" y="301029"/>
                      <a:pt x="99498" y="291324"/>
                    </a:cubicBezTo>
                    <a:close/>
                  </a:path>
                </a:pathLst>
              </a:custGeom>
              <a:solidFill>
                <a:schemeClr val="bg1"/>
              </a:solidFill>
              <a:ln w="5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35" name="组合 34"/>
            <p:cNvGrpSpPr/>
            <p:nvPr/>
          </p:nvGrpSpPr>
          <p:grpSpPr>
            <a:xfrm>
              <a:off x="1205555" y="921529"/>
              <a:ext cx="2158803" cy="1245766"/>
              <a:chOff x="1670194" y="975521"/>
              <a:chExt cx="2158803" cy="1245766"/>
            </a:xfrm>
          </p:grpSpPr>
          <p:sp>
            <p:nvSpPr>
              <p:cNvPr id="36" name="矩形 35"/>
              <p:cNvSpPr>
                <a:spLocks noChangeArrowheads="1"/>
              </p:cNvSpPr>
              <p:nvPr/>
            </p:nvSpPr>
            <p:spPr bwMode="auto">
              <a:xfrm>
                <a:off x="2048777" y="975521"/>
                <a:ext cx="1401637" cy="588032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 lIns="68566" tIns="34283" rIns="68566" bIns="34283">
                <a:spAutoFit/>
              </a:bodyPr>
              <a:lstStyle/>
              <a:p>
                <a:pPr algn="ctr">
                  <a:lnSpc>
                    <a:spcPct val="158000"/>
                  </a:lnSpc>
                </a:pPr>
                <a:r>
                  <a:rPr lang="zh-CN" altLang="en-US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添加标题</a:t>
                </a:r>
                <a:endParaRPr lang="en-US" altLang="zh-CN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7" name="矩形 47"/>
              <p:cNvSpPr>
                <a:spLocks noChangeArrowheads="1"/>
              </p:cNvSpPr>
              <p:nvPr/>
            </p:nvSpPr>
            <p:spPr bwMode="auto">
              <a:xfrm>
                <a:off x="1670194" y="1561120"/>
                <a:ext cx="2158803" cy="66016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 lIns="68566" tIns="34283" rIns="68566" bIns="34283">
                <a:spAutoFit/>
              </a:bodyPr>
              <a:lstStyle/>
              <a:p>
                <a:pPr algn="ctr">
                  <a:lnSpc>
                    <a:spcPts val="2400"/>
                  </a:lnSpc>
                </a:pPr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单击此处输入正文</a:t>
                </a:r>
                <a:endParaRPr lang="zh-CN" alt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  <a:p>
                <a:pPr algn="ctr">
                  <a:lnSpc>
                    <a:spcPts val="2400"/>
                  </a:lnSpc>
                </a:pPr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简意赅阐述观点</a:t>
                </a:r>
                <a:endParaRPr lang="zh-CN" alt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48" name="组合 47"/>
          <p:cNvGrpSpPr/>
          <p:nvPr/>
        </p:nvGrpSpPr>
        <p:grpSpPr>
          <a:xfrm>
            <a:off x="3759542" y="2550427"/>
            <a:ext cx="2158803" cy="3244128"/>
            <a:chOff x="3759542" y="2550427"/>
            <a:chExt cx="2158803" cy="3244128"/>
          </a:xfrm>
        </p:grpSpPr>
        <p:grpSp>
          <p:nvGrpSpPr>
            <p:cNvPr id="34" name="组合 33"/>
            <p:cNvGrpSpPr/>
            <p:nvPr/>
          </p:nvGrpSpPr>
          <p:grpSpPr>
            <a:xfrm>
              <a:off x="3960371" y="2550427"/>
              <a:ext cx="1757147" cy="1757147"/>
              <a:chOff x="3960371" y="2550427"/>
              <a:chExt cx="1757147" cy="1757147"/>
            </a:xfrm>
          </p:grpSpPr>
          <p:sp>
            <p:nvSpPr>
              <p:cNvPr id="11" name="椭圆 10"/>
              <p:cNvSpPr/>
              <p:nvPr/>
            </p:nvSpPr>
            <p:spPr>
              <a:xfrm>
                <a:off x="4087735" y="2677791"/>
                <a:ext cx="1502419" cy="150241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58000"/>
                  </a:lnSpc>
                </a:pPr>
                <a:endParaRPr lang="zh-CN" altLang="en-US" sz="4400" dirty="0">
                  <a:cs typeface="+mn-ea"/>
                  <a:sym typeface="+mn-lt"/>
                </a:endParaRPr>
              </a:p>
            </p:txBody>
          </p:sp>
          <p:sp>
            <p:nvSpPr>
              <p:cNvPr id="12" name="椭圆 11"/>
              <p:cNvSpPr/>
              <p:nvPr/>
            </p:nvSpPr>
            <p:spPr>
              <a:xfrm>
                <a:off x="3960371" y="2550427"/>
                <a:ext cx="1757147" cy="1757147"/>
              </a:xfrm>
              <a:prstGeom prst="ellipse">
                <a:avLst/>
              </a:prstGeom>
              <a:noFill/>
              <a:ln w="101600">
                <a:solidFill>
                  <a:schemeClr val="bg1">
                    <a:lumMod val="85000"/>
                    <a:alpha val="5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58000"/>
                  </a:lnSpc>
                </a:pPr>
                <a:endParaRPr lang="zh-CN" altLang="en-US" sz="4400" dirty="0">
                  <a:cs typeface="+mn-ea"/>
                  <a:sym typeface="+mn-lt"/>
                </a:endParaRPr>
              </a:p>
            </p:txBody>
          </p:sp>
          <p:sp>
            <p:nvSpPr>
              <p:cNvPr id="27" name="11538-3547513"/>
              <p:cNvSpPr/>
              <p:nvPr/>
            </p:nvSpPr>
            <p:spPr>
              <a:xfrm>
                <a:off x="4498663" y="3090113"/>
                <a:ext cx="680563" cy="677774"/>
              </a:xfrm>
              <a:custGeom>
                <a:avLst/>
                <a:gdLst>
                  <a:gd name="connsiteX0" fmla="*/ 380537 w 607462"/>
                  <a:gd name="connsiteY0" fmla="*/ 309351 h 604972"/>
                  <a:gd name="connsiteX1" fmla="*/ 564288 w 607462"/>
                  <a:gd name="connsiteY1" fmla="*/ 309351 h 604972"/>
                  <a:gd name="connsiteX2" fmla="*/ 607462 w 607462"/>
                  <a:gd name="connsiteY2" fmla="*/ 352532 h 604972"/>
                  <a:gd name="connsiteX3" fmla="*/ 594795 w 607462"/>
                  <a:gd name="connsiteY3" fmla="*/ 383043 h 604972"/>
                  <a:gd name="connsiteX4" fmla="*/ 523534 w 607462"/>
                  <a:gd name="connsiteY4" fmla="*/ 450851 h 604972"/>
                  <a:gd name="connsiteX5" fmla="*/ 523534 w 607462"/>
                  <a:gd name="connsiteY5" fmla="*/ 558281 h 604972"/>
                  <a:gd name="connsiteX6" fmla="*/ 508352 w 607462"/>
                  <a:gd name="connsiteY6" fmla="*/ 573465 h 604972"/>
                  <a:gd name="connsiteX7" fmla="*/ 493170 w 607462"/>
                  <a:gd name="connsiteY7" fmla="*/ 558281 h 604972"/>
                  <a:gd name="connsiteX8" fmla="*/ 493170 w 607462"/>
                  <a:gd name="connsiteY8" fmla="*/ 444303 h 604972"/>
                  <a:gd name="connsiteX9" fmla="*/ 497914 w 607462"/>
                  <a:gd name="connsiteY9" fmla="*/ 433294 h 604972"/>
                  <a:gd name="connsiteX10" fmla="*/ 573587 w 607462"/>
                  <a:gd name="connsiteY10" fmla="*/ 361310 h 604972"/>
                  <a:gd name="connsiteX11" fmla="*/ 577051 w 607462"/>
                  <a:gd name="connsiteY11" fmla="*/ 352532 h 604972"/>
                  <a:gd name="connsiteX12" fmla="*/ 564241 w 607462"/>
                  <a:gd name="connsiteY12" fmla="*/ 339720 h 604972"/>
                  <a:gd name="connsiteX13" fmla="*/ 380537 w 607462"/>
                  <a:gd name="connsiteY13" fmla="*/ 339720 h 604972"/>
                  <a:gd name="connsiteX14" fmla="*/ 367728 w 607462"/>
                  <a:gd name="connsiteY14" fmla="*/ 352532 h 604972"/>
                  <a:gd name="connsiteX15" fmla="*/ 371571 w 607462"/>
                  <a:gd name="connsiteY15" fmla="*/ 361642 h 604972"/>
                  <a:gd name="connsiteX16" fmla="*/ 441361 w 607462"/>
                  <a:gd name="connsiteY16" fmla="*/ 433863 h 604972"/>
                  <a:gd name="connsiteX17" fmla="*/ 445631 w 607462"/>
                  <a:gd name="connsiteY17" fmla="*/ 444445 h 604972"/>
                  <a:gd name="connsiteX18" fmla="*/ 445631 w 607462"/>
                  <a:gd name="connsiteY18" fmla="*/ 528339 h 604972"/>
                  <a:gd name="connsiteX19" fmla="*/ 430449 w 607462"/>
                  <a:gd name="connsiteY19" fmla="*/ 543524 h 604972"/>
                  <a:gd name="connsiteX20" fmla="*/ 415266 w 607462"/>
                  <a:gd name="connsiteY20" fmla="*/ 528339 h 604972"/>
                  <a:gd name="connsiteX21" fmla="*/ 415266 w 607462"/>
                  <a:gd name="connsiteY21" fmla="*/ 450566 h 604972"/>
                  <a:gd name="connsiteX22" fmla="*/ 349889 w 607462"/>
                  <a:gd name="connsiteY22" fmla="*/ 382948 h 604972"/>
                  <a:gd name="connsiteX23" fmla="*/ 337363 w 607462"/>
                  <a:gd name="connsiteY23" fmla="*/ 352532 h 604972"/>
                  <a:gd name="connsiteX24" fmla="*/ 380537 w 607462"/>
                  <a:gd name="connsiteY24" fmla="*/ 309351 h 604972"/>
                  <a:gd name="connsiteX25" fmla="*/ 29688 w 607462"/>
                  <a:gd name="connsiteY25" fmla="*/ 170913 h 604972"/>
                  <a:gd name="connsiteX26" fmla="*/ 29688 w 607462"/>
                  <a:gd name="connsiteY26" fmla="*/ 424499 h 604972"/>
                  <a:gd name="connsiteX27" fmla="*/ 261186 w 607462"/>
                  <a:gd name="connsiteY27" fmla="*/ 564009 h 604972"/>
                  <a:gd name="connsiteX28" fmla="*/ 261186 w 607462"/>
                  <a:gd name="connsiteY28" fmla="*/ 302404 h 604972"/>
                  <a:gd name="connsiteX29" fmla="*/ 276034 w 607462"/>
                  <a:gd name="connsiteY29" fmla="*/ 31497 h 604972"/>
                  <a:gd name="connsiteX30" fmla="*/ 46386 w 607462"/>
                  <a:gd name="connsiteY30" fmla="*/ 146285 h 604972"/>
                  <a:gd name="connsiteX31" fmla="*/ 276034 w 607462"/>
                  <a:gd name="connsiteY31" fmla="*/ 276589 h 604972"/>
                  <a:gd name="connsiteX32" fmla="*/ 505729 w 607462"/>
                  <a:gd name="connsiteY32" fmla="*/ 146285 h 604972"/>
                  <a:gd name="connsiteX33" fmla="*/ 269392 w 607462"/>
                  <a:gd name="connsiteY33" fmla="*/ 1602 h 604972"/>
                  <a:gd name="connsiteX34" fmla="*/ 282723 w 607462"/>
                  <a:gd name="connsiteY34" fmla="*/ 1602 h 604972"/>
                  <a:gd name="connsiteX35" fmla="*/ 543822 w 607462"/>
                  <a:gd name="connsiteY35" fmla="*/ 132192 h 604972"/>
                  <a:gd name="connsiteX36" fmla="*/ 551887 w 607462"/>
                  <a:gd name="connsiteY36" fmla="*/ 147044 h 604972"/>
                  <a:gd name="connsiteX37" fmla="*/ 545625 w 607462"/>
                  <a:gd name="connsiteY37" fmla="*/ 156867 h 604972"/>
                  <a:gd name="connsiteX38" fmla="*/ 521953 w 607462"/>
                  <a:gd name="connsiteY38" fmla="*/ 171197 h 604972"/>
                  <a:gd name="connsiteX39" fmla="*/ 290929 w 607462"/>
                  <a:gd name="connsiteY39" fmla="*/ 302404 h 604972"/>
                  <a:gd name="connsiteX40" fmla="*/ 290929 w 607462"/>
                  <a:gd name="connsiteY40" fmla="*/ 564768 h 604972"/>
                  <a:gd name="connsiteX41" fmla="*/ 297001 w 607462"/>
                  <a:gd name="connsiteY41" fmla="*/ 561447 h 604972"/>
                  <a:gd name="connsiteX42" fmla="*/ 297001 w 607462"/>
                  <a:gd name="connsiteY42" fmla="*/ 561589 h 604972"/>
                  <a:gd name="connsiteX43" fmla="*/ 355730 w 607462"/>
                  <a:gd name="connsiteY43" fmla="*/ 527423 h 604972"/>
                  <a:gd name="connsiteX44" fmla="*/ 376413 w 607462"/>
                  <a:gd name="connsiteY44" fmla="*/ 533070 h 604972"/>
                  <a:gd name="connsiteX45" fmla="*/ 370910 w 607462"/>
                  <a:gd name="connsiteY45" fmla="*/ 553854 h 604972"/>
                  <a:gd name="connsiteX46" fmla="*/ 285901 w 607462"/>
                  <a:gd name="connsiteY46" fmla="*/ 603062 h 604972"/>
                  <a:gd name="connsiteX47" fmla="*/ 278269 w 607462"/>
                  <a:gd name="connsiteY47" fmla="*/ 604972 h 604972"/>
                  <a:gd name="connsiteX48" fmla="*/ 275022 w 607462"/>
                  <a:gd name="connsiteY48" fmla="*/ 604098 h 604972"/>
                  <a:gd name="connsiteX49" fmla="*/ 275017 w 607462"/>
                  <a:gd name="connsiteY49" fmla="*/ 604097 h 604972"/>
                  <a:gd name="connsiteX50" fmla="*/ 267115 w 607462"/>
                  <a:gd name="connsiteY50" fmla="*/ 601971 h 604972"/>
                  <a:gd name="connsiteX51" fmla="*/ 7202 w 607462"/>
                  <a:gd name="connsiteY51" fmla="*/ 445568 h 604972"/>
                  <a:gd name="connsiteX52" fmla="*/ 86 w 607462"/>
                  <a:gd name="connsiteY52" fmla="*/ 432850 h 604972"/>
                  <a:gd name="connsiteX53" fmla="*/ 86 w 607462"/>
                  <a:gd name="connsiteY53" fmla="*/ 154209 h 604972"/>
                  <a:gd name="connsiteX54" fmla="*/ 8293 w 607462"/>
                  <a:gd name="connsiteY54" fmla="*/ 132192 h 6049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</a:cxnLst>
                <a:rect l="l" t="t" r="r" b="b"/>
                <a:pathLst>
                  <a:path w="607462" h="604972">
                    <a:moveTo>
                      <a:pt x="380537" y="309351"/>
                    </a:moveTo>
                    <a:lnTo>
                      <a:pt x="564288" y="309351"/>
                    </a:lnTo>
                    <a:cubicBezTo>
                      <a:pt x="588058" y="309351"/>
                      <a:pt x="607462" y="328711"/>
                      <a:pt x="607462" y="352532"/>
                    </a:cubicBezTo>
                    <a:cubicBezTo>
                      <a:pt x="607462" y="364062"/>
                      <a:pt x="602955" y="374881"/>
                      <a:pt x="594795" y="383043"/>
                    </a:cubicBezTo>
                    <a:lnTo>
                      <a:pt x="523534" y="450851"/>
                    </a:lnTo>
                    <a:lnTo>
                      <a:pt x="523534" y="558281"/>
                    </a:lnTo>
                    <a:cubicBezTo>
                      <a:pt x="523534" y="566680"/>
                      <a:pt x="516749" y="573465"/>
                      <a:pt x="508352" y="573465"/>
                    </a:cubicBezTo>
                    <a:cubicBezTo>
                      <a:pt x="499954" y="573465"/>
                      <a:pt x="493170" y="566680"/>
                      <a:pt x="493170" y="558281"/>
                    </a:cubicBezTo>
                    <a:lnTo>
                      <a:pt x="493170" y="444303"/>
                    </a:lnTo>
                    <a:cubicBezTo>
                      <a:pt x="493170" y="440174"/>
                      <a:pt x="494878" y="436189"/>
                      <a:pt x="497914" y="433294"/>
                    </a:cubicBezTo>
                    <a:lnTo>
                      <a:pt x="573587" y="361310"/>
                    </a:lnTo>
                    <a:cubicBezTo>
                      <a:pt x="575770" y="359127"/>
                      <a:pt x="577051" y="355996"/>
                      <a:pt x="577051" y="352532"/>
                    </a:cubicBezTo>
                    <a:cubicBezTo>
                      <a:pt x="577051" y="345461"/>
                      <a:pt x="571310" y="339720"/>
                      <a:pt x="564241" y="339720"/>
                    </a:cubicBezTo>
                    <a:lnTo>
                      <a:pt x="380537" y="339720"/>
                    </a:lnTo>
                    <a:cubicBezTo>
                      <a:pt x="373468" y="339720"/>
                      <a:pt x="367728" y="345461"/>
                      <a:pt x="367728" y="352532"/>
                    </a:cubicBezTo>
                    <a:cubicBezTo>
                      <a:pt x="367728" y="355996"/>
                      <a:pt x="369056" y="359127"/>
                      <a:pt x="371571" y="361642"/>
                    </a:cubicBezTo>
                    <a:lnTo>
                      <a:pt x="441361" y="433863"/>
                    </a:lnTo>
                    <a:cubicBezTo>
                      <a:pt x="444112" y="436710"/>
                      <a:pt x="445631" y="440507"/>
                      <a:pt x="445631" y="444445"/>
                    </a:cubicBezTo>
                    <a:lnTo>
                      <a:pt x="445631" y="528339"/>
                    </a:lnTo>
                    <a:cubicBezTo>
                      <a:pt x="445631" y="536738"/>
                      <a:pt x="438846" y="543524"/>
                      <a:pt x="430449" y="543524"/>
                    </a:cubicBezTo>
                    <a:cubicBezTo>
                      <a:pt x="422051" y="543524"/>
                      <a:pt x="415266" y="536738"/>
                      <a:pt x="415266" y="528339"/>
                    </a:cubicBezTo>
                    <a:lnTo>
                      <a:pt x="415266" y="450566"/>
                    </a:lnTo>
                    <a:lnTo>
                      <a:pt x="349889" y="382948"/>
                    </a:lnTo>
                    <a:cubicBezTo>
                      <a:pt x="341871" y="374929"/>
                      <a:pt x="337363" y="364062"/>
                      <a:pt x="337363" y="352532"/>
                    </a:cubicBezTo>
                    <a:cubicBezTo>
                      <a:pt x="337363" y="328759"/>
                      <a:pt x="356721" y="309351"/>
                      <a:pt x="380537" y="309351"/>
                    </a:cubicBezTo>
                    <a:close/>
                    <a:moveTo>
                      <a:pt x="29688" y="170913"/>
                    </a:moveTo>
                    <a:lnTo>
                      <a:pt x="29688" y="424499"/>
                    </a:lnTo>
                    <a:lnTo>
                      <a:pt x="261186" y="564009"/>
                    </a:lnTo>
                    <a:lnTo>
                      <a:pt x="261186" y="302404"/>
                    </a:lnTo>
                    <a:close/>
                    <a:moveTo>
                      <a:pt x="276034" y="31497"/>
                    </a:moveTo>
                    <a:lnTo>
                      <a:pt x="46386" y="146285"/>
                    </a:lnTo>
                    <a:lnTo>
                      <a:pt x="276034" y="276589"/>
                    </a:lnTo>
                    <a:lnTo>
                      <a:pt x="505729" y="146285"/>
                    </a:lnTo>
                    <a:close/>
                    <a:moveTo>
                      <a:pt x="269392" y="1602"/>
                    </a:moveTo>
                    <a:cubicBezTo>
                      <a:pt x="273614" y="-533"/>
                      <a:pt x="278501" y="-533"/>
                      <a:pt x="282723" y="1602"/>
                    </a:cubicBezTo>
                    <a:lnTo>
                      <a:pt x="543822" y="132192"/>
                    </a:lnTo>
                    <a:cubicBezTo>
                      <a:pt x="549752" y="135229"/>
                      <a:pt x="552503" y="141302"/>
                      <a:pt x="551887" y="147044"/>
                    </a:cubicBezTo>
                    <a:cubicBezTo>
                      <a:pt x="551270" y="149844"/>
                      <a:pt x="550369" y="153782"/>
                      <a:pt x="545625" y="156867"/>
                    </a:cubicBezTo>
                    <a:lnTo>
                      <a:pt x="521953" y="171197"/>
                    </a:lnTo>
                    <a:lnTo>
                      <a:pt x="290929" y="302404"/>
                    </a:lnTo>
                    <a:lnTo>
                      <a:pt x="290929" y="564768"/>
                    </a:lnTo>
                    <a:lnTo>
                      <a:pt x="297001" y="561447"/>
                    </a:lnTo>
                    <a:lnTo>
                      <a:pt x="297001" y="561589"/>
                    </a:lnTo>
                    <a:lnTo>
                      <a:pt x="355730" y="527423"/>
                    </a:lnTo>
                    <a:cubicBezTo>
                      <a:pt x="362893" y="523342"/>
                      <a:pt x="372286" y="525762"/>
                      <a:pt x="376413" y="533070"/>
                    </a:cubicBezTo>
                    <a:cubicBezTo>
                      <a:pt x="380635" y="540283"/>
                      <a:pt x="378216" y="549631"/>
                      <a:pt x="370910" y="553854"/>
                    </a:cubicBezTo>
                    <a:lnTo>
                      <a:pt x="285901" y="603062"/>
                    </a:lnTo>
                    <a:cubicBezTo>
                      <a:pt x="283790" y="604130"/>
                      <a:pt x="281323" y="604960"/>
                      <a:pt x="278269" y="604972"/>
                    </a:cubicBezTo>
                    <a:lnTo>
                      <a:pt x="275022" y="604098"/>
                    </a:lnTo>
                    <a:lnTo>
                      <a:pt x="275017" y="604097"/>
                    </a:lnTo>
                    <a:lnTo>
                      <a:pt x="267115" y="601971"/>
                    </a:lnTo>
                    <a:cubicBezTo>
                      <a:pt x="262704" y="600025"/>
                      <a:pt x="7202" y="445568"/>
                      <a:pt x="7202" y="445568"/>
                    </a:cubicBezTo>
                    <a:cubicBezTo>
                      <a:pt x="2790" y="442863"/>
                      <a:pt x="86" y="437975"/>
                      <a:pt x="86" y="432850"/>
                    </a:cubicBezTo>
                    <a:lnTo>
                      <a:pt x="86" y="154209"/>
                    </a:lnTo>
                    <a:cubicBezTo>
                      <a:pt x="86" y="152691"/>
                      <a:pt x="-1432" y="138550"/>
                      <a:pt x="8293" y="13219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38" name="组合 37"/>
            <p:cNvGrpSpPr/>
            <p:nvPr/>
          </p:nvGrpSpPr>
          <p:grpSpPr>
            <a:xfrm>
              <a:off x="3759542" y="4552700"/>
              <a:ext cx="2158803" cy="1241855"/>
              <a:chOff x="1670194" y="975521"/>
              <a:chExt cx="2158803" cy="1241855"/>
            </a:xfrm>
          </p:grpSpPr>
          <p:sp>
            <p:nvSpPr>
              <p:cNvPr id="39" name="矩形 38"/>
              <p:cNvSpPr>
                <a:spLocks noChangeArrowheads="1"/>
              </p:cNvSpPr>
              <p:nvPr/>
            </p:nvSpPr>
            <p:spPr bwMode="auto">
              <a:xfrm>
                <a:off x="2048777" y="975521"/>
                <a:ext cx="1401637" cy="588032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 lIns="68566" tIns="34283" rIns="68566" bIns="34283">
                <a:spAutoFit/>
              </a:bodyPr>
              <a:lstStyle/>
              <a:p>
                <a:pPr algn="ctr">
                  <a:lnSpc>
                    <a:spcPct val="158000"/>
                  </a:lnSpc>
                </a:pPr>
                <a:r>
                  <a:rPr lang="zh-CN" altLang="en-US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添加标题</a:t>
                </a:r>
                <a:endParaRPr lang="en-US" altLang="zh-CN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40" name="矩形 47"/>
              <p:cNvSpPr>
                <a:spLocks noChangeArrowheads="1"/>
              </p:cNvSpPr>
              <p:nvPr/>
            </p:nvSpPr>
            <p:spPr bwMode="auto">
              <a:xfrm>
                <a:off x="1670194" y="1561120"/>
                <a:ext cx="2158803" cy="65625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 lIns="68566" tIns="34283" rIns="68566" bIns="34283">
                <a:spAutoFit/>
              </a:bodyPr>
              <a:lstStyle/>
              <a:p>
                <a:pPr algn="ctr">
                  <a:lnSpc>
                    <a:spcPts val="2400"/>
                  </a:lnSpc>
                </a:pPr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单击此处输入正文</a:t>
                </a:r>
                <a:endParaRPr lang="zh-CN" alt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  <a:p>
                <a:pPr algn="ctr">
                  <a:lnSpc>
                    <a:spcPts val="2400"/>
                  </a:lnSpc>
                </a:pPr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简意赅阐述观点</a:t>
                </a:r>
                <a:endParaRPr lang="zh-CN" alt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49" name="组合 48"/>
          <p:cNvGrpSpPr/>
          <p:nvPr/>
        </p:nvGrpSpPr>
        <p:grpSpPr>
          <a:xfrm>
            <a:off x="6313529" y="921529"/>
            <a:ext cx="2158803" cy="3386045"/>
            <a:chOff x="6313529" y="921529"/>
            <a:chExt cx="2158803" cy="3386045"/>
          </a:xfrm>
        </p:grpSpPr>
        <p:grpSp>
          <p:nvGrpSpPr>
            <p:cNvPr id="32" name="组合 31"/>
            <p:cNvGrpSpPr/>
            <p:nvPr/>
          </p:nvGrpSpPr>
          <p:grpSpPr>
            <a:xfrm>
              <a:off x="6514358" y="2550427"/>
              <a:ext cx="1757147" cy="1757147"/>
              <a:chOff x="6514358" y="2550427"/>
              <a:chExt cx="1757147" cy="1757147"/>
            </a:xfrm>
          </p:grpSpPr>
          <p:sp>
            <p:nvSpPr>
              <p:cNvPr id="16" name="椭圆 15"/>
              <p:cNvSpPr/>
              <p:nvPr/>
            </p:nvSpPr>
            <p:spPr>
              <a:xfrm>
                <a:off x="6641722" y="2677791"/>
                <a:ext cx="1502419" cy="150241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58000"/>
                  </a:lnSpc>
                </a:pPr>
                <a:endParaRPr lang="zh-CN" altLang="en-US" sz="4400" dirty="0">
                  <a:cs typeface="+mn-ea"/>
                  <a:sym typeface="+mn-lt"/>
                </a:endParaRPr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6514358" y="2550427"/>
                <a:ext cx="1757147" cy="1757147"/>
              </a:xfrm>
              <a:prstGeom prst="ellipse">
                <a:avLst/>
              </a:prstGeom>
              <a:noFill/>
              <a:ln w="101600">
                <a:solidFill>
                  <a:schemeClr val="bg1">
                    <a:lumMod val="85000"/>
                    <a:alpha val="5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58000"/>
                  </a:lnSpc>
                </a:pPr>
                <a:endParaRPr lang="zh-CN" altLang="en-US" sz="4400" dirty="0">
                  <a:cs typeface="+mn-ea"/>
                  <a:sym typeface="+mn-lt"/>
                </a:endParaRPr>
              </a:p>
            </p:txBody>
          </p:sp>
          <p:sp>
            <p:nvSpPr>
              <p:cNvPr id="30" name="图形 76"/>
              <p:cNvSpPr/>
              <p:nvPr/>
            </p:nvSpPr>
            <p:spPr>
              <a:xfrm>
                <a:off x="7095915" y="3156598"/>
                <a:ext cx="594033" cy="544804"/>
              </a:xfrm>
              <a:custGeom>
                <a:avLst/>
                <a:gdLst>
                  <a:gd name="connsiteX0" fmla="*/ 1304665 w 1346894"/>
                  <a:gd name="connsiteY0" fmla="*/ 109389 h 1235273"/>
                  <a:gd name="connsiteX1" fmla="*/ 1087748 w 1346894"/>
                  <a:gd name="connsiteY1" fmla="*/ 109389 h 1235273"/>
                  <a:gd name="connsiteX2" fmla="*/ 941338 w 1346894"/>
                  <a:gd name="connsiteY2" fmla="*/ 0 h 1235273"/>
                  <a:gd name="connsiteX3" fmla="*/ 794928 w 1346894"/>
                  <a:gd name="connsiteY3" fmla="*/ 109389 h 1235273"/>
                  <a:gd name="connsiteX4" fmla="*/ 42230 w 1346894"/>
                  <a:gd name="connsiteY4" fmla="*/ 109389 h 1235273"/>
                  <a:gd name="connsiteX5" fmla="*/ 0 w 1346894"/>
                  <a:gd name="connsiteY5" fmla="*/ 151619 h 1235273"/>
                  <a:gd name="connsiteX6" fmla="*/ 42230 w 1346894"/>
                  <a:gd name="connsiteY6" fmla="*/ 193849 h 1235273"/>
                  <a:gd name="connsiteX7" fmla="*/ 794556 w 1346894"/>
                  <a:gd name="connsiteY7" fmla="*/ 193849 h 1235273"/>
                  <a:gd name="connsiteX8" fmla="*/ 941338 w 1346894"/>
                  <a:gd name="connsiteY8" fmla="*/ 305098 h 1235273"/>
                  <a:gd name="connsiteX9" fmla="*/ 1088120 w 1346894"/>
                  <a:gd name="connsiteY9" fmla="*/ 193849 h 1235273"/>
                  <a:gd name="connsiteX10" fmla="*/ 1304665 w 1346894"/>
                  <a:gd name="connsiteY10" fmla="*/ 193849 h 1235273"/>
                  <a:gd name="connsiteX11" fmla="*/ 1346895 w 1346894"/>
                  <a:gd name="connsiteY11" fmla="*/ 151619 h 1235273"/>
                  <a:gd name="connsiteX12" fmla="*/ 1304665 w 1346894"/>
                  <a:gd name="connsiteY12" fmla="*/ 109389 h 1235273"/>
                  <a:gd name="connsiteX13" fmla="*/ 941338 w 1346894"/>
                  <a:gd name="connsiteY13" fmla="*/ 220638 h 1235273"/>
                  <a:gd name="connsiteX14" fmla="*/ 887202 w 1346894"/>
                  <a:gd name="connsiteY14" fmla="*/ 193849 h 1235273"/>
                  <a:gd name="connsiteX15" fmla="*/ 885713 w 1346894"/>
                  <a:gd name="connsiteY15" fmla="*/ 191988 h 1235273"/>
                  <a:gd name="connsiteX16" fmla="*/ 885341 w 1346894"/>
                  <a:gd name="connsiteY16" fmla="*/ 191616 h 1235273"/>
                  <a:gd name="connsiteX17" fmla="*/ 884039 w 1346894"/>
                  <a:gd name="connsiteY17" fmla="*/ 189756 h 1235273"/>
                  <a:gd name="connsiteX18" fmla="*/ 883667 w 1346894"/>
                  <a:gd name="connsiteY18" fmla="*/ 189198 h 1235273"/>
                  <a:gd name="connsiteX19" fmla="*/ 882365 w 1346894"/>
                  <a:gd name="connsiteY19" fmla="*/ 187151 h 1235273"/>
                  <a:gd name="connsiteX20" fmla="*/ 882179 w 1346894"/>
                  <a:gd name="connsiteY20" fmla="*/ 186965 h 1235273"/>
                  <a:gd name="connsiteX21" fmla="*/ 878830 w 1346894"/>
                  <a:gd name="connsiteY21" fmla="*/ 180454 h 1235273"/>
                  <a:gd name="connsiteX22" fmla="*/ 878458 w 1346894"/>
                  <a:gd name="connsiteY22" fmla="*/ 179710 h 1235273"/>
                  <a:gd name="connsiteX23" fmla="*/ 877714 w 1346894"/>
                  <a:gd name="connsiteY23" fmla="*/ 178036 h 1235273"/>
                  <a:gd name="connsiteX24" fmla="*/ 877342 w 1346894"/>
                  <a:gd name="connsiteY24" fmla="*/ 176919 h 1235273"/>
                  <a:gd name="connsiteX25" fmla="*/ 876784 w 1346894"/>
                  <a:gd name="connsiteY25" fmla="*/ 175245 h 1235273"/>
                  <a:gd name="connsiteX26" fmla="*/ 876412 w 1346894"/>
                  <a:gd name="connsiteY26" fmla="*/ 173943 h 1235273"/>
                  <a:gd name="connsiteX27" fmla="*/ 875854 w 1346894"/>
                  <a:gd name="connsiteY27" fmla="*/ 172455 h 1235273"/>
                  <a:gd name="connsiteX28" fmla="*/ 875295 w 1346894"/>
                  <a:gd name="connsiteY28" fmla="*/ 170780 h 1235273"/>
                  <a:gd name="connsiteX29" fmla="*/ 874923 w 1346894"/>
                  <a:gd name="connsiteY29" fmla="*/ 169106 h 1235273"/>
                  <a:gd name="connsiteX30" fmla="*/ 874365 w 1346894"/>
                  <a:gd name="connsiteY30" fmla="*/ 166688 h 1235273"/>
                  <a:gd name="connsiteX31" fmla="*/ 874179 w 1346894"/>
                  <a:gd name="connsiteY31" fmla="*/ 165571 h 1235273"/>
                  <a:gd name="connsiteX32" fmla="*/ 873807 w 1346894"/>
                  <a:gd name="connsiteY32" fmla="*/ 163711 h 1235273"/>
                  <a:gd name="connsiteX33" fmla="*/ 873621 w 1346894"/>
                  <a:gd name="connsiteY33" fmla="*/ 162409 h 1235273"/>
                  <a:gd name="connsiteX34" fmla="*/ 873435 w 1346894"/>
                  <a:gd name="connsiteY34" fmla="*/ 160548 h 1235273"/>
                  <a:gd name="connsiteX35" fmla="*/ 873249 w 1346894"/>
                  <a:gd name="connsiteY35" fmla="*/ 159246 h 1235273"/>
                  <a:gd name="connsiteX36" fmla="*/ 873063 w 1346894"/>
                  <a:gd name="connsiteY36" fmla="*/ 157014 h 1235273"/>
                  <a:gd name="connsiteX37" fmla="*/ 873063 w 1346894"/>
                  <a:gd name="connsiteY37" fmla="*/ 155897 h 1235273"/>
                  <a:gd name="connsiteX38" fmla="*/ 873063 w 1346894"/>
                  <a:gd name="connsiteY38" fmla="*/ 152735 h 1235273"/>
                  <a:gd name="connsiteX39" fmla="*/ 873063 w 1346894"/>
                  <a:gd name="connsiteY39" fmla="*/ 149386 h 1235273"/>
                  <a:gd name="connsiteX40" fmla="*/ 873063 w 1346894"/>
                  <a:gd name="connsiteY40" fmla="*/ 148270 h 1235273"/>
                  <a:gd name="connsiteX41" fmla="*/ 873249 w 1346894"/>
                  <a:gd name="connsiteY41" fmla="*/ 146038 h 1235273"/>
                  <a:gd name="connsiteX42" fmla="*/ 873435 w 1346894"/>
                  <a:gd name="connsiteY42" fmla="*/ 144735 h 1235273"/>
                  <a:gd name="connsiteX43" fmla="*/ 873621 w 1346894"/>
                  <a:gd name="connsiteY43" fmla="*/ 142875 h 1235273"/>
                  <a:gd name="connsiteX44" fmla="*/ 873807 w 1346894"/>
                  <a:gd name="connsiteY44" fmla="*/ 141573 h 1235273"/>
                  <a:gd name="connsiteX45" fmla="*/ 874179 w 1346894"/>
                  <a:gd name="connsiteY45" fmla="*/ 139712 h 1235273"/>
                  <a:gd name="connsiteX46" fmla="*/ 874365 w 1346894"/>
                  <a:gd name="connsiteY46" fmla="*/ 138410 h 1235273"/>
                  <a:gd name="connsiteX47" fmla="*/ 874737 w 1346894"/>
                  <a:gd name="connsiteY47" fmla="*/ 136550 h 1235273"/>
                  <a:gd name="connsiteX48" fmla="*/ 875109 w 1346894"/>
                  <a:gd name="connsiteY48" fmla="*/ 135248 h 1235273"/>
                  <a:gd name="connsiteX49" fmla="*/ 875668 w 1346894"/>
                  <a:gd name="connsiteY49" fmla="*/ 133387 h 1235273"/>
                  <a:gd name="connsiteX50" fmla="*/ 876040 w 1346894"/>
                  <a:gd name="connsiteY50" fmla="*/ 132271 h 1235273"/>
                  <a:gd name="connsiteX51" fmla="*/ 876970 w 1346894"/>
                  <a:gd name="connsiteY51" fmla="*/ 129294 h 1235273"/>
                  <a:gd name="connsiteX52" fmla="*/ 877342 w 1346894"/>
                  <a:gd name="connsiteY52" fmla="*/ 128364 h 1235273"/>
                  <a:gd name="connsiteX53" fmla="*/ 878086 w 1346894"/>
                  <a:gd name="connsiteY53" fmla="*/ 126504 h 1235273"/>
                  <a:gd name="connsiteX54" fmla="*/ 878644 w 1346894"/>
                  <a:gd name="connsiteY54" fmla="*/ 125202 h 1235273"/>
                  <a:gd name="connsiteX55" fmla="*/ 879388 w 1346894"/>
                  <a:gd name="connsiteY55" fmla="*/ 123713 h 1235273"/>
                  <a:gd name="connsiteX56" fmla="*/ 880132 w 1346894"/>
                  <a:gd name="connsiteY56" fmla="*/ 122411 h 1235273"/>
                  <a:gd name="connsiteX57" fmla="*/ 880876 w 1346894"/>
                  <a:gd name="connsiteY57" fmla="*/ 121109 h 1235273"/>
                  <a:gd name="connsiteX58" fmla="*/ 881621 w 1346894"/>
                  <a:gd name="connsiteY58" fmla="*/ 119807 h 1235273"/>
                  <a:gd name="connsiteX59" fmla="*/ 882365 w 1346894"/>
                  <a:gd name="connsiteY59" fmla="*/ 118504 h 1235273"/>
                  <a:gd name="connsiteX60" fmla="*/ 883109 w 1346894"/>
                  <a:gd name="connsiteY60" fmla="*/ 117202 h 1235273"/>
                  <a:gd name="connsiteX61" fmla="*/ 883853 w 1346894"/>
                  <a:gd name="connsiteY61" fmla="*/ 115900 h 1235273"/>
                  <a:gd name="connsiteX62" fmla="*/ 884783 w 1346894"/>
                  <a:gd name="connsiteY62" fmla="*/ 114598 h 1235273"/>
                  <a:gd name="connsiteX63" fmla="*/ 885713 w 1346894"/>
                  <a:gd name="connsiteY63" fmla="*/ 113481 h 1235273"/>
                  <a:gd name="connsiteX64" fmla="*/ 886644 w 1346894"/>
                  <a:gd name="connsiteY64" fmla="*/ 112179 h 1235273"/>
                  <a:gd name="connsiteX65" fmla="*/ 887946 w 1346894"/>
                  <a:gd name="connsiteY65" fmla="*/ 110505 h 1235273"/>
                  <a:gd name="connsiteX66" fmla="*/ 888318 w 1346894"/>
                  <a:gd name="connsiteY66" fmla="*/ 109947 h 1235273"/>
                  <a:gd name="connsiteX67" fmla="*/ 940966 w 1346894"/>
                  <a:gd name="connsiteY67" fmla="*/ 85018 h 1235273"/>
                  <a:gd name="connsiteX68" fmla="*/ 993614 w 1346894"/>
                  <a:gd name="connsiteY68" fmla="*/ 109947 h 1235273"/>
                  <a:gd name="connsiteX69" fmla="*/ 993986 w 1346894"/>
                  <a:gd name="connsiteY69" fmla="*/ 110505 h 1235273"/>
                  <a:gd name="connsiteX70" fmla="*/ 995288 w 1346894"/>
                  <a:gd name="connsiteY70" fmla="*/ 112179 h 1235273"/>
                  <a:gd name="connsiteX71" fmla="*/ 996218 w 1346894"/>
                  <a:gd name="connsiteY71" fmla="*/ 113481 h 1235273"/>
                  <a:gd name="connsiteX72" fmla="*/ 997148 w 1346894"/>
                  <a:gd name="connsiteY72" fmla="*/ 114598 h 1235273"/>
                  <a:gd name="connsiteX73" fmla="*/ 998079 w 1346894"/>
                  <a:gd name="connsiteY73" fmla="*/ 115900 h 1235273"/>
                  <a:gd name="connsiteX74" fmla="*/ 998823 w 1346894"/>
                  <a:gd name="connsiteY74" fmla="*/ 117202 h 1235273"/>
                  <a:gd name="connsiteX75" fmla="*/ 999567 w 1346894"/>
                  <a:gd name="connsiteY75" fmla="*/ 118504 h 1235273"/>
                  <a:gd name="connsiteX76" fmla="*/ 1000311 w 1346894"/>
                  <a:gd name="connsiteY76" fmla="*/ 119807 h 1235273"/>
                  <a:gd name="connsiteX77" fmla="*/ 1001055 w 1346894"/>
                  <a:gd name="connsiteY77" fmla="*/ 121109 h 1235273"/>
                  <a:gd name="connsiteX78" fmla="*/ 1001799 w 1346894"/>
                  <a:gd name="connsiteY78" fmla="*/ 122411 h 1235273"/>
                  <a:gd name="connsiteX79" fmla="*/ 1002544 w 1346894"/>
                  <a:gd name="connsiteY79" fmla="*/ 123713 h 1235273"/>
                  <a:gd name="connsiteX80" fmla="*/ 1003288 w 1346894"/>
                  <a:gd name="connsiteY80" fmla="*/ 125202 h 1235273"/>
                  <a:gd name="connsiteX81" fmla="*/ 1003846 w 1346894"/>
                  <a:gd name="connsiteY81" fmla="*/ 126504 h 1235273"/>
                  <a:gd name="connsiteX82" fmla="*/ 1004590 w 1346894"/>
                  <a:gd name="connsiteY82" fmla="*/ 128364 h 1235273"/>
                  <a:gd name="connsiteX83" fmla="*/ 1004962 w 1346894"/>
                  <a:gd name="connsiteY83" fmla="*/ 129294 h 1235273"/>
                  <a:gd name="connsiteX84" fmla="*/ 1005892 w 1346894"/>
                  <a:gd name="connsiteY84" fmla="*/ 132271 h 1235273"/>
                  <a:gd name="connsiteX85" fmla="*/ 1006264 w 1346894"/>
                  <a:gd name="connsiteY85" fmla="*/ 133387 h 1235273"/>
                  <a:gd name="connsiteX86" fmla="*/ 1006822 w 1346894"/>
                  <a:gd name="connsiteY86" fmla="*/ 135248 h 1235273"/>
                  <a:gd name="connsiteX87" fmla="*/ 1007194 w 1346894"/>
                  <a:gd name="connsiteY87" fmla="*/ 136550 h 1235273"/>
                  <a:gd name="connsiteX88" fmla="*/ 1007566 w 1346894"/>
                  <a:gd name="connsiteY88" fmla="*/ 138410 h 1235273"/>
                  <a:gd name="connsiteX89" fmla="*/ 1007752 w 1346894"/>
                  <a:gd name="connsiteY89" fmla="*/ 139712 h 1235273"/>
                  <a:gd name="connsiteX90" fmla="*/ 1008125 w 1346894"/>
                  <a:gd name="connsiteY90" fmla="*/ 141573 h 1235273"/>
                  <a:gd name="connsiteX91" fmla="*/ 1008311 w 1346894"/>
                  <a:gd name="connsiteY91" fmla="*/ 142875 h 1235273"/>
                  <a:gd name="connsiteX92" fmla="*/ 1008497 w 1346894"/>
                  <a:gd name="connsiteY92" fmla="*/ 144735 h 1235273"/>
                  <a:gd name="connsiteX93" fmla="*/ 1008683 w 1346894"/>
                  <a:gd name="connsiteY93" fmla="*/ 146038 h 1235273"/>
                  <a:gd name="connsiteX94" fmla="*/ 1008869 w 1346894"/>
                  <a:gd name="connsiteY94" fmla="*/ 148270 h 1235273"/>
                  <a:gd name="connsiteX95" fmla="*/ 1008869 w 1346894"/>
                  <a:gd name="connsiteY95" fmla="*/ 157014 h 1235273"/>
                  <a:gd name="connsiteX96" fmla="*/ 1008683 w 1346894"/>
                  <a:gd name="connsiteY96" fmla="*/ 159246 h 1235273"/>
                  <a:gd name="connsiteX97" fmla="*/ 1008497 w 1346894"/>
                  <a:gd name="connsiteY97" fmla="*/ 160548 h 1235273"/>
                  <a:gd name="connsiteX98" fmla="*/ 1008311 w 1346894"/>
                  <a:gd name="connsiteY98" fmla="*/ 162409 h 1235273"/>
                  <a:gd name="connsiteX99" fmla="*/ 1008125 w 1346894"/>
                  <a:gd name="connsiteY99" fmla="*/ 163711 h 1235273"/>
                  <a:gd name="connsiteX100" fmla="*/ 1007752 w 1346894"/>
                  <a:gd name="connsiteY100" fmla="*/ 165571 h 1235273"/>
                  <a:gd name="connsiteX101" fmla="*/ 1007566 w 1346894"/>
                  <a:gd name="connsiteY101" fmla="*/ 166688 h 1235273"/>
                  <a:gd name="connsiteX102" fmla="*/ 1007008 w 1346894"/>
                  <a:gd name="connsiteY102" fmla="*/ 169106 h 1235273"/>
                  <a:gd name="connsiteX103" fmla="*/ 1006636 w 1346894"/>
                  <a:gd name="connsiteY103" fmla="*/ 170780 h 1235273"/>
                  <a:gd name="connsiteX104" fmla="*/ 1006078 w 1346894"/>
                  <a:gd name="connsiteY104" fmla="*/ 172455 h 1235273"/>
                  <a:gd name="connsiteX105" fmla="*/ 1005520 w 1346894"/>
                  <a:gd name="connsiteY105" fmla="*/ 173943 h 1235273"/>
                  <a:gd name="connsiteX106" fmla="*/ 1005148 w 1346894"/>
                  <a:gd name="connsiteY106" fmla="*/ 175245 h 1235273"/>
                  <a:gd name="connsiteX107" fmla="*/ 1004590 w 1346894"/>
                  <a:gd name="connsiteY107" fmla="*/ 176919 h 1235273"/>
                  <a:gd name="connsiteX108" fmla="*/ 1004218 w 1346894"/>
                  <a:gd name="connsiteY108" fmla="*/ 178036 h 1235273"/>
                  <a:gd name="connsiteX109" fmla="*/ 1003474 w 1346894"/>
                  <a:gd name="connsiteY109" fmla="*/ 179710 h 1235273"/>
                  <a:gd name="connsiteX110" fmla="*/ 1003102 w 1346894"/>
                  <a:gd name="connsiteY110" fmla="*/ 180454 h 1235273"/>
                  <a:gd name="connsiteX111" fmla="*/ 999753 w 1346894"/>
                  <a:gd name="connsiteY111" fmla="*/ 186965 h 1235273"/>
                  <a:gd name="connsiteX112" fmla="*/ 999567 w 1346894"/>
                  <a:gd name="connsiteY112" fmla="*/ 187151 h 1235273"/>
                  <a:gd name="connsiteX113" fmla="*/ 998265 w 1346894"/>
                  <a:gd name="connsiteY113" fmla="*/ 189198 h 1235273"/>
                  <a:gd name="connsiteX114" fmla="*/ 997893 w 1346894"/>
                  <a:gd name="connsiteY114" fmla="*/ 189756 h 1235273"/>
                  <a:gd name="connsiteX115" fmla="*/ 996590 w 1346894"/>
                  <a:gd name="connsiteY115" fmla="*/ 191616 h 1235273"/>
                  <a:gd name="connsiteX116" fmla="*/ 996218 w 1346894"/>
                  <a:gd name="connsiteY116" fmla="*/ 191988 h 1235273"/>
                  <a:gd name="connsiteX117" fmla="*/ 994730 w 1346894"/>
                  <a:gd name="connsiteY117" fmla="*/ 193849 h 1235273"/>
                  <a:gd name="connsiteX118" fmla="*/ 941338 w 1346894"/>
                  <a:gd name="connsiteY118" fmla="*/ 220638 h 1235273"/>
                  <a:gd name="connsiteX119" fmla="*/ 1304665 w 1346894"/>
                  <a:gd name="connsiteY119" fmla="*/ 1039564 h 1235273"/>
                  <a:gd name="connsiteX120" fmla="*/ 1087748 w 1346894"/>
                  <a:gd name="connsiteY120" fmla="*/ 1039564 h 1235273"/>
                  <a:gd name="connsiteX121" fmla="*/ 941338 w 1346894"/>
                  <a:gd name="connsiteY121" fmla="*/ 930176 h 1235273"/>
                  <a:gd name="connsiteX122" fmla="*/ 794928 w 1346894"/>
                  <a:gd name="connsiteY122" fmla="*/ 1039564 h 1235273"/>
                  <a:gd name="connsiteX123" fmla="*/ 42230 w 1346894"/>
                  <a:gd name="connsiteY123" fmla="*/ 1039564 h 1235273"/>
                  <a:gd name="connsiteX124" fmla="*/ 0 w 1346894"/>
                  <a:gd name="connsiteY124" fmla="*/ 1081794 h 1235273"/>
                  <a:gd name="connsiteX125" fmla="*/ 42230 w 1346894"/>
                  <a:gd name="connsiteY125" fmla="*/ 1124024 h 1235273"/>
                  <a:gd name="connsiteX126" fmla="*/ 794556 w 1346894"/>
                  <a:gd name="connsiteY126" fmla="*/ 1124024 h 1235273"/>
                  <a:gd name="connsiteX127" fmla="*/ 941338 w 1346894"/>
                  <a:gd name="connsiteY127" fmla="*/ 1235274 h 1235273"/>
                  <a:gd name="connsiteX128" fmla="*/ 1088120 w 1346894"/>
                  <a:gd name="connsiteY128" fmla="*/ 1124024 h 1235273"/>
                  <a:gd name="connsiteX129" fmla="*/ 1304665 w 1346894"/>
                  <a:gd name="connsiteY129" fmla="*/ 1124024 h 1235273"/>
                  <a:gd name="connsiteX130" fmla="*/ 1346895 w 1346894"/>
                  <a:gd name="connsiteY130" fmla="*/ 1081794 h 1235273"/>
                  <a:gd name="connsiteX131" fmla="*/ 1304665 w 1346894"/>
                  <a:gd name="connsiteY131" fmla="*/ 1039564 h 1235273"/>
                  <a:gd name="connsiteX132" fmla="*/ 941338 w 1346894"/>
                  <a:gd name="connsiteY132" fmla="*/ 1150813 h 1235273"/>
                  <a:gd name="connsiteX133" fmla="*/ 887202 w 1346894"/>
                  <a:gd name="connsiteY133" fmla="*/ 1124024 h 1235273"/>
                  <a:gd name="connsiteX134" fmla="*/ 885713 w 1346894"/>
                  <a:gd name="connsiteY134" fmla="*/ 1122164 h 1235273"/>
                  <a:gd name="connsiteX135" fmla="*/ 885341 w 1346894"/>
                  <a:gd name="connsiteY135" fmla="*/ 1121792 h 1235273"/>
                  <a:gd name="connsiteX136" fmla="*/ 884039 w 1346894"/>
                  <a:gd name="connsiteY136" fmla="*/ 1119932 h 1235273"/>
                  <a:gd name="connsiteX137" fmla="*/ 883667 w 1346894"/>
                  <a:gd name="connsiteY137" fmla="*/ 1119374 h 1235273"/>
                  <a:gd name="connsiteX138" fmla="*/ 882365 w 1346894"/>
                  <a:gd name="connsiteY138" fmla="*/ 1117327 h 1235273"/>
                  <a:gd name="connsiteX139" fmla="*/ 882179 w 1346894"/>
                  <a:gd name="connsiteY139" fmla="*/ 1117141 h 1235273"/>
                  <a:gd name="connsiteX140" fmla="*/ 878830 w 1346894"/>
                  <a:gd name="connsiteY140" fmla="*/ 1110630 h 1235273"/>
                  <a:gd name="connsiteX141" fmla="*/ 878458 w 1346894"/>
                  <a:gd name="connsiteY141" fmla="*/ 1109886 h 1235273"/>
                  <a:gd name="connsiteX142" fmla="*/ 877714 w 1346894"/>
                  <a:gd name="connsiteY142" fmla="*/ 1108212 h 1235273"/>
                  <a:gd name="connsiteX143" fmla="*/ 877342 w 1346894"/>
                  <a:gd name="connsiteY143" fmla="*/ 1107095 h 1235273"/>
                  <a:gd name="connsiteX144" fmla="*/ 876784 w 1346894"/>
                  <a:gd name="connsiteY144" fmla="*/ 1105421 h 1235273"/>
                  <a:gd name="connsiteX145" fmla="*/ 876412 w 1346894"/>
                  <a:gd name="connsiteY145" fmla="*/ 1104119 h 1235273"/>
                  <a:gd name="connsiteX146" fmla="*/ 875854 w 1346894"/>
                  <a:gd name="connsiteY146" fmla="*/ 1102630 h 1235273"/>
                  <a:gd name="connsiteX147" fmla="*/ 875295 w 1346894"/>
                  <a:gd name="connsiteY147" fmla="*/ 1100956 h 1235273"/>
                  <a:gd name="connsiteX148" fmla="*/ 874923 w 1346894"/>
                  <a:gd name="connsiteY148" fmla="*/ 1099282 h 1235273"/>
                  <a:gd name="connsiteX149" fmla="*/ 874365 w 1346894"/>
                  <a:gd name="connsiteY149" fmla="*/ 1096863 h 1235273"/>
                  <a:gd name="connsiteX150" fmla="*/ 874179 w 1346894"/>
                  <a:gd name="connsiteY150" fmla="*/ 1095747 h 1235273"/>
                  <a:gd name="connsiteX151" fmla="*/ 873807 w 1346894"/>
                  <a:gd name="connsiteY151" fmla="*/ 1093887 h 1235273"/>
                  <a:gd name="connsiteX152" fmla="*/ 873621 w 1346894"/>
                  <a:gd name="connsiteY152" fmla="*/ 1092585 h 1235273"/>
                  <a:gd name="connsiteX153" fmla="*/ 873435 w 1346894"/>
                  <a:gd name="connsiteY153" fmla="*/ 1090724 h 1235273"/>
                  <a:gd name="connsiteX154" fmla="*/ 873249 w 1346894"/>
                  <a:gd name="connsiteY154" fmla="*/ 1089422 h 1235273"/>
                  <a:gd name="connsiteX155" fmla="*/ 873063 w 1346894"/>
                  <a:gd name="connsiteY155" fmla="*/ 1087190 h 1235273"/>
                  <a:gd name="connsiteX156" fmla="*/ 873063 w 1346894"/>
                  <a:gd name="connsiteY156" fmla="*/ 1086073 h 1235273"/>
                  <a:gd name="connsiteX157" fmla="*/ 873063 w 1346894"/>
                  <a:gd name="connsiteY157" fmla="*/ 1082911 h 1235273"/>
                  <a:gd name="connsiteX158" fmla="*/ 873063 w 1346894"/>
                  <a:gd name="connsiteY158" fmla="*/ 1079562 h 1235273"/>
                  <a:gd name="connsiteX159" fmla="*/ 873063 w 1346894"/>
                  <a:gd name="connsiteY159" fmla="*/ 1078446 h 1235273"/>
                  <a:gd name="connsiteX160" fmla="*/ 873249 w 1346894"/>
                  <a:gd name="connsiteY160" fmla="*/ 1076213 h 1235273"/>
                  <a:gd name="connsiteX161" fmla="*/ 873435 w 1346894"/>
                  <a:gd name="connsiteY161" fmla="*/ 1074911 h 1235273"/>
                  <a:gd name="connsiteX162" fmla="*/ 873621 w 1346894"/>
                  <a:gd name="connsiteY162" fmla="*/ 1072865 h 1235273"/>
                  <a:gd name="connsiteX163" fmla="*/ 873807 w 1346894"/>
                  <a:gd name="connsiteY163" fmla="*/ 1071563 h 1235273"/>
                  <a:gd name="connsiteX164" fmla="*/ 874179 w 1346894"/>
                  <a:gd name="connsiteY164" fmla="*/ 1069702 h 1235273"/>
                  <a:gd name="connsiteX165" fmla="*/ 874365 w 1346894"/>
                  <a:gd name="connsiteY165" fmla="*/ 1068400 h 1235273"/>
                  <a:gd name="connsiteX166" fmla="*/ 874737 w 1346894"/>
                  <a:gd name="connsiteY166" fmla="*/ 1066540 h 1235273"/>
                  <a:gd name="connsiteX167" fmla="*/ 875109 w 1346894"/>
                  <a:gd name="connsiteY167" fmla="*/ 1065237 h 1235273"/>
                  <a:gd name="connsiteX168" fmla="*/ 875668 w 1346894"/>
                  <a:gd name="connsiteY168" fmla="*/ 1063377 h 1235273"/>
                  <a:gd name="connsiteX169" fmla="*/ 876040 w 1346894"/>
                  <a:gd name="connsiteY169" fmla="*/ 1062261 h 1235273"/>
                  <a:gd name="connsiteX170" fmla="*/ 876970 w 1346894"/>
                  <a:gd name="connsiteY170" fmla="*/ 1059284 h 1235273"/>
                  <a:gd name="connsiteX171" fmla="*/ 877342 w 1346894"/>
                  <a:gd name="connsiteY171" fmla="*/ 1058354 h 1235273"/>
                  <a:gd name="connsiteX172" fmla="*/ 878086 w 1346894"/>
                  <a:gd name="connsiteY172" fmla="*/ 1056494 h 1235273"/>
                  <a:gd name="connsiteX173" fmla="*/ 878644 w 1346894"/>
                  <a:gd name="connsiteY173" fmla="*/ 1055191 h 1235273"/>
                  <a:gd name="connsiteX174" fmla="*/ 879388 w 1346894"/>
                  <a:gd name="connsiteY174" fmla="*/ 1053703 h 1235273"/>
                  <a:gd name="connsiteX175" fmla="*/ 880132 w 1346894"/>
                  <a:gd name="connsiteY175" fmla="*/ 1052401 h 1235273"/>
                  <a:gd name="connsiteX176" fmla="*/ 880876 w 1346894"/>
                  <a:gd name="connsiteY176" fmla="*/ 1051099 h 1235273"/>
                  <a:gd name="connsiteX177" fmla="*/ 881621 w 1346894"/>
                  <a:gd name="connsiteY177" fmla="*/ 1049796 h 1235273"/>
                  <a:gd name="connsiteX178" fmla="*/ 882365 w 1346894"/>
                  <a:gd name="connsiteY178" fmla="*/ 1048494 h 1235273"/>
                  <a:gd name="connsiteX179" fmla="*/ 883109 w 1346894"/>
                  <a:gd name="connsiteY179" fmla="*/ 1047192 h 1235273"/>
                  <a:gd name="connsiteX180" fmla="*/ 883853 w 1346894"/>
                  <a:gd name="connsiteY180" fmla="*/ 1045890 h 1235273"/>
                  <a:gd name="connsiteX181" fmla="*/ 884783 w 1346894"/>
                  <a:gd name="connsiteY181" fmla="*/ 1044587 h 1235273"/>
                  <a:gd name="connsiteX182" fmla="*/ 885713 w 1346894"/>
                  <a:gd name="connsiteY182" fmla="*/ 1043471 h 1235273"/>
                  <a:gd name="connsiteX183" fmla="*/ 886644 w 1346894"/>
                  <a:gd name="connsiteY183" fmla="*/ 1042169 h 1235273"/>
                  <a:gd name="connsiteX184" fmla="*/ 886644 w 1346894"/>
                  <a:gd name="connsiteY184" fmla="*/ 1041983 h 1235273"/>
                  <a:gd name="connsiteX185" fmla="*/ 888318 w 1346894"/>
                  <a:gd name="connsiteY185" fmla="*/ 1039937 h 1235273"/>
                  <a:gd name="connsiteX186" fmla="*/ 940966 w 1346894"/>
                  <a:gd name="connsiteY186" fmla="*/ 1015008 h 1235273"/>
                  <a:gd name="connsiteX187" fmla="*/ 993614 w 1346894"/>
                  <a:gd name="connsiteY187" fmla="*/ 1039937 h 1235273"/>
                  <a:gd name="connsiteX188" fmla="*/ 995288 w 1346894"/>
                  <a:gd name="connsiteY188" fmla="*/ 1041983 h 1235273"/>
                  <a:gd name="connsiteX189" fmla="*/ 995288 w 1346894"/>
                  <a:gd name="connsiteY189" fmla="*/ 1042169 h 1235273"/>
                  <a:gd name="connsiteX190" fmla="*/ 996218 w 1346894"/>
                  <a:gd name="connsiteY190" fmla="*/ 1043471 h 1235273"/>
                  <a:gd name="connsiteX191" fmla="*/ 997148 w 1346894"/>
                  <a:gd name="connsiteY191" fmla="*/ 1044587 h 1235273"/>
                  <a:gd name="connsiteX192" fmla="*/ 998079 w 1346894"/>
                  <a:gd name="connsiteY192" fmla="*/ 1045890 h 1235273"/>
                  <a:gd name="connsiteX193" fmla="*/ 998823 w 1346894"/>
                  <a:gd name="connsiteY193" fmla="*/ 1047192 h 1235273"/>
                  <a:gd name="connsiteX194" fmla="*/ 999567 w 1346894"/>
                  <a:gd name="connsiteY194" fmla="*/ 1048494 h 1235273"/>
                  <a:gd name="connsiteX195" fmla="*/ 1000311 w 1346894"/>
                  <a:gd name="connsiteY195" fmla="*/ 1049796 h 1235273"/>
                  <a:gd name="connsiteX196" fmla="*/ 1001055 w 1346894"/>
                  <a:gd name="connsiteY196" fmla="*/ 1051099 h 1235273"/>
                  <a:gd name="connsiteX197" fmla="*/ 1001799 w 1346894"/>
                  <a:gd name="connsiteY197" fmla="*/ 1052401 h 1235273"/>
                  <a:gd name="connsiteX198" fmla="*/ 1002544 w 1346894"/>
                  <a:gd name="connsiteY198" fmla="*/ 1053703 h 1235273"/>
                  <a:gd name="connsiteX199" fmla="*/ 1003288 w 1346894"/>
                  <a:gd name="connsiteY199" fmla="*/ 1055191 h 1235273"/>
                  <a:gd name="connsiteX200" fmla="*/ 1003846 w 1346894"/>
                  <a:gd name="connsiteY200" fmla="*/ 1056494 h 1235273"/>
                  <a:gd name="connsiteX201" fmla="*/ 1004590 w 1346894"/>
                  <a:gd name="connsiteY201" fmla="*/ 1058354 h 1235273"/>
                  <a:gd name="connsiteX202" fmla="*/ 1004962 w 1346894"/>
                  <a:gd name="connsiteY202" fmla="*/ 1059284 h 1235273"/>
                  <a:gd name="connsiteX203" fmla="*/ 1005892 w 1346894"/>
                  <a:gd name="connsiteY203" fmla="*/ 1062261 h 1235273"/>
                  <a:gd name="connsiteX204" fmla="*/ 1006264 w 1346894"/>
                  <a:gd name="connsiteY204" fmla="*/ 1063377 h 1235273"/>
                  <a:gd name="connsiteX205" fmla="*/ 1006822 w 1346894"/>
                  <a:gd name="connsiteY205" fmla="*/ 1065237 h 1235273"/>
                  <a:gd name="connsiteX206" fmla="*/ 1007194 w 1346894"/>
                  <a:gd name="connsiteY206" fmla="*/ 1066540 h 1235273"/>
                  <a:gd name="connsiteX207" fmla="*/ 1007566 w 1346894"/>
                  <a:gd name="connsiteY207" fmla="*/ 1068400 h 1235273"/>
                  <a:gd name="connsiteX208" fmla="*/ 1007752 w 1346894"/>
                  <a:gd name="connsiteY208" fmla="*/ 1069702 h 1235273"/>
                  <a:gd name="connsiteX209" fmla="*/ 1008125 w 1346894"/>
                  <a:gd name="connsiteY209" fmla="*/ 1071563 h 1235273"/>
                  <a:gd name="connsiteX210" fmla="*/ 1008311 w 1346894"/>
                  <a:gd name="connsiteY210" fmla="*/ 1072865 h 1235273"/>
                  <a:gd name="connsiteX211" fmla="*/ 1008497 w 1346894"/>
                  <a:gd name="connsiteY211" fmla="*/ 1074911 h 1235273"/>
                  <a:gd name="connsiteX212" fmla="*/ 1008683 w 1346894"/>
                  <a:gd name="connsiteY212" fmla="*/ 1076213 h 1235273"/>
                  <a:gd name="connsiteX213" fmla="*/ 1008869 w 1346894"/>
                  <a:gd name="connsiteY213" fmla="*/ 1078446 h 1235273"/>
                  <a:gd name="connsiteX214" fmla="*/ 1008869 w 1346894"/>
                  <a:gd name="connsiteY214" fmla="*/ 1087190 h 1235273"/>
                  <a:gd name="connsiteX215" fmla="*/ 1008683 w 1346894"/>
                  <a:gd name="connsiteY215" fmla="*/ 1089422 h 1235273"/>
                  <a:gd name="connsiteX216" fmla="*/ 1008497 w 1346894"/>
                  <a:gd name="connsiteY216" fmla="*/ 1090724 h 1235273"/>
                  <a:gd name="connsiteX217" fmla="*/ 1008311 w 1346894"/>
                  <a:gd name="connsiteY217" fmla="*/ 1092585 h 1235273"/>
                  <a:gd name="connsiteX218" fmla="*/ 1008125 w 1346894"/>
                  <a:gd name="connsiteY218" fmla="*/ 1093887 h 1235273"/>
                  <a:gd name="connsiteX219" fmla="*/ 1007752 w 1346894"/>
                  <a:gd name="connsiteY219" fmla="*/ 1095747 h 1235273"/>
                  <a:gd name="connsiteX220" fmla="*/ 1007566 w 1346894"/>
                  <a:gd name="connsiteY220" fmla="*/ 1096863 h 1235273"/>
                  <a:gd name="connsiteX221" fmla="*/ 1007008 w 1346894"/>
                  <a:gd name="connsiteY221" fmla="*/ 1099282 h 1235273"/>
                  <a:gd name="connsiteX222" fmla="*/ 1006636 w 1346894"/>
                  <a:gd name="connsiteY222" fmla="*/ 1100956 h 1235273"/>
                  <a:gd name="connsiteX223" fmla="*/ 1006078 w 1346894"/>
                  <a:gd name="connsiteY223" fmla="*/ 1102630 h 1235273"/>
                  <a:gd name="connsiteX224" fmla="*/ 1005520 w 1346894"/>
                  <a:gd name="connsiteY224" fmla="*/ 1104119 h 1235273"/>
                  <a:gd name="connsiteX225" fmla="*/ 1005148 w 1346894"/>
                  <a:gd name="connsiteY225" fmla="*/ 1105421 h 1235273"/>
                  <a:gd name="connsiteX226" fmla="*/ 1004590 w 1346894"/>
                  <a:gd name="connsiteY226" fmla="*/ 1107095 h 1235273"/>
                  <a:gd name="connsiteX227" fmla="*/ 1004218 w 1346894"/>
                  <a:gd name="connsiteY227" fmla="*/ 1108212 h 1235273"/>
                  <a:gd name="connsiteX228" fmla="*/ 1003474 w 1346894"/>
                  <a:gd name="connsiteY228" fmla="*/ 1109886 h 1235273"/>
                  <a:gd name="connsiteX229" fmla="*/ 1003102 w 1346894"/>
                  <a:gd name="connsiteY229" fmla="*/ 1110630 h 1235273"/>
                  <a:gd name="connsiteX230" fmla="*/ 999753 w 1346894"/>
                  <a:gd name="connsiteY230" fmla="*/ 1117141 h 1235273"/>
                  <a:gd name="connsiteX231" fmla="*/ 999567 w 1346894"/>
                  <a:gd name="connsiteY231" fmla="*/ 1117327 h 1235273"/>
                  <a:gd name="connsiteX232" fmla="*/ 998265 w 1346894"/>
                  <a:gd name="connsiteY232" fmla="*/ 1119374 h 1235273"/>
                  <a:gd name="connsiteX233" fmla="*/ 997893 w 1346894"/>
                  <a:gd name="connsiteY233" fmla="*/ 1119932 h 1235273"/>
                  <a:gd name="connsiteX234" fmla="*/ 996590 w 1346894"/>
                  <a:gd name="connsiteY234" fmla="*/ 1121792 h 1235273"/>
                  <a:gd name="connsiteX235" fmla="*/ 996218 w 1346894"/>
                  <a:gd name="connsiteY235" fmla="*/ 1122164 h 1235273"/>
                  <a:gd name="connsiteX236" fmla="*/ 994730 w 1346894"/>
                  <a:gd name="connsiteY236" fmla="*/ 1124024 h 1235273"/>
                  <a:gd name="connsiteX237" fmla="*/ 941338 w 1346894"/>
                  <a:gd name="connsiteY237" fmla="*/ 1150813 h 1235273"/>
                  <a:gd name="connsiteX238" fmla="*/ 1304665 w 1346894"/>
                  <a:gd name="connsiteY238" fmla="*/ 574477 h 1235273"/>
                  <a:gd name="connsiteX239" fmla="*/ 498016 w 1346894"/>
                  <a:gd name="connsiteY239" fmla="*/ 574477 h 1235273"/>
                  <a:gd name="connsiteX240" fmla="*/ 351606 w 1346894"/>
                  <a:gd name="connsiteY240" fmla="*/ 465088 h 1235273"/>
                  <a:gd name="connsiteX241" fmla="*/ 205197 w 1346894"/>
                  <a:gd name="connsiteY241" fmla="*/ 574477 h 1235273"/>
                  <a:gd name="connsiteX242" fmla="*/ 42230 w 1346894"/>
                  <a:gd name="connsiteY242" fmla="*/ 574477 h 1235273"/>
                  <a:gd name="connsiteX243" fmla="*/ 0 w 1346894"/>
                  <a:gd name="connsiteY243" fmla="*/ 616707 h 1235273"/>
                  <a:gd name="connsiteX244" fmla="*/ 42230 w 1346894"/>
                  <a:gd name="connsiteY244" fmla="*/ 658937 h 1235273"/>
                  <a:gd name="connsiteX245" fmla="*/ 204825 w 1346894"/>
                  <a:gd name="connsiteY245" fmla="*/ 658937 h 1235273"/>
                  <a:gd name="connsiteX246" fmla="*/ 351606 w 1346894"/>
                  <a:gd name="connsiteY246" fmla="*/ 770186 h 1235273"/>
                  <a:gd name="connsiteX247" fmla="*/ 498388 w 1346894"/>
                  <a:gd name="connsiteY247" fmla="*/ 658937 h 1235273"/>
                  <a:gd name="connsiteX248" fmla="*/ 1304665 w 1346894"/>
                  <a:gd name="connsiteY248" fmla="*/ 658937 h 1235273"/>
                  <a:gd name="connsiteX249" fmla="*/ 1346895 w 1346894"/>
                  <a:gd name="connsiteY249" fmla="*/ 616707 h 1235273"/>
                  <a:gd name="connsiteX250" fmla="*/ 1304665 w 1346894"/>
                  <a:gd name="connsiteY250" fmla="*/ 574477 h 1235273"/>
                  <a:gd name="connsiteX251" fmla="*/ 351606 w 1346894"/>
                  <a:gd name="connsiteY251" fmla="*/ 685726 h 1235273"/>
                  <a:gd name="connsiteX252" fmla="*/ 297470 w 1346894"/>
                  <a:gd name="connsiteY252" fmla="*/ 658937 h 1235273"/>
                  <a:gd name="connsiteX253" fmla="*/ 295982 w 1346894"/>
                  <a:gd name="connsiteY253" fmla="*/ 657076 h 1235273"/>
                  <a:gd name="connsiteX254" fmla="*/ 295610 w 1346894"/>
                  <a:gd name="connsiteY254" fmla="*/ 656704 h 1235273"/>
                  <a:gd name="connsiteX255" fmla="*/ 294308 w 1346894"/>
                  <a:gd name="connsiteY255" fmla="*/ 654844 h 1235273"/>
                  <a:gd name="connsiteX256" fmla="*/ 293936 w 1346894"/>
                  <a:gd name="connsiteY256" fmla="*/ 654286 h 1235273"/>
                  <a:gd name="connsiteX257" fmla="*/ 292633 w 1346894"/>
                  <a:gd name="connsiteY257" fmla="*/ 652239 h 1235273"/>
                  <a:gd name="connsiteX258" fmla="*/ 292447 w 1346894"/>
                  <a:gd name="connsiteY258" fmla="*/ 652053 h 1235273"/>
                  <a:gd name="connsiteX259" fmla="*/ 289099 w 1346894"/>
                  <a:gd name="connsiteY259" fmla="*/ 645542 h 1235273"/>
                  <a:gd name="connsiteX260" fmla="*/ 288727 w 1346894"/>
                  <a:gd name="connsiteY260" fmla="*/ 644798 h 1235273"/>
                  <a:gd name="connsiteX261" fmla="*/ 287982 w 1346894"/>
                  <a:gd name="connsiteY261" fmla="*/ 643124 h 1235273"/>
                  <a:gd name="connsiteX262" fmla="*/ 287610 w 1346894"/>
                  <a:gd name="connsiteY262" fmla="*/ 642007 h 1235273"/>
                  <a:gd name="connsiteX263" fmla="*/ 287052 w 1346894"/>
                  <a:gd name="connsiteY263" fmla="*/ 640333 h 1235273"/>
                  <a:gd name="connsiteX264" fmla="*/ 286680 w 1346894"/>
                  <a:gd name="connsiteY264" fmla="*/ 639031 h 1235273"/>
                  <a:gd name="connsiteX265" fmla="*/ 286122 w 1346894"/>
                  <a:gd name="connsiteY265" fmla="*/ 637543 h 1235273"/>
                  <a:gd name="connsiteX266" fmla="*/ 285564 w 1346894"/>
                  <a:gd name="connsiteY266" fmla="*/ 635868 h 1235273"/>
                  <a:gd name="connsiteX267" fmla="*/ 285192 w 1346894"/>
                  <a:gd name="connsiteY267" fmla="*/ 634194 h 1235273"/>
                  <a:gd name="connsiteX268" fmla="*/ 284634 w 1346894"/>
                  <a:gd name="connsiteY268" fmla="*/ 631775 h 1235273"/>
                  <a:gd name="connsiteX269" fmla="*/ 284448 w 1346894"/>
                  <a:gd name="connsiteY269" fmla="*/ 630659 h 1235273"/>
                  <a:gd name="connsiteX270" fmla="*/ 284076 w 1346894"/>
                  <a:gd name="connsiteY270" fmla="*/ 628799 h 1235273"/>
                  <a:gd name="connsiteX271" fmla="*/ 283890 w 1346894"/>
                  <a:gd name="connsiteY271" fmla="*/ 627497 h 1235273"/>
                  <a:gd name="connsiteX272" fmla="*/ 283704 w 1346894"/>
                  <a:gd name="connsiteY272" fmla="*/ 625636 h 1235273"/>
                  <a:gd name="connsiteX273" fmla="*/ 283518 w 1346894"/>
                  <a:gd name="connsiteY273" fmla="*/ 624334 h 1235273"/>
                  <a:gd name="connsiteX274" fmla="*/ 283332 w 1346894"/>
                  <a:gd name="connsiteY274" fmla="*/ 622102 h 1235273"/>
                  <a:gd name="connsiteX275" fmla="*/ 283332 w 1346894"/>
                  <a:gd name="connsiteY275" fmla="*/ 620985 h 1235273"/>
                  <a:gd name="connsiteX276" fmla="*/ 283332 w 1346894"/>
                  <a:gd name="connsiteY276" fmla="*/ 617823 h 1235273"/>
                  <a:gd name="connsiteX277" fmla="*/ 283332 w 1346894"/>
                  <a:gd name="connsiteY277" fmla="*/ 614474 h 1235273"/>
                  <a:gd name="connsiteX278" fmla="*/ 283332 w 1346894"/>
                  <a:gd name="connsiteY278" fmla="*/ 613358 h 1235273"/>
                  <a:gd name="connsiteX279" fmla="*/ 283518 w 1346894"/>
                  <a:gd name="connsiteY279" fmla="*/ 611126 h 1235273"/>
                  <a:gd name="connsiteX280" fmla="*/ 283704 w 1346894"/>
                  <a:gd name="connsiteY280" fmla="*/ 609823 h 1235273"/>
                  <a:gd name="connsiteX281" fmla="*/ 283890 w 1346894"/>
                  <a:gd name="connsiteY281" fmla="*/ 607963 h 1235273"/>
                  <a:gd name="connsiteX282" fmla="*/ 284076 w 1346894"/>
                  <a:gd name="connsiteY282" fmla="*/ 606661 h 1235273"/>
                  <a:gd name="connsiteX283" fmla="*/ 284448 w 1346894"/>
                  <a:gd name="connsiteY283" fmla="*/ 604800 h 1235273"/>
                  <a:gd name="connsiteX284" fmla="*/ 284634 w 1346894"/>
                  <a:gd name="connsiteY284" fmla="*/ 603498 h 1235273"/>
                  <a:gd name="connsiteX285" fmla="*/ 285006 w 1346894"/>
                  <a:gd name="connsiteY285" fmla="*/ 601638 h 1235273"/>
                  <a:gd name="connsiteX286" fmla="*/ 285378 w 1346894"/>
                  <a:gd name="connsiteY286" fmla="*/ 600336 h 1235273"/>
                  <a:gd name="connsiteX287" fmla="*/ 285936 w 1346894"/>
                  <a:gd name="connsiteY287" fmla="*/ 598475 h 1235273"/>
                  <a:gd name="connsiteX288" fmla="*/ 286308 w 1346894"/>
                  <a:gd name="connsiteY288" fmla="*/ 597359 h 1235273"/>
                  <a:gd name="connsiteX289" fmla="*/ 287238 w 1346894"/>
                  <a:gd name="connsiteY289" fmla="*/ 594382 h 1235273"/>
                  <a:gd name="connsiteX290" fmla="*/ 287610 w 1346894"/>
                  <a:gd name="connsiteY290" fmla="*/ 593452 h 1235273"/>
                  <a:gd name="connsiteX291" fmla="*/ 288355 w 1346894"/>
                  <a:gd name="connsiteY291" fmla="*/ 591592 h 1235273"/>
                  <a:gd name="connsiteX292" fmla="*/ 288913 w 1346894"/>
                  <a:gd name="connsiteY292" fmla="*/ 590290 h 1235273"/>
                  <a:gd name="connsiteX293" fmla="*/ 289657 w 1346894"/>
                  <a:gd name="connsiteY293" fmla="*/ 588801 h 1235273"/>
                  <a:gd name="connsiteX294" fmla="*/ 290401 w 1346894"/>
                  <a:gd name="connsiteY294" fmla="*/ 587499 h 1235273"/>
                  <a:gd name="connsiteX295" fmla="*/ 291145 w 1346894"/>
                  <a:gd name="connsiteY295" fmla="*/ 586011 h 1235273"/>
                  <a:gd name="connsiteX296" fmla="*/ 291889 w 1346894"/>
                  <a:gd name="connsiteY296" fmla="*/ 584709 h 1235273"/>
                  <a:gd name="connsiteX297" fmla="*/ 292633 w 1346894"/>
                  <a:gd name="connsiteY297" fmla="*/ 583406 h 1235273"/>
                  <a:gd name="connsiteX298" fmla="*/ 293377 w 1346894"/>
                  <a:gd name="connsiteY298" fmla="*/ 582104 h 1235273"/>
                  <a:gd name="connsiteX299" fmla="*/ 294122 w 1346894"/>
                  <a:gd name="connsiteY299" fmla="*/ 580802 h 1235273"/>
                  <a:gd name="connsiteX300" fmla="*/ 295052 w 1346894"/>
                  <a:gd name="connsiteY300" fmla="*/ 579500 h 1235273"/>
                  <a:gd name="connsiteX301" fmla="*/ 295982 w 1346894"/>
                  <a:gd name="connsiteY301" fmla="*/ 578383 h 1235273"/>
                  <a:gd name="connsiteX302" fmla="*/ 296912 w 1346894"/>
                  <a:gd name="connsiteY302" fmla="*/ 577081 h 1235273"/>
                  <a:gd name="connsiteX303" fmla="*/ 298214 w 1346894"/>
                  <a:gd name="connsiteY303" fmla="*/ 575407 h 1235273"/>
                  <a:gd name="connsiteX304" fmla="*/ 298772 w 1346894"/>
                  <a:gd name="connsiteY304" fmla="*/ 574849 h 1235273"/>
                  <a:gd name="connsiteX305" fmla="*/ 351420 w 1346894"/>
                  <a:gd name="connsiteY305" fmla="*/ 549920 h 1235273"/>
                  <a:gd name="connsiteX306" fmla="*/ 404068 w 1346894"/>
                  <a:gd name="connsiteY306" fmla="*/ 574849 h 1235273"/>
                  <a:gd name="connsiteX307" fmla="*/ 404626 w 1346894"/>
                  <a:gd name="connsiteY307" fmla="*/ 575407 h 1235273"/>
                  <a:gd name="connsiteX308" fmla="*/ 405929 w 1346894"/>
                  <a:gd name="connsiteY308" fmla="*/ 577081 h 1235273"/>
                  <a:gd name="connsiteX309" fmla="*/ 406859 w 1346894"/>
                  <a:gd name="connsiteY309" fmla="*/ 578383 h 1235273"/>
                  <a:gd name="connsiteX310" fmla="*/ 407789 w 1346894"/>
                  <a:gd name="connsiteY310" fmla="*/ 579500 h 1235273"/>
                  <a:gd name="connsiteX311" fmla="*/ 408719 w 1346894"/>
                  <a:gd name="connsiteY311" fmla="*/ 580802 h 1235273"/>
                  <a:gd name="connsiteX312" fmla="*/ 409463 w 1346894"/>
                  <a:gd name="connsiteY312" fmla="*/ 582104 h 1235273"/>
                  <a:gd name="connsiteX313" fmla="*/ 410208 w 1346894"/>
                  <a:gd name="connsiteY313" fmla="*/ 583406 h 1235273"/>
                  <a:gd name="connsiteX314" fmla="*/ 410952 w 1346894"/>
                  <a:gd name="connsiteY314" fmla="*/ 584709 h 1235273"/>
                  <a:gd name="connsiteX315" fmla="*/ 411696 w 1346894"/>
                  <a:gd name="connsiteY315" fmla="*/ 586011 h 1235273"/>
                  <a:gd name="connsiteX316" fmla="*/ 412440 w 1346894"/>
                  <a:gd name="connsiteY316" fmla="*/ 587499 h 1235273"/>
                  <a:gd name="connsiteX317" fmla="*/ 413184 w 1346894"/>
                  <a:gd name="connsiteY317" fmla="*/ 588801 h 1235273"/>
                  <a:gd name="connsiteX318" fmla="*/ 413928 w 1346894"/>
                  <a:gd name="connsiteY318" fmla="*/ 590290 h 1235273"/>
                  <a:gd name="connsiteX319" fmla="*/ 414486 w 1346894"/>
                  <a:gd name="connsiteY319" fmla="*/ 591592 h 1235273"/>
                  <a:gd name="connsiteX320" fmla="*/ 415231 w 1346894"/>
                  <a:gd name="connsiteY320" fmla="*/ 593452 h 1235273"/>
                  <a:gd name="connsiteX321" fmla="*/ 415603 w 1346894"/>
                  <a:gd name="connsiteY321" fmla="*/ 594382 h 1235273"/>
                  <a:gd name="connsiteX322" fmla="*/ 416533 w 1346894"/>
                  <a:gd name="connsiteY322" fmla="*/ 597359 h 1235273"/>
                  <a:gd name="connsiteX323" fmla="*/ 416905 w 1346894"/>
                  <a:gd name="connsiteY323" fmla="*/ 598475 h 1235273"/>
                  <a:gd name="connsiteX324" fmla="*/ 417463 w 1346894"/>
                  <a:gd name="connsiteY324" fmla="*/ 600336 h 1235273"/>
                  <a:gd name="connsiteX325" fmla="*/ 417835 w 1346894"/>
                  <a:gd name="connsiteY325" fmla="*/ 601638 h 1235273"/>
                  <a:gd name="connsiteX326" fmla="*/ 418207 w 1346894"/>
                  <a:gd name="connsiteY326" fmla="*/ 603498 h 1235273"/>
                  <a:gd name="connsiteX327" fmla="*/ 418393 w 1346894"/>
                  <a:gd name="connsiteY327" fmla="*/ 604800 h 1235273"/>
                  <a:gd name="connsiteX328" fmla="*/ 418765 w 1346894"/>
                  <a:gd name="connsiteY328" fmla="*/ 606661 h 1235273"/>
                  <a:gd name="connsiteX329" fmla="*/ 418951 w 1346894"/>
                  <a:gd name="connsiteY329" fmla="*/ 607963 h 1235273"/>
                  <a:gd name="connsiteX330" fmla="*/ 419137 w 1346894"/>
                  <a:gd name="connsiteY330" fmla="*/ 609823 h 1235273"/>
                  <a:gd name="connsiteX331" fmla="*/ 419323 w 1346894"/>
                  <a:gd name="connsiteY331" fmla="*/ 611126 h 1235273"/>
                  <a:gd name="connsiteX332" fmla="*/ 419509 w 1346894"/>
                  <a:gd name="connsiteY332" fmla="*/ 613358 h 1235273"/>
                  <a:gd name="connsiteX333" fmla="*/ 419509 w 1346894"/>
                  <a:gd name="connsiteY333" fmla="*/ 622102 h 1235273"/>
                  <a:gd name="connsiteX334" fmla="*/ 419323 w 1346894"/>
                  <a:gd name="connsiteY334" fmla="*/ 624334 h 1235273"/>
                  <a:gd name="connsiteX335" fmla="*/ 419137 w 1346894"/>
                  <a:gd name="connsiteY335" fmla="*/ 625636 h 1235273"/>
                  <a:gd name="connsiteX336" fmla="*/ 418951 w 1346894"/>
                  <a:gd name="connsiteY336" fmla="*/ 627497 h 1235273"/>
                  <a:gd name="connsiteX337" fmla="*/ 418765 w 1346894"/>
                  <a:gd name="connsiteY337" fmla="*/ 628799 h 1235273"/>
                  <a:gd name="connsiteX338" fmla="*/ 418393 w 1346894"/>
                  <a:gd name="connsiteY338" fmla="*/ 630659 h 1235273"/>
                  <a:gd name="connsiteX339" fmla="*/ 418207 w 1346894"/>
                  <a:gd name="connsiteY339" fmla="*/ 631775 h 1235273"/>
                  <a:gd name="connsiteX340" fmla="*/ 417649 w 1346894"/>
                  <a:gd name="connsiteY340" fmla="*/ 634194 h 1235273"/>
                  <a:gd name="connsiteX341" fmla="*/ 417277 w 1346894"/>
                  <a:gd name="connsiteY341" fmla="*/ 635868 h 1235273"/>
                  <a:gd name="connsiteX342" fmla="*/ 416719 w 1346894"/>
                  <a:gd name="connsiteY342" fmla="*/ 637543 h 1235273"/>
                  <a:gd name="connsiteX343" fmla="*/ 416161 w 1346894"/>
                  <a:gd name="connsiteY343" fmla="*/ 639031 h 1235273"/>
                  <a:gd name="connsiteX344" fmla="*/ 415789 w 1346894"/>
                  <a:gd name="connsiteY344" fmla="*/ 640333 h 1235273"/>
                  <a:gd name="connsiteX345" fmla="*/ 415231 w 1346894"/>
                  <a:gd name="connsiteY345" fmla="*/ 642007 h 1235273"/>
                  <a:gd name="connsiteX346" fmla="*/ 414858 w 1346894"/>
                  <a:gd name="connsiteY346" fmla="*/ 643124 h 1235273"/>
                  <a:gd name="connsiteX347" fmla="*/ 414114 w 1346894"/>
                  <a:gd name="connsiteY347" fmla="*/ 644798 h 1235273"/>
                  <a:gd name="connsiteX348" fmla="*/ 413742 w 1346894"/>
                  <a:gd name="connsiteY348" fmla="*/ 645542 h 1235273"/>
                  <a:gd name="connsiteX349" fmla="*/ 410394 w 1346894"/>
                  <a:gd name="connsiteY349" fmla="*/ 652053 h 1235273"/>
                  <a:gd name="connsiteX350" fmla="*/ 410208 w 1346894"/>
                  <a:gd name="connsiteY350" fmla="*/ 652239 h 1235273"/>
                  <a:gd name="connsiteX351" fmla="*/ 408905 w 1346894"/>
                  <a:gd name="connsiteY351" fmla="*/ 654286 h 1235273"/>
                  <a:gd name="connsiteX352" fmla="*/ 408533 w 1346894"/>
                  <a:gd name="connsiteY352" fmla="*/ 654844 h 1235273"/>
                  <a:gd name="connsiteX353" fmla="*/ 407231 w 1346894"/>
                  <a:gd name="connsiteY353" fmla="*/ 656704 h 1235273"/>
                  <a:gd name="connsiteX354" fmla="*/ 406859 w 1346894"/>
                  <a:gd name="connsiteY354" fmla="*/ 657076 h 1235273"/>
                  <a:gd name="connsiteX355" fmla="*/ 405371 w 1346894"/>
                  <a:gd name="connsiteY355" fmla="*/ 658937 h 1235273"/>
                  <a:gd name="connsiteX356" fmla="*/ 351606 w 1346894"/>
                  <a:gd name="connsiteY356" fmla="*/ 685726 h 12352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</a:cxnLst>
                <a:rect l="l" t="t" r="r" b="b"/>
                <a:pathLst>
                  <a:path w="1346894" h="1235273">
                    <a:moveTo>
                      <a:pt x="1304665" y="109389"/>
                    </a:moveTo>
                    <a:lnTo>
                      <a:pt x="1087748" y="109389"/>
                    </a:lnTo>
                    <a:cubicBezTo>
                      <a:pt x="1069144" y="46137"/>
                      <a:pt x="1010729" y="0"/>
                      <a:pt x="941338" y="0"/>
                    </a:cubicBezTo>
                    <a:cubicBezTo>
                      <a:pt x="871947" y="0"/>
                      <a:pt x="813532" y="46137"/>
                      <a:pt x="794928" y="109389"/>
                    </a:cubicBezTo>
                    <a:lnTo>
                      <a:pt x="42230" y="109389"/>
                    </a:lnTo>
                    <a:cubicBezTo>
                      <a:pt x="18976" y="109389"/>
                      <a:pt x="0" y="128364"/>
                      <a:pt x="0" y="151619"/>
                    </a:cubicBezTo>
                    <a:cubicBezTo>
                      <a:pt x="0" y="174873"/>
                      <a:pt x="18976" y="193849"/>
                      <a:pt x="42230" y="193849"/>
                    </a:cubicBezTo>
                    <a:lnTo>
                      <a:pt x="794556" y="193849"/>
                    </a:lnTo>
                    <a:cubicBezTo>
                      <a:pt x="812602" y="258031"/>
                      <a:pt x="871389" y="305098"/>
                      <a:pt x="941338" y="305098"/>
                    </a:cubicBezTo>
                    <a:cubicBezTo>
                      <a:pt x="1011287" y="305098"/>
                      <a:pt x="1070074" y="258031"/>
                      <a:pt x="1088120" y="193849"/>
                    </a:cubicBezTo>
                    <a:lnTo>
                      <a:pt x="1304665" y="193849"/>
                    </a:lnTo>
                    <a:cubicBezTo>
                      <a:pt x="1327919" y="193849"/>
                      <a:pt x="1346895" y="174873"/>
                      <a:pt x="1346895" y="151619"/>
                    </a:cubicBezTo>
                    <a:cubicBezTo>
                      <a:pt x="1346895" y="128364"/>
                      <a:pt x="1327919" y="109389"/>
                      <a:pt x="1304665" y="109389"/>
                    </a:cubicBezTo>
                    <a:close/>
                    <a:moveTo>
                      <a:pt x="941338" y="220638"/>
                    </a:moveTo>
                    <a:cubicBezTo>
                      <a:pt x="919386" y="220638"/>
                      <a:pt x="899666" y="210220"/>
                      <a:pt x="887202" y="193849"/>
                    </a:cubicBezTo>
                    <a:cubicBezTo>
                      <a:pt x="886644" y="193291"/>
                      <a:pt x="886272" y="192546"/>
                      <a:pt x="885713" y="191988"/>
                    </a:cubicBezTo>
                    <a:lnTo>
                      <a:pt x="885341" y="191616"/>
                    </a:lnTo>
                    <a:cubicBezTo>
                      <a:pt x="884969" y="191058"/>
                      <a:pt x="884411" y="190314"/>
                      <a:pt x="884039" y="189756"/>
                    </a:cubicBezTo>
                    <a:cubicBezTo>
                      <a:pt x="883853" y="189570"/>
                      <a:pt x="883853" y="189384"/>
                      <a:pt x="883667" y="189198"/>
                    </a:cubicBezTo>
                    <a:cubicBezTo>
                      <a:pt x="883295" y="188454"/>
                      <a:pt x="882923" y="187896"/>
                      <a:pt x="882365" y="187151"/>
                    </a:cubicBezTo>
                    <a:cubicBezTo>
                      <a:pt x="882365" y="187151"/>
                      <a:pt x="882365" y="186965"/>
                      <a:pt x="882179" y="186965"/>
                    </a:cubicBezTo>
                    <a:cubicBezTo>
                      <a:pt x="880876" y="184919"/>
                      <a:pt x="879760" y="182687"/>
                      <a:pt x="878830" y="180454"/>
                    </a:cubicBezTo>
                    <a:cubicBezTo>
                      <a:pt x="878644" y="180268"/>
                      <a:pt x="878644" y="179896"/>
                      <a:pt x="878458" y="179710"/>
                    </a:cubicBezTo>
                    <a:cubicBezTo>
                      <a:pt x="878272" y="179152"/>
                      <a:pt x="877900" y="178594"/>
                      <a:pt x="877714" y="178036"/>
                    </a:cubicBezTo>
                    <a:cubicBezTo>
                      <a:pt x="877528" y="177664"/>
                      <a:pt x="877342" y="177291"/>
                      <a:pt x="877342" y="176919"/>
                    </a:cubicBezTo>
                    <a:lnTo>
                      <a:pt x="876784" y="175245"/>
                    </a:lnTo>
                    <a:cubicBezTo>
                      <a:pt x="876598" y="174873"/>
                      <a:pt x="876412" y="174315"/>
                      <a:pt x="876412" y="173943"/>
                    </a:cubicBezTo>
                    <a:cubicBezTo>
                      <a:pt x="876226" y="173385"/>
                      <a:pt x="876040" y="172827"/>
                      <a:pt x="875854" y="172455"/>
                    </a:cubicBezTo>
                    <a:lnTo>
                      <a:pt x="875295" y="170780"/>
                    </a:lnTo>
                    <a:cubicBezTo>
                      <a:pt x="875109" y="170222"/>
                      <a:pt x="874923" y="169664"/>
                      <a:pt x="874923" y="169106"/>
                    </a:cubicBezTo>
                    <a:cubicBezTo>
                      <a:pt x="874737" y="168362"/>
                      <a:pt x="874551" y="167432"/>
                      <a:pt x="874365" y="166688"/>
                    </a:cubicBezTo>
                    <a:cubicBezTo>
                      <a:pt x="874365" y="166315"/>
                      <a:pt x="874179" y="165943"/>
                      <a:pt x="874179" y="165571"/>
                    </a:cubicBezTo>
                    <a:cubicBezTo>
                      <a:pt x="873993" y="165013"/>
                      <a:pt x="873993" y="164269"/>
                      <a:pt x="873807" y="163711"/>
                    </a:cubicBezTo>
                    <a:cubicBezTo>
                      <a:pt x="873807" y="163339"/>
                      <a:pt x="873621" y="162781"/>
                      <a:pt x="873621" y="162409"/>
                    </a:cubicBezTo>
                    <a:cubicBezTo>
                      <a:pt x="873621" y="161851"/>
                      <a:pt x="873435" y="161106"/>
                      <a:pt x="873435" y="160548"/>
                    </a:cubicBezTo>
                    <a:cubicBezTo>
                      <a:pt x="873435" y="160176"/>
                      <a:pt x="873435" y="159804"/>
                      <a:pt x="873249" y="159246"/>
                    </a:cubicBezTo>
                    <a:cubicBezTo>
                      <a:pt x="873249" y="158502"/>
                      <a:pt x="873063" y="157758"/>
                      <a:pt x="873063" y="157014"/>
                    </a:cubicBezTo>
                    <a:lnTo>
                      <a:pt x="873063" y="155897"/>
                    </a:lnTo>
                    <a:lnTo>
                      <a:pt x="873063" y="152735"/>
                    </a:lnTo>
                    <a:lnTo>
                      <a:pt x="873063" y="149386"/>
                    </a:lnTo>
                    <a:lnTo>
                      <a:pt x="873063" y="148270"/>
                    </a:lnTo>
                    <a:cubicBezTo>
                      <a:pt x="873063" y="147526"/>
                      <a:pt x="873249" y="146782"/>
                      <a:pt x="873249" y="146038"/>
                    </a:cubicBezTo>
                    <a:cubicBezTo>
                      <a:pt x="873249" y="145666"/>
                      <a:pt x="873249" y="145107"/>
                      <a:pt x="873435" y="144735"/>
                    </a:cubicBezTo>
                    <a:cubicBezTo>
                      <a:pt x="873435" y="143991"/>
                      <a:pt x="873621" y="143433"/>
                      <a:pt x="873621" y="142875"/>
                    </a:cubicBezTo>
                    <a:cubicBezTo>
                      <a:pt x="873621" y="142503"/>
                      <a:pt x="873807" y="141945"/>
                      <a:pt x="873807" y="141573"/>
                    </a:cubicBezTo>
                    <a:cubicBezTo>
                      <a:pt x="873993" y="141015"/>
                      <a:pt x="873993" y="140271"/>
                      <a:pt x="874179" y="139712"/>
                    </a:cubicBezTo>
                    <a:cubicBezTo>
                      <a:pt x="874179" y="139340"/>
                      <a:pt x="874365" y="138782"/>
                      <a:pt x="874365" y="138410"/>
                    </a:cubicBezTo>
                    <a:cubicBezTo>
                      <a:pt x="874551" y="137852"/>
                      <a:pt x="874551" y="137108"/>
                      <a:pt x="874737" y="136550"/>
                    </a:cubicBezTo>
                    <a:cubicBezTo>
                      <a:pt x="874923" y="136178"/>
                      <a:pt x="874923" y="135620"/>
                      <a:pt x="875109" y="135248"/>
                    </a:cubicBezTo>
                    <a:cubicBezTo>
                      <a:pt x="875295" y="134689"/>
                      <a:pt x="875481" y="133945"/>
                      <a:pt x="875668" y="133387"/>
                    </a:cubicBezTo>
                    <a:cubicBezTo>
                      <a:pt x="875854" y="133015"/>
                      <a:pt x="875854" y="132643"/>
                      <a:pt x="876040" y="132271"/>
                    </a:cubicBezTo>
                    <a:cubicBezTo>
                      <a:pt x="876412" y="131341"/>
                      <a:pt x="876598" y="130411"/>
                      <a:pt x="876970" y="129294"/>
                    </a:cubicBezTo>
                    <a:cubicBezTo>
                      <a:pt x="877156" y="128922"/>
                      <a:pt x="877156" y="128550"/>
                      <a:pt x="877342" y="128364"/>
                    </a:cubicBezTo>
                    <a:cubicBezTo>
                      <a:pt x="877528" y="127806"/>
                      <a:pt x="877900" y="127062"/>
                      <a:pt x="878086" y="126504"/>
                    </a:cubicBezTo>
                    <a:cubicBezTo>
                      <a:pt x="878272" y="126132"/>
                      <a:pt x="878458" y="125574"/>
                      <a:pt x="878644" y="125202"/>
                    </a:cubicBezTo>
                    <a:cubicBezTo>
                      <a:pt x="878830" y="124644"/>
                      <a:pt x="879016" y="124271"/>
                      <a:pt x="879388" y="123713"/>
                    </a:cubicBezTo>
                    <a:cubicBezTo>
                      <a:pt x="879574" y="123341"/>
                      <a:pt x="879760" y="122783"/>
                      <a:pt x="880132" y="122411"/>
                    </a:cubicBezTo>
                    <a:cubicBezTo>
                      <a:pt x="880318" y="121853"/>
                      <a:pt x="880691" y="121481"/>
                      <a:pt x="880876" y="121109"/>
                    </a:cubicBezTo>
                    <a:cubicBezTo>
                      <a:pt x="881062" y="120737"/>
                      <a:pt x="881435" y="120179"/>
                      <a:pt x="881621" y="119807"/>
                    </a:cubicBezTo>
                    <a:cubicBezTo>
                      <a:pt x="881807" y="119435"/>
                      <a:pt x="882179" y="118876"/>
                      <a:pt x="882365" y="118504"/>
                    </a:cubicBezTo>
                    <a:cubicBezTo>
                      <a:pt x="882551" y="118132"/>
                      <a:pt x="882923" y="117574"/>
                      <a:pt x="883109" y="117202"/>
                    </a:cubicBezTo>
                    <a:cubicBezTo>
                      <a:pt x="883295" y="116830"/>
                      <a:pt x="883667" y="116458"/>
                      <a:pt x="883853" y="115900"/>
                    </a:cubicBezTo>
                    <a:cubicBezTo>
                      <a:pt x="884225" y="115528"/>
                      <a:pt x="884411" y="114970"/>
                      <a:pt x="884783" y="114598"/>
                    </a:cubicBezTo>
                    <a:cubicBezTo>
                      <a:pt x="884969" y="114226"/>
                      <a:pt x="885341" y="113854"/>
                      <a:pt x="885713" y="113481"/>
                    </a:cubicBezTo>
                    <a:cubicBezTo>
                      <a:pt x="886085" y="113109"/>
                      <a:pt x="886272" y="112551"/>
                      <a:pt x="886644" y="112179"/>
                    </a:cubicBezTo>
                    <a:cubicBezTo>
                      <a:pt x="887016" y="111621"/>
                      <a:pt x="887574" y="111063"/>
                      <a:pt x="887946" y="110505"/>
                    </a:cubicBezTo>
                    <a:cubicBezTo>
                      <a:pt x="888132" y="110319"/>
                      <a:pt x="888318" y="110133"/>
                      <a:pt x="888318" y="109947"/>
                    </a:cubicBezTo>
                    <a:cubicBezTo>
                      <a:pt x="900782" y="94692"/>
                      <a:pt x="919758" y="85018"/>
                      <a:pt x="940966" y="85018"/>
                    </a:cubicBezTo>
                    <a:cubicBezTo>
                      <a:pt x="962174" y="85018"/>
                      <a:pt x="981149" y="94692"/>
                      <a:pt x="993614" y="109947"/>
                    </a:cubicBezTo>
                    <a:cubicBezTo>
                      <a:pt x="993800" y="110133"/>
                      <a:pt x="993986" y="110319"/>
                      <a:pt x="993986" y="110505"/>
                    </a:cubicBezTo>
                    <a:cubicBezTo>
                      <a:pt x="994358" y="111063"/>
                      <a:pt x="994916" y="111621"/>
                      <a:pt x="995288" y="112179"/>
                    </a:cubicBezTo>
                    <a:cubicBezTo>
                      <a:pt x="995660" y="112551"/>
                      <a:pt x="995846" y="113109"/>
                      <a:pt x="996218" y="113481"/>
                    </a:cubicBezTo>
                    <a:cubicBezTo>
                      <a:pt x="996590" y="113854"/>
                      <a:pt x="996776" y="114226"/>
                      <a:pt x="997148" y="114598"/>
                    </a:cubicBezTo>
                    <a:cubicBezTo>
                      <a:pt x="997521" y="114970"/>
                      <a:pt x="997707" y="115528"/>
                      <a:pt x="998079" y="115900"/>
                    </a:cubicBezTo>
                    <a:cubicBezTo>
                      <a:pt x="998265" y="116272"/>
                      <a:pt x="998637" y="116644"/>
                      <a:pt x="998823" y="117202"/>
                    </a:cubicBezTo>
                    <a:cubicBezTo>
                      <a:pt x="999009" y="117574"/>
                      <a:pt x="999381" y="118132"/>
                      <a:pt x="999567" y="118504"/>
                    </a:cubicBezTo>
                    <a:cubicBezTo>
                      <a:pt x="999753" y="118876"/>
                      <a:pt x="1000125" y="119435"/>
                      <a:pt x="1000311" y="119807"/>
                    </a:cubicBezTo>
                    <a:cubicBezTo>
                      <a:pt x="1000497" y="120179"/>
                      <a:pt x="1000869" y="120737"/>
                      <a:pt x="1001055" y="121109"/>
                    </a:cubicBezTo>
                    <a:cubicBezTo>
                      <a:pt x="1001241" y="121481"/>
                      <a:pt x="1001613" y="122039"/>
                      <a:pt x="1001799" y="122411"/>
                    </a:cubicBezTo>
                    <a:cubicBezTo>
                      <a:pt x="1001985" y="122783"/>
                      <a:pt x="1002171" y="123341"/>
                      <a:pt x="1002544" y="123713"/>
                    </a:cubicBezTo>
                    <a:cubicBezTo>
                      <a:pt x="1002730" y="124271"/>
                      <a:pt x="1002916" y="124644"/>
                      <a:pt x="1003288" y="125202"/>
                    </a:cubicBezTo>
                    <a:cubicBezTo>
                      <a:pt x="1003474" y="125574"/>
                      <a:pt x="1003660" y="126132"/>
                      <a:pt x="1003846" y="126504"/>
                    </a:cubicBezTo>
                    <a:cubicBezTo>
                      <a:pt x="1004032" y="127062"/>
                      <a:pt x="1004404" y="127806"/>
                      <a:pt x="1004590" y="128364"/>
                    </a:cubicBezTo>
                    <a:cubicBezTo>
                      <a:pt x="1004776" y="128736"/>
                      <a:pt x="1004776" y="129108"/>
                      <a:pt x="1004962" y="129294"/>
                    </a:cubicBezTo>
                    <a:cubicBezTo>
                      <a:pt x="1005334" y="130225"/>
                      <a:pt x="1005706" y="131155"/>
                      <a:pt x="1005892" y="132271"/>
                    </a:cubicBezTo>
                    <a:cubicBezTo>
                      <a:pt x="1006078" y="132643"/>
                      <a:pt x="1006078" y="133015"/>
                      <a:pt x="1006264" y="133387"/>
                    </a:cubicBezTo>
                    <a:cubicBezTo>
                      <a:pt x="1006450" y="133945"/>
                      <a:pt x="1006636" y="134689"/>
                      <a:pt x="1006822" y="135248"/>
                    </a:cubicBezTo>
                    <a:cubicBezTo>
                      <a:pt x="1007008" y="135620"/>
                      <a:pt x="1007008" y="136178"/>
                      <a:pt x="1007194" y="136550"/>
                    </a:cubicBezTo>
                    <a:cubicBezTo>
                      <a:pt x="1007380" y="137108"/>
                      <a:pt x="1007566" y="137852"/>
                      <a:pt x="1007566" y="138410"/>
                    </a:cubicBezTo>
                    <a:cubicBezTo>
                      <a:pt x="1007752" y="138782"/>
                      <a:pt x="1007752" y="139340"/>
                      <a:pt x="1007752" y="139712"/>
                    </a:cubicBezTo>
                    <a:cubicBezTo>
                      <a:pt x="1007938" y="140271"/>
                      <a:pt x="1007938" y="141015"/>
                      <a:pt x="1008125" y="141573"/>
                    </a:cubicBezTo>
                    <a:cubicBezTo>
                      <a:pt x="1008125" y="141945"/>
                      <a:pt x="1008311" y="142503"/>
                      <a:pt x="1008311" y="142875"/>
                    </a:cubicBezTo>
                    <a:cubicBezTo>
                      <a:pt x="1008497" y="143433"/>
                      <a:pt x="1008497" y="144177"/>
                      <a:pt x="1008497" y="144735"/>
                    </a:cubicBezTo>
                    <a:cubicBezTo>
                      <a:pt x="1008497" y="145107"/>
                      <a:pt x="1008683" y="145666"/>
                      <a:pt x="1008683" y="146038"/>
                    </a:cubicBezTo>
                    <a:cubicBezTo>
                      <a:pt x="1008683" y="146782"/>
                      <a:pt x="1008869" y="147526"/>
                      <a:pt x="1008869" y="148270"/>
                    </a:cubicBezTo>
                    <a:lnTo>
                      <a:pt x="1008869" y="157014"/>
                    </a:lnTo>
                    <a:cubicBezTo>
                      <a:pt x="1008869" y="157758"/>
                      <a:pt x="1008683" y="158502"/>
                      <a:pt x="1008683" y="159246"/>
                    </a:cubicBezTo>
                    <a:cubicBezTo>
                      <a:pt x="1008683" y="159618"/>
                      <a:pt x="1008683" y="159990"/>
                      <a:pt x="1008497" y="160548"/>
                    </a:cubicBezTo>
                    <a:cubicBezTo>
                      <a:pt x="1008497" y="161106"/>
                      <a:pt x="1008311" y="161851"/>
                      <a:pt x="1008311" y="162409"/>
                    </a:cubicBezTo>
                    <a:cubicBezTo>
                      <a:pt x="1008311" y="162781"/>
                      <a:pt x="1008125" y="163339"/>
                      <a:pt x="1008125" y="163711"/>
                    </a:cubicBezTo>
                    <a:cubicBezTo>
                      <a:pt x="1007938" y="164269"/>
                      <a:pt x="1007938" y="165013"/>
                      <a:pt x="1007752" y="165571"/>
                    </a:cubicBezTo>
                    <a:cubicBezTo>
                      <a:pt x="1007752" y="165943"/>
                      <a:pt x="1007566" y="166315"/>
                      <a:pt x="1007566" y="166688"/>
                    </a:cubicBezTo>
                    <a:cubicBezTo>
                      <a:pt x="1007380" y="167432"/>
                      <a:pt x="1007194" y="168362"/>
                      <a:pt x="1007008" y="169106"/>
                    </a:cubicBezTo>
                    <a:cubicBezTo>
                      <a:pt x="1006822" y="169664"/>
                      <a:pt x="1006636" y="170222"/>
                      <a:pt x="1006636" y="170780"/>
                    </a:cubicBezTo>
                    <a:lnTo>
                      <a:pt x="1006078" y="172455"/>
                    </a:lnTo>
                    <a:cubicBezTo>
                      <a:pt x="1005892" y="173013"/>
                      <a:pt x="1005706" y="173571"/>
                      <a:pt x="1005520" y="173943"/>
                    </a:cubicBezTo>
                    <a:cubicBezTo>
                      <a:pt x="1005334" y="174315"/>
                      <a:pt x="1005148" y="174873"/>
                      <a:pt x="1005148" y="175245"/>
                    </a:cubicBezTo>
                    <a:lnTo>
                      <a:pt x="1004590" y="176919"/>
                    </a:lnTo>
                    <a:cubicBezTo>
                      <a:pt x="1004404" y="177291"/>
                      <a:pt x="1004218" y="177664"/>
                      <a:pt x="1004218" y="178036"/>
                    </a:cubicBezTo>
                    <a:cubicBezTo>
                      <a:pt x="1004032" y="178594"/>
                      <a:pt x="1003660" y="179152"/>
                      <a:pt x="1003474" y="179710"/>
                    </a:cubicBezTo>
                    <a:cubicBezTo>
                      <a:pt x="1003288" y="179896"/>
                      <a:pt x="1003288" y="180268"/>
                      <a:pt x="1003102" y="180454"/>
                    </a:cubicBezTo>
                    <a:cubicBezTo>
                      <a:pt x="1002171" y="182687"/>
                      <a:pt x="1001055" y="184919"/>
                      <a:pt x="999753" y="186965"/>
                    </a:cubicBezTo>
                    <a:cubicBezTo>
                      <a:pt x="999753" y="186965"/>
                      <a:pt x="999753" y="187151"/>
                      <a:pt x="999567" y="187151"/>
                    </a:cubicBezTo>
                    <a:cubicBezTo>
                      <a:pt x="999195" y="187896"/>
                      <a:pt x="998823" y="188454"/>
                      <a:pt x="998265" y="189198"/>
                    </a:cubicBezTo>
                    <a:cubicBezTo>
                      <a:pt x="998079" y="189384"/>
                      <a:pt x="998079" y="189570"/>
                      <a:pt x="997893" y="189756"/>
                    </a:cubicBezTo>
                    <a:cubicBezTo>
                      <a:pt x="997521" y="190314"/>
                      <a:pt x="996962" y="191058"/>
                      <a:pt x="996590" y="191616"/>
                    </a:cubicBezTo>
                    <a:lnTo>
                      <a:pt x="996218" y="191988"/>
                    </a:lnTo>
                    <a:cubicBezTo>
                      <a:pt x="995660" y="192732"/>
                      <a:pt x="995288" y="193291"/>
                      <a:pt x="994730" y="193849"/>
                    </a:cubicBezTo>
                    <a:cubicBezTo>
                      <a:pt x="983010" y="210220"/>
                      <a:pt x="963290" y="220638"/>
                      <a:pt x="941338" y="220638"/>
                    </a:cubicBezTo>
                    <a:close/>
                    <a:moveTo>
                      <a:pt x="1304665" y="1039564"/>
                    </a:moveTo>
                    <a:lnTo>
                      <a:pt x="1087748" y="1039564"/>
                    </a:lnTo>
                    <a:cubicBezTo>
                      <a:pt x="1069144" y="976313"/>
                      <a:pt x="1010729" y="930176"/>
                      <a:pt x="941338" y="930176"/>
                    </a:cubicBezTo>
                    <a:cubicBezTo>
                      <a:pt x="871947" y="930176"/>
                      <a:pt x="813532" y="976313"/>
                      <a:pt x="794928" y="1039564"/>
                    </a:cubicBezTo>
                    <a:lnTo>
                      <a:pt x="42230" y="1039564"/>
                    </a:lnTo>
                    <a:cubicBezTo>
                      <a:pt x="18976" y="1039564"/>
                      <a:pt x="0" y="1058540"/>
                      <a:pt x="0" y="1081794"/>
                    </a:cubicBezTo>
                    <a:cubicBezTo>
                      <a:pt x="0" y="1105049"/>
                      <a:pt x="18976" y="1124024"/>
                      <a:pt x="42230" y="1124024"/>
                    </a:cubicBezTo>
                    <a:lnTo>
                      <a:pt x="794556" y="1124024"/>
                    </a:lnTo>
                    <a:cubicBezTo>
                      <a:pt x="812602" y="1188207"/>
                      <a:pt x="871389" y="1235274"/>
                      <a:pt x="941338" y="1235274"/>
                    </a:cubicBezTo>
                    <a:cubicBezTo>
                      <a:pt x="1011287" y="1235274"/>
                      <a:pt x="1070074" y="1188207"/>
                      <a:pt x="1088120" y="1124024"/>
                    </a:cubicBezTo>
                    <a:lnTo>
                      <a:pt x="1304665" y="1124024"/>
                    </a:lnTo>
                    <a:cubicBezTo>
                      <a:pt x="1327919" y="1124024"/>
                      <a:pt x="1346895" y="1105049"/>
                      <a:pt x="1346895" y="1081794"/>
                    </a:cubicBezTo>
                    <a:cubicBezTo>
                      <a:pt x="1346895" y="1058540"/>
                      <a:pt x="1327919" y="1039564"/>
                      <a:pt x="1304665" y="1039564"/>
                    </a:cubicBezTo>
                    <a:close/>
                    <a:moveTo>
                      <a:pt x="941338" y="1150813"/>
                    </a:moveTo>
                    <a:cubicBezTo>
                      <a:pt x="919386" y="1150813"/>
                      <a:pt x="899666" y="1140396"/>
                      <a:pt x="887202" y="1124024"/>
                    </a:cubicBezTo>
                    <a:cubicBezTo>
                      <a:pt x="886644" y="1123466"/>
                      <a:pt x="886272" y="1122722"/>
                      <a:pt x="885713" y="1122164"/>
                    </a:cubicBezTo>
                    <a:cubicBezTo>
                      <a:pt x="885527" y="1121978"/>
                      <a:pt x="885527" y="1121792"/>
                      <a:pt x="885341" y="1121792"/>
                    </a:cubicBezTo>
                    <a:cubicBezTo>
                      <a:pt x="884969" y="1121234"/>
                      <a:pt x="884411" y="1120490"/>
                      <a:pt x="884039" y="1119932"/>
                    </a:cubicBezTo>
                    <a:cubicBezTo>
                      <a:pt x="883853" y="1119746"/>
                      <a:pt x="883853" y="1119560"/>
                      <a:pt x="883667" y="1119374"/>
                    </a:cubicBezTo>
                    <a:cubicBezTo>
                      <a:pt x="883295" y="1118816"/>
                      <a:pt x="882923" y="1118071"/>
                      <a:pt x="882365" y="1117327"/>
                    </a:cubicBezTo>
                    <a:lnTo>
                      <a:pt x="882179" y="1117141"/>
                    </a:lnTo>
                    <a:cubicBezTo>
                      <a:pt x="880876" y="1115095"/>
                      <a:pt x="879760" y="1112862"/>
                      <a:pt x="878830" y="1110630"/>
                    </a:cubicBezTo>
                    <a:cubicBezTo>
                      <a:pt x="878644" y="1110444"/>
                      <a:pt x="878644" y="1110072"/>
                      <a:pt x="878458" y="1109886"/>
                    </a:cubicBezTo>
                    <a:cubicBezTo>
                      <a:pt x="878272" y="1109328"/>
                      <a:pt x="877900" y="1108770"/>
                      <a:pt x="877714" y="1108212"/>
                    </a:cubicBezTo>
                    <a:cubicBezTo>
                      <a:pt x="877528" y="1107839"/>
                      <a:pt x="877342" y="1107467"/>
                      <a:pt x="877342" y="1107095"/>
                    </a:cubicBezTo>
                    <a:lnTo>
                      <a:pt x="876784" y="1105421"/>
                    </a:lnTo>
                    <a:cubicBezTo>
                      <a:pt x="876598" y="1105049"/>
                      <a:pt x="876412" y="1104491"/>
                      <a:pt x="876412" y="1104119"/>
                    </a:cubicBezTo>
                    <a:cubicBezTo>
                      <a:pt x="876226" y="1103561"/>
                      <a:pt x="876040" y="1103003"/>
                      <a:pt x="875854" y="1102630"/>
                    </a:cubicBezTo>
                    <a:lnTo>
                      <a:pt x="875295" y="1100956"/>
                    </a:lnTo>
                    <a:cubicBezTo>
                      <a:pt x="875109" y="1100398"/>
                      <a:pt x="874923" y="1099840"/>
                      <a:pt x="874923" y="1099282"/>
                    </a:cubicBezTo>
                    <a:cubicBezTo>
                      <a:pt x="874737" y="1098538"/>
                      <a:pt x="874551" y="1097607"/>
                      <a:pt x="874365" y="1096863"/>
                    </a:cubicBezTo>
                    <a:cubicBezTo>
                      <a:pt x="874365" y="1096491"/>
                      <a:pt x="874179" y="1096119"/>
                      <a:pt x="874179" y="1095747"/>
                    </a:cubicBezTo>
                    <a:cubicBezTo>
                      <a:pt x="873993" y="1095189"/>
                      <a:pt x="873993" y="1094445"/>
                      <a:pt x="873807" y="1093887"/>
                    </a:cubicBezTo>
                    <a:cubicBezTo>
                      <a:pt x="873807" y="1093515"/>
                      <a:pt x="873621" y="1092957"/>
                      <a:pt x="873621" y="1092585"/>
                    </a:cubicBezTo>
                    <a:cubicBezTo>
                      <a:pt x="873621" y="1092026"/>
                      <a:pt x="873435" y="1091282"/>
                      <a:pt x="873435" y="1090724"/>
                    </a:cubicBezTo>
                    <a:cubicBezTo>
                      <a:pt x="873435" y="1090352"/>
                      <a:pt x="873435" y="1089980"/>
                      <a:pt x="873249" y="1089422"/>
                    </a:cubicBezTo>
                    <a:cubicBezTo>
                      <a:pt x="873249" y="1088678"/>
                      <a:pt x="873063" y="1087934"/>
                      <a:pt x="873063" y="1087190"/>
                    </a:cubicBezTo>
                    <a:lnTo>
                      <a:pt x="873063" y="1086073"/>
                    </a:lnTo>
                    <a:lnTo>
                      <a:pt x="873063" y="1082911"/>
                    </a:lnTo>
                    <a:lnTo>
                      <a:pt x="873063" y="1079562"/>
                    </a:lnTo>
                    <a:lnTo>
                      <a:pt x="873063" y="1078446"/>
                    </a:lnTo>
                    <a:cubicBezTo>
                      <a:pt x="873063" y="1077702"/>
                      <a:pt x="873249" y="1076958"/>
                      <a:pt x="873249" y="1076213"/>
                    </a:cubicBezTo>
                    <a:cubicBezTo>
                      <a:pt x="873249" y="1075841"/>
                      <a:pt x="873249" y="1075283"/>
                      <a:pt x="873435" y="1074911"/>
                    </a:cubicBezTo>
                    <a:cubicBezTo>
                      <a:pt x="873435" y="1074167"/>
                      <a:pt x="873621" y="1073609"/>
                      <a:pt x="873621" y="1072865"/>
                    </a:cubicBezTo>
                    <a:cubicBezTo>
                      <a:pt x="873621" y="1072493"/>
                      <a:pt x="873807" y="1071935"/>
                      <a:pt x="873807" y="1071563"/>
                    </a:cubicBezTo>
                    <a:cubicBezTo>
                      <a:pt x="873993" y="1071004"/>
                      <a:pt x="873993" y="1070260"/>
                      <a:pt x="874179" y="1069702"/>
                    </a:cubicBezTo>
                    <a:cubicBezTo>
                      <a:pt x="874179" y="1069330"/>
                      <a:pt x="874365" y="1068772"/>
                      <a:pt x="874365" y="1068400"/>
                    </a:cubicBezTo>
                    <a:cubicBezTo>
                      <a:pt x="874551" y="1067842"/>
                      <a:pt x="874551" y="1067098"/>
                      <a:pt x="874737" y="1066540"/>
                    </a:cubicBezTo>
                    <a:cubicBezTo>
                      <a:pt x="874923" y="1066167"/>
                      <a:pt x="874923" y="1065609"/>
                      <a:pt x="875109" y="1065237"/>
                    </a:cubicBezTo>
                    <a:cubicBezTo>
                      <a:pt x="875295" y="1064679"/>
                      <a:pt x="875481" y="1063935"/>
                      <a:pt x="875668" y="1063377"/>
                    </a:cubicBezTo>
                    <a:cubicBezTo>
                      <a:pt x="875854" y="1063005"/>
                      <a:pt x="875854" y="1062633"/>
                      <a:pt x="876040" y="1062261"/>
                    </a:cubicBezTo>
                    <a:cubicBezTo>
                      <a:pt x="876412" y="1061331"/>
                      <a:pt x="876598" y="1060400"/>
                      <a:pt x="876970" y="1059284"/>
                    </a:cubicBezTo>
                    <a:cubicBezTo>
                      <a:pt x="877156" y="1058912"/>
                      <a:pt x="877156" y="1058540"/>
                      <a:pt x="877342" y="1058354"/>
                    </a:cubicBezTo>
                    <a:cubicBezTo>
                      <a:pt x="877528" y="1057796"/>
                      <a:pt x="877900" y="1057052"/>
                      <a:pt x="878086" y="1056494"/>
                    </a:cubicBezTo>
                    <a:cubicBezTo>
                      <a:pt x="878272" y="1056122"/>
                      <a:pt x="878458" y="1055564"/>
                      <a:pt x="878644" y="1055191"/>
                    </a:cubicBezTo>
                    <a:cubicBezTo>
                      <a:pt x="878830" y="1054633"/>
                      <a:pt x="879016" y="1054261"/>
                      <a:pt x="879388" y="1053703"/>
                    </a:cubicBezTo>
                    <a:cubicBezTo>
                      <a:pt x="879574" y="1053331"/>
                      <a:pt x="879760" y="1052773"/>
                      <a:pt x="880132" y="1052401"/>
                    </a:cubicBezTo>
                    <a:cubicBezTo>
                      <a:pt x="880318" y="1051843"/>
                      <a:pt x="880691" y="1051471"/>
                      <a:pt x="880876" y="1051099"/>
                    </a:cubicBezTo>
                    <a:cubicBezTo>
                      <a:pt x="881062" y="1050727"/>
                      <a:pt x="881435" y="1050169"/>
                      <a:pt x="881621" y="1049796"/>
                    </a:cubicBezTo>
                    <a:cubicBezTo>
                      <a:pt x="881807" y="1049424"/>
                      <a:pt x="882179" y="1048866"/>
                      <a:pt x="882365" y="1048494"/>
                    </a:cubicBezTo>
                    <a:cubicBezTo>
                      <a:pt x="882551" y="1048122"/>
                      <a:pt x="882923" y="1047564"/>
                      <a:pt x="883109" y="1047192"/>
                    </a:cubicBezTo>
                    <a:cubicBezTo>
                      <a:pt x="883295" y="1046820"/>
                      <a:pt x="883667" y="1046448"/>
                      <a:pt x="883853" y="1045890"/>
                    </a:cubicBezTo>
                    <a:cubicBezTo>
                      <a:pt x="884225" y="1045518"/>
                      <a:pt x="884411" y="1044960"/>
                      <a:pt x="884783" y="1044587"/>
                    </a:cubicBezTo>
                    <a:cubicBezTo>
                      <a:pt x="884969" y="1044215"/>
                      <a:pt x="885341" y="1043843"/>
                      <a:pt x="885713" y="1043471"/>
                    </a:cubicBezTo>
                    <a:cubicBezTo>
                      <a:pt x="886085" y="1043099"/>
                      <a:pt x="886272" y="1042541"/>
                      <a:pt x="886644" y="1042169"/>
                    </a:cubicBezTo>
                    <a:lnTo>
                      <a:pt x="886644" y="1041983"/>
                    </a:lnTo>
                    <a:cubicBezTo>
                      <a:pt x="887202" y="1041239"/>
                      <a:pt x="887760" y="1040495"/>
                      <a:pt x="888318" y="1039937"/>
                    </a:cubicBezTo>
                    <a:cubicBezTo>
                      <a:pt x="900782" y="1024682"/>
                      <a:pt x="919758" y="1015008"/>
                      <a:pt x="940966" y="1015008"/>
                    </a:cubicBezTo>
                    <a:cubicBezTo>
                      <a:pt x="962174" y="1015008"/>
                      <a:pt x="981149" y="1024682"/>
                      <a:pt x="993614" y="1039937"/>
                    </a:cubicBezTo>
                    <a:cubicBezTo>
                      <a:pt x="994172" y="1040681"/>
                      <a:pt x="994730" y="1041425"/>
                      <a:pt x="995288" y="1041983"/>
                    </a:cubicBezTo>
                    <a:lnTo>
                      <a:pt x="995288" y="1042169"/>
                    </a:lnTo>
                    <a:cubicBezTo>
                      <a:pt x="995660" y="1042541"/>
                      <a:pt x="995846" y="1043099"/>
                      <a:pt x="996218" y="1043471"/>
                    </a:cubicBezTo>
                    <a:cubicBezTo>
                      <a:pt x="996590" y="1043843"/>
                      <a:pt x="996776" y="1044215"/>
                      <a:pt x="997148" y="1044587"/>
                    </a:cubicBezTo>
                    <a:cubicBezTo>
                      <a:pt x="997521" y="1044960"/>
                      <a:pt x="997707" y="1045518"/>
                      <a:pt x="998079" y="1045890"/>
                    </a:cubicBezTo>
                    <a:cubicBezTo>
                      <a:pt x="998265" y="1046262"/>
                      <a:pt x="998637" y="1046634"/>
                      <a:pt x="998823" y="1047192"/>
                    </a:cubicBezTo>
                    <a:cubicBezTo>
                      <a:pt x="999009" y="1047564"/>
                      <a:pt x="999381" y="1048122"/>
                      <a:pt x="999567" y="1048494"/>
                    </a:cubicBezTo>
                    <a:cubicBezTo>
                      <a:pt x="999753" y="1048866"/>
                      <a:pt x="1000125" y="1049424"/>
                      <a:pt x="1000311" y="1049796"/>
                    </a:cubicBezTo>
                    <a:cubicBezTo>
                      <a:pt x="1000497" y="1050169"/>
                      <a:pt x="1000869" y="1050727"/>
                      <a:pt x="1001055" y="1051099"/>
                    </a:cubicBezTo>
                    <a:cubicBezTo>
                      <a:pt x="1001241" y="1051471"/>
                      <a:pt x="1001613" y="1052029"/>
                      <a:pt x="1001799" y="1052401"/>
                    </a:cubicBezTo>
                    <a:cubicBezTo>
                      <a:pt x="1001985" y="1052773"/>
                      <a:pt x="1002171" y="1053331"/>
                      <a:pt x="1002544" y="1053703"/>
                    </a:cubicBezTo>
                    <a:cubicBezTo>
                      <a:pt x="1002730" y="1054261"/>
                      <a:pt x="1002916" y="1054633"/>
                      <a:pt x="1003288" y="1055191"/>
                    </a:cubicBezTo>
                    <a:cubicBezTo>
                      <a:pt x="1003474" y="1055564"/>
                      <a:pt x="1003660" y="1056122"/>
                      <a:pt x="1003846" y="1056494"/>
                    </a:cubicBezTo>
                    <a:cubicBezTo>
                      <a:pt x="1004032" y="1057052"/>
                      <a:pt x="1004404" y="1057796"/>
                      <a:pt x="1004590" y="1058354"/>
                    </a:cubicBezTo>
                    <a:cubicBezTo>
                      <a:pt x="1004776" y="1058726"/>
                      <a:pt x="1004776" y="1059098"/>
                      <a:pt x="1004962" y="1059284"/>
                    </a:cubicBezTo>
                    <a:cubicBezTo>
                      <a:pt x="1005334" y="1060214"/>
                      <a:pt x="1005706" y="1061145"/>
                      <a:pt x="1005892" y="1062261"/>
                    </a:cubicBezTo>
                    <a:cubicBezTo>
                      <a:pt x="1006078" y="1062633"/>
                      <a:pt x="1006078" y="1063005"/>
                      <a:pt x="1006264" y="1063377"/>
                    </a:cubicBezTo>
                    <a:cubicBezTo>
                      <a:pt x="1006450" y="1063935"/>
                      <a:pt x="1006636" y="1064679"/>
                      <a:pt x="1006822" y="1065237"/>
                    </a:cubicBezTo>
                    <a:cubicBezTo>
                      <a:pt x="1007008" y="1065609"/>
                      <a:pt x="1007008" y="1066167"/>
                      <a:pt x="1007194" y="1066540"/>
                    </a:cubicBezTo>
                    <a:cubicBezTo>
                      <a:pt x="1007380" y="1067098"/>
                      <a:pt x="1007566" y="1067842"/>
                      <a:pt x="1007566" y="1068400"/>
                    </a:cubicBezTo>
                    <a:cubicBezTo>
                      <a:pt x="1007752" y="1068772"/>
                      <a:pt x="1007752" y="1069330"/>
                      <a:pt x="1007752" y="1069702"/>
                    </a:cubicBezTo>
                    <a:cubicBezTo>
                      <a:pt x="1007938" y="1070260"/>
                      <a:pt x="1007938" y="1071004"/>
                      <a:pt x="1008125" y="1071563"/>
                    </a:cubicBezTo>
                    <a:cubicBezTo>
                      <a:pt x="1008125" y="1071935"/>
                      <a:pt x="1008311" y="1072493"/>
                      <a:pt x="1008311" y="1072865"/>
                    </a:cubicBezTo>
                    <a:cubicBezTo>
                      <a:pt x="1008497" y="1073423"/>
                      <a:pt x="1008497" y="1074167"/>
                      <a:pt x="1008497" y="1074911"/>
                    </a:cubicBezTo>
                    <a:cubicBezTo>
                      <a:pt x="1008497" y="1075283"/>
                      <a:pt x="1008683" y="1075841"/>
                      <a:pt x="1008683" y="1076213"/>
                    </a:cubicBezTo>
                    <a:cubicBezTo>
                      <a:pt x="1008683" y="1076958"/>
                      <a:pt x="1008869" y="1077702"/>
                      <a:pt x="1008869" y="1078446"/>
                    </a:cubicBezTo>
                    <a:lnTo>
                      <a:pt x="1008869" y="1087190"/>
                    </a:lnTo>
                    <a:cubicBezTo>
                      <a:pt x="1008869" y="1087934"/>
                      <a:pt x="1008683" y="1088678"/>
                      <a:pt x="1008683" y="1089422"/>
                    </a:cubicBezTo>
                    <a:cubicBezTo>
                      <a:pt x="1008683" y="1089794"/>
                      <a:pt x="1008683" y="1090166"/>
                      <a:pt x="1008497" y="1090724"/>
                    </a:cubicBezTo>
                    <a:cubicBezTo>
                      <a:pt x="1008497" y="1091282"/>
                      <a:pt x="1008311" y="1092026"/>
                      <a:pt x="1008311" y="1092585"/>
                    </a:cubicBezTo>
                    <a:cubicBezTo>
                      <a:pt x="1008311" y="1092957"/>
                      <a:pt x="1008125" y="1093515"/>
                      <a:pt x="1008125" y="1093887"/>
                    </a:cubicBezTo>
                    <a:cubicBezTo>
                      <a:pt x="1007938" y="1094445"/>
                      <a:pt x="1007938" y="1095189"/>
                      <a:pt x="1007752" y="1095747"/>
                    </a:cubicBezTo>
                    <a:cubicBezTo>
                      <a:pt x="1007752" y="1096119"/>
                      <a:pt x="1007566" y="1096491"/>
                      <a:pt x="1007566" y="1096863"/>
                    </a:cubicBezTo>
                    <a:cubicBezTo>
                      <a:pt x="1007380" y="1097793"/>
                      <a:pt x="1007194" y="1098538"/>
                      <a:pt x="1007008" y="1099282"/>
                    </a:cubicBezTo>
                    <a:cubicBezTo>
                      <a:pt x="1006822" y="1099840"/>
                      <a:pt x="1006636" y="1100398"/>
                      <a:pt x="1006636" y="1100956"/>
                    </a:cubicBezTo>
                    <a:lnTo>
                      <a:pt x="1006078" y="1102630"/>
                    </a:lnTo>
                    <a:cubicBezTo>
                      <a:pt x="1005892" y="1103189"/>
                      <a:pt x="1005706" y="1103747"/>
                      <a:pt x="1005520" y="1104119"/>
                    </a:cubicBezTo>
                    <a:cubicBezTo>
                      <a:pt x="1005334" y="1104491"/>
                      <a:pt x="1005148" y="1105049"/>
                      <a:pt x="1005148" y="1105421"/>
                    </a:cubicBezTo>
                    <a:lnTo>
                      <a:pt x="1004590" y="1107095"/>
                    </a:lnTo>
                    <a:cubicBezTo>
                      <a:pt x="1004404" y="1107467"/>
                      <a:pt x="1004218" y="1107839"/>
                      <a:pt x="1004218" y="1108212"/>
                    </a:cubicBezTo>
                    <a:cubicBezTo>
                      <a:pt x="1004032" y="1108770"/>
                      <a:pt x="1003660" y="1109328"/>
                      <a:pt x="1003474" y="1109886"/>
                    </a:cubicBezTo>
                    <a:cubicBezTo>
                      <a:pt x="1003288" y="1110258"/>
                      <a:pt x="1003288" y="1110444"/>
                      <a:pt x="1003102" y="1110630"/>
                    </a:cubicBezTo>
                    <a:cubicBezTo>
                      <a:pt x="1002171" y="1112862"/>
                      <a:pt x="1001055" y="1114909"/>
                      <a:pt x="999753" y="1117141"/>
                    </a:cubicBezTo>
                    <a:lnTo>
                      <a:pt x="999567" y="1117327"/>
                    </a:lnTo>
                    <a:cubicBezTo>
                      <a:pt x="999195" y="1118071"/>
                      <a:pt x="998823" y="1118629"/>
                      <a:pt x="998265" y="1119374"/>
                    </a:cubicBezTo>
                    <a:cubicBezTo>
                      <a:pt x="998079" y="1119560"/>
                      <a:pt x="998079" y="1119746"/>
                      <a:pt x="997893" y="1119932"/>
                    </a:cubicBezTo>
                    <a:cubicBezTo>
                      <a:pt x="997521" y="1120490"/>
                      <a:pt x="996962" y="1121234"/>
                      <a:pt x="996590" y="1121792"/>
                    </a:cubicBezTo>
                    <a:cubicBezTo>
                      <a:pt x="996404" y="1121978"/>
                      <a:pt x="996404" y="1122164"/>
                      <a:pt x="996218" y="1122164"/>
                    </a:cubicBezTo>
                    <a:cubicBezTo>
                      <a:pt x="995846" y="1122722"/>
                      <a:pt x="995288" y="1123466"/>
                      <a:pt x="994730" y="1124024"/>
                    </a:cubicBezTo>
                    <a:cubicBezTo>
                      <a:pt x="983010" y="1140396"/>
                      <a:pt x="963290" y="1150813"/>
                      <a:pt x="941338" y="1150813"/>
                    </a:cubicBezTo>
                    <a:close/>
                    <a:moveTo>
                      <a:pt x="1304665" y="574477"/>
                    </a:moveTo>
                    <a:lnTo>
                      <a:pt x="498016" y="574477"/>
                    </a:lnTo>
                    <a:cubicBezTo>
                      <a:pt x="479413" y="511225"/>
                      <a:pt x="420998" y="465088"/>
                      <a:pt x="351606" y="465088"/>
                    </a:cubicBezTo>
                    <a:cubicBezTo>
                      <a:pt x="282215" y="465088"/>
                      <a:pt x="223800" y="511225"/>
                      <a:pt x="205197" y="574477"/>
                    </a:cubicBezTo>
                    <a:lnTo>
                      <a:pt x="42230" y="574477"/>
                    </a:lnTo>
                    <a:cubicBezTo>
                      <a:pt x="18976" y="574477"/>
                      <a:pt x="0" y="593452"/>
                      <a:pt x="0" y="616707"/>
                    </a:cubicBezTo>
                    <a:cubicBezTo>
                      <a:pt x="0" y="639961"/>
                      <a:pt x="18976" y="658937"/>
                      <a:pt x="42230" y="658937"/>
                    </a:cubicBezTo>
                    <a:lnTo>
                      <a:pt x="204825" y="658937"/>
                    </a:lnTo>
                    <a:cubicBezTo>
                      <a:pt x="222870" y="723119"/>
                      <a:pt x="281657" y="770186"/>
                      <a:pt x="351606" y="770186"/>
                    </a:cubicBezTo>
                    <a:cubicBezTo>
                      <a:pt x="421556" y="770186"/>
                      <a:pt x="480343" y="723119"/>
                      <a:pt x="498388" y="658937"/>
                    </a:cubicBezTo>
                    <a:lnTo>
                      <a:pt x="1304665" y="658937"/>
                    </a:lnTo>
                    <a:cubicBezTo>
                      <a:pt x="1327919" y="658937"/>
                      <a:pt x="1346895" y="639961"/>
                      <a:pt x="1346895" y="616707"/>
                    </a:cubicBezTo>
                    <a:cubicBezTo>
                      <a:pt x="1346895" y="593452"/>
                      <a:pt x="1327919" y="574477"/>
                      <a:pt x="1304665" y="574477"/>
                    </a:cubicBezTo>
                    <a:close/>
                    <a:moveTo>
                      <a:pt x="351606" y="685726"/>
                    </a:moveTo>
                    <a:cubicBezTo>
                      <a:pt x="329654" y="685726"/>
                      <a:pt x="309935" y="675308"/>
                      <a:pt x="297470" y="658937"/>
                    </a:cubicBezTo>
                    <a:cubicBezTo>
                      <a:pt x="296912" y="658378"/>
                      <a:pt x="296540" y="657634"/>
                      <a:pt x="295982" y="657076"/>
                    </a:cubicBezTo>
                    <a:lnTo>
                      <a:pt x="295610" y="656704"/>
                    </a:lnTo>
                    <a:cubicBezTo>
                      <a:pt x="295238" y="656146"/>
                      <a:pt x="294680" y="655402"/>
                      <a:pt x="294308" y="654844"/>
                    </a:cubicBezTo>
                    <a:cubicBezTo>
                      <a:pt x="294122" y="654658"/>
                      <a:pt x="294122" y="654472"/>
                      <a:pt x="293936" y="654286"/>
                    </a:cubicBezTo>
                    <a:cubicBezTo>
                      <a:pt x="293563" y="653728"/>
                      <a:pt x="293191" y="652983"/>
                      <a:pt x="292633" y="652239"/>
                    </a:cubicBezTo>
                    <a:lnTo>
                      <a:pt x="292447" y="652053"/>
                    </a:lnTo>
                    <a:cubicBezTo>
                      <a:pt x="291145" y="650007"/>
                      <a:pt x="290029" y="647774"/>
                      <a:pt x="289099" y="645542"/>
                    </a:cubicBezTo>
                    <a:cubicBezTo>
                      <a:pt x="288913" y="645356"/>
                      <a:pt x="288913" y="644984"/>
                      <a:pt x="288727" y="644798"/>
                    </a:cubicBezTo>
                    <a:cubicBezTo>
                      <a:pt x="288541" y="644240"/>
                      <a:pt x="288168" y="643682"/>
                      <a:pt x="287982" y="643124"/>
                    </a:cubicBezTo>
                    <a:cubicBezTo>
                      <a:pt x="287796" y="642751"/>
                      <a:pt x="287610" y="642379"/>
                      <a:pt x="287610" y="642007"/>
                    </a:cubicBezTo>
                    <a:lnTo>
                      <a:pt x="287052" y="640333"/>
                    </a:lnTo>
                    <a:cubicBezTo>
                      <a:pt x="286866" y="639961"/>
                      <a:pt x="286680" y="639403"/>
                      <a:pt x="286680" y="639031"/>
                    </a:cubicBezTo>
                    <a:cubicBezTo>
                      <a:pt x="286494" y="638473"/>
                      <a:pt x="286308" y="637915"/>
                      <a:pt x="286122" y="637543"/>
                    </a:cubicBezTo>
                    <a:lnTo>
                      <a:pt x="285564" y="635868"/>
                    </a:lnTo>
                    <a:cubicBezTo>
                      <a:pt x="285378" y="635310"/>
                      <a:pt x="285192" y="634752"/>
                      <a:pt x="285192" y="634194"/>
                    </a:cubicBezTo>
                    <a:cubicBezTo>
                      <a:pt x="285006" y="633450"/>
                      <a:pt x="284820" y="632520"/>
                      <a:pt x="284634" y="631775"/>
                    </a:cubicBezTo>
                    <a:cubicBezTo>
                      <a:pt x="284634" y="631403"/>
                      <a:pt x="284448" y="631031"/>
                      <a:pt x="284448" y="630659"/>
                    </a:cubicBezTo>
                    <a:cubicBezTo>
                      <a:pt x="284262" y="630101"/>
                      <a:pt x="284262" y="629357"/>
                      <a:pt x="284076" y="628799"/>
                    </a:cubicBezTo>
                    <a:cubicBezTo>
                      <a:pt x="284076" y="628427"/>
                      <a:pt x="283890" y="627869"/>
                      <a:pt x="283890" y="627497"/>
                    </a:cubicBezTo>
                    <a:cubicBezTo>
                      <a:pt x="283890" y="626939"/>
                      <a:pt x="283704" y="626194"/>
                      <a:pt x="283704" y="625636"/>
                    </a:cubicBezTo>
                    <a:cubicBezTo>
                      <a:pt x="283704" y="625264"/>
                      <a:pt x="283704" y="624892"/>
                      <a:pt x="283518" y="624334"/>
                    </a:cubicBezTo>
                    <a:cubicBezTo>
                      <a:pt x="283518" y="623590"/>
                      <a:pt x="283332" y="622846"/>
                      <a:pt x="283332" y="622102"/>
                    </a:cubicBezTo>
                    <a:lnTo>
                      <a:pt x="283332" y="620985"/>
                    </a:lnTo>
                    <a:lnTo>
                      <a:pt x="283332" y="617823"/>
                    </a:lnTo>
                    <a:lnTo>
                      <a:pt x="283332" y="614474"/>
                    </a:lnTo>
                    <a:lnTo>
                      <a:pt x="283332" y="613358"/>
                    </a:lnTo>
                    <a:cubicBezTo>
                      <a:pt x="283332" y="612614"/>
                      <a:pt x="283518" y="611870"/>
                      <a:pt x="283518" y="611126"/>
                    </a:cubicBezTo>
                    <a:cubicBezTo>
                      <a:pt x="283518" y="610753"/>
                      <a:pt x="283518" y="610195"/>
                      <a:pt x="283704" y="609823"/>
                    </a:cubicBezTo>
                    <a:cubicBezTo>
                      <a:pt x="283704" y="609079"/>
                      <a:pt x="283890" y="608521"/>
                      <a:pt x="283890" y="607963"/>
                    </a:cubicBezTo>
                    <a:cubicBezTo>
                      <a:pt x="283890" y="607591"/>
                      <a:pt x="284076" y="607033"/>
                      <a:pt x="284076" y="606661"/>
                    </a:cubicBezTo>
                    <a:cubicBezTo>
                      <a:pt x="284262" y="606103"/>
                      <a:pt x="284262" y="605358"/>
                      <a:pt x="284448" y="604800"/>
                    </a:cubicBezTo>
                    <a:cubicBezTo>
                      <a:pt x="284448" y="604428"/>
                      <a:pt x="284634" y="603870"/>
                      <a:pt x="284634" y="603498"/>
                    </a:cubicBezTo>
                    <a:cubicBezTo>
                      <a:pt x="284820" y="602940"/>
                      <a:pt x="284820" y="602196"/>
                      <a:pt x="285006" y="601638"/>
                    </a:cubicBezTo>
                    <a:cubicBezTo>
                      <a:pt x="285192" y="601266"/>
                      <a:pt x="285192" y="600708"/>
                      <a:pt x="285378" y="600336"/>
                    </a:cubicBezTo>
                    <a:cubicBezTo>
                      <a:pt x="285564" y="599777"/>
                      <a:pt x="285750" y="599033"/>
                      <a:pt x="285936" y="598475"/>
                    </a:cubicBezTo>
                    <a:cubicBezTo>
                      <a:pt x="286122" y="598103"/>
                      <a:pt x="286122" y="597731"/>
                      <a:pt x="286308" y="597359"/>
                    </a:cubicBezTo>
                    <a:cubicBezTo>
                      <a:pt x="286680" y="596429"/>
                      <a:pt x="286866" y="595499"/>
                      <a:pt x="287238" y="594382"/>
                    </a:cubicBezTo>
                    <a:cubicBezTo>
                      <a:pt x="287424" y="594010"/>
                      <a:pt x="287424" y="593638"/>
                      <a:pt x="287610" y="593452"/>
                    </a:cubicBezTo>
                    <a:cubicBezTo>
                      <a:pt x="287796" y="592894"/>
                      <a:pt x="288168" y="592150"/>
                      <a:pt x="288355" y="591592"/>
                    </a:cubicBezTo>
                    <a:cubicBezTo>
                      <a:pt x="288541" y="591220"/>
                      <a:pt x="288727" y="590662"/>
                      <a:pt x="288913" y="590290"/>
                    </a:cubicBezTo>
                    <a:cubicBezTo>
                      <a:pt x="289099" y="589731"/>
                      <a:pt x="289285" y="589359"/>
                      <a:pt x="289657" y="588801"/>
                    </a:cubicBezTo>
                    <a:cubicBezTo>
                      <a:pt x="289843" y="588429"/>
                      <a:pt x="290029" y="587871"/>
                      <a:pt x="290401" y="587499"/>
                    </a:cubicBezTo>
                    <a:cubicBezTo>
                      <a:pt x="290587" y="586941"/>
                      <a:pt x="290959" y="586569"/>
                      <a:pt x="291145" y="586011"/>
                    </a:cubicBezTo>
                    <a:cubicBezTo>
                      <a:pt x="291331" y="585639"/>
                      <a:pt x="291703" y="585081"/>
                      <a:pt x="291889" y="584709"/>
                    </a:cubicBezTo>
                    <a:cubicBezTo>
                      <a:pt x="292075" y="584336"/>
                      <a:pt x="292447" y="583778"/>
                      <a:pt x="292633" y="583406"/>
                    </a:cubicBezTo>
                    <a:cubicBezTo>
                      <a:pt x="292819" y="583034"/>
                      <a:pt x="293191" y="582476"/>
                      <a:pt x="293377" y="582104"/>
                    </a:cubicBezTo>
                    <a:cubicBezTo>
                      <a:pt x="293563" y="581732"/>
                      <a:pt x="293936" y="581360"/>
                      <a:pt x="294122" y="580802"/>
                    </a:cubicBezTo>
                    <a:cubicBezTo>
                      <a:pt x="294494" y="580430"/>
                      <a:pt x="294680" y="579872"/>
                      <a:pt x="295052" y="579500"/>
                    </a:cubicBezTo>
                    <a:cubicBezTo>
                      <a:pt x="295238" y="579127"/>
                      <a:pt x="295610" y="578755"/>
                      <a:pt x="295982" y="578383"/>
                    </a:cubicBezTo>
                    <a:cubicBezTo>
                      <a:pt x="296354" y="578011"/>
                      <a:pt x="296540" y="577453"/>
                      <a:pt x="296912" y="577081"/>
                    </a:cubicBezTo>
                    <a:cubicBezTo>
                      <a:pt x="297284" y="576523"/>
                      <a:pt x="297656" y="575965"/>
                      <a:pt x="298214" y="575407"/>
                    </a:cubicBezTo>
                    <a:lnTo>
                      <a:pt x="298772" y="574849"/>
                    </a:lnTo>
                    <a:cubicBezTo>
                      <a:pt x="311237" y="559594"/>
                      <a:pt x="330212" y="549920"/>
                      <a:pt x="351420" y="549920"/>
                    </a:cubicBezTo>
                    <a:cubicBezTo>
                      <a:pt x="372628" y="549920"/>
                      <a:pt x="391604" y="559594"/>
                      <a:pt x="404068" y="574849"/>
                    </a:cubicBezTo>
                    <a:lnTo>
                      <a:pt x="404626" y="575407"/>
                    </a:lnTo>
                    <a:cubicBezTo>
                      <a:pt x="404999" y="575965"/>
                      <a:pt x="405557" y="576523"/>
                      <a:pt x="405929" y="577081"/>
                    </a:cubicBezTo>
                    <a:cubicBezTo>
                      <a:pt x="406301" y="577453"/>
                      <a:pt x="406487" y="578011"/>
                      <a:pt x="406859" y="578383"/>
                    </a:cubicBezTo>
                    <a:cubicBezTo>
                      <a:pt x="407231" y="578755"/>
                      <a:pt x="407417" y="579127"/>
                      <a:pt x="407789" y="579500"/>
                    </a:cubicBezTo>
                    <a:cubicBezTo>
                      <a:pt x="408161" y="579872"/>
                      <a:pt x="408347" y="580430"/>
                      <a:pt x="408719" y="580802"/>
                    </a:cubicBezTo>
                    <a:cubicBezTo>
                      <a:pt x="408905" y="581174"/>
                      <a:pt x="409277" y="581546"/>
                      <a:pt x="409463" y="582104"/>
                    </a:cubicBezTo>
                    <a:cubicBezTo>
                      <a:pt x="409835" y="582476"/>
                      <a:pt x="410021" y="583034"/>
                      <a:pt x="410208" y="583406"/>
                    </a:cubicBezTo>
                    <a:cubicBezTo>
                      <a:pt x="410394" y="583778"/>
                      <a:pt x="410766" y="584336"/>
                      <a:pt x="410952" y="584709"/>
                    </a:cubicBezTo>
                    <a:cubicBezTo>
                      <a:pt x="411138" y="585081"/>
                      <a:pt x="411510" y="585639"/>
                      <a:pt x="411696" y="586011"/>
                    </a:cubicBezTo>
                    <a:cubicBezTo>
                      <a:pt x="411882" y="586383"/>
                      <a:pt x="412254" y="586941"/>
                      <a:pt x="412440" y="587499"/>
                    </a:cubicBezTo>
                    <a:cubicBezTo>
                      <a:pt x="412626" y="587871"/>
                      <a:pt x="412812" y="588429"/>
                      <a:pt x="413184" y="588801"/>
                    </a:cubicBezTo>
                    <a:cubicBezTo>
                      <a:pt x="413370" y="589359"/>
                      <a:pt x="413556" y="589731"/>
                      <a:pt x="413928" y="590290"/>
                    </a:cubicBezTo>
                    <a:cubicBezTo>
                      <a:pt x="414114" y="590662"/>
                      <a:pt x="414300" y="591220"/>
                      <a:pt x="414486" y="591592"/>
                    </a:cubicBezTo>
                    <a:cubicBezTo>
                      <a:pt x="414672" y="592150"/>
                      <a:pt x="415044" y="592894"/>
                      <a:pt x="415231" y="593452"/>
                    </a:cubicBezTo>
                    <a:cubicBezTo>
                      <a:pt x="415416" y="593824"/>
                      <a:pt x="415416" y="594196"/>
                      <a:pt x="415603" y="594382"/>
                    </a:cubicBezTo>
                    <a:cubicBezTo>
                      <a:pt x="415975" y="595313"/>
                      <a:pt x="416347" y="596243"/>
                      <a:pt x="416533" y="597359"/>
                    </a:cubicBezTo>
                    <a:cubicBezTo>
                      <a:pt x="416719" y="597731"/>
                      <a:pt x="416719" y="598103"/>
                      <a:pt x="416905" y="598475"/>
                    </a:cubicBezTo>
                    <a:cubicBezTo>
                      <a:pt x="417091" y="599033"/>
                      <a:pt x="417277" y="599777"/>
                      <a:pt x="417463" y="600336"/>
                    </a:cubicBezTo>
                    <a:cubicBezTo>
                      <a:pt x="417649" y="600708"/>
                      <a:pt x="417649" y="601266"/>
                      <a:pt x="417835" y="601638"/>
                    </a:cubicBezTo>
                    <a:cubicBezTo>
                      <a:pt x="418021" y="602196"/>
                      <a:pt x="418207" y="602940"/>
                      <a:pt x="418207" y="603498"/>
                    </a:cubicBezTo>
                    <a:cubicBezTo>
                      <a:pt x="418393" y="603870"/>
                      <a:pt x="418393" y="604428"/>
                      <a:pt x="418393" y="604800"/>
                    </a:cubicBezTo>
                    <a:cubicBezTo>
                      <a:pt x="418579" y="605358"/>
                      <a:pt x="418579" y="606103"/>
                      <a:pt x="418765" y="606661"/>
                    </a:cubicBezTo>
                    <a:cubicBezTo>
                      <a:pt x="418765" y="607033"/>
                      <a:pt x="418951" y="607591"/>
                      <a:pt x="418951" y="607963"/>
                    </a:cubicBezTo>
                    <a:cubicBezTo>
                      <a:pt x="419137" y="608521"/>
                      <a:pt x="419137" y="609265"/>
                      <a:pt x="419137" y="609823"/>
                    </a:cubicBezTo>
                    <a:cubicBezTo>
                      <a:pt x="419137" y="610195"/>
                      <a:pt x="419323" y="610753"/>
                      <a:pt x="419323" y="611126"/>
                    </a:cubicBezTo>
                    <a:cubicBezTo>
                      <a:pt x="419323" y="611870"/>
                      <a:pt x="419509" y="612614"/>
                      <a:pt x="419509" y="613358"/>
                    </a:cubicBezTo>
                    <a:lnTo>
                      <a:pt x="419509" y="622102"/>
                    </a:lnTo>
                    <a:cubicBezTo>
                      <a:pt x="419509" y="622846"/>
                      <a:pt x="419323" y="623590"/>
                      <a:pt x="419323" y="624334"/>
                    </a:cubicBezTo>
                    <a:cubicBezTo>
                      <a:pt x="419323" y="624706"/>
                      <a:pt x="419323" y="625078"/>
                      <a:pt x="419137" y="625636"/>
                    </a:cubicBezTo>
                    <a:cubicBezTo>
                      <a:pt x="419137" y="626194"/>
                      <a:pt x="418951" y="626939"/>
                      <a:pt x="418951" y="627497"/>
                    </a:cubicBezTo>
                    <a:cubicBezTo>
                      <a:pt x="418951" y="627869"/>
                      <a:pt x="418765" y="628427"/>
                      <a:pt x="418765" y="628799"/>
                    </a:cubicBezTo>
                    <a:cubicBezTo>
                      <a:pt x="418579" y="629357"/>
                      <a:pt x="418579" y="630101"/>
                      <a:pt x="418393" y="630659"/>
                    </a:cubicBezTo>
                    <a:cubicBezTo>
                      <a:pt x="418393" y="631031"/>
                      <a:pt x="418207" y="631403"/>
                      <a:pt x="418207" y="631775"/>
                    </a:cubicBezTo>
                    <a:cubicBezTo>
                      <a:pt x="418021" y="632706"/>
                      <a:pt x="417835" y="633450"/>
                      <a:pt x="417649" y="634194"/>
                    </a:cubicBezTo>
                    <a:cubicBezTo>
                      <a:pt x="417463" y="634752"/>
                      <a:pt x="417277" y="635310"/>
                      <a:pt x="417277" y="635868"/>
                    </a:cubicBezTo>
                    <a:lnTo>
                      <a:pt x="416719" y="637543"/>
                    </a:lnTo>
                    <a:cubicBezTo>
                      <a:pt x="416533" y="638101"/>
                      <a:pt x="416347" y="638659"/>
                      <a:pt x="416161" y="639031"/>
                    </a:cubicBezTo>
                    <a:cubicBezTo>
                      <a:pt x="415975" y="639403"/>
                      <a:pt x="415789" y="639961"/>
                      <a:pt x="415789" y="640333"/>
                    </a:cubicBezTo>
                    <a:lnTo>
                      <a:pt x="415231" y="642007"/>
                    </a:lnTo>
                    <a:cubicBezTo>
                      <a:pt x="415044" y="642379"/>
                      <a:pt x="414858" y="642751"/>
                      <a:pt x="414858" y="643124"/>
                    </a:cubicBezTo>
                    <a:cubicBezTo>
                      <a:pt x="414672" y="643682"/>
                      <a:pt x="414300" y="644240"/>
                      <a:pt x="414114" y="644798"/>
                    </a:cubicBezTo>
                    <a:cubicBezTo>
                      <a:pt x="413928" y="644984"/>
                      <a:pt x="413928" y="645356"/>
                      <a:pt x="413742" y="645542"/>
                    </a:cubicBezTo>
                    <a:cubicBezTo>
                      <a:pt x="412812" y="647774"/>
                      <a:pt x="411696" y="649821"/>
                      <a:pt x="410394" y="652053"/>
                    </a:cubicBezTo>
                    <a:lnTo>
                      <a:pt x="410208" y="652239"/>
                    </a:lnTo>
                    <a:cubicBezTo>
                      <a:pt x="409835" y="652983"/>
                      <a:pt x="409463" y="653542"/>
                      <a:pt x="408905" y="654286"/>
                    </a:cubicBezTo>
                    <a:cubicBezTo>
                      <a:pt x="408719" y="654472"/>
                      <a:pt x="408719" y="654658"/>
                      <a:pt x="408533" y="654844"/>
                    </a:cubicBezTo>
                    <a:cubicBezTo>
                      <a:pt x="408161" y="655402"/>
                      <a:pt x="407603" y="656146"/>
                      <a:pt x="407231" y="656704"/>
                    </a:cubicBezTo>
                    <a:cubicBezTo>
                      <a:pt x="407045" y="656890"/>
                      <a:pt x="407045" y="657076"/>
                      <a:pt x="406859" y="657076"/>
                    </a:cubicBezTo>
                    <a:cubicBezTo>
                      <a:pt x="406487" y="657820"/>
                      <a:pt x="405929" y="658378"/>
                      <a:pt x="405371" y="658937"/>
                    </a:cubicBezTo>
                    <a:cubicBezTo>
                      <a:pt x="393278" y="675308"/>
                      <a:pt x="373559" y="685726"/>
                      <a:pt x="351606" y="685726"/>
                    </a:cubicBezTo>
                    <a:close/>
                  </a:path>
                </a:pathLst>
              </a:custGeom>
              <a:solidFill>
                <a:schemeClr val="bg1"/>
              </a:solidFill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41" name="组合 40"/>
            <p:cNvGrpSpPr/>
            <p:nvPr/>
          </p:nvGrpSpPr>
          <p:grpSpPr>
            <a:xfrm>
              <a:off x="6313529" y="921529"/>
              <a:ext cx="2158803" cy="1241855"/>
              <a:chOff x="1670194" y="975521"/>
              <a:chExt cx="2158803" cy="1241855"/>
            </a:xfrm>
          </p:grpSpPr>
          <p:sp>
            <p:nvSpPr>
              <p:cNvPr id="42" name="矩形 41"/>
              <p:cNvSpPr>
                <a:spLocks noChangeArrowheads="1"/>
              </p:cNvSpPr>
              <p:nvPr/>
            </p:nvSpPr>
            <p:spPr bwMode="auto">
              <a:xfrm>
                <a:off x="2048777" y="975521"/>
                <a:ext cx="1401637" cy="588032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 lIns="68566" tIns="34283" rIns="68566" bIns="34283">
                <a:spAutoFit/>
              </a:bodyPr>
              <a:lstStyle/>
              <a:p>
                <a:pPr algn="ctr">
                  <a:lnSpc>
                    <a:spcPct val="158000"/>
                  </a:lnSpc>
                </a:pPr>
                <a:r>
                  <a:rPr lang="zh-CN" altLang="en-US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添加标题</a:t>
                </a:r>
                <a:endParaRPr lang="en-US" altLang="zh-CN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43" name="矩形 47"/>
              <p:cNvSpPr>
                <a:spLocks noChangeArrowheads="1"/>
              </p:cNvSpPr>
              <p:nvPr/>
            </p:nvSpPr>
            <p:spPr bwMode="auto">
              <a:xfrm>
                <a:off x="1670194" y="1561120"/>
                <a:ext cx="2158803" cy="65625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 lIns="68566" tIns="34283" rIns="68566" bIns="34283">
                <a:spAutoFit/>
              </a:bodyPr>
              <a:lstStyle/>
              <a:p>
                <a:pPr algn="ctr">
                  <a:lnSpc>
                    <a:spcPts val="2400"/>
                  </a:lnSpc>
                </a:pPr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单击此处输入正文</a:t>
                </a:r>
                <a:endParaRPr lang="zh-CN" alt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  <a:p>
                <a:pPr algn="ctr">
                  <a:lnSpc>
                    <a:spcPts val="2400"/>
                  </a:lnSpc>
                </a:pPr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简意赅阐述观点</a:t>
                </a:r>
                <a:endParaRPr lang="zh-CN" alt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50" name="组合 49"/>
          <p:cNvGrpSpPr/>
          <p:nvPr/>
        </p:nvGrpSpPr>
        <p:grpSpPr>
          <a:xfrm>
            <a:off x="8867516" y="2550427"/>
            <a:ext cx="2158803" cy="3244128"/>
            <a:chOff x="8867516" y="2550427"/>
            <a:chExt cx="2158803" cy="3244128"/>
          </a:xfrm>
        </p:grpSpPr>
        <p:grpSp>
          <p:nvGrpSpPr>
            <p:cNvPr id="33" name="组合 32"/>
            <p:cNvGrpSpPr/>
            <p:nvPr/>
          </p:nvGrpSpPr>
          <p:grpSpPr>
            <a:xfrm>
              <a:off x="9068345" y="2550427"/>
              <a:ext cx="1757147" cy="1757147"/>
              <a:chOff x="9068345" y="2550427"/>
              <a:chExt cx="1757147" cy="1757147"/>
            </a:xfrm>
          </p:grpSpPr>
          <p:sp>
            <p:nvSpPr>
              <p:cNvPr id="21" name="椭圆 20"/>
              <p:cNvSpPr/>
              <p:nvPr/>
            </p:nvSpPr>
            <p:spPr>
              <a:xfrm>
                <a:off x="9195709" y="2677791"/>
                <a:ext cx="1502419" cy="1502419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58000"/>
                  </a:lnSpc>
                </a:pPr>
                <a:endParaRPr lang="zh-CN" altLang="en-US" sz="4400" dirty="0">
                  <a:cs typeface="+mn-ea"/>
                  <a:sym typeface="+mn-lt"/>
                </a:endParaRPr>
              </a:p>
            </p:txBody>
          </p:sp>
          <p:sp>
            <p:nvSpPr>
              <p:cNvPr id="22" name="椭圆 21"/>
              <p:cNvSpPr/>
              <p:nvPr/>
            </p:nvSpPr>
            <p:spPr>
              <a:xfrm>
                <a:off x="9068345" y="2550427"/>
                <a:ext cx="1757147" cy="1757147"/>
              </a:xfrm>
              <a:prstGeom prst="ellipse">
                <a:avLst/>
              </a:prstGeom>
              <a:noFill/>
              <a:ln w="101600">
                <a:solidFill>
                  <a:schemeClr val="bg1">
                    <a:lumMod val="85000"/>
                    <a:alpha val="5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58000"/>
                  </a:lnSpc>
                </a:pPr>
                <a:endParaRPr lang="zh-CN" altLang="en-US" sz="4400" dirty="0">
                  <a:cs typeface="+mn-ea"/>
                  <a:sym typeface="+mn-lt"/>
                </a:endParaRPr>
              </a:p>
            </p:txBody>
          </p:sp>
          <p:sp>
            <p:nvSpPr>
              <p:cNvPr id="28" name="太阳形 44"/>
              <p:cNvSpPr>
                <a:spLocks noChangeArrowheads="1"/>
              </p:cNvSpPr>
              <p:nvPr/>
            </p:nvSpPr>
            <p:spPr bwMode="auto">
              <a:xfrm>
                <a:off x="9570308" y="3050281"/>
                <a:ext cx="753220" cy="757439"/>
              </a:xfrm>
              <a:custGeom>
                <a:avLst/>
                <a:gdLst>
                  <a:gd name="T0" fmla="*/ 11488 w 11904"/>
                  <a:gd name="T1" fmla="*/ 3840 h 11968"/>
                  <a:gd name="T2" fmla="*/ 11168 w 11904"/>
                  <a:gd name="T3" fmla="*/ 3136 h 11968"/>
                  <a:gd name="T4" fmla="*/ 10368 w 11904"/>
                  <a:gd name="T5" fmla="*/ 3040 h 11968"/>
                  <a:gd name="T6" fmla="*/ 9056 w 11904"/>
                  <a:gd name="T7" fmla="*/ 4352 h 11968"/>
                  <a:gd name="T8" fmla="*/ 7520 w 11904"/>
                  <a:gd name="T9" fmla="*/ 5888 h 11968"/>
                  <a:gd name="T10" fmla="*/ 7040 w 11904"/>
                  <a:gd name="T11" fmla="*/ 6368 h 11968"/>
                  <a:gd name="T12" fmla="*/ 5024 w 11904"/>
                  <a:gd name="T13" fmla="*/ 4352 h 11968"/>
                  <a:gd name="T14" fmla="*/ 4576 w 11904"/>
                  <a:gd name="T15" fmla="*/ 4352 h 11968"/>
                  <a:gd name="T16" fmla="*/ 2336 w 11904"/>
                  <a:gd name="T17" fmla="*/ 6592 h 11968"/>
                  <a:gd name="T18" fmla="*/ 2336 w 11904"/>
                  <a:gd name="T19" fmla="*/ 7040 h 11968"/>
                  <a:gd name="T20" fmla="*/ 2560 w 11904"/>
                  <a:gd name="T21" fmla="*/ 7136 h 11968"/>
                  <a:gd name="T22" fmla="*/ 2784 w 11904"/>
                  <a:gd name="T23" fmla="*/ 7040 h 11968"/>
                  <a:gd name="T24" fmla="*/ 4800 w 11904"/>
                  <a:gd name="T25" fmla="*/ 5024 h 11968"/>
                  <a:gd name="T26" fmla="*/ 6784 w 11904"/>
                  <a:gd name="T27" fmla="*/ 7008 h 11968"/>
                  <a:gd name="T28" fmla="*/ 7040 w 11904"/>
                  <a:gd name="T29" fmla="*/ 7136 h 11968"/>
                  <a:gd name="T30" fmla="*/ 7296 w 11904"/>
                  <a:gd name="T31" fmla="*/ 7008 h 11968"/>
                  <a:gd name="T32" fmla="*/ 10688 w 11904"/>
                  <a:gd name="T33" fmla="*/ 3616 h 11968"/>
                  <a:gd name="T34" fmla="*/ 10944 w 11904"/>
                  <a:gd name="T35" fmla="*/ 4224 h 11968"/>
                  <a:gd name="T36" fmla="*/ 11200 w 11904"/>
                  <a:gd name="T37" fmla="*/ 6304 h 11968"/>
                  <a:gd name="T38" fmla="*/ 6848 w 11904"/>
                  <a:gd name="T39" fmla="*/ 10912 h 11968"/>
                  <a:gd name="T40" fmla="*/ 992 w 11904"/>
                  <a:gd name="T41" fmla="*/ 5536 h 11968"/>
                  <a:gd name="T42" fmla="*/ 5856 w 11904"/>
                  <a:gd name="T43" fmla="*/ 736 h 11968"/>
                  <a:gd name="T44" fmla="*/ 8096 w 11904"/>
                  <a:gd name="T45" fmla="*/ 1152 h 11968"/>
                  <a:gd name="T46" fmla="*/ 8512 w 11904"/>
                  <a:gd name="T47" fmla="*/ 992 h 11968"/>
                  <a:gd name="T48" fmla="*/ 8352 w 11904"/>
                  <a:gd name="T49" fmla="*/ 544 h 11968"/>
                  <a:gd name="T50" fmla="*/ 5440 w 11904"/>
                  <a:gd name="T51" fmla="*/ 128 h 11968"/>
                  <a:gd name="T52" fmla="*/ 352 w 11904"/>
                  <a:gd name="T53" fmla="*/ 5280 h 11968"/>
                  <a:gd name="T54" fmla="*/ 6688 w 11904"/>
                  <a:gd name="T55" fmla="*/ 11584 h 11968"/>
                  <a:gd name="T56" fmla="*/ 11808 w 11904"/>
                  <a:gd name="T57" fmla="*/ 6464 h 11968"/>
                  <a:gd name="T58" fmla="*/ 11488 w 11904"/>
                  <a:gd name="T59" fmla="*/ 3840 h 119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1904" h="11968">
                    <a:moveTo>
                      <a:pt x="11488" y="3840"/>
                    </a:moveTo>
                    <a:cubicBezTo>
                      <a:pt x="11392" y="3616"/>
                      <a:pt x="11296" y="3360"/>
                      <a:pt x="11168" y="3136"/>
                    </a:cubicBezTo>
                    <a:cubicBezTo>
                      <a:pt x="11008" y="2848"/>
                      <a:pt x="10624" y="2784"/>
                      <a:pt x="10368" y="3040"/>
                    </a:cubicBezTo>
                    <a:lnTo>
                      <a:pt x="9056" y="4352"/>
                    </a:lnTo>
                    <a:lnTo>
                      <a:pt x="7520" y="5888"/>
                    </a:lnTo>
                    <a:lnTo>
                      <a:pt x="7040" y="6368"/>
                    </a:lnTo>
                    <a:cubicBezTo>
                      <a:pt x="6720" y="6016"/>
                      <a:pt x="6144" y="5440"/>
                      <a:pt x="5024" y="4352"/>
                    </a:cubicBezTo>
                    <a:cubicBezTo>
                      <a:pt x="4896" y="4224"/>
                      <a:pt x="4704" y="4224"/>
                      <a:pt x="4576" y="4352"/>
                    </a:cubicBezTo>
                    <a:lnTo>
                      <a:pt x="2336" y="6592"/>
                    </a:lnTo>
                    <a:cubicBezTo>
                      <a:pt x="2208" y="6720"/>
                      <a:pt x="2208" y="6912"/>
                      <a:pt x="2336" y="7040"/>
                    </a:cubicBezTo>
                    <a:cubicBezTo>
                      <a:pt x="2400" y="7104"/>
                      <a:pt x="2496" y="7136"/>
                      <a:pt x="2560" y="7136"/>
                    </a:cubicBezTo>
                    <a:cubicBezTo>
                      <a:pt x="2624" y="7136"/>
                      <a:pt x="2720" y="7104"/>
                      <a:pt x="2784" y="7040"/>
                    </a:cubicBezTo>
                    <a:lnTo>
                      <a:pt x="4800" y="5024"/>
                    </a:lnTo>
                    <a:cubicBezTo>
                      <a:pt x="5600" y="5792"/>
                      <a:pt x="6656" y="6848"/>
                      <a:pt x="6784" y="7008"/>
                    </a:cubicBezTo>
                    <a:cubicBezTo>
                      <a:pt x="6848" y="7104"/>
                      <a:pt x="6944" y="7136"/>
                      <a:pt x="7040" y="7136"/>
                    </a:cubicBezTo>
                    <a:cubicBezTo>
                      <a:pt x="7136" y="7136"/>
                      <a:pt x="7232" y="7072"/>
                      <a:pt x="7296" y="7008"/>
                    </a:cubicBezTo>
                    <a:lnTo>
                      <a:pt x="10688" y="3616"/>
                    </a:lnTo>
                    <a:cubicBezTo>
                      <a:pt x="10784" y="3808"/>
                      <a:pt x="10848" y="4000"/>
                      <a:pt x="10944" y="4224"/>
                    </a:cubicBezTo>
                    <a:cubicBezTo>
                      <a:pt x="11168" y="4864"/>
                      <a:pt x="11264" y="5568"/>
                      <a:pt x="11200" y="6304"/>
                    </a:cubicBezTo>
                    <a:cubicBezTo>
                      <a:pt x="11008" y="8640"/>
                      <a:pt x="9184" y="10560"/>
                      <a:pt x="6848" y="10912"/>
                    </a:cubicBezTo>
                    <a:cubicBezTo>
                      <a:pt x="3584" y="11392"/>
                      <a:pt x="768" y="8736"/>
                      <a:pt x="992" y="5536"/>
                    </a:cubicBezTo>
                    <a:cubicBezTo>
                      <a:pt x="1152" y="2944"/>
                      <a:pt x="3296" y="864"/>
                      <a:pt x="5856" y="736"/>
                    </a:cubicBezTo>
                    <a:cubicBezTo>
                      <a:pt x="6656" y="704"/>
                      <a:pt x="7424" y="864"/>
                      <a:pt x="8096" y="1152"/>
                    </a:cubicBezTo>
                    <a:cubicBezTo>
                      <a:pt x="8256" y="1216"/>
                      <a:pt x="8448" y="1152"/>
                      <a:pt x="8512" y="992"/>
                    </a:cubicBezTo>
                    <a:cubicBezTo>
                      <a:pt x="8608" y="832"/>
                      <a:pt x="8512" y="608"/>
                      <a:pt x="8352" y="544"/>
                    </a:cubicBezTo>
                    <a:cubicBezTo>
                      <a:pt x="7488" y="160"/>
                      <a:pt x="6496" y="0"/>
                      <a:pt x="5440" y="128"/>
                    </a:cubicBezTo>
                    <a:cubicBezTo>
                      <a:pt x="2752" y="416"/>
                      <a:pt x="608" y="2592"/>
                      <a:pt x="352" y="5280"/>
                    </a:cubicBezTo>
                    <a:cubicBezTo>
                      <a:pt x="0" y="8928"/>
                      <a:pt x="3040" y="11968"/>
                      <a:pt x="6688" y="11584"/>
                    </a:cubicBezTo>
                    <a:cubicBezTo>
                      <a:pt x="9344" y="11296"/>
                      <a:pt x="11520" y="9152"/>
                      <a:pt x="11808" y="6464"/>
                    </a:cubicBezTo>
                    <a:cubicBezTo>
                      <a:pt x="11904" y="5536"/>
                      <a:pt x="11776" y="4640"/>
                      <a:pt x="11488" y="3840"/>
                    </a:cubicBezTo>
                    <a:close/>
                  </a:path>
                </a:pathLst>
              </a:custGeom>
              <a:solidFill>
                <a:schemeClr val="bg1"/>
              </a:solidFill>
              <a:ln w="25400">
                <a:noFill/>
                <a:bevel/>
              </a:ln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50000"/>
                  </a:lnSpc>
                </a:pPr>
                <a:endParaRPr lang="zh-CN" altLang="zh-CN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44" name="组合 43"/>
            <p:cNvGrpSpPr/>
            <p:nvPr/>
          </p:nvGrpSpPr>
          <p:grpSpPr>
            <a:xfrm>
              <a:off x="8867516" y="4552700"/>
              <a:ext cx="2158803" cy="1241855"/>
              <a:chOff x="1670194" y="975521"/>
              <a:chExt cx="2158803" cy="1241855"/>
            </a:xfrm>
          </p:grpSpPr>
          <p:sp>
            <p:nvSpPr>
              <p:cNvPr id="45" name="矩形 44"/>
              <p:cNvSpPr>
                <a:spLocks noChangeArrowheads="1"/>
              </p:cNvSpPr>
              <p:nvPr/>
            </p:nvSpPr>
            <p:spPr bwMode="auto">
              <a:xfrm>
                <a:off x="2048777" y="975521"/>
                <a:ext cx="1401637" cy="588032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 lIns="68566" tIns="34283" rIns="68566" bIns="34283">
                <a:spAutoFit/>
              </a:bodyPr>
              <a:lstStyle/>
              <a:p>
                <a:pPr algn="ctr">
                  <a:lnSpc>
                    <a:spcPct val="158000"/>
                  </a:lnSpc>
                </a:pPr>
                <a:r>
                  <a:rPr lang="zh-CN" altLang="en-US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添加标题</a:t>
                </a:r>
                <a:endParaRPr lang="en-US" altLang="zh-CN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46" name="矩形 47"/>
              <p:cNvSpPr>
                <a:spLocks noChangeArrowheads="1"/>
              </p:cNvSpPr>
              <p:nvPr/>
            </p:nvSpPr>
            <p:spPr bwMode="auto">
              <a:xfrm>
                <a:off x="1670194" y="1561120"/>
                <a:ext cx="2158803" cy="65625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 lIns="68566" tIns="34283" rIns="68566" bIns="34283">
                <a:spAutoFit/>
              </a:bodyPr>
              <a:lstStyle/>
              <a:p>
                <a:pPr algn="ctr">
                  <a:lnSpc>
                    <a:spcPts val="2400"/>
                  </a:lnSpc>
                </a:pPr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单击此处输入正文</a:t>
                </a:r>
                <a:endParaRPr lang="zh-CN" alt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  <a:p>
                <a:pPr algn="ctr">
                  <a:lnSpc>
                    <a:spcPts val="2400"/>
                  </a:lnSpc>
                </a:pPr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简意赅阐述观点</a:t>
                </a:r>
                <a:endParaRPr lang="zh-CN" alt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035540" y="2080418"/>
            <a:ext cx="7906418" cy="3168819"/>
            <a:chOff x="2035540" y="2080418"/>
            <a:chExt cx="7906418" cy="3168819"/>
          </a:xfrm>
        </p:grpSpPr>
        <p:grpSp>
          <p:nvGrpSpPr>
            <p:cNvPr id="58" name="组合 57"/>
            <p:cNvGrpSpPr/>
            <p:nvPr/>
          </p:nvGrpSpPr>
          <p:grpSpPr>
            <a:xfrm rot="5400000">
              <a:off x="1852961" y="4783548"/>
              <a:ext cx="648268" cy="283109"/>
              <a:chOff x="7531100" y="642935"/>
              <a:chExt cx="838995" cy="366402"/>
            </a:xfrm>
            <a:solidFill>
              <a:schemeClr val="bg1">
                <a:lumMod val="85000"/>
              </a:schemeClr>
            </a:solidFill>
          </p:grpSpPr>
          <p:grpSp>
            <p:nvGrpSpPr>
              <p:cNvPr id="59" name="组合 58"/>
              <p:cNvGrpSpPr/>
              <p:nvPr/>
            </p:nvGrpSpPr>
            <p:grpSpPr>
              <a:xfrm>
                <a:off x="7531100" y="642935"/>
                <a:ext cx="838995" cy="131764"/>
                <a:chOff x="7531100" y="642935"/>
                <a:chExt cx="838995" cy="131764"/>
              </a:xfrm>
              <a:grpFill/>
            </p:grpSpPr>
            <p:sp>
              <p:nvSpPr>
                <p:cNvPr id="65" name="椭圆 64"/>
                <p:cNvSpPr/>
                <p:nvPr/>
              </p:nvSpPr>
              <p:spPr>
                <a:xfrm>
                  <a:off x="7531100" y="642936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6" name="椭圆 65"/>
                <p:cNvSpPr/>
                <p:nvPr/>
              </p:nvSpPr>
              <p:spPr>
                <a:xfrm>
                  <a:off x="7766844" y="642936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7" name="椭圆 66"/>
                <p:cNvSpPr/>
                <p:nvPr/>
              </p:nvSpPr>
              <p:spPr>
                <a:xfrm>
                  <a:off x="8002588" y="642935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8" name="椭圆 67"/>
                <p:cNvSpPr/>
                <p:nvPr/>
              </p:nvSpPr>
              <p:spPr>
                <a:xfrm>
                  <a:off x="8238332" y="642935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60" name="组合 59"/>
              <p:cNvGrpSpPr/>
              <p:nvPr/>
            </p:nvGrpSpPr>
            <p:grpSpPr>
              <a:xfrm>
                <a:off x="7531100" y="877573"/>
                <a:ext cx="838995" cy="131764"/>
                <a:chOff x="7531100" y="642935"/>
                <a:chExt cx="838995" cy="131764"/>
              </a:xfrm>
              <a:grpFill/>
            </p:grpSpPr>
            <p:sp>
              <p:nvSpPr>
                <p:cNvPr id="61" name="椭圆 60"/>
                <p:cNvSpPr/>
                <p:nvPr/>
              </p:nvSpPr>
              <p:spPr>
                <a:xfrm>
                  <a:off x="7531100" y="642936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2" name="椭圆 61"/>
                <p:cNvSpPr/>
                <p:nvPr/>
              </p:nvSpPr>
              <p:spPr>
                <a:xfrm>
                  <a:off x="7766844" y="642936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3" name="椭圆 62"/>
                <p:cNvSpPr/>
                <p:nvPr/>
              </p:nvSpPr>
              <p:spPr>
                <a:xfrm>
                  <a:off x="8002588" y="642935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4" name="椭圆 63"/>
                <p:cNvSpPr/>
                <p:nvPr/>
              </p:nvSpPr>
              <p:spPr>
                <a:xfrm>
                  <a:off x="8238332" y="642935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69" name="组合 68"/>
            <p:cNvGrpSpPr/>
            <p:nvPr/>
          </p:nvGrpSpPr>
          <p:grpSpPr>
            <a:xfrm>
              <a:off x="9293690" y="2080418"/>
              <a:ext cx="648268" cy="283109"/>
              <a:chOff x="7531100" y="642935"/>
              <a:chExt cx="838995" cy="366402"/>
            </a:xfrm>
            <a:solidFill>
              <a:schemeClr val="bg1">
                <a:lumMod val="85000"/>
              </a:schemeClr>
            </a:solidFill>
          </p:grpSpPr>
          <p:grpSp>
            <p:nvGrpSpPr>
              <p:cNvPr id="70" name="组合 69"/>
              <p:cNvGrpSpPr/>
              <p:nvPr/>
            </p:nvGrpSpPr>
            <p:grpSpPr>
              <a:xfrm>
                <a:off x="7531100" y="642935"/>
                <a:ext cx="838995" cy="131764"/>
                <a:chOff x="7531100" y="642935"/>
                <a:chExt cx="838995" cy="131764"/>
              </a:xfrm>
              <a:grpFill/>
            </p:grpSpPr>
            <p:sp>
              <p:nvSpPr>
                <p:cNvPr id="76" name="椭圆 75"/>
                <p:cNvSpPr/>
                <p:nvPr/>
              </p:nvSpPr>
              <p:spPr>
                <a:xfrm>
                  <a:off x="7531100" y="642936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7" name="椭圆 76"/>
                <p:cNvSpPr/>
                <p:nvPr/>
              </p:nvSpPr>
              <p:spPr>
                <a:xfrm>
                  <a:off x="7766844" y="642936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8" name="椭圆 77"/>
                <p:cNvSpPr/>
                <p:nvPr/>
              </p:nvSpPr>
              <p:spPr>
                <a:xfrm>
                  <a:off x="8002588" y="642935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9" name="椭圆 78"/>
                <p:cNvSpPr/>
                <p:nvPr/>
              </p:nvSpPr>
              <p:spPr>
                <a:xfrm>
                  <a:off x="8238332" y="642935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71" name="组合 70"/>
              <p:cNvGrpSpPr/>
              <p:nvPr/>
            </p:nvGrpSpPr>
            <p:grpSpPr>
              <a:xfrm>
                <a:off x="7531100" y="877573"/>
                <a:ext cx="838995" cy="131764"/>
                <a:chOff x="7531100" y="642935"/>
                <a:chExt cx="838995" cy="131764"/>
              </a:xfrm>
              <a:grpFill/>
            </p:grpSpPr>
            <p:sp>
              <p:nvSpPr>
                <p:cNvPr id="72" name="椭圆 71"/>
                <p:cNvSpPr/>
                <p:nvPr/>
              </p:nvSpPr>
              <p:spPr>
                <a:xfrm>
                  <a:off x="7531100" y="642936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3" name="椭圆 72"/>
                <p:cNvSpPr/>
                <p:nvPr/>
              </p:nvSpPr>
              <p:spPr>
                <a:xfrm>
                  <a:off x="7766844" y="642936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4" name="椭圆 73"/>
                <p:cNvSpPr/>
                <p:nvPr/>
              </p:nvSpPr>
              <p:spPr>
                <a:xfrm>
                  <a:off x="8002588" y="642935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5" name="椭圆 74"/>
                <p:cNvSpPr/>
                <p:nvPr/>
              </p:nvSpPr>
              <p:spPr>
                <a:xfrm>
                  <a:off x="8238332" y="642935"/>
                  <a:ext cx="131763" cy="13176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</p:grpSp>
      </p:grpSp>
      <p:grpSp>
        <p:nvGrpSpPr>
          <p:cNvPr id="93" name="组合 92"/>
          <p:cNvGrpSpPr/>
          <p:nvPr/>
        </p:nvGrpSpPr>
        <p:grpSpPr>
          <a:xfrm>
            <a:off x="3601628" y="1192217"/>
            <a:ext cx="4988744" cy="4355873"/>
            <a:chOff x="3601628" y="1134161"/>
            <a:chExt cx="4988744" cy="4355873"/>
          </a:xfrm>
        </p:grpSpPr>
        <p:sp>
          <p:nvSpPr>
            <p:cNvPr id="30" name="文本框 29"/>
            <p:cNvSpPr txBox="1"/>
            <p:nvPr/>
          </p:nvSpPr>
          <p:spPr>
            <a:xfrm>
              <a:off x="4977745" y="3709711"/>
              <a:ext cx="223651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tx2">
                      <a:lumMod val="85000"/>
                      <a:lumOff val="15000"/>
                      <a:alpha val="50000"/>
                    </a:schemeClr>
                  </a:solidFill>
                  <a:cs typeface="+mn-ea"/>
                  <a:sym typeface="+mn-lt"/>
                </a:rPr>
                <a:t>未来工作计划实施报告</a:t>
              </a:r>
              <a:endParaRPr lang="zh-CN" altLang="en-US" sz="1600" dirty="0">
                <a:solidFill>
                  <a:schemeClr val="tx2">
                    <a:lumMod val="85000"/>
                    <a:lumOff val="15000"/>
                    <a:alpha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4464784" y="3043424"/>
              <a:ext cx="3262432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tx2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未来工作计划</a:t>
              </a:r>
              <a:endParaRPr lang="zh-CN" altLang="en-US" sz="4000" b="1" dirty="0">
                <a:solidFill>
                  <a:schemeClr val="tx2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pic>
          <p:nvPicPr>
            <p:cNvPr id="57" name="图形 5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802456" y="1438585"/>
              <a:ext cx="458253" cy="356418"/>
            </a:xfrm>
            <a:prstGeom prst="rect">
              <a:avLst/>
            </a:prstGeom>
          </p:spPr>
        </p:pic>
        <p:sp>
          <p:nvSpPr>
            <p:cNvPr id="81" name="文本框 80"/>
            <p:cNvSpPr txBox="1"/>
            <p:nvPr/>
          </p:nvSpPr>
          <p:spPr>
            <a:xfrm>
              <a:off x="3601628" y="4498993"/>
              <a:ext cx="4988744" cy="9910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zh-CN" altLang="en-US" sz="1600" dirty="0">
                  <a:solidFill>
                    <a:schemeClr val="tx2">
                      <a:lumMod val="85000"/>
                      <a:lumOff val="15000"/>
                      <a:alpha val="60000"/>
                    </a:schemeClr>
                  </a:solidFill>
                  <a:cs typeface="+mn-ea"/>
                  <a:sym typeface="+mn-lt"/>
                </a:rPr>
                <a:t>单击此处输入你的正文，文字是您思想的提炼，为了最终演示发布的良好效果，请尽量言简意赅的阐述观点；根据需要可酌情增减文字</a:t>
              </a:r>
              <a:r>
                <a:rPr lang="en-US" altLang="zh-CN" sz="1600" dirty="0">
                  <a:solidFill>
                    <a:schemeClr val="tx2">
                      <a:lumMod val="85000"/>
                      <a:lumOff val="15000"/>
                      <a:alpha val="60000"/>
                    </a:schemeClr>
                  </a:solidFill>
                  <a:cs typeface="+mn-ea"/>
                  <a:sym typeface="+mn-lt"/>
                </a:rPr>
                <a:t>…</a:t>
              </a:r>
              <a:endParaRPr lang="en-US" altLang="zh-CN" sz="1600" dirty="0">
                <a:solidFill>
                  <a:schemeClr val="tx2">
                    <a:lumMod val="85000"/>
                    <a:lumOff val="15000"/>
                    <a:alpha val="60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87" name="组合 86"/>
            <p:cNvGrpSpPr/>
            <p:nvPr/>
          </p:nvGrpSpPr>
          <p:grpSpPr>
            <a:xfrm>
              <a:off x="4184313" y="4123345"/>
              <a:ext cx="3823374" cy="234675"/>
              <a:chOff x="4125062" y="5172812"/>
              <a:chExt cx="3823374" cy="234675"/>
            </a:xfrm>
          </p:grpSpPr>
          <p:cxnSp>
            <p:nvCxnSpPr>
              <p:cNvPr id="82" name="直接连接符 81"/>
              <p:cNvCxnSpPr/>
              <p:nvPr/>
            </p:nvCxnSpPr>
            <p:spPr>
              <a:xfrm flipH="1">
                <a:off x="4125062" y="5290149"/>
                <a:ext cx="3823374" cy="0"/>
              </a:xfrm>
              <a:prstGeom prst="line">
                <a:avLst/>
              </a:prstGeom>
              <a:ln w="25400">
                <a:solidFill>
                  <a:srgbClr val="FAA718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接连接符 82"/>
              <p:cNvCxnSpPr/>
              <p:nvPr/>
            </p:nvCxnSpPr>
            <p:spPr>
              <a:xfrm flipV="1">
                <a:off x="4264406" y="5172812"/>
                <a:ext cx="0" cy="234675"/>
              </a:xfrm>
              <a:prstGeom prst="line">
                <a:avLst/>
              </a:prstGeom>
              <a:ln w="25400">
                <a:solidFill>
                  <a:srgbClr val="FAA718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直接连接符 84"/>
              <p:cNvCxnSpPr/>
              <p:nvPr/>
            </p:nvCxnSpPr>
            <p:spPr>
              <a:xfrm flipV="1">
                <a:off x="7788656" y="5172812"/>
                <a:ext cx="0" cy="234675"/>
              </a:xfrm>
              <a:prstGeom prst="line">
                <a:avLst/>
              </a:prstGeom>
              <a:ln w="25400">
                <a:solidFill>
                  <a:srgbClr val="FAA718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1" name="组合 90"/>
            <p:cNvGrpSpPr/>
            <p:nvPr/>
          </p:nvGrpSpPr>
          <p:grpSpPr>
            <a:xfrm>
              <a:off x="4311928" y="1134161"/>
              <a:ext cx="3848882" cy="2215991"/>
              <a:chOff x="4943487" y="172322"/>
              <a:chExt cx="3848882" cy="2215991"/>
            </a:xfrm>
          </p:grpSpPr>
          <p:grpSp>
            <p:nvGrpSpPr>
              <p:cNvPr id="45" name="组合 44"/>
              <p:cNvGrpSpPr/>
              <p:nvPr/>
            </p:nvGrpSpPr>
            <p:grpSpPr>
              <a:xfrm>
                <a:off x="4943487" y="172322"/>
                <a:ext cx="3848882" cy="2215991"/>
                <a:chOff x="4880560" y="827813"/>
                <a:chExt cx="3848882" cy="2215991"/>
              </a:xfrm>
            </p:grpSpPr>
            <p:sp>
              <p:nvSpPr>
                <p:cNvPr id="43" name="矩形 42"/>
                <p:cNvSpPr/>
                <p:nvPr/>
              </p:nvSpPr>
              <p:spPr>
                <a:xfrm>
                  <a:off x="4880560" y="827813"/>
                  <a:ext cx="1194558" cy="221599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13800" b="1" dirty="0">
                      <a:ln w="38100">
                        <a:solidFill>
                          <a:srgbClr val="2B357A"/>
                        </a:solidFill>
                      </a:ln>
                      <a:solidFill>
                        <a:srgbClr val="2B357A"/>
                      </a:solidFill>
                      <a:cs typeface="+mn-ea"/>
                      <a:sym typeface="+mn-lt"/>
                    </a:rPr>
                    <a:t>F</a:t>
                  </a:r>
                  <a:endParaRPr lang="zh-CN" altLang="en-US" sz="13800" b="1" dirty="0">
                    <a:ln w="38100">
                      <a:solidFill>
                        <a:srgbClr val="2B357A"/>
                      </a:solidFill>
                    </a:ln>
                    <a:solidFill>
                      <a:srgbClr val="2B357A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44" name="矩形 43"/>
                <p:cNvSpPr/>
                <p:nvPr/>
              </p:nvSpPr>
              <p:spPr>
                <a:xfrm>
                  <a:off x="5842113" y="827813"/>
                  <a:ext cx="2887329" cy="221599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13800" b="1" dirty="0">
                      <a:ln w="38100">
                        <a:solidFill>
                          <a:srgbClr val="F2634B"/>
                        </a:solidFill>
                      </a:ln>
                      <a:solidFill>
                        <a:srgbClr val="F2634B"/>
                      </a:solidFill>
                      <a:cs typeface="+mn-ea"/>
                      <a:sym typeface="+mn-lt"/>
                    </a:rPr>
                    <a:t>our</a:t>
                  </a:r>
                  <a:endParaRPr lang="zh-CN" altLang="en-US" sz="13800" b="1" dirty="0">
                    <a:ln w="38100">
                      <a:solidFill>
                        <a:srgbClr val="F2634B"/>
                      </a:solidFill>
                    </a:ln>
                    <a:solidFill>
                      <a:srgbClr val="F2634B"/>
                    </a:solidFill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90" name="组合 89"/>
              <p:cNvGrpSpPr/>
              <p:nvPr/>
            </p:nvGrpSpPr>
            <p:grpSpPr>
              <a:xfrm>
                <a:off x="6341125" y="391750"/>
                <a:ext cx="1809007" cy="369332"/>
                <a:chOff x="6341125" y="391750"/>
                <a:chExt cx="1809007" cy="369332"/>
              </a:xfrm>
            </p:grpSpPr>
            <p:sp>
              <p:nvSpPr>
                <p:cNvPr id="88" name="矩形 87"/>
                <p:cNvSpPr/>
                <p:nvPr/>
              </p:nvSpPr>
              <p:spPr>
                <a:xfrm>
                  <a:off x="6341125" y="391750"/>
                  <a:ext cx="1600118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dirty="0">
                      <a:ln w="15875">
                        <a:solidFill>
                          <a:srgbClr val="61C9DC"/>
                        </a:solidFill>
                      </a:ln>
                      <a:solidFill>
                        <a:srgbClr val="61C9DC"/>
                      </a:solidFill>
                      <a:cs typeface="+mn-ea"/>
                      <a:sym typeface="+mn-lt"/>
                    </a:rPr>
                    <a:t>Chapter Four</a:t>
                  </a:r>
                  <a:endParaRPr lang="zh-CN" altLang="en-US" dirty="0">
                    <a:ln w="15875">
                      <a:solidFill>
                        <a:srgbClr val="61C9DC"/>
                      </a:solidFill>
                    </a:ln>
                    <a:solidFill>
                      <a:srgbClr val="61C9DC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89" name="任意多边形: 形状 88"/>
                <p:cNvSpPr/>
                <p:nvPr/>
              </p:nvSpPr>
              <p:spPr>
                <a:xfrm flipH="1">
                  <a:off x="7995990" y="501159"/>
                  <a:ext cx="154142" cy="154142"/>
                </a:xfrm>
                <a:custGeom>
                  <a:avLst/>
                  <a:gdLst>
                    <a:gd name="connsiteX0" fmla="*/ 166783 w 171450"/>
                    <a:gd name="connsiteY0" fmla="*/ 86963 h 171450"/>
                    <a:gd name="connsiteX1" fmla="*/ 86963 w 171450"/>
                    <a:gd name="connsiteY1" fmla="*/ 166783 h 171450"/>
                    <a:gd name="connsiteX2" fmla="*/ 7144 w 171450"/>
                    <a:gd name="connsiteY2" fmla="*/ 86963 h 171450"/>
                    <a:gd name="connsiteX3" fmla="*/ 86963 w 171450"/>
                    <a:gd name="connsiteY3" fmla="*/ 7144 h 171450"/>
                    <a:gd name="connsiteX4" fmla="*/ 166783 w 171450"/>
                    <a:gd name="connsiteY4" fmla="*/ 86963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450" h="171450">
                      <a:moveTo>
                        <a:pt x="166783" y="86963"/>
                      </a:moveTo>
                      <a:cubicBezTo>
                        <a:pt x="166783" y="131047"/>
                        <a:pt x="131046" y="166783"/>
                        <a:pt x="86963" y="166783"/>
                      </a:cubicBezTo>
                      <a:cubicBezTo>
                        <a:pt x="42880" y="166783"/>
                        <a:pt x="7144" y="131047"/>
                        <a:pt x="7144" y="86963"/>
                      </a:cubicBezTo>
                      <a:cubicBezTo>
                        <a:pt x="7144" y="42880"/>
                        <a:pt x="42880" y="7144"/>
                        <a:pt x="86963" y="7144"/>
                      </a:cubicBezTo>
                      <a:cubicBezTo>
                        <a:pt x="131046" y="7144"/>
                        <a:pt x="166783" y="42880"/>
                        <a:pt x="166783" y="86963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</p:grpSp>
        <p:sp>
          <p:nvSpPr>
            <p:cNvPr id="92" name="任意多边形: 形状 91"/>
            <p:cNvSpPr/>
            <p:nvPr/>
          </p:nvSpPr>
          <p:spPr>
            <a:xfrm>
              <a:off x="7790460" y="1292000"/>
              <a:ext cx="434453" cy="434453"/>
            </a:xfrm>
            <a:custGeom>
              <a:avLst/>
              <a:gdLst>
                <a:gd name="connsiteX0" fmla="*/ 7144 w 342900"/>
                <a:gd name="connsiteY0" fmla="*/ 7144 h 342900"/>
                <a:gd name="connsiteX1" fmla="*/ 7144 w 342900"/>
                <a:gd name="connsiteY1" fmla="*/ 336899 h 342900"/>
                <a:gd name="connsiteX2" fmla="*/ 336899 w 342900"/>
                <a:gd name="connsiteY2" fmla="*/ 336899 h 342900"/>
                <a:gd name="connsiteX3" fmla="*/ 336899 w 342900"/>
                <a:gd name="connsiteY3" fmla="*/ 7144 h 342900"/>
                <a:gd name="connsiteX4" fmla="*/ 7144 w 342900"/>
                <a:gd name="connsiteY4" fmla="*/ 7144 h 342900"/>
                <a:gd name="connsiteX5" fmla="*/ 285274 w 342900"/>
                <a:gd name="connsiteY5" fmla="*/ 285274 h 342900"/>
                <a:gd name="connsiteX6" fmla="*/ 195453 w 342900"/>
                <a:gd name="connsiteY6" fmla="*/ 285274 h 342900"/>
                <a:gd name="connsiteX7" fmla="*/ 285274 w 342900"/>
                <a:gd name="connsiteY7" fmla="*/ 195453 h 342900"/>
                <a:gd name="connsiteX8" fmla="*/ 285274 w 342900"/>
                <a:gd name="connsiteY8" fmla="*/ 285274 h 342900"/>
                <a:gd name="connsiteX9" fmla="*/ 58769 w 342900"/>
                <a:gd name="connsiteY9" fmla="*/ 285274 h 342900"/>
                <a:gd name="connsiteX10" fmla="*/ 58769 w 342900"/>
                <a:gd name="connsiteY10" fmla="*/ 285274 h 342900"/>
                <a:gd name="connsiteX11" fmla="*/ 58769 w 342900"/>
                <a:gd name="connsiteY11" fmla="*/ 58674 h 342900"/>
                <a:gd name="connsiteX12" fmla="*/ 285274 w 342900"/>
                <a:gd name="connsiteY12" fmla="*/ 58674 h 342900"/>
                <a:gd name="connsiteX13" fmla="*/ 285274 w 342900"/>
                <a:gd name="connsiteY13" fmla="*/ 58674 h 342900"/>
                <a:gd name="connsiteX14" fmla="*/ 58769 w 342900"/>
                <a:gd name="connsiteY14" fmla="*/ 285274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42900" h="342900">
                  <a:moveTo>
                    <a:pt x="7144" y="7144"/>
                  </a:moveTo>
                  <a:lnTo>
                    <a:pt x="7144" y="336899"/>
                  </a:lnTo>
                  <a:lnTo>
                    <a:pt x="336899" y="336899"/>
                  </a:lnTo>
                  <a:lnTo>
                    <a:pt x="336899" y="7144"/>
                  </a:lnTo>
                  <a:lnTo>
                    <a:pt x="7144" y="7144"/>
                  </a:lnTo>
                  <a:close/>
                  <a:moveTo>
                    <a:pt x="285274" y="285274"/>
                  </a:moveTo>
                  <a:lnTo>
                    <a:pt x="195453" y="285274"/>
                  </a:lnTo>
                  <a:cubicBezTo>
                    <a:pt x="232124" y="263080"/>
                    <a:pt x="263080" y="232124"/>
                    <a:pt x="285274" y="195453"/>
                  </a:cubicBezTo>
                  <a:lnTo>
                    <a:pt x="285274" y="285274"/>
                  </a:lnTo>
                  <a:close/>
                  <a:moveTo>
                    <a:pt x="58769" y="285274"/>
                  </a:moveTo>
                  <a:lnTo>
                    <a:pt x="58769" y="285274"/>
                  </a:lnTo>
                  <a:lnTo>
                    <a:pt x="58769" y="58674"/>
                  </a:lnTo>
                  <a:lnTo>
                    <a:pt x="285274" y="58674"/>
                  </a:lnTo>
                  <a:lnTo>
                    <a:pt x="285274" y="58674"/>
                  </a:lnTo>
                  <a:cubicBezTo>
                    <a:pt x="285274" y="183832"/>
                    <a:pt x="183833" y="285274"/>
                    <a:pt x="58769" y="285274"/>
                  </a:cubicBezTo>
                  <a:close/>
                </a:path>
              </a:pathLst>
            </a:custGeom>
            <a:solidFill>
              <a:srgbClr val="F2634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组合 40"/>
          <p:cNvGrpSpPr/>
          <p:nvPr/>
        </p:nvGrpSpPr>
        <p:grpSpPr>
          <a:xfrm>
            <a:off x="6045200" y="2209800"/>
            <a:ext cx="5092700" cy="2438400"/>
            <a:chOff x="6045200" y="2475398"/>
            <a:chExt cx="5092700" cy="2438400"/>
          </a:xfrm>
        </p:grpSpPr>
        <p:sp>
          <p:nvSpPr>
            <p:cNvPr id="2" name="圆角矩形 23"/>
            <p:cNvSpPr/>
            <p:nvPr/>
          </p:nvSpPr>
          <p:spPr>
            <a:xfrm>
              <a:off x="6045200" y="2970698"/>
              <a:ext cx="5092700" cy="457200"/>
            </a:xfrm>
            <a:prstGeom prst="roundRect">
              <a:avLst>
                <a:gd name="adj" fmla="val 145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6510534" y="3024892"/>
              <a:ext cx="3877985" cy="3370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ts val="2000"/>
                </a:lnSpc>
              </a:pPr>
              <a:r>
                <a:rPr lang="zh-CN" altLang="en-US" sz="1600" dirty="0">
                  <a:solidFill>
                    <a:schemeClr val="bg1"/>
                  </a:solidFill>
                  <a:cs typeface="+mn-ea"/>
                  <a:sym typeface="+mn-lt"/>
                </a:rPr>
                <a:t>单击输入你的正文，言简意赅阐述观点；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4" name="圆角矩形 18"/>
            <p:cNvSpPr/>
            <p:nvPr/>
          </p:nvSpPr>
          <p:spPr>
            <a:xfrm>
              <a:off x="6045200" y="3961298"/>
              <a:ext cx="5092700" cy="457200"/>
            </a:xfrm>
            <a:prstGeom prst="roundRect">
              <a:avLst>
                <a:gd name="adj" fmla="val 145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6510534" y="4015492"/>
              <a:ext cx="3877985" cy="3370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ts val="2000"/>
                </a:lnSpc>
              </a:pPr>
              <a:r>
                <a:rPr lang="zh-CN" altLang="en-US" sz="1600" dirty="0">
                  <a:solidFill>
                    <a:schemeClr val="bg1"/>
                  </a:solidFill>
                  <a:cs typeface="+mn-ea"/>
                  <a:sym typeface="+mn-lt"/>
                </a:rPr>
                <a:t>单击输入你的正文，言简意赅阐述观点；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" name="圆角矩形 13"/>
            <p:cNvSpPr/>
            <p:nvPr/>
          </p:nvSpPr>
          <p:spPr>
            <a:xfrm>
              <a:off x="6045200" y="3465998"/>
              <a:ext cx="5092700" cy="457200"/>
            </a:xfrm>
            <a:prstGeom prst="roundRect">
              <a:avLst>
                <a:gd name="adj" fmla="val 145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6510534" y="3520192"/>
              <a:ext cx="3877985" cy="3370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ts val="2000"/>
                </a:lnSpc>
              </a:pPr>
              <a:r>
                <a:rPr lang="zh-CN" altLang="en-US" sz="1600" dirty="0">
                  <a:solidFill>
                    <a:schemeClr val="bg1"/>
                  </a:solidFill>
                  <a:cs typeface="+mn-ea"/>
                  <a:sym typeface="+mn-lt"/>
                </a:rPr>
                <a:t>单击输入你的正文，言简意赅阐述观点；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" name="圆角矩形 8"/>
            <p:cNvSpPr/>
            <p:nvPr/>
          </p:nvSpPr>
          <p:spPr>
            <a:xfrm>
              <a:off x="6045200" y="4456598"/>
              <a:ext cx="5092700" cy="457200"/>
            </a:xfrm>
            <a:prstGeom prst="roundRect">
              <a:avLst>
                <a:gd name="adj" fmla="val 145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6510534" y="4510792"/>
              <a:ext cx="3877985" cy="3370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ts val="2000"/>
                </a:lnSpc>
              </a:pPr>
              <a:r>
                <a:rPr lang="zh-CN" altLang="en-US" sz="1600" dirty="0">
                  <a:solidFill>
                    <a:schemeClr val="bg1"/>
                  </a:solidFill>
                  <a:cs typeface="+mn-ea"/>
                  <a:sym typeface="+mn-lt"/>
                </a:rPr>
                <a:t>单击输入你的正文，言简意赅阐述观点；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0" name="圆角矩形 29"/>
            <p:cNvSpPr/>
            <p:nvPr/>
          </p:nvSpPr>
          <p:spPr>
            <a:xfrm>
              <a:off x="6045200" y="2475398"/>
              <a:ext cx="5092700" cy="457200"/>
            </a:xfrm>
            <a:prstGeom prst="roundRect">
              <a:avLst>
                <a:gd name="adj" fmla="val 145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6510534" y="2529592"/>
              <a:ext cx="3877985" cy="3370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ts val="2000"/>
                </a:lnSpc>
              </a:pPr>
              <a:r>
                <a:rPr lang="zh-CN" altLang="en-US" sz="1600" dirty="0">
                  <a:solidFill>
                    <a:schemeClr val="bg1"/>
                  </a:solidFill>
                  <a:cs typeface="+mn-ea"/>
                  <a:sym typeface="+mn-lt"/>
                </a:rPr>
                <a:t>单击输入你的正文，言简意赅阐述观点；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2" name="arrow-pointing-left-circular-button_20407"/>
            <p:cNvSpPr>
              <a:spLocks noChangeAspect="1"/>
            </p:cNvSpPr>
            <p:nvPr/>
          </p:nvSpPr>
          <p:spPr bwMode="auto">
            <a:xfrm flipH="1" flipV="1">
              <a:off x="6209153" y="2593140"/>
              <a:ext cx="238987" cy="238683"/>
            </a:xfrm>
            <a:custGeom>
              <a:avLst/>
              <a:gdLst>
                <a:gd name="T0" fmla="*/ 2307 w 4612"/>
                <a:gd name="T1" fmla="*/ 4614 h 4614"/>
                <a:gd name="T2" fmla="*/ 0 w 4612"/>
                <a:gd name="T3" fmla="*/ 2307 h 4614"/>
                <a:gd name="T4" fmla="*/ 2307 w 4612"/>
                <a:gd name="T5" fmla="*/ 0 h 4614"/>
                <a:gd name="T6" fmla="*/ 4612 w 4612"/>
                <a:gd name="T7" fmla="*/ 2227 h 4614"/>
                <a:gd name="T8" fmla="*/ 2031 w 4612"/>
                <a:gd name="T9" fmla="*/ 2222 h 4614"/>
                <a:gd name="T10" fmla="*/ 2479 w 4612"/>
                <a:gd name="T11" fmla="*/ 1775 h 4614"/>
                <a:gd name="T12" fmla="*/ 2367 w 4612"/>
                <a:gd name="T13" fmla="*/ 1662 h 4614"/>
                <a:gd name="T14" fmla="*/ 1727 w 4612"/>
                <a:gd name="T15" fmla="*/ 2302 h 4614"/>
                <a:gd name="T16" fmla="*/ 2378 w 4612"/>
                <a:gd name="T17" fmla="*/ 2952 h 4614"/>
                <a:gd name="T18" fmla="*/ 2490 w 4612"/>
                <a:gd name="T19" fmla="*/ 2840 h 4614"/>
                <a:gd name="T20" fmla="*/ 2032 w 4612"/>
                <a:gd name="T21" fmla="*/ 2381 h 4614"/>
                <a:gd name="T22" fmla="*/ 4612 w 4612"/>
                <a:gd name="T23" fmla="*/ 2387 h 4614"/>
                <a:gd name="T24" fmla="*/ 2307 w 4612"/>
                <a:gd name="T25" fmla="*/ 4614 h 4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12" h="4614">
                  <a:moveTo>
                    <a:pt x="2307" y="4614"/>
                  </a:moveTo>
                  <a:cubicBezTo>
                    <a:pt x="1035" y="4614"/>
                    <a:pt x="0" y="3579"/>
                    <a:pt x="0" y="2307"/>
                  </a:cubicBezTo>
                  <a:cubicBezTo>
                    <a:pt x="0" y="1035"/>
                    <a:pt x="1035" y="0"/>
                    <a:pt x="2307" y="0"/>
                  </a:cubicBezTo>
                  <a:cubicBezTo>
                    <a:pt x="3553" y="0"/>
                    <a:pt x="4570" y="992"/>
                    <a:pt x="4612" y="2227"/>
                  </a:cubicBezTo>
                  <a:lnTo>
                    <a:pt x="2031" y="2222"/>
                  </a:lnTo>
                  <a:lnTo>
                    <a:pt x="2479" y="1775"/>
                  </a:lnTo>
                  <a:lnTo>
                    <a:pt x="2367" y="1662"/>
                  </a:lnTo>
                  <a:lnTo>
                    <a:pt x="1727" y="2302"/>
                  </a:lnTo>
                  <a:lnTo>
                    <a:pt x="2378" y="2952"/>
                  </a:lnTo>
                  <a:lnTo>
                    <a:pt x="2490" y="2840"/>
                  </a:lnTo>
                  <a:lnTo>
                    <a:pt x="2032" y="2381"/>
                  </a:lnTo>
                  <a:lnTo>
                    <a:pt x="4612" y="2387"/>
                  </a:lnTo>
                  <a:cubicBezTo>
                    <a:pt x="4570" y="3622"/>
                    <a:pt x="3553" y="4614"/>
                    <a:pt x="2307" y="461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13" name="arrow-pointing-left-circular-button_20407"/>
            <p:cNvSpPr>
              <a:spLocks noChangeAspect="1"/>
            </p:cNvSpPr>
            <p:nvPr/>
          </p:nvSpPr>
          <p:spPr bwMode="auto">
            <a:xfrm flipH="1" flipV="1">
              <a:off x="6209153" y="3069057"/>
              <a:ext cx="238987" cy="238683"/>
            </a:xfrm>
            <a:custGeom>
              <a:avLst/>
              <a:gdLst>
                <a:gd name="T0" fmla="*/ 2307 w 4612"/>
                <a:gd name="T1" fmla="*/ 4614 h 4614"/>
                <a:gd name="T2" fmla="*/ 0 w 4612"/>
                <a:gd name="T3" fmla="*/ 2307 h 4614"/>
                <a:gd name="T4" fmla="*/ 2307 w 4612"/>
                <a:gd name="T5" fmla="*/ 0 h 4614"/>
                <a:gd name="T6" fmla="*/ 4612 w 4612"/>
                <a:gd name="T7" fmla="*/ 2227 h 4614"/>
                <a:gd name="T8" fmla="*/ 2031 w 4612"/>
                <a:gd name="T9" fmla="*/ 2222 h 4614"/>
                <a:gd name="T10" fmla="*/ 2479 w 4612"/>
                <a:gd name="T11" fmla="*/ 1775 h 4614"/>
                <a:gd name="T12" fmla="*/ 2367 w 4612"/>
                <a:gd name="T13" fmla="*/ 1662 h 4614"/>
                <a:gd name="T14" fmla="*/ 1727 w 4612"/>
                <a:gd name="T15" fmla="*/ 2302 h 4614"/>
                <a:gd name="T16" fmla="*/ 2378 w 4612"/>
                <a:gd name="T17" fmla="*/ 2952 h 4614"/>
                <a:gd name="T18" fmla="*/ 2490 w 4612"/>
                <a:gd name="T19" fmla="*/ 2840 h 4614"/>
                <a:gd name="T20" fmla="*/ 2032 w 4612"/>
                <a:gd name="T21" fmla="*/ 2381 h 4614"/>
                <a:gd name="T22" fmla="*/ 4612 w 4612"/>
                <a:gd name="T23" fmla="*/ 2387 h 4614"/>
                <a:gd name="T24" fmla="*/ 2307 w 4612"/>
                <a:gd name="T25" fmla="*/ 4614 h 4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12" h="4614">
                  <a:moveTo>
                    <a:pt x="2307" y="4614"/>
                  </a:moveTo>
                  <a:cubicBezTo>
                    <a:pt x="1035" y="4614"/>
                    <a:pt x="0" y="3579"/>
                    <a:pt x="0" y="2307"/>
                  </a:cubicBezTo>
                  <a:cubicBezTo>
                    <a:pt x="0" y="1035"/>
                    <a:pt x="1035" y="0"/>
                    <a:pt x="2307" y="0"/>
                  </a:cubicBezTo>
                  <a:cubicBezTo>
                    <a:pt x="3553" y="0"/>
                    <a:pt x="4570" y="992"/>
                    <a:pt x="4612" y="2227"/>
                  </a:cubicBezTo>
                  <a:lnTo>
                    <a:pt x="2031" y="2222"/>
                  </a:lnTo>
                  <a:lnTo>
                    <a:pt x="2479" y="1775"/>
                  </a:lnTo>
                  <a:lnTo>
                    <a:pt x="2367" y="1662"/>
                  </a:lnTo>
                  <a:lnTo>
                    <a:pt x="1727" y="2302"/>
                  </a:lnTo>
                  <a:lnTo>
                    <a:pt x="2378" y="2952"/>
                  </a:lnTo>
                  <a:lnTo>
                    <a:pt x="2490" y="2840"/>
                  </a:lnTo>
                  <a:lnTo>
                    <a:pt x="2032" y="2381"/>
                  </a:lnTo>
                  <a:lnTo>
                    <a:pt x="4612" y="2387"/>
                  </a:lnTo>
                  <a:cubicBezTo>
                    <a:pt x="4570" y="3622"/>
                    <a:pt x="3553" y="4614"/>
                    <a:pt x="2307" y="461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14" name="arrow-pointing-left-circular-button_20407"/>
            <p:cNvSpPr>
              <a:spLocks noChangeAspect="1"/>
            </p:cNvSpPr>
            <p:nvPr/>
          </p:nvSpPr>
          <p:spPr bwMode="auto">
            <a:xfrm flipH="1" flipV="1">
              <a:off x="6209153" y="3586648"/>
              <a:ext cx="238987" cy="238683"/>
            </a:xfrm>
            <a:custGeom>
              <a:avLst/>
              <a:gdLst>
                <a:gd name="T0" fmla="*/ 2307 w 4612"/>
                <a:gd name="T1" fmla="*/ 4614 h 4614"/>
                <a:gd name="T2" fmla="*/ 0 w 4612"/>
                <a:gd name="T3" fmla="*/ 2307 h 4614"/>
                <a:gd name="T4" fmla="*/ 2307 w 4612"/>
                <a:gd name="T5" fmla="*/ 0 h 4614"/>
                <a:gd name="T6" fmla="*/ 4612 w 4612"/>
                <a:gd name="T7" fmla="*/ 2227 h 4614"/>
                <a:gd name="T8" fmla="*/ 2031 w 4612"/>
                <a:gd name="T9" fmla="*/ 2222 h 4614"/>
                <a:gd name="T10" fmla="*/ 2479 w 4612"/>
                <a:gd name="T11" fmla="*/ 1775 h 4614"/>
                <a:gd name="T12" fmla="*/ 2367 w 4612"/>
                <a:gd name="T13" fmla="*/ 1662 h 4614"/>
                <a:gd name="T14" fmla="*/ 1727 w 4612"/>
                <a:gd name="T15" fmla="*/ 2302 h 4614"/>
                <a:gd name="T16" fmla="*/ 2378 w 4612"/>
                <a:gd name="T17" fmla="*/ 2952 h 4614"/>
                <a:gd name="T18" fmla="*/ 2490 w 4612"/>
                <a:gd name="T19" fmla="*/ 2840 h 4614"/>
                <a:gd name="T20" fmla="*/ 2032 w 4612"/>
                <a:gd name="T21" fmla="*/ 2381 h 4614"/>
                <a:gd name="T22" fmla="*/ 4612 w 4612"/>
                <a:gd name="T23" fmla="*/ 2387 h 4614"/>
                <a:gd name="T24" fmla="*/ 2307 w 4612"/>
                <a:gd name="T25" fmla="*/ 4614 h 4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12" h="4614">
                  <a:moveTo>
                    <a:pt x="2307" y="4614"/>
                  </a:moveTo>
                  <a:cubicBezTo>
                    <a:pt x="1035" y="4614"/>
                    <a:pt x="0" y="3579"/>
                    <a:pt x="0" y="2307"/>
                  </a:cubicBezTo>
                  <a:cubicBezTo>
                    <a:pt x="0" y="1035"/>
                    <a:pt x="1035" y="0"/>
                    <a:pt x="2307" y="0"/>
                  </a:cubicBezTo>
                  <a:cubicBezTo>
                    <a:pt x="3553" y="0"/>
                    <a:pt x="4570" y="992"/>
                    <a:pt x="4612" y="2227"/>
                  </a:cubicBezTo>
                  <a:lnTo>
                    <a:pt x="2031" y="2222"/>
                  </a:lnTo>
                  <a:lnTo>
                    <a:pt x="2479" y="1775"/>
                  </a:lnTo>
                  <a:lnTo>
                    <a:pt x="2367" y="1662"/>
                  </a:lnTo>
                  <a:lnTo>
                    <a:pt x="1727" y="2302"/>
                  </a:lnTo>
                  <a:lnTo>
                    <a:pt x="2378" y="2952"/>
                  </a:lnTo>
                  <a:lnTo>
                    <a:pt x="2490" y="2840"/>
                  </a:lnTo>
                  <a:lnTo>
                    <a:pt x="2032" y="2381"/>
                  </a:lnTo>
                  <a:lnTo>
                    <a:pt x="4612" y="2387"/>
                  </a:lnTo>
                  <a:cubicBezTo>
                    <a:pt x="4570" y="3622"/>
                    <a:pt x="3553" y="4614"/>
                    <a:pt x="2307" y="461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15" name="arrow-pointing-left-circular-button_20407"/>
            <p:cNvSpPr>
              <a:spLocks noChangeAspect="1"/>
            </p:cNvSpPr>
            <p:nvPr/>
          </p:nvSpPr>
          <p:spPr bwMode="auto">
            <a:xfrm flipH="1" flipV="1">
              <a:off x="6209153" y="4062565"/>
              <a:ext cx="238987" cy="238683"/>
            </a:xfrm>
            <a:custGeom>
              <a:avLst/>
              <a:gdLst>
                <a:gd name="T0" fmla="*/ 2307 w 4612"/>
                <a:gd name="T1" fmla="*/ 4614 h 4614"/>
                <a:gd name="T2" fmla="*/ 0 w 4612"/>
                <a:gd name="T3" fmla="*/ 2307 h 4614"/>
                <a:gd name="T4" fmla="*/ 2307 w 4612"/>
                <a:gd name="T5" fmla="*/ 0 h 4614"/>
                <a:gd name="T6" fmla="*/ 4612 w 4612"/>
                <a:gd name="T7" fmla="*/ 2227 h 4614"/>
                <a:gd name="T8" fmla="*/ 2031 w 4612"/>
                <a:gd name="T9" fmla="*/ 2222 h 4614"/>
                <a:gd name="T10" fmla="*/ 2479 w 4612"/>
                <a:gd name="T11" fmla="*/ 1775 h 4614"/>
                <a:gd name="T12" fmla="*/ 2367 w 4612"/>
                <a:gd name="T13" fmla="*/ 1662 h 4614"/>
                <a:gd name="T14" fmla="*/ 1727 w 4612"/>
                <a:gd name="T15" fmla="*/ 2302 h 4614"/>
                <a:gd name="T16" fmla="*/ 2378 w 4612"/>
                <a:gd name="T17" fmla="*/ 2952 h 4614"/>
                <a:gd name="T18" fmla="*/ 2490 w 4612"/>
                <a:gd name="T19" fmla="*/ 2840 h 4614"/>
                <a:gd name="T20" fmla="*/ 2032 w 4612"/>
                <a:gd name="T21" fmla="*/ 2381 h 4614"/>
                <a:gd name="T22" fmla="*/ 4612 w 4612"/>
                <a:gd name="T23" fmla="*/ 2387 h 4614"/>
                <a:gd name="T24" fmla="*/ 2307 w 4612"/>
                <a:gd name="T25" fmla="*/ 4614 h 4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12" h="4614">
                  <a:moveTo>
                    <a:pt x="2307" y="4614"/>
                  </a:moveTo>
                  <a:cubicBezTo>
                    <a:pt x="1035" y="4614"/>
                    <a:pt x="0" y="3579"/>
                    <a:pt x="0" y="2307"/>
                  </a:cubicBezTo>
                  <a:cubicBezTo>
                    <a:pt x="0" y="1035"/>
                    <a:pt x="1035" y="0"/>
                    <a:pt x="2307" y="0"/>
                  </a:cubicBezTo>
                  <a:cubicBezTo>
                    <a:pt x="3553" y="0"/>
                    <a:pt x="4570" y="992"/>
                    <a:pt x="4612" y="2227"/>
                  </a:cubicBezTo>
                  <a:lnTo>
                    <a:pt x="2031" y="2222"/>
                  </a:lnTo>
                  <a:lnTo>
                    <a:pt x="2479" y="1775"/>
                  </a:lnTo>
                  <a:lnTo>
                    <a:pt x="2367" y="1662"/>
                  </a:lnTo>
                  <a:lnTo>
                    <a:pt x="1727" y="2302"/>
                  </a:lnTo>
                  <a:lnTo>
                    <a:pt x="2378" y="2952"/>
                  </a:lnTo>
                  <a:lnTo>
                    <a:pt x="2490" y="2840"/>
                  </a:lnTo>
                  <a:lnTo>
                    <a:pt x="2032" y="2381"/>
                  </a:lnTo>
                  <a:lnTo>
                    <a:pt x="4612" y="2387"/>
                  </a:lnTo>
                  <a:cubicBezTo>
                    <a:pt x="4570" y="3622"/>
                    <a:pt x="3553" y="4614"/>
                    <a:pt x="2307" y="461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16" name="arrow-pointing-left-circular-button_20407"/>
            <p:cNvSpPr>
              <a:spLocks noChangeAspect="1"/>
            </p:cNvSpPr>
            <p:nvPr/>
          </p:nvSpPr>
          <p:spPr bwMode="auto">
            <a:xfrm flipH="1" flipV="1">
              <a:off x="6209153" y="4554956"/>
              <a:ext cx="238987" cy="238683"/>
            </a:xfrm>
            <a:custGeom>
              <a:avLst/>
              <a:gdLst>
                <a:gd name="T0" fmla="*/ 2307 w 4612"/>
                <a:gd name="T1" fmla="*/ 4614 h 4614"/>
                <a:gd name="T2" fmla="*/ 0 w 4612"/>
                <a:gd name="T3" fmla="*/ 2307 h 4614"/>
                <a:gd name="T4" fmla="*/ 2307 w 4612"/>
                <a:gd name="T5" fmla="*/ 0 h 4614"/>
                <a:gd name="T6" fmla="*/ 4612 w 4612"/>
                <a:gd name="T7" fmla="*/ 2227 h 4614"/>
                <a:gd name="T8" fmla="*/ 2031 w 4612"/>
                <a:gd name="T9" fmla="*/ 2222 h 4614"/>
                <a:gd name="T10" fmla="*/ 2479 w 4612"/>
                <a:gd name="T11" fmla="*/ 1775 h 4614"/>
                <a:gd name="T12" fmla="*/ 2367 w 4612"/>
                <a:gd name="T13" fmla="*/ 1662 h 4614"/>
                <a:gd name="T14" fmla="*/ 1727 w 4612"/>
                <a:gd name="T15" fmla="*/ 2302 h 4614"/>
                <a:gd name="T16" fmla="*/ 2378 w 4612"/>
                <a:gd name="T17" fmla="*/ 2952 h 4614"/>
                <a:gd name="T18" fmla="*/ 2490 w 4612"/>
                <a:gd name="T19" fmla="*/ 2840 h 4614"/>
                <a:gd name="T20" fmla="*/ 2032 w 4612"/>
                <a:gd name="T21" fmla="*/ 2381 h 4614"/>
                <a:gd name="T22" fmla="*/ 4612 w 4612"/>
                <a:gd name="T23" fmla="*/ 2387 h 4614"/>
                <a:gd name="T24" fmla="*/ 2307 w 4612"/>
                <a:gd name="T25" fmla="*/ 4614 h 4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12" h="4614">
                  <a:moveTo>
                    <a:pt x="2307" y="4614"/>
                  </a:moveTo>
                  <a:cubicBezTo>
                    <a:pt x="1035" y="4614"/>
                    <a:pt x="0" y="3579"/>
                    <a:pt x="0" y="2307"/>
                  </a:cubicBezTo>
                  <a:cubicBezTo>
                    <a:pt x="0" y="1035"/>
                    <a:pt x="1035" y="0"/>
                    <a:pt x="2307" y="0"/>
                  </a:cubicBezTo>
                  <a:cubicBezTo>
                    <a:pt x="3553" y="0"/>
                    <a:pt x="4570" y="992"/>
                    <a:pt x="4612" y="2227"/>
                  </a:cubicBezTo>
                  <a:lnTo>
                    <a:pt x="2031" y="2222"/>
                  </a:lnTo>
                  <a:lnTo>
                    <a:pt x="2479" y="1775"/>
                  </a:lnTo>
                  <a:lnTo>
                    <a:pt x="2367" y="1662"/>
                  </a:lnTo>
                  <a:lnTo>
                    <a:pt x="1727" y="2302"/>
                  </a:lnTo>
                  <a:lnTo>
                    <a:pt x="2378" y="2952"/>
                  </a:lnTo>
                  <a:lnTo>
                    <a:pt x="2490" y="2840"/>
                  </a:lnTo>
                  <a:lnTo>
                    <a:pt x="2032" y="2381"/>
                  </a:lnTo>
                  <a:lnTo>
                    <a:pt x="4612" y="2387"/>
                  </a:lnTo>
                  <a:cubicBezTo>
                    <a:pt x="4570" y="3622"/>
                    <a:pt x="3553" y="4614"/>
                    <a:pt x="2307" y="461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dirty="0">
                <a:cs typeface="+mn-ea"/>
                <a:sym typeface="+mn-lt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054100" y="1196057"/>
            <a:ext cx="4313821" cy="4627163"/>
            <a:chOff x="1054100" y="1196057"/>
            <a:chExt cx="4313821" cy="4627163"/>
          </a:xfrm>
        </p:grpSpPr>
        <p:cxnSp>
          <p:nvCxnSpPr>
            <p:cNvPr id="29" name="直接连接符 28"/>
            <p:cNvCxnSpPr/>
            <p:nvPr/>
          </p:nvCxnSpPr>
          <p:spPr>
            <a:xfrm>
              <a:off x="5367921" y="1944011"/>
              <a:ext cx="0" cy="3008276"/>
            </a:xfrm>
            <a:prstGeom prst="line">
              <a:avLst/>
            </a:prstGeom>
            <a:ln>
              <a:solidFill>
                <a:schemeClr val="bg1">
                  <a:lumMod val="85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6" name="组合 35"/>
            <p:cNvGrpSpPr/>
            <p:nvPr/>
          </p:nvGrpSpPr>
          <p:grpSpPr>
            <a:xfrm>
              <a:off x="1155700" y="5328352"/>
              <a:ext cx="1479892" cy="494868"/>
              <a:chOff x="660335" y="2852960"/>
              <a:chExt cx="1479892" cy="494868"/>
            </a:xfrm>
          </p:grpSpPr>
          <p:sp>
            <p:nvSpPr>
              <p:cNvPr id="37" name="矩形: 圆角 36"/>
              <p:cNvSpPr/>
              <p:nvPr/>
            </p:nvSpPr>
            <p:spPr>
              <a:xfrm>
                <a:off x="660335" y="2852960"/>
                <a:ext cx="1479892" cy="494868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8" name="矩形 37"/>
              <p:cNvSpPr/>
              <p:nvPr/>
            </p:nvSpPr>
            <p:spPr>
              <a:xfrm>
                <a:off x="923228" y="2912531"/>
                <a:ext cx="95410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000" b="1" dirty="0">
                    <a:solidFill>
                      <a:schemeClr val="bg1"/>
                    </a:solidFill>
                    <a:cs typeface="+mn-ea"/>
                    <a:sym typeface="+mn-lt"/>
                  </a:rPr>
                  <a:t>副标题</a:t>
                </a:r>
                <a:endParaRPr lang="zh-CN" altLang="en-US" sz="2000" b="1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51" name="组合 50"/>
            <p:cNvGrpSpPr/>
            <p:nvPr/>
          </p:nvGrpSpPr>
          <p:grpSpPr>
            <a:xfrm>
              <a:off x="1054100" y="1196057"/>
              <a:ext cx="3868282" cy="3932486"/>
              <a:chOff x="1367860" y="1477539"/>
              <a:chExt cx="3868282" cy="3932486"/>
            </a:xfrm>
          </p:grpSpPr>
          <p:sp>
            <p:nvSpPr>
              <p:cNvPr id="52" name="文本框 51"/>
              <p:cNvSpPr txBox="1"/>
              <p:nvPr/>
            </p:nvSpPr>
            <p:spPr>
              <a:xfrm>
                <a:off x="1367860" y="2880102"/>
                <a:ext cx="3868282" cy="25299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400"/>
                  </a:lnSpc>
                </a:pPr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单击此处输入你的正文，为了最终演示发布的良好效果，请尽量言简意赅的阐述观点；根据需要可酌情增减文字，以便观者可以准确理解您所传达的信息。</a:t>
                </a:r>
                <a:endParaRPr lang="en-US" altLang="zh-CN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  <a:p>
                <a:pPr>
                  <a:lnSpc>
                    <a:spcPts val="2400"/>
                  </a:lnSpc>
                </a:pPr>
                <a:endParaRPr lang="zh-CN" alt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  <a:p>
                <a:pPr>
                  <a:lnSpc>
                    <a:spcPts val="2400"/>
                  </a:lnSpc>
                </a:pPr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您的正文已经简明扼要，字字珠玑，但信息却错综复杂，需要用更多的文字来表述；请您尽可能提炼思想的精髓。</a:t>
                </a:r>
                <a:endParaRPr lang="en-US" altLang="zh-CN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grpSp>
            <p:nvGrpSpPr>
              <p:cNvPr id="53" name="组合 52"/>
              <p:cNvGrpSpPr/>
              <p:nvPr/>
            </p:nvGrpSpPr>
            <p:grpSpPr>
              <a:xfrm>
                <a:off x="1367860" y="1477539"/>
                <a:ext cx="2749471" cy="1218623"/>
                <a:chOff x="1673305" y="1275612"/>
                <a:chExt cx="2749471" cy="1218623"/>
              </a:xfrm>
            </p:grpSpPr>
            <p:sp>
              <p:nvSpPr>
                <p:cNvPr id="54" name="文本框 53"/>
                <p:cNvSpPr txBox="1"/>
                <p:nvPr/>
              </p:nvSpPr>
              <p:spPr>
                <a:xfrm>
                  <a:off x="1673305" y="1275612"/>
                  <a:ext cx="2749471" cy="7078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4000" b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cs typeface="+mn-ea"/>
                      <a:sym typeface="+mn-lt"/>
                    </a:rPr>
                    <a:t>请添加标题</a:t>
                  </a:r>
                  <a:endParaRPr lang="zh-CN" altLang="en-US" sz="4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55" name="文本框 54"/>
                <p:cNvSpPr txBox="1"/>
                <p:nvPr/>
              </p:nvSpPr>
              <p:spPr>
                <a:xfrm>
                  <a:off x="1673305" y="1926240"/>
                  <a:ext cx="244169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600" dirty="0">
                      <a:solidFill>
                        <a:schemeClr val="tx2">
                          <a:lumMod val="85000"/>
                          <a:lumOff val="15000"/>
                          <a:alpha val="50000"/>
                        </a:schemeClr>
                      </a:solidFill>
                      <a:cs typeface="+mn-ea"/>
                      <a:sym typeface="+mn-lt"/>
                    </a:rPr>
                    <a:t>单击此处添加副标题内容</a:t>
                  </a:r>
                  <a:endParaRPr lang="zh-CN" altLang="en-US" sz="1600" dirty="0">
                    <a:solidFill>
                      <a:schemeClr val="tx2">
                        <a:lumMod val="85000"/>
                        <a:lumOff val="15000"/>
                        <a:alpha val="50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56" name="矩形: 圆角 55"/>
                <p:cNvSpPr/>
                <p:nvPr/>
              </p:nvSpPr>
              <p:spPr>
                <a:xfrm flipV="1">
                  <a:off x="1774905" y="2384399"/>
                  <a:ext cx="678652" cy="1098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</p:grp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898183" y="1262437"/>
            <a:ext cx="10418462" cy="3715757"/>
            <a:chOff x="898183" y="1262437"/>
            <a:chExt cx="10418462" cy="3715757"/>
          </a:xfrm>
        </p:grpSpPr>
        <p:grpSp>
          <p:nvGrpSpPr>
            <p:cNvPr id="4" name="组合 3"/>
            <p:cNvGrpSpPr/>
            <p:nvPr/>
          </p:nvGrpSpPr>
          <p:grpSpPr>
            <a:xfrm>
              <a:off x="898183" y="1262437"/>
              <a:ext cx="2527089" cy="3715757"/>
              <a:chOff x="1435311" y="1727300"/>
              <a:chExt cx="2314575" cy="3403283"/>
            </a:xfrm>
            <a:effectLst>
              <a:outerShdw blurRad="50800" dist="38100" dir="2700000" algn="tl" rotWithShape="0">
                <a:prstClr val="black">
                  <a:alpha val="10000"/>
                </a:prstClr>
              </a:outerShdw>
            </a:effectLst>
          </p:grpSpPr>
          <p:sp>
            <p:nvSpPr>
              <p:cNvPr id="10" name="任意多边形: 形状 9"/>
              <p:cNvSpPr/>
              <p:nvPr/>
            </p:nvSpPr>
            <p:spPr>
              <a:xfrm>
                <a:off x="1435311" y="1727300"/>
                <a:ext cx="2314575" cy="3403283"/>
              </a:xfrm>
              <a:custGeom>
                <a:avLst/>
                <a:gdLst>
                  <a:gd name="connsiteX0" fmla="*/ 383869 w 2314575"/>
                  <a:gd name="connsiteY0" fmla="*/ 3099017 h 3403282"/>
                  <a:gd name="connsiteX1" fmla="*/ 10879 w 2314575"/>
                  <a:gd name="connsiteY1" fmla="*/ 759925 h 3403282"/>
                  <a:gd name="connsiteX2" fmla="*/ 257596 w 2314575"/>
                  <a:gd name="connsiteY2" fmla="*/ 365933 h 3403282"/>
                  <a:gd name="connsiteX3" fmla="*/ 1396367 w 2314575"/>
                  <a:gd name="connsiteY3" fmla="*/ 21661 h 3403282"/>
                  <a:gd name="connsiteX4" fmla="*/ 1844794 w 2314575"/>
                  <a:gd name="connsiteY4" fmla="*/ 288695 h 3403282"/>
                  <a:gd name="connsiteX5" fmla="*/ 2309081 w 2314575"/>
                  <a:gd name="connsiteY5" fmla="*/ 2543177 h 3403282"/>
                  <a:gd name="connsiteX6" fmla="*/ 2079252 w 2314575"/>
                  <a:gd name="connsiteY6" fmla="*/ 2948142 h 3403282"/>
                  <a:gd name="connsiteX7" fmla="*/ 849270 w 2314575"/>
                  <a:gd name="connsiteY7" fmla="*/ 3377024 h 3403282"/>
                  <a:gd name="connsiteX8" fmla="*/ 383869 w 2314575"/>
                  <a:gd name="connsiteY8" fmla="*/ 3099017 h 34032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314575" h="3403282">
                    <a:moveTo>
                      <a:pt x="383869" y="3099017"/>
                    </a:moveTo>
                    <a:lnTo>
                      <a:pt x="10879" y="759925"/>
                    </a:lnTo>
                    <a:cubicBezTo>
                      <a:pt x="-16981" y="585389"/>
                      <a:pt x="88461" y="417111"/>
                      <a:pt x="257596" y="365933"/>
                    </a:cubicBezTo>
                    <a:lnTo>
                      <a:pt x="1396367" y="21661"/>
                    </a:lnTo>
                    <a:cubicBezTo>
                      <a:pt x="1595249" y="-38432"/>
                      <a:pt x="1802875" y="85183"/>
                      <a:pt x="1844794" y="288695"/>
                    </a:cubicBezTo>
                    <a:lnTo>
                      <a:pt x="2309081" y="2543177"/>
                    </a:lnTo>
                    <a:cubicBezTo>
                      <a:pt x="2344829" y="2716684"/>
                      <a:pt x="2246588" y="2889848"/>
                      <a:pt x="2079252" y="2948142"/>
                    </a:cubicBezTo>
                    <a:lnTo>
                      <a:pt x="849270" y="3377024"/>
                    </a:lnTo>
                    <a:cubicBezTo>
                      <a:pt x="641387" y="3449547"/>
                      <a:pt x="418588" y="3316416"/>
                      <a:pt x="383869" y="3099017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" name="任意多边形: 形状 10"/>
              <p:cNvSpPr/>
              <p:nvPr/>
            </p:nvSpPr>
            <p:spPr>
              <a:xfrm>
                <a:off x="1636766" y="1944988"/>
                <a:ext cx="1860233" cy="2974658"/>
              </a:xfrm>
              <a:custGeom>
                <a:avLst/>
                <a:gdLst>
                  <a:gd name="connsiteX0" fmla="*/ 6592 w 1860232"/>
                  <a:gd name="connsiteY0" fmla="*/ 2637442 h 2974657"/>
                  <a:gd name="connsiteX1" fmla="*/ 74744 w 1860232"/>
                  <a:gd name="connsiteY1" fmla="*/ 439539 h 2974657"/>
                  <a:gd name="connsiteX2" fmla="*/ 368523 w 1860232"/>
                  <a:gd name="connsiteY2" fmla="*/ 123385 h 2974657"/>
                  <a:gd name="connsiteX3" fmla="*/ 1466918 w 1860232"/>
                  <a:gd name="connsiteY3" fmla="*/ 8256 h 2974657"/>
                  <a:gd name="connsiteX4" fmla="*/ 1829192 w 1860232"/>
                  <a:gd name="connsiteY4" fmla="*/ 329982 h 2974657"/>
                  <a:gd name="connsiteX5" fmla="*/ 1858938 w 1860232"/>
                  <a:gd name="connsiteY5" fmla="*/ 2466678 h 2974657"/>
                  <a:gd name="connsiteX6" fmla="*/ 1578703 w 1860232"/>
                  <a:gd name="connsiteY6" fmla="*/ 2795862 h 2974657"/>
                  <a:gd name="connsiteX7" fmla="*/ 382411 w 1860232"/>
                  <a:gd name="connsiteY7" fmla="*/ 2972198 h 2974657"/>
                  <a:gd name="connsiteX8" fmla="*/ 6592 w 1860232"/>
                  <a:gd name="connsiteY8" fmla="*/ 2637442 h 29746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60232" h="2974657">
                    <a:moveTo>
                      <a:pt x="6592" y="2637442"/>
                    </a:moveTo>
                    <a:lnTo>
                      <a:pt x="74744" y="439539"/>
                    </a:lnTo>
                    <a:cubicBezTo>
                      <a:pt x="79801" y="275547"/>
                      <a:pt x="205303" y="140530"/>
                      <a:pt x="368523" y="123385"/>
                    </a:cubicBezTo>
                    <a:lnTo>
                      <a:pt x="1466918" y="8256"/>
                    </a:lnTo>
                    <a:cubicBezTo>
                      <a:pt x="1658770" y="-11889"/>
                      <a:pt x="1826534" y="137101"/>
                      <a:pt x="1829192" y="329982"/>
                    </a:cubicBezTo>
                    <a:lnTo>
                      <a:pt x="1858938" y="2466678"/>
                    </a:lnTo>
                    <a:cubicBezTo>
                      <a:pt x="1861253" y="2631099"/>
                      <a:pt x="1741409" y="2771859"/>
                      <a:pt x="1578703" y="2795862"/>
                    </a:cubicBezTo>
                    <a:lnTo>
                      <a:pt x="382411" y="2972198"/>
                    </a:lnTo>
                    <a:cubicBezTo>
                      <a:pt x="180185" y="3002031"/>
                      <a:pt x="249" y="2841725"/>
                      <a:pt x="6592" y="2637442"/>
                    </a:cubicBezTo>
                    <a:close/>
                  </a:path>
                </a:pathLst>
              </a:custGeom>
              <a:solidFill>
                <a:srgbClr val="99999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" name="任意多边形: 形状 11"/>
              <p:cNvSpPr/>
              <p:nvPr/>
            </p:nvSpPr>
            <p:spPr>
              <a:xfrm>
                <a:off x="1636766" y="1913441"/>
                <a:ext cx="1860233" cy="2974658"/>
              </a:xfrm>
              <a:custGeom>
                <a:avLst/>
                <a:gdLst>
                  <a:gd name="connsiteX0" fmla="*/ 6592 w 1860232"/>
                  <a:gd name="connsiteY0" fmla="*/ 2637442 h 2974657"/>
                  <a:gd name="connsiteX1" fmla="*/ 74744 w 1860232"/>
                  <a:gd name="connsiteY1" fmla="*/ 439539 h 2974657"/>
                  <a:gd name="connsiteX2" fmla="*/ 368523 w 1860232"/>
                  <a:gd name="connsiteY2" fmla="*/ 123385 h 2974657"/>
                  <a:gd name="connsiteX3" fmla="*/ 1466918 w 1860232"/>
                  <a:gd name="connsiteY3" fmla="*/ 8256 h 2974657"/>
                  <a:gd name="connsiteX4" fmla="*/ 1829192 w 1860232"/>
                  <a:gd name="connsiteY4" fmla="*/ 329982 h 2974657"/>
                  <a:gd name="connsiteX5" fmla="*/ 1858938 w 1860232"/>
                  <a:gd name="connsiteY5" fmla="*/ 2466678 h 2974657"/>
                  <a:gd name="connsiteX6" fmla="*/ 1578703 w 1860232"/>
                  <a:gd name="connsiteY6" fmla="*/ 2795862 h 2974657"/>
                  <a:gd name="connsiteX7" fmla="*/ 382325 w 1860232"/>
                  <a:gd name="connsiteY7" fmla="*/ 2972198 h 2974657"/>
                  <a:gd name="connsiteX8" fmla="*/ 6592 w 1860232"/>
                  <a:gd name="connsiteY8" fmla="*/ 2637442 h 29746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60232" h="2974657">
                    <a:moveTo>
                      <a:pt x="6592" y="2637442"/>
                    </a:moveTo>
                    <a:lnTo>
                      <a:pt x="74744" y="439539"/>
                    </a:lnTo>
                    <a:cubicBezTo>
                      <a:pt x="79801" y="275547"/>
                      <a:pt x="205303" y="140530"/>
                      <a:pt x="368523" y="123385"/>
                    </a:cubicBezTo>
                    <a:lnTo>
                      <a:pt x="1466918" y="8256"/>
                    </a:lnTo>
                    <a:cubicBezTo>
                      <a:pt x="1658770" y="-11889"/>
                      <a:pt x="1826534" y="137101"/>
                      <a:pt x="1829192" y="329982"/>
                    </a:cubicBezTo>
                    <a:lnTo>
                      <a:pt x="1858938" y="2466678"/>
                    </a:lnTo>
                    <a:cubicBezTo>
                      <a:pt x="1861253" y="2631099"/>
                      <a:pt x="1741409" y="2771859"/>
                      <a:pt x="1578703" y="2795862"/>
                    </a:cubicBezTo>
                    <a:lnTo>
                      <a:pt x="382325" y="2972198"/>
                    </a:lnTo>
                    <a:cubicBezTo>
                      <a:pt x="180185" y="3001945"/>
                      <a:pt x="249" y="2841639"/>
                      <a:pt x="6592" y="2637442"/>
                    </a:cubicBezTo>
                    <a:close/>
                  </a:path>
                </a:pathLst>
              </a:custGeom>
              <a:solidFill>
                <a:srgbClr val="E2E2E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" name="任意多边形: 形状 12"/>
              <p:cNvSpPr/>
              <p:nvPr/>
            </p:nvSpPr>
            <p:spPr>
              <a:xfrm>
                <a:off x="1636766" y="1928871"/>
                <a:ext cx="1860233" cy="2974658"/>
              </a:xfrm>
              <a:custGeom>
                <a:avLst/>
                <a:gdLst>
                  <a:gd name="connsiteX0" fmla="*/ 6592 w 1860232"/>
                  <a:gd name="connsiteY0" fmla="*/ 2637442 h 2974657"/>
                  <a:gd name="connsiteX1" fmla="*/ 74744 w 1860232"/>
                  <a:gd name="connsiteY1" fmla="*/ 439539 h 2974657"/>
                  <a:gd name="connsiteX2" fmla="*/ 368523 w 1860232"/>
                  <a:gd name="connsiteY2" fmla="*/ 123385 h 2974657"/>
                  <a:gd name="connsiteX3" fmla="*/ 1466918 w 1860232"/>
                  <a:gd name="connsiteY3" fmla="*/ 8256 h 2974657"/>
                  <a:gd name="connsiteX4" fmla="*/ 1829192 w 1860232"/>
                  <a:gd name="connsiteY4" fmla="*/ 329982 h 2974657"/>
                  <a:gd name="connsiteX5" fmla="*/ 1858938 w 1860232"/>
                  <a:gd name="connsiteY5" fmla="*/ 2466678 h 2974657"/>
                  <a:gd name="connsiteX6" fmla="*/ 1578703 w 1860232"/>
                  <a:gd name="connsiteY6" fmla="*/ 2795862 h 2974657"/>
                  <a:gd name="connsiteX7" fmla="*/ 382325 w 1860232"/>
                  <a:gd name="connsiteY7" fmla="*/ 2972198 h 2974657"/>
                  <a:gd name="connsiteX8" fmla="*/ 6592 w 1860232"/>
                  <a:gd name="connsiteY8" fmla="*/ 2637442 h 29746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60232" h="2974657">
                    <a:moveTo>
                      <a:pt x="6592" y="2637442"/>
                    </a:moveTo>
                    <a:lnTo>
                      <a:pt x="74744" y="439539"/>
                    </a:lnTo>
                    <a:cubicBezTo>
                      <a:pt x="79801" y="275547"/>
                      <a:pt x="205303" y="140530"/>
                      <a:pt x="368523" y="123385"/>
                    </a:cubicBezTo>
                    <a:lnTo>
                      <a:pt x="1466918" y="8256"/>
                    </a:lnTo>
                    <a:cubicBezTo>
                      <a:pt x="1658770" y="-11889"/>
                      <a:pt x="1826534" y="137101"/>
                      <a:pt x="1829192" y="329982"/>
                    </a:cubicBezTo>
                    <a:lnTo>
                      <a:pt x="1858938" y="2466678"/>
                    </a:lnTo>
                    <a:cubicBezTo>
                      <a:pt x="1861253" y="2631099"/>
                      <a:pt x="1741409" y="2771859"/>
                      <a:pt x="1578703" y="2795862"/>
                    </a:cubicBezTo>
                    <a:lnTo>
                      <a:pt x="382325" y="2972198"/>
                    </a:lnTo>
                    <a:cubicBezTo>
                      <a:pt x="180185" y="3002031"/>
                      <a:pt x="249" y="2841725"/>
                      <a:pt x="6592" y="2637442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5" name="文本框 4"/>
            <p:cNvSpPr txBox="1"/>
            <p:nvPr/>
          </p:nvSpPr>
          <p:spPr>
            <a:xfrm>
              <a:off x="1348367" y="3268010"/>
              <a:ext cx="1626721" cy="9871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zh-CN" altLang="en-US" sz="1600" dirty="0">
                  <a:solidFill>
                    <a:schemeClr val="tx2">
                      <a:lumMod val="75000"/>
                      <a:lumOff val="25000"/>
                      <a:alpha val="80000"/>
                    </a:schemeClr>
                  </a:solidFill>
                  <a:cs typeface="+mn-ea"/>
                  <a:sym typeface="+mn-lt"/>
                </a:rPr>
                <a:t>单击此处输入你的正文，简意赅阐述观点</a:t>
              </a:r>
              <a:endParaRPr lang="en-US" altLang="zh-CN" sz="1600" dirty="0">
                <a:solidFill>
                  <a:schemeClr val="tx2">
                    <a:lumMod val="75000"/>
                    <a:lumOff val="25000"/>
                    <a:alpha val="8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1706679" y="3194352"/>
              <a:ext cx="910096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文本框 6"/>
            <p:cNvSpPr txBox="1"/>
            <p:nvPr/>
          </p:nvSpPr>
          <p:spPr>
            <a:xfrm>
              <a:off x="1607729" y="2695839"/>
              <a:ext cx="1107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小标题</a:t>
              </a:r>
              <a:endPara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1899476" y="1919090"/>
              <a:ext cx="52450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100" dirty="0">
                  <a:solidFill>
                    <a:schemeClr val="tx1">
                      <a:lumMod val="85000"/>
                      <a:lumOff val="15000"/>
                      <a:alpha val="50000"/>
                    </a:schemeClr>
                  </a:solidFill>
                  <a:cs typeface="+mn-ea"/>
                  <a:sym typeface="+mn-lt"/>
                </a:rPr>
                <a:t>STEP</a:t>
              </a:r>
              <a:endParaRPr lang="zh-CN" altLang="en-US" sz="1000" dirty="0">
                <a:solidFill>
                  <a:schemeClr val="tx1">
                    <a:lumMod val="85000"/>
                    <a:lumOff val="15000"/>
                    <a:alpha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1807303" y="2071289"/>
              <a:ext cx="708848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4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01</a:t>
              </a:r>
              <a:endParaRPr lang="zh-CN" altLang="en-US" sz="4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15" name="组合 14"/>
            <p:cNvGrpSpPr/>
            <p:nvPr/>
          </p:nvGrpSpPr>
          <p:grpSpPr>
            <a:xfrm>
              <a:off x="3528641" y="1262437"/>
              <a:ext cx="2527089" cy="3715757"/>
              <a:chOff x="1435311" y="1727300"/>
              <a:chExt cx="2314575" cy="3403283"/>
            </a:xfrm>
            <a:effectLst>
              <a:outerShdw blurRad="50800" dist="38100" dir="2700000" algn="tl" rotWithShape="0">
                <a:prstClr val="black">
                  <a:alpha val="10000"/>
                </a:prstClr>
              </a:outerShdw>
            </a:effectLst>
          </p:grpSpPr>
          <p:sp>
            <p:nvSpPr>
              <p:cNvPr id="21" name="任意多边形: 形状 20"/>
              <p:cNvSpPr/>
              <p:nvPr/>
            </p:nvSpPr>
            <p:spPr>
              <a:xfrm>
                <a:off x="1435311" y="1727300"/>
                <a:ext cx="2314575" cy="3403283"/>
              </a:xfrm>
              <a:custGeom>
                <a:avLst/>
                <a:gdLst>
                  <a:gd name="connsiteX0" fmla="*/ 383869 w 2314575"/>
                  <a:gd name="connsiteY0" fmla="*/ 3099017 h 3403282"/>
                  <a:gd name="connsiteX1" fmla="*/ 10879 w 2314575"/>
                  <a:gd name="connsiteY1" fmla="*/ 759925 h 3403282"/>
                  <a:gd name="connsiteX2" fmla="*/ 257596 w 2314575"/>
                  <a:gd name="connsiteY2" fmla="*/ 365933 h 3403282"/>
                  <a:gd name="connsiteX3" fmla="*/ 1396367 w 2314575"/>
                  <a:gd name="connsiteY3" fmla="*/ 21661 h 3403282"/>
                  <a:gd name="connsiteX4" fmla="*/ 1844794 w 2314575"/>
                  <a:gd name="connsiteY4" fmla="*/ 288695 h 3403282"/>
                  <a:gd name="connsiteX5" fmla="*/ 2309081 w 2314575"/>
                  <a:gd name="connsiteY5" fmla="*/ 2543177 h 3403282"/>
                  <a:gd name="connsiteX6" fmla="*/ 2079252 w 2314575"/>
                  <a:gd name="connsiteY6" fmla="*/ 2948142 h 3403282"/>
                  <a:gd name="connsiteX7" fmla="*/ 849270 w 2314575"/>
                  <a:gd name="connsiteY7" fmla="*/ 3377024 h 3403282"/>
                  <a:gd name="connsiteX8" fmla="*/ 383869 w 2314575"/>
                  <a:gd name="connsiteY8" fmla="*/ 3099017 h 34032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314575" h="3403282">
                    <a:moveTo>
                      <a:pt x="383869" y="3099017"/>
                    </a:moveTo>
                    <a:lnTo>
                      <a:pt x="10879" y="759925"/>
                    </a:lnTo>
                    <a:cubicBezTo>
                      <a:pt x="-16981" y="585389"/>
                      <a:pt x="88461" y="417111"/>
                      <a:pt x="257596" y="365933"/>
                    </a:cubicBezTo>
                    <a:lnTo>
                      <a:pt x="1396367" y="21661"/>
                    </a:lnTo>
                    <a:cubicBezTo>
                      <a:pt x="1595249" y="-38432"/>
                      <a:pt x="1802875" y="85183"/>
                      <a:pt x="1844794" y="288695"/>
                    </a:cubicBezTo>
                    <a:lnTo>
                      <a:pt x="2309081" y="2543177"/>
                    </a:lnTo>
                    <a:cubicBezTo>
                      <a:pt x="2344829" y="2716684"/>
                      <a:pt x="2246588" y="2889848"/>
                      <a:pt x="2079252" y="2948142"/>
                    </a:cubicBezTo>
                    <a:lnTo>
                      <a:pt x="849270" y="3377024"/>
                    </a:lnTo>
                    <a:cubicBezTo>
                      <a:pt x="641387" y="3449547"/>
                      <a:pt x="418588" y="3316416"/>
                      <a:pt x="383869" y="3099017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" name="任意多边形: 形状 21"/>
              <p:cNvSpPr/>
              <p:nvPr/>
            </p:nvSpPr>
            <p:spPr>
              <a:xfrm>
                <a:off x="1636766" y="1944988"/>
                <a:ext cx="1860233" cy="2974658"/>
              </a:xfrm>
              <a:custGeom>
                <a:avLst/>
                <a:gdLst>
                  <a:gd name="connsiteX0" fmla="*/ 6592 w 1860232"/>
                  <a:gd name="connsiteY0" fmla="*/ 2637442 h 2974657"/>
                  <a:gd name="connsiteX1" fmla="*/ 74744 w 1860232"/>
                  <a:gd name="connsiteY1" fmla="*/ 439539 h 2974657"/>
                  <a:gd name="connsiteX2" fmla="*/ 368523 w 1860232"/>
                  <a:gd name="connsiteY2" fmla="*/ 123385 h 2974657"/>
                  <a:gd name="connsiteX3" fmla="*/ 1466918 w 1860232"/>
                  <a:gd name="connsiteY3" fmla="*/ 8256 h 2974657"/>
                  <a:gd name="connsiteX4" fmla="*/ 1829192 w 1860232"/>
                  <a:gd name="connsiteY4" fmla="*/ 329982 h 2974657"/>
                  <a:gd name="connsiteX5" fmla="*/ 1858938 w 1860232"/>
                  <a:gd name="connsiteY5" fmla="*/ 2466678 h 2974657"/>
                  <a:gd name="connsiteX6" fmla="*/ 1578703 w 1860232"/>
                  <a:gd name="connsiteY6" fmla="*/ 2795862 h 2974657"/>
                  <a:gd name="connsiteX7" fmla="*/ 382411 w 1860232"/>
                  <a:gd name="connsiteY7" fmla="*/ 2972198 h 2974657"/>
                  <a:gd name="connsiteX8" fmla="*/ 6592 w 1860232"/>
                  <a:gd name="connsiteY8" fmla="*/ 2637442 h 29746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60232" h="2974657">
                    <a:moveTo>
                      <a:pt x="6592" y="2637442"/>
                    </a:moveTo>
                    <a:lnTo>
                      <a:pt x="74744" y="439539"/>
                    </a:lnTo>
                    <a:cubicBezTo>
                      <a:pt x="79801" y="275547"/>
                      <a:pt x="205303" y="140530"/>
                      <a:pt x="368523" y="123385"/>
                    </a:cubicBezTo>
                    <a:lnTo>
                      <a:pt x="1466918" y="8256"/>
                    </a:lnTo>
                    <a:cubicBezTo>
                      <a:pt x="1658770" y="-11889"/>
                      <a:pt x="1826534" y="137101"/>
                      <a:pt x="1829192" y="329982"/>
                    </a:cubicBezTo>
                    <a:lnTo>
                      <a:pt x="1858938" y="2466678"/>
                    </a:lnTo>
                    <a:cubicBezTo>
                      <a:pt x="1861253" y="2631099"/>
                      <a:pt x="1741409" y="2771859"/>
                      <a:pt x="1578703" y="2795862"/>
                    </a:cubicBezTo>
                    <a:lnTo>
                      <a:pt x="382411" y="2972198"/>
                    </a:lnTo>
                    <a:cubicBezTo>
                      <a:pt x="180185" y="3002031"/>
                      <a:pt x="249" y="2841725"/>
                      <a:pt x="6592" y="2637442"/>
                    </a:cubicBezTo>
                    <a:close/>
                  </a:path>
                </a:pathLst>
              </a:custGeom>
              <a:solidFill>
                <a:srgbClr val="99999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3" name="任意多边形: 形状 22"/>
              <p:cNvSpPr/>
              <p:nvPr/>
            </p:nvSpPr>
            <p:spPr>
              <a:xfrm>
                <a:off x="1636766" y="1913441"/>
                <a:ext cx="1860233" cy="2974658"/>
              </a:xfrm>
              <a:custGeom>
                <a:avLst/>
                <a:gdLst>
                  <a:gd name="connsiteX0" fmla="*/ 6592 w 1860232"/>
                  <a:gd name="connsiteY0" fmla="*/ 2637442 h 2974657"/>
                  <a:gd name="connsiteX1" fmla="*/ 74744 w 1860232"/>
                  <a:gd name="connsiteY1" fmla="*/ 439539 h 2974657"/>
                  <a:gd name="connsiteX2" fmla="*/ 368523 w 1860232"/>
                  <a:gd name="connsiteY2" fmla="*/ 123385 h 2974657"/>
                  <a:gd name="connsiteX3" fmla="*/ 1466918 w 1860232"/>
                  <a:gd name="connsiteY3" fmla="*/ 8256 h 2974657"/>
                  <a:gd name="connsiteX4" fmla="*/ 1829192 w 1860232"/>
                  <a:gd name="connsiteY4" fmla="*/ 329982 h 2974657"/>
                  <a:gd name="connsiteX5" fmla="*/ 1858938 w 1860232"/>
                  <a:gd name="connsiteY5" fmla="*/ 2466678 h 2974657"/>
                  <a:gd name="connsiteX6" fmla="*/ 1578703 w 1860232"/>
                  <a:gd name="connsiteY6" fmla="*/ 2795862 h 2974657"/>
                  <a:gd name="connsiteX7" fmla="*/ 382325 w 1860232"/>
                  <a:gd name="connsiteY7" fmla="*/ 2972198 h 2974657"/>
                  <a:gd name="connsiteX8" fmla="*/ 6592 w 1860232"/>
                  <a:gd name="connsiteY8" fmla="*/ 2637442 h 29746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60232" h="2974657">
                    <a:moveTo>
                      <a:pt x="6592" y="2637442"/>
                    </a:moveTo>
                    <a:lnTo>
                      <a:pt x="74744" y="439539"/>
                    </a:lnTo>
                    <a:cubicBezTo>
                      <a:pt x="79801" y="275547"/>
                      <a:pt x="205303" y="140530"/>
                      <a:pt x="368523" y="123385"/>
                    </a:cubicBezTo>
                    <a:lnTo>
                      <a:pt x="1466918" y="8256"/>
                    </a:lnTo>
                    <a:cubicBezTo>
                      <a:pt x="1658770" y="-11889"/>
                      <a:pt x="1826534" y="137101"/>
                      <a:pt x="1829192" y="329982"/>
                    </a:cubicBezTo>
                    <a:lnTo>
                      <a:pt x="1858938" y="2466678"/>
                    </a:lnTo>
                    <a:cubicBezTo>
                      <a:pt x="1861253" y="2631099"/>
                      <a:pt x="1741409" y="2771859"/>
                      <a:pt x="1578703" y="2795862"/>
                    </a:cubicBezTo>
                    <a:lnTo>
                      <a:pt x="382325" y="2972198"/>
                    </a:lnTo>
                    <a:cubicBezTo>
                      <a:pt x="180185" y="3001945"/>
                      <a:pt x="249" y="2841639"/>
                      <a:pt x="6592" y="2637442"/>
                    </a:cubicBezTo>
                    <a:close/>
                  </a:path>
                </a:pathLst>
              </a:custGeom>
              <a:solidFill>
                <a:srgbClr val="E2E2E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4" name="任意多边形: 形状 23"/>
              <p:cNvSpPr/>
              <p:nvPr/>
            </p:nvSpPr>
            <p:spPr>
              <a:xfrm>
                <a:off x="1636766" y="1928871"/>
                <a:ext cx="1860233" cy="2974658"/>
              </a:xfrm>
              <a:custGeom>
                <a:avLst/>
                <a:gdLst>
                  <a:gd name="connsiteX0" fmla="*/ 6592 w 1860232"/>
                  <a:gd name="connsiteY0" fmla="*/ 2637442 h 2974657"/>
                  <a:gd name="connsiteX1" fmla="*/ 74744 w 1860232"/>
                  <a:gd name="connsiteY1" fmla="*/ 439539 h 2974657"/>
                  <a:gd name="connsiteX2" fmla="*/ 368523 w 1860232"/>
                  <a:gd name="connsiteY2" fmla="*/ 123385 h 2974657"/>
                  <a:gd name="connsiteX3" fmla="*/ 1466918 w 1860232"/>
                  <a:gd name="connsiteY3" fmla="*/ 8256 h 2974657"/>
                  <a:gd name="connsiteX4" fmla="*/ 1829192 w 1860232"/>
                  <a:gd name="connsiteY4" fmla="*/ 329982 h 2974657"/>
                  <a:gd name="connsiteX5" fmla="*/ 1858938 w 1860232"/>
                  <a:gd name="connsiteY5" fmla="*/ 2466678 h 2974657"/>
                  <a:gd name="connsiteX6" fmla="*/ 1578703 w 1860232"/>
                  <a:gd name="connsiteY6" fmla="*/ 2795862 h 2974657"/>
                  <a:gd name="connsiteX7" fmla="*/ 382325 w 1860232"/>
                  <a:gd name="connsiteY7" fmla="*/ 2972198 h 2974657"/>
                  <a:gd name="connsiteX8" fmla="*/ 6592 w 1860232"/>
                  <a:gd name="connsiteY8" fmla="*/ 2637442 h 29746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60232" h="2974657">
                    <a:moveTo>
                      <a:pt x="6592" y="2637442"/>
                    </a:moveTo>
                    <a:lnTo>
                      <a:pt x="74744" y="439539"/>
                    </a:lnTo>
                    <a:cubicBezTo>
                      <a:pt x="79801" y="275547"/>
                      <a:pt x="205303" y="140530"/>
                      <a:pt x="368523" y="123385"/>
                    </a:cubicBezTo>
                    <a:lnTo>
                      <a:pt x="1466918" y="8256"/>
                    </a:lnTo>
                    <a:cubicBezTo>
                      <a:pt x="1658770" y="-11889"/>
                      <a:pt x="1826534" y="137101"/>
                      <a:pt x="1829192" y="329982"/>
                    </a:cubicBezTo>
                    <a:lnTo>
                      <a:pt x="1858938" y="2466678"/>
                    </a:lnTo>
                    <a:cubicBezTo>
                      <a:pt x="1861253" y="2631099"/>
                      <a:pt x="1741409" y="2771859"/>
                      <a:pt x="1578703" y="2795862"/>
                    </a:cubicBezTo>
                    <a:lnTo>
                      <a:pt x="382325" y="2972198"/>
                    </a:lnTo>
                    <a:cubicBezTo>
                      <a:pt x="180185" y="3002031"/>
                      <a:pt x="249" y="2841725"/>
                      <a:pt x="6592" y="2637442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3978825" y="3268010"/>
              <a:ext cx="1626721" cy="9871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zh-CN" altLang="en-US" sz="1600" dirty="0">
                  <a:solidFill>
                    <a:schemeClr val="tx2">
                      <a:lumMod val="75000"/>
                      <a:lumOff val="25000"/>
                      <a:alpha val="80000"/>
                    </a:schemeClr>
                  </a:solidFill>
                  <a:cs typeface="+mn-ea"/>
                  <a:sym typeface="+mn-lt"/>
                </a:rPr>
                <a:t>单击此处输入你的正文，简意赅阐述观点</a:t>
              </a:r>
              <a:endParaRPr lang="en-US" altLang="zh-CN" sz="1600" dirty="0">
                <a:solidFill>
                  <a:schemeClr val="tx2">
                    <a:lumMod val="75000"/>
                    <a:lumOff val="25000"/>
                    <a:alpha val="8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7" name="直接连接符 16"/>
            <p:cNvCxnSpPr/>
            <p:nvPr/>
          </p:nvCxnSpPr>
          <p:spPr>
            <a:xfrm>
              <a:off x="4337137" y="3194352"/>
              <a:ext cx="910096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文本框 17"/>
            <p:cNvSpPr txBox="1"/>
            <p:nvPr/>
          </p:nvSpPr>
          <p:spPr>
            <a:xfrm>
              <a:off x="4238187" y="2695839"/>
              <a:ext cx="1107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小标题</a:t>
              </a:r>
              <a:endPara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4529934" y="1919090"/>
              <a:ext cx="52450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100" dirty="0">
                  <a:solidFill>
                    <a:schemeClr val="tx1">
                      <a:lumMod val="85000"/>
                      <a:lumOff val="15000"/>
                      <a:alpha val="50000"/>
                    </a:schemeClr>
                  </a:solidFill>
                  <a:cs typeface="+mn-ea"/>
                  <a:sym typeface="+mn-lt"/>
                </a:rPr>
                <a:t>STEP</a:t>
              </a:r>
              <a:endParaRPr lang="zh-CN" altLang="en-US" sz="1000" dirty="0">
                <a:solidFill>
                  <a:schemeClr val="tx1">
                    <a:lumMod val="85000"/>
                    <a:lumOff val="15000"/>
                    <a:alpha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4394480" y="2071289"/>
              <a:ext cx="79541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4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02</a:t>
              </a:r>
              <a:endParaRPr lang="zh-CN" altLang="en-US" sz="4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26" name="组合 25"/>
            <p:cNvGrpSpPr/>
            <p:nvPr/>
          </p:nvGrpSpPr>
          <p:grpSpPr>
            <a:xfrm>
              <a:off x="6159099" y="1262437"/>
              <a:ext cx="2527089" cy="3715757"/>
              <a:chOff x="1435311" y="1727300"/>
              <a:chExt cx="2314575" cy="3403283"/>
            </a:xfrm>
            <a:effectLst>
              <a:outerShdw blurRad="50800" dist="38100" dir="2700000" algn="tl" rotWithShape="0">
                <a:prstClr val="black">
                  <a:alpha val="10000"/>
                </a:prstClr>
              </a:outerShdw>
            </a:effectLst>
          </p:grpSpPr>
          <p:sp>
            <p:nvSpPr>
              <p:cNvPr id="32" name="任意多边形: 形状 31"/>
              <p:cNvSpPr/>
              <p:nvPr/>
            </p:nvSpPr>
            <p:spPr>
              <a:xfrm>
                <a:off x="1435311" y="1727300"/>
                <a:ext cx="2314575" cy="3403283"/>
              </a:xfrm>
              <a:custGeom>
                <a:avLst/>
                <a:gdLst>
                  <a:gd name="connsiteX0" fmla="*/ 383869 w 2314575"/>
                  <a:gd name="connsiteY0" fmla="*/ 3099017 h 3403282"/>
                  <a:gd name="connsiteX1" fmla="*/ 10879 w 2314575"/>
                  <a:gd name="connsiteY1" fmla="*/ 759925 h 3403282"/>
                  <a:gd name="connsiteX2" fmla="*/ 257596 w 2314575"/>
                  <a:gd name="connsiteY2" fmla="*/ 365933 h 3403282"/>
                  <a:gd name="connsiteX3" fmla="*/ 1396367 w 2314575"/>
                  <a:gd name="connsiteY3" fmla="*/ 21661 h 3403282"/>
                  <a:gd name="connsiteX4" fmla="*/ 1844794 w 2314575"/>
                  <a:gd name="connsiteY4" fmla="*/ 288695 h 3403282"/>
                  <a:gd name="connsiteX5" fmla="*/ 2309081 w 2314575"/>
                  <a:gd name="connsiteY5" fmla="*/ 2543177 h 3403282"/>
                  <a:gd name="connsiteX6" fmla="*/ 2079252 w 2314575"/>
                  <a:gd name="connsiteY6" fmla="*/ 2948142 h 3403282"/>
                  <a:gd name="connsiteX7" fmla="*/ 849270 w 2314575"/>
                  <a:gd name="connsiteY7" fmla="*/ 3377024 h 3403282"/>
                  <a:gd name="connsiteX8" fmla="*/ 383869 w 2314575"/>
                  <a:gd name="connsiteY8" fmla="*/ 3099017 h 34032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314575" h="3403282">
                    <a:moveTo>
                      <a:pt x="383869" y="3099017"/>
                    </a:moveTo>
                    <a:lnTo>
                      <a:pt x="10879" y="759925"/>
                    </a:lnTo>
                    <a:cubicBezTo>
                      <a:pt x="-16981" y="585389"/>
                      <a:pt x="88461" y="417111"/>
                      <a:pt x="257596" y="365933"/>
                    </a:cubicBezTo>
                    <a:lnTo>
                      <a:pt x="1396367" y="21661"/>
                    </a:lnTo>
                    <a:cubicBezTo>
                      <a:pt x="1595249" y="-38432"/>
                      <a:pt x="1802875" y="85183"/>
                      <a:pt x="1844794" y="288695"/>
                    </a:cubicBezTo>
                    <a:lnTo>
                      <a:pt x="2309081" y="2543177"/>
                    </a:lnTo>
                    <a:cubicBezTo>
                      <a:pt x="2344829" y="2716684"/>
                      <a:pt x="2246588" y="2889848"/>
                      <a:pt x="2079252" y="2948142"/>
                    </a:cubicBezTo>
                    <a:lnTo>
                      <a:pt x="849270" y="3377024"/>
                    </a:lnTo>
                    <a:cubicBezTo>
                      <a:pt x="641387" y="3449547"/>
                      <a:pt x="418588" y="3316416"/>
                      <a:pt x="383869" y="3099017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3" name="任意多边形: 形状 32"/>
              <p:cNvSpPr/>
              <p:nvPr/>
            </p:nvSpPr>
            <p:spPr>
              <a:xfrm>
                <a:off x="1636766" y="1944988"/>
                <a:ext cx="1860233" cy="2974658"/>
              </a:xfrm>
              <a:custGeom>
                <a:avLst/>
                <a:gdLst>
                  <a:gd name="connsiteX0" fmla="*/ 6592 w 1860232"/>
                  <a:gd name="connsiteY0" fmla="*/ 2637442 h 2974657"/>
                  <a:gd name="connsiteX1" fmla="*/ 74744 w 1860232"/>
                  <a:gd name="connsiteY1" fmla="*/ 439539 h 2974657"/>
                  <a:gd name="connsiteX2" fmla="*/ 368523 w 1860232"/>
                  <a:gd name="connsiteY2" fmla="*/ 123385 h 2974657"/>
                  <a:gd name="connsiteX3" fmla="*/ 1466918 w 1860232"/>
                  <a:gd name="connsiteY3" fmla="*/ 8256 h 2974657"/>
                  <a:gd name="connsiteX4" fmla="*/ 1829192 w 1860232"/>
                  <a:gd name="connsiteY4" fmla="*/ 329982 h 2974657"/>
                  <a:gd name="connsiteX5" fmla="*/ 1858938 w 1860232"/>
                  <a:gd name="connsiteY5" fmla="*/ 2466678 h 2974657"/>
                  <a:gd name="connsiteX6" fmla="*/ 1578703 w 1860232"/>
                  <a:gd name="connsiteY6" fmla="*/ 2795862 h 2974657"/>
                  <a:gd name="connsiteX7" fmla="*/ 382411 w 1860232"/>
                  <a:gd name="connsiteY7" fmla="*/ 2972198 h 2974657"/>
                  <a:gd name="connsiteX8" fmla="*/ 6592 w 1860232"/>
                  <a:gd name="connsiteY8" fmla="*/ 2637442 h 29746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60232" h="2974657">
                    <a:moveTo>
                      <a:pt x="6592" y="2637442"/>
                    </a:moveTo>
                    <a:lnTo>
                      <a:pt x="74744" y="439539"/>
                    </a:lnTo>
                    <a:cubicBezTo>
                      <a:pt x="79801" y="275547"/>
                      <a:pt x="205303" y="140530"/>
                      <a:pt x="368523" y="123385"/>
                    </a:cubicBezTo>
                    <a:lnTo>
                      <a:pt x="1466918" y="8256"/>
                    </a:lnTo>
                    <a:cubicBezTo>
                      <a:pt x="1658770" y="-11889"/>
                      <a:pt x="1826534" y="137101"/>
                      <a:pt x="1829192" y="329982"/>
                    </a:cubicBezTo>
                    <a:lnTo>
                      <a:pt x="1858938" y="2466678"/>
                    </a:lnTo>
                    <a:cubicBezTo>
                      <a:pt x="1861253" y="2631099"/>
                      <a:pt x="1741409" y="2771859"/>
                      <a:pt x="1578703" y="2795862"/>
                    </a:cubicBezTo>
                    <a:lnTo>
                      <a:pt x="382411" y="2972198"/>
                    </a:lnTo>
                    <a:cubicBezTo>
                      <a:pt x="180185" y="3002031"/>
                      <a:pt x="249" y="2841725"/>
                      <a:pt x="6592" y="2637442"/>
                    </a:cubicBezTo>
                    <a:close/>
                  </a:path>
                </a:pathLst>
              </a:custGeom>
              <a:solidFill>
                <a:srgbClr val="99999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4" name="任意多边形: 形状 33"/>
              <p:cNvSpPr/>
              <p:nvPr/>
            </p:nvSpPr>
            <p:spPr>
              <a:xfrm>
                <a:off x="1636766" y="1913441"/>
                <a:ext cx="1860233" cy="2974658"/>
              </a:xfrm>
              <a:custGeom>
                <a:avLst/>
                <a:gdLst>
                  <a:gd name="connsiteX0" fmla="*/ 6592 w 1860232"/>
                  <a:gd name="connsiteY0" fmla="*/ 2637442 h 2974657"/>
                  <a:gd name="connsiteX1" fmla="*/ 74744 w 1860232"/>
                  <a:gd name="connsiteY1" fmla="*/ 439539 h 2974657"/>
                  <a:gd name="connsiteX2" fmla="*/ 368523 w 1860232"/>
                  <a:gd name="connsiteY2" fmla="*/ 123385 h 2974657"/>
                  <a:gd name="connsiteX3" fmla="*/ 1466918 w 1860232"/>
                  <a:gd name="connsiteY3" fmla="*/ 8256 h 2974657"/>
                  <a:gd name="connsiteX4" fmla="*/ 1829192 w 1860232"/>
                  <a:gd name="connsiteY4" fmla="*/ 329982 h 2974657"/>
                  <a:gd name="connsiteX5" fmla="*/ 1858938 w 1860232"/>
                  <a:gd name="connsiteY5" fmla="*/ 2466678 h 2974657"/>
                  <a:gd name="connsiteX6" fmla="*/ 1578703 w 1860232"/>
                  <a:gd name="connsiteY6" fmla="*/ 2795862 h 2974657"/>
                  <a:gd name="connsiteX7" fmla="*/ 382325 w 1860232"/>
                  <a:gd name="connsiteY7" fmla="*/ 2972198 h 2974657"/>
                  <a:gd name="connsiteX8" fmla="*/ 6592 w 1860232"/>
                  <a:gd name="connsiteY8" fmla="*/ 2637442 h 29746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60232" h="2974657">
                    <a:moveTo>
                      <a:pt x="6592" y="2637442"/>
                    </a:moveTo>
                    <a:lnTo>
                      <a:pt x="74744" y="439539"/>
                    </a:lnTo>
                    <a:cubicBezTo>
                      <a:pt x="79801" y="275547"/>
                      <a:pt x="205303" y="140530"/>
                      <a:pt x="368523" y="123385"/>
                    </a:cubicBezTo>
                    <a:lnTo>
                      <a:pt x="1466918" y="8256"/>
                    </a:lnTo>
                    <a:cubicBezTo>
                      <a:pt x="1658770" y="-11889"/>
                      <a:pt x="1826534" y="137101"/>
                      <a:pt x="1829192" y="329982"/>
                    </a:cubicBezTo>
                    <a:lnTo>
                      <a:pt x="1858938" y="2466678"/>
                    </a:lnTo>
                    <a:cubicBezTo>
                      <a:pt x="1861253" y="2631099"/>
                      <a:pt x="1741409" y="2771859"/>
                      <a:pt x="1578703" y="2795862"/>
                    </a:cubicBezTo>
                    <a:lnTo>
                      <a:pt x="382325" y="2972198"/>
                    </a:lnTo>
                    <a:cubicBezTo>
                      <a:pt x="180185" y="3001945"/>
                      <a:pt x="249" y="2841639"/>
                      <a:pt x="6592" y="2637442"/>
                    </a:cubicBezTo>
                    <a:close/>
                  </a:path>
                </a:pathLst>
              </a:custGeom>
              <a:solidFill>
                <a:srgbClr val="E2E2E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5" name="任意多边形: 形状 34"/>
              <p:cNvSpPr/>
              <p:nvPr/>
            </p:nvSpPr>
            <p:spPr>
              <a:xfrm>
                <a:off x="1636766" y="1928871"/>
                <a:ext cx="1860233" cy="2974658"/>
              </a:xfrm>
              <a:custGeom>
                <a:avLst/>
                <a:gdLst>
                  <a:gd name="connsiteX0" fmla="*/ 6592 w 1860232"/>
                  <a:gd name="connsiteY0" fmla="*/ 2637442 h 2974657"/>
                  <a:gd name="connsiteX1" fmla="*/ 74744 w 1860232"/>
                  <a:gd name="connsiteY1" fmla="*/ 439539 h 2974657"/>
                  <a:gd name="connsiteX2" fmla="*/ 368523 w 1860232"/>
                  <a:gd name="connsiteY2" fmla="*/ 123385 h 2974657"/>
                  <a:gd name="connsiteX3" fmla="*/ 1466918 w 1860232"/>
                  <a:gd name="connsiteY3" fmla="*/ 8256 h 2974657"/>
                  <a:gd name="connsiteX4" fmla="*/ 1829192 w 1860232"/>
                  <a:gd name="connsiteY4" fmla="*/ 329982 h 2974657"/>
                  <a:gd name="connsiteX5" fmla="*/ 1858938 w 1860232"/>
                  <a:gd name="connsiteY5" fmla="*/ 2466678 h 2974657"/>
                  <a:gd name="connsiteX6" fmla="*/ 1578703 w 1860232"/>
                  <a:gd name="connsiteY6" fmla="*/ 2795862 h 2974657"/>
                  <a:gd name="connsiteX7" fmla="*/ 382325 w 1860232"/>
                  <a:gd name="connsiteY7" fmla="*/ 2972198 h 2974657"/>
                  <a:gd name="connsiteX8" fmla="*/ 6592 w 1860232"/>
                  <a:gd name="connsiteY8" fmla="*/ 2637442 h 29746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60232" h="2974657">
                    <a:moveTo>
                      <a:pt x="6592" y="2637442"/>
                    </a:moveTo>
                    <a:lnTo>
                      <a:pt x="74744" y="439539"/>
                    </a:lnTo>
                    <a:cubicBezTo>
                      <a:pt x="79801" y="275547"/>
                      <a:pt x="205303" y="140530"/>
                      <a:pt x="368523" y="123385"/>
                    </a:cubicBezTo>
                    <a:lnTo>
                      <a:pt x="1466918" y="8256"/>
                    </a:lnTo>
                    <a:cubicBezTo>
                      <a:pt x="1658770" y="-11889"/>
                      <a:pt x="1826534" y="137101"/>
                      <a:pt x="1829192" y="329982"/>
                    </a:cubicBezTo>
                    <a:lnTo>
                      <a:pt x="1858938" y="2466678"/>
                    </a:lnTo>
                    <a:cubicBezTo>
                      <a:pt x="1861253" y="2631099"/>
                      <a:pt x="1741409" y="2771859"/>
                      <a:pt x="1578703" y="2795862"/>
                    </a:cubicBezTo>
                    <a:lnTo>
                      <a:pt x="382325" y="2972198"/>
                    </a:lnTo>
                    <a:cubicBezTo>
                      <a:pt x="180185" y="3002031"/>
                      <a:pt x="249" y="2841725"/>
                      <a:pt x="6592" y="2637442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27" name="文本框 26"/>
            <p:cNvSpPr txBox="1"/>
            <p:nvPr/>
          </p:nvSpPr>
          <p:spPr>
            <a:xfrm>
              <a:off x="6609283" y="3268010"/>
              <a:ext cx="1626721" cy="9871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zh-CN" altLang="en-US" sz="1600" dirty="0">
                  <a:solidFill>
                    <a:schemeClr val="tx2">
                      <a:lumMod val="75000"/>
                      <a:lumOff val="25000"/>
                      <a:alpha val="80000"/>
                    </a:schemeClr>
                  </a:solidFill>
                  <a:cs typeface="+mn-ea"/>
                  <a:sym typeface="+mn-lt"/>
                </a:rPr>
                <a:t>单击此处输入你的正文，简意赅阐述观点</a:t>
              </a:r>
              <a:endParaRPr lang="en-US" altLang="zh-CN" sz="1600" dirty="0">
                <a:solidFill>
                  <a:schemeClr val="tx2">
                    <a:lumMod val="75000"/>
                    <a:lumOff val="25000"/>
                    <a:alpha val="8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28" name="直接连接符 27"/>
            <p:cNvCxnSpPr/>
            <p:nvPr/>
          </p:nvCxnSpPr>
          <p:spPr>
            <a:xfrm>
              <a:off x="6967595" y="3194352"/>
              <a:ext cx="910096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文本框 28"/>
            <p:cNvSpPr txBox="1"/>
            <p:nvPr/>
          </p:nvSpPr>
          <p:spPr>
            <a:xfrm>
              <a:off x="6868645" y="2695839"/>
              <a:ext cx="1107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小标题</a:t>
              </a:r>
              <a:endPara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7160392" y="1919090"/>
              <a:ext cx="52450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100" dirty="0">
                  <a:solidFill>
                    <a:schemeClr val="tx1">
                      <a:lumMod val="85000"/>
                      <a:lumOff val="15000"/>
                      <a:alpha val="50000"/>
                    </a:schemeClr>
                  </a:solidFill>
                  <a:cs typeface="+mn-ea"/>
                  <a:sym typeface="+mn-lt"/>
                </a:rPr>
                <a:t>STEP</a:t>
              </a:r>
              <a:endParaRPr lang="zh-CN" altLang="en-US" sz="1000" dirty="0">
                <a:solidFill>
                  <a:schemeClr val="tx1">
                    <a:lumMod val="85000"/>
                    <a:lumOff val="15000"/>
                    <a:alpha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7018526" y="2071289"/>
              <a:ext cx="80823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4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03</a:t>
              </a:r>
              <a:endParaRPr lang="zh-CN" altLang="en-US" sz="4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8789556" y="1262437"/>
              <a:ext cx="2527089" cy="3715757"/>
              <a:chOff x="1435311" y="1727300"/>
              <a:chExt cx="2314575" cy="3403283"/>
            </a:xfrm>
            <a:effectLst>
              <a:outerShdw blurRad="50800" dist="38100" dir="2700000" algn="tl" rotWithShape="0">
                <a:prstClr val="black">
                  <a:alpha val="10000"/>
                </a:prstClr>
              </a:outerShdw>
            </a:effectLst>
          </p:grpSpPr>
          <p:sp>
            <p:nvSpPr>
              <p:cNvPr id="43" name="任意多边形: 形状 42"/>
              <p:cNvSpPr/>
              <p:nvPr/>
            </p:nvSpPr>
            <p:spPr>
              <a:xfrm>
                <a:off x="1435311" y="1727300"/>
                <a:ext cx="2314575" cy="3403283"/>
              </a:xfrm>
              <a:custGeom>
                <a:avLst/>
                <a:gdLst>
                  <a:gd name="connsiteX0" fmla="*/ 383869 w 2314575"/>
                  <a:gd name="connsiteY0" fmla="*/ 3099017 h 3403282"/>
                  <a:gd name="connsiteX1" fmla="*/ 10879 w 2314575"/>
                  <a:gd name="connsiteY1" fmla="*/ 759925 h 3403282"/>
                  <a:gd name="connsiteX2" fmla="*/ 257596 w 2314575"/>
                  <a:gd name="connsiteY2" fmla="*/ 365933 h 3403282"/>
                  <a:gd name="connsiteX3" fmla="*/ 1396367 w 2314575"/>
                  <a:gd name="connsiteY3" fmla="*/ 21661 h 3403282"/>
                  <a:gd name="connsiteX4" fmla="*/ 1844794 w 2314575"/>
                  <a:gd name="connsiteY4" fmla="*/ 288695 h 3403282"/>
                  <a:gd name="connsiteX5" fmla="*/ 2309081 w 2314575"/>
                  <a:gd name="connsiteY5" fmla="*/ 2543177 h 3403282"/>
                  <a:gd name="connsiteX6" fmla="*/ 2079252 w 2314575"/>
                  <a:gd name="connsiteY6" fmla="*/ 2948142 h 3403282"/>
                  <a:gd name="connsiteX7" fmla="*/ 849270 w 2314575"/>
                  <a:gd name="connsiteY7" fmla="*/ 3377024 h 3403282"/>
                  <a:gd name="connsiteX8" fmla="*/ 383869 w 2314575"/>
                  <a:gd name="connsiteY8" fmla="*/ 3099017 h 34032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314575" h="3403282">
                    <a:moveTo>
                      <a:pt x="383869" y="3099017"/>
                    </a:moveTo>
                    <a:lnTo>
                      <a:pt x="10879" y="759925"/>
                    </a:lnTo>
                    <a:cubicBezTo>
                      <a:pt x="-16981" y="585389"/>
                      <a:pt x="88461" y="417111"/>
                      <a:pt x="257596" y="365933"/>
                    </a:cubicBezTo>
                    <a:lnTo>
                      <a:pt x="1396367" y="21661"/>
                    </a:lnTo>
                    <a:cubicBezTo>
                      <a:pt x="1595249" y="-38432"/>
                      <a:pt x="1802875" y="85183"/>
                      <a:pt x="1844794" y="288695"/>
                    </a:cubicBezTo>
                    <a:lnTo>
                      <a:pt x="2309081" y="2543177"/>
                    </a:lnTo>
                    <a:cubicBezTo>
                      <a:pt x="2344829" y="2716684"/>
                      <a:pt x="2246588" y="2889848"/>
                      <a:pt x="2079252" y="2948142"/>
                    </a:cubicBezTo>
                    <a:lnTo>
                      <a:pt x="849270" y="3377024"/>
                    </a:lnTo>
                    <a:cubicBezTo>
                      <a:pt x="641387" y="3449547"/>
                      <a:pt x="418588" y="3316416"/>
                      <a:pt x="383869" y="3099017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4" name="任意多边形: 形状 43"/>
              <p:cNvSpPr/>
              <p:nvPr/>
            </p:nvSpPr>
            <p:spPr>
              <a:xfrm>
                <a:off x="1636766" y="1944988"/>
                <a:ext cx="1860233" cy="2974658"/>
              </a:xfrm>
              <a:custGeom>
                <a:avLst/>
                <a:gdLst>
                  <a:gd name="connsiteX0" fmla="*/ 6592 w 1860232"/>
                  <a:gd name="connsiteY0" fmla="*/ 2637442 h 2974657"/>
                  <a:gd name="connsiteX1" fmla="*/ 74744 w 1860232"/>
                  <a:gd name="connsiteY1" fmla="*/ 439539 h 2974657"/>
                  <a:gd name="connsiteX2" fmla="*/ 368523 w 1860232"/>
                  <a:gd name="connsiteY2" fmla="*/ 123385 h 2974657"/>
                  <a:gd name="connsiteX3" fmla="*/ 1466918 w 1860232"/>
                  <a:gd name="connsiteY3" fmla="*/ 8256 h 2974657"/>
                  <a:gd name="connsiteX4" fmla="*/ 1829192 w 1860232"/>
                  <a:gd name="connsiteY4" fmla="*/ 329982 h 2974657"/>
                  <a:gd name="connsiteX5" fmla="*/ 1858938 w 1860232"/>
                  <a:gd name="connsiteY5" fmla="*/ 2466678 h 2974657"/>
                  <a:gd name="connsiteX6" fmla="*/ 1578703 w 1860232"/>
                  <a:gd name="connsiteY6" fmla="*/ 2795862 h 2974657"/>
                  <a:gd name="connsiteX7" fmla="*/ 382411 w 1860232"/>
                  <a:gd name="connsiteY7" fmla="*/ 2972198 h 2974657"/>
                  <a:gd name="connsiteX8" fmla="*/ 6592 w 1860232"/>
                  <a:gd name="connsiteY8" fmla="*/ 2637442 h 29746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60232" h="2974657">
                    <a:moveTo>
                      <a:pt x="6592" y="2637442"/>
                    </a:moveTo>
                    <a:lnTo>
                      <a:pt x="74744" y="439539"/>
                    </a:lnTo>
                    <a:cubicBezTo>
                      <a:pt x="79801" y="275547"/>
                      <a:pt x="205303" y="140530"/>
                      <a:pt x="368523" y="123385"/>
                    </a:cubicBezTo>
                    <a:lnTo>
                      <a:pt x="1466918" y="8256"/>
                    </a:lnTo>
                    <a:cubicBezTo>
                      <a:pt x="1658770" y="-11889"/>
                      <a:pt x="1826534" y="137101"/>
                      <a:pt x="1829192" y="329982"/>
                    </a:cubicBezTo>
                    <a:lnTo>
                      <a:pt x="1858938" y="2466678"/>
                    </a:lnTo>
                    <a:cubicBezTo>
                      <a:pt x="1861253" y="2631099"/>
                      <a:pt x="1741409" y="2771859"/>
                      <a:pt x="1578703" y="2795862"/>
                    </a:cubicBezTo>
                    <a:lnTo>
                      <a:pt x="382411" y="2972198"/>
                    </a:lnTo>
                    <a:cubicBezTo>
                      <a:pt x="180185" y="3002031"/>
                      <a:pt x="249" y="2841725"/>
                      <a:pt x="6592" y="2637442"/>
                    </a:cubicBezTo>
                    <a:close/>
                  </a:path>
                </a:pathLst>
              </a:custGeom>
              <a:solidFill>
                <a:srgbClr val="99999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5" name="任意多边形: 形状 44"/>
              <p:cNvSpPr/>
              <p:nvPr/>
            </p:nvSpPr>
            <p:spPr>
              <a:xfrm>
                <a:off x="1636766" y="1913441"/>
                <a:ext cx="1860233" cy="2974658"/>
              </a:xfrm>
              <a:custGeom>
                <a:avLst/>
                <a:gdLst>
                  <a:gd name="connsiteX0" fmla="*/ 6592 w 1860232"/>
                  <a:gd name="connsiteY0" fmla="*/ 2637442 h 2974657"/>
                  <a:gd name="connsiteX1" fmla="*/ 74744 w 1860232"/>
                  <a:gd name="connsiteY1" fmla="*/ 439539 h 2974657"/>
                  <a:gd name="connsiteX2" fmla="*/ 368523 w 1860232"/>
                  <a:gd name="connsiteY2" fmla="*/ 123385 h 2974657"/>
                  <a:gd name="connsiteX3" fmla="*/ 1466918 w 1860232"/>
                  <a:gd name="connsiteY3" fmla="*/ 8256 h 2974657"/>
                  <a:gd name="connsiteX4" fmla="*/ 1829192 w 1860232"/>
                  <a:gd name="connsiteY4" fmla="*/ 329982 h 2974657"/>
                  <a:gd name="connsiteX5" fmla="*/ 1858938 w 1860232"/>
                  <a:gd name="connsiteY5" fmla="*/ 2466678 h 2974657"/>
                  <a:gd name="connsiteX6" fmla="*/ 1578703 w 1860232"/>
                  <a:gd name="connsiteY6" fmla="*/ 2795862 h 2974657"/>
                  <a:gd name="connsiteX7" fmla="*/ 382325 w 1860232"/>
                  <a:gd name="connsiteY7" fmla="*/ 2972198 h 2974657"/>
                  <a:gd name="connsiteX8" fmla="*/ 6592 w 1860232"/>
                  <a:gd name="connsiteY8" fmla="*/ 2637442 h 29746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60232" h="2974657">
                    <a:moveTo>
                      <a:pt x="6592" y="2637442"/>
                    </a:moveTo>
                    <a:lnTo>
                      <a:pt x="74744" y="439539"/>
                    </a:lnTo>
                    <a:cubicBezTo>
                      <a:pt x="79801" y="275547"/>
                      <a:pt x="205303" y="140530"/>
                      <a:pt x="368523" y="123385"/>
                    </a:cubicBezTo>
                    <a:lnTo>
                      <a:pt x="1466918" y="8256"/>
                    </a:lnTo>
                    <a:cubicBezTo>
                      <a:pt x="1658770" y="-11889"/>
                      <a:pt x="1826534" y="137101"/>
                      <a:pt x="1829192" y="329982"/>
                    </a:cubicBezTo>
                    <a:lnTo>
                      <a:pt x="1858938" y="2466678"/>
                    </a:lnTo>
                    <a:cubicBezTo>
                      <a:pt x="1861253" y="2631099"/>
                      <a:pt x="1741409" y="2771859"/>
                      <a:pt x="1578703" y="2795862"/>
                    </a:cubicBezTo>
                    <a:lnTo>
                      <a:pt x="382325" y="2972198"/>
                    </a:lnTo>
                    <a:cubicBezTo>
                      <a:pt x="180185" y="3001945"/>
                      <a:pt x="249" y="2841639"/>
                      <a:pt x="6592" y="2637442"/>
                    </a:cubicBezTo>
                    <a:close/>
                  </a:path>
                </a:pathLst>
              </a:custGeom>
              <a:solidFill>
                <a:srgbClr val="E2E2E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6" name="任意多边形: 形状 45"/>
              <p:cNvSpPr/>
              <p:nvPr/>
            </p:nvSpPr>
            <p:spPr>
              <a:xfrm>
                <a:off x="1636766" y="1928871"/>
                <a:ext cx="1860233" cy="2974658"/>
              </a:xfrm>
              <a:custGeom>
                <a:avLst/>
                <a:gdLst>
                  <a:gd name="connsiteX0" fmla="*/ 6592 w 1860232"/>
                  <a:gd name="connsiteY0" fmla="*/ 2637442 h 2974657"/>
                  <a:gd name="connsiteX1" fmla="*/ 74744 w 1860232"/>
                  <a:gd name="connsiteY1" fmla="*/ 439539 h 2974657"/>
                  <a:gd name="connsiteX2" fmla="*/ 368523 w 1860232"/>
                  <a:gd name="connsiteY2" fmla="*/ 123385 h 2974657"/>
                  <a:gd name="connsiteX3" fmla="*/ 1466918 w 1860232"/>
                  <a:gd name="connsiteY3" fmla="*/ 8256 h 2974657"/>
                  <a:gd name="connsiteX4" fmla="*/ 1829192 w 1860232"/>
                  <a:gd name="connsiteY4" fmla="*/ 329982 h 2974657"/>
                  <a:gd name="connsiteX5" fmla="*/ 1858938 w 1860232"/>
                  <a:gd name="connsiteY5" fmla="*/ 2466678 h 2974657"/>
                  <a:gd name="connsiteX6" fmla="*/ 1578703 w 1860232"/>
                  <a:gd name="connsiteY6" fmla="*/ 2795862 h 2974657"/>
                  <a:gd name="connsiteX7" fmla="*/ 382325 w 1860232"/>
                  <a:gd name="connsiteY7" fmla="*/ 2972198 h 2974657"/>
                  <a:gd name="connsiteX8" fmla="*/ 6592 w 1860232"/>
                  <a:gd name="connsiteY8" fmla="*/ 2637442 h 29746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60232" h="2974657">
                    <a:moveTo>
                      <a:pt x="6592" y="2637442"/>
                    </a:moveTo>
                    <a:lnTo>
                      <a:pt x="74744" y="439539"/>
                    </a:lnTo>
                    <a:cubicBezTo>
                      <a:pt x="79801" y="275547"/>
                      <a:pt x="205303" y="140530"/>
                      <a:pt x="368523" y="123385"/>
                    </a:cubicBezTo>
                    <a:lnTo>
                      <a:pt x="1466918" y="8256"/>
                    </a:lnTo>
                    <a:cubicBezTo>
                      <a:pt x="1658770" y="-11889"/>
                      <a:pt x="1826534" y="137101"/>
                      <a:pt x="1829192" y="329982"/>
                    </a:cubicBezTo>
                    <a:lnTo>
                      <a:pt x="1858938" y="2466678"/>
                    </a:lnTo>
                    <a:cubicBezTo>
                      <a:pt x="1861253" y="2631099"/>
                      <a:pt x="1741409" y="2771859"/>
                      <a:pt x="1578703" y="2795862"/>
                    </a:cubicBezTo>
                    <a:lnTo>
                      <a:pt x="382325" y="2972198"/>
                    </a:lnTo>
                    <a:cubicBezTo>
                      <a:pt x="180185" y="3002031"/>
                      <a:pt x="249" y="2841725"/>
                      <a:pt x="6592" y="2637442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38" name="文本框 37"/>
            <p:cNvSpPr txBox="1"/>
            <p:nvPr/>
          </p:nvSpPr>
          <p:spPr>
            <a:xfrm>
              <a:off x="9239740" y="3268010"/>
              <a:ext cx="1626721" cy="9871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zh-CN" altLang="en-US" sz="1600" dirty="0">
                  <a:solidFill>
                    <a:schemeClr val="tx2">
                      <a:lumMod val="75000"/>
                      <a:lumOff val="25000"/>
                      <a:alpha val="80000"/>
                    </a:schemeClr>
                  </a:solidFill>
                  <a:cs typeface="+mn-ea"/>
                  <a:sym typeface="+mn-lt"/>
                </a:rPr>
                <a:t>单击此处输入你的正文，简意赅阐述观点</a:t>
              </a:r>
              <a:endParaRPr lang="en-US" altLang="zh-CN" sz="1600" dirty="0">
                <a:solidFill>
                  <a:schemeClr val="tx2">
                    <a:lumMod val="75000"/>
                    <a:lumOff val="25000"/>
                    <a:alpha val="8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39" name="直接连接符 38"/>
            <p:cNvCxnSpPr/>
            <p:nvPr/>
          </p:nvCxnSpPr>
          <p:spPr>
            <a:xfrm>
              <a:off x="9598052" y="3194352"/>
              <a:ext cx="910096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文本框 39"/>
            <p:cNvSpPr txBox="1"/>
            <p:nvPr/>
          </p:nvSpPr>
          <p:spPr>
            <a:xfrm>
              <a:off x="9499102" y="2695839"/>
              <a:ext cx="1107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小标题</a:t>
              </a:r>
              <a:endPara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9790849" y="1919090"/>
              <a:ext cx="52450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100" dirty="0">
                  <a:solidFill>
                    <a:schemeClr val="tx1">
                      <a:lumMod val="85000"/>
                      <a:lumOff val="15000"/>
                      <a:alpha val="50000"/>
                    </a:schemeClr>
                  </a:solidFill>
                  <a:cs typeface="+mn-ea"/>
                  <a:sym typeface="+mn-lt"/>
                </a:rPr>
                <a:t>STEP</a:t>
              </a:r>
              <a:endParaRPr lang="zh-CN" altLang="en-US" sz="1000" dirty="0">
                <a:solidFill>
                  <a:schemeClr val="tx1">
                    <a:lumMod val="85000"/>
                    <a:lumOff val="15000"/>
                    <a:alpha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9648983" y="2071289"/>
              <a:ext cx="80823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4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04</a:t>
              </a:r>
              <a:endParaRPr lang="zh-CN" altLang="en-US" sz="4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49" name="文本框 48"/>
          <p:cNvSpPr txBox="1"/>
          <p:nvPr/>
        </p:nvSpPr>
        <p:spPr>
          <a:xfrm>
            <a:off x="2182093" y="5313899"/>
            <a:ext cx="7827813" cy="68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zh-CN" altLang="en-US" sz="1600" dirty="0">
                <a:solidFill>
                  <a:schemeClr val="tx2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此处输入你的正文，为了最终演示发布的良好效果，请尽量言简意赅的阐述观点；</a:t>
            </a:r>
            <a:endParaRPr lang="en-US" altLang="zh-CN" sz="1600" dirty="0">
              <a:solidFill>
                <a:schemeClr val="tx2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algn="ctr">
              <a:lnSpc>
                <a:spcPts val="2400"/>
              </a:lnSpc>
            </a:pPr>
            <a:r>
              <a:rPr lang="zh-CN" altLang="en-US" sz="1600" dirty="0">
                <a:solidFill>
                  <a:schemeClr val="tx2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根据需要可酌情增减文字，以便观者可以准确理解您所传达的信息。</a:t>
            </a:r>
            <a:endParaRPr lang="en-US" altLang="zh-CN" sz="1600" dirty="0">
              <a:solidFill>
                <a:schemeClr val="tx2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>
            <a:off x="1059543" y="2818296"/>
            <a:ext cx="10118691" cy="2455405"/>
            <a:chOff x="1059543" y="2818296"/>
            <a:chExt cx="10118691" cy="2455405"/>
          </a:xfrm>
        </p:grpSpPr>
        <p:grpSp>
          <p:nvGrpSpPr>
            <p:cNvPr id="22" name="组合 21"/>
            <p:cNvGrpSpPr/>
            <p:nvPr/>
          </p:nvGrpSpPr>
          <p:grpSpPr>
            <a:xfrm>
              <a:off x="1059543" y="2832810"/>
              <a:ext cx="1990691" cy="2440891"/>
              <a:chOff x="1059543" y="2781361"/>
              <a:chExt cx="1990691" cy="2440891"/>
            </a:xfrm>
          </p:grpSpPr>
          <p:sp>
            <p:nvSpPr>
              <p:cNvPr id="2" name="任意多边形 49"/>
              <p:cNvSpPr/>
              <p:nvPr/>
            </p:nvSpPr>
            <p:spPr>
              <a:xfrm>
                <a:off x="1059543" y="3782516"/>
                <a:ext cx="1990691" cy="586283"/>
              </a:xfrm>
              <a:custGeom>
                <a:avLst/>
                <a:gdLst>
                  <a:gd name="connsiteX0" fmla="*/ 2479495 w 2907667"/>
                  <a:gd name="connsiteY0" fmla="*/ 428171 h 856344"/>
                  <a:gd name="connsiteX1" fmla="*/ 2479495 w 2907667"/>
                  <a:gd name="connsiteY1" fmla="*/ 428173 h 856344"/>
                  <a:gd name="connsiteX2" fmla="*/ 2479496 w 2907667"/>
                  <a:gd name="connsiteY2" fmla="*/ 428172 h 856344"/>
                  <a:gd name="connsiteX3" fmla="*/ 428171 w 2907667"/>
                  <a:gd name="connsiteY3" fmla="*/ 0 h 856344"/>
                  <a:gd name="connsiteX4" fmla="*/ 2051324 w 2907667"/>
                  <a:gd name="connsiteY4" fmla="*/ 0 h 856344"/>
                  <a:gd name="connsiteX5" fmla="*/ 2479495 w 2907667"/>
                  <a:gd name="connsiteY5" fmla="*/ 0 h 856344"/>
                  <a:gd name="connsiteX6" fmla="*/ 2479496 w 2907667"/>
                  <a:gd name="connsiteY6" fmla="*/ 0 h 856344"/>
                  <a:gd name="connsiteX7" fmla="*/ 2907667 w 2907667"/>
                  <a:gd name="connsiteY7" fmla="*/ 428172 h 856344"/>
                  <a:gd name="connsiteX8" fmla="*/ 2479496 w 2907667"/>
                  <a:gd name="connsiteY8" fmla="*/ 856343 h 856344"/>
                  <a:gd name="connsiteX9" fmla="*/ 2479495 w 2907667"/>
                  <a:gd name="connsiteY9" fmla="*/ 856343 h 856344"/>
                  <a:gd name="connsiteX10" fmla="*/ 2051324 w 2907667"/>
                  <a:gd name="connsiteY10" fmla="*/ 856343 h 856344"/>
                  <a:gd name="connsiteX11" fmla="*/ 428173 w 2907667"/>
                  <a:gd name="connsiteY11" fmla="*/ 856343 h 856344"/>
                  <a:gd name="connsiteX12" fmla="*/ 428172 w 2907667"/>
                  <a:gd name="connsiteY12" fmla="*/ 856344 h 856344"/>
                  <a:gd name="connsiteX13" fmla="*/ 0 w 2907667"/>
                  <a:gd name="connsiteY13" fmla="*/ 856344 h 856344"/>
                  <a:gd name="connsiteX14" fmla="*/ 428171 w 2907667"/>
                  <a:gd name="connsiteY14" fmla="*/ 428174 h 856344"/>
                  <a:gd name="connsiteX15" fmla="*/ 428171 w 2907667"/>
                  <a:gd name="connsiteY15" fmla="*/ 428172 h 856344"/>
                  <a:gd name="connsiteX16" fmla="*/ 0 w 2907667"/>
                  <a:gd name="connsiteY16" fmla="*/ 1 h 856344"/>
                  <a:gd name="connsiteX17" fmla="*/ 428171 w 2907667"/>
                  <a:gd name="connsiteY17" fmla="*/ 1 h 8563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907667" h="856344">
                    <a:moveTo>
                      <a:pt x="2479495" y="428171"/>
                    </a:moveTo>
                    <a:lnTo>
                      <a:pt x="2479495" y="428173"/>
                    </a:lnTo>
                    <a:lnTo>
                      <a:pt x="2479496" y="428172"/>
                    </a:lnTo>
                    <a:close/>
                    <a:moveTo>
                      <a:pt x="428171" y="0"/>
                    </a:moveTo>
                    <a:lnTo>
                      <a:pt x="2051324" y="0"/>
                    </a:lnTo>
                    <a:lnTo>
                      <a:pt x="2479495" y="0"/>
                    </a:lnTo>
                    <a:lnTo>
                      <a:pt x="2479496" y="0"/>
                    </a:lnTo>
                    <a:lnTo>
                      <a:pt x="2907667" y="428172"/>
                    </a:lnTo>
                    <a:lnTo>
                      <a:pt x="2479496" y="856343"/>
                    </a:lnTo>
                    <a:lnTo>
                      <a:pt x="2479495" y="856343"/>
                    </a:lnTo>
                    <a:lnTo>
                      <a:pt x="2051324" y="856343"/>
                    </a:lnTo>
                    <a:lnTo>
                      <a:pt x="428173" y="856343"/>
                    </a:lnTo>
                    <a:lnTo>
                      <a:pt x="428172" y="856344"/>
                    </a:lnTo>
                    <a:lnTo>
                      <a:pt x="0" y="856344"/>
                    </a:lnTo>
                    <a:lnTo>
                      <a:pt x="428171" y="428174"/>
                    </a:lnTo>
                    <a:lnTo>
                      <a:pt x="428171" y="428172"/>
                    </a:lnTo>
                    <a:lnTo>
                      <a:pt x="0" y="1"/>
                    </a:lnTo>
                    <a:lnTo>
                      <a:pt x="42817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" name="文本框 6"/>
              <p:cNvSpPr txBox="1"/>
              <p:nvPr/>
            </p:nvSpPr>
            <p:spPr>
              <a:xfrm>
                <a:off x="1436771" y="3875602"/>
                <a:ext cx="123623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2000" b="1" dirty="0">
                    <a:solidFill>
                      <a:schemeClr val="bg1"/>
                    </a:solidFill>
                    <a:cs typeface="+mn-ea"/>
                    <a:sym typeface="+mn-lt"/>
                  </a:rPr>
                  <a:t>添加标题</a:t>
                </a:r>
                <a:endParaRPr lang="zh-CN" altLang="en-US" sz="2000" b="1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2" name="arrow-pointing-left-circular-button_20407"/>
              <p:cNvSpPr>
                <a:spLocks noChangeAspect="1"/>
              </p:cNvSpPr>
              <p:nvPr/>
            </p:nvSpPr>
            <p:spPr bwMode="auto">
              <a:xfrm>
                <a:off x="1726796" y="2781361"/>
                <a:ext cx="656184" cy="655347"/>
              </a:xfrm>
              <a:custGeom>
                <a:avLst/>
                <a:gdLst>
                  <a:gd name="T0" fmla="*/ 2307 w 4612"/>
                  <a:gd name="T1" fmla="*/ 4614 h 4614"/>
                  <a:gd name="T2" fmla="*/ 0 w 4612"/>
                  <a:gd name="T3" fmla="*/ 2307 h 4614"/>
                  <a:gd name="T4" fmla="*/ 2307 w 4612"/>
                  <a:gd name="T5" fmla="*/ 0 h 4614"/>
                  <a:gd name="T6" fmla="*/ 4612 w 4612"/>
                  <a:gd name="T7" fmla="*/ 2227 h 4614"/>
                  <a:gd name="T8" fmla="*/ 2031 w 4612"/>
                  <a:gd name="T9" fmla="*/ 2222 h 4614"/>
                  <a:gd name="T10" fmla="*/ 2479 w 4612"/>
                  <a:gd name="T11" fmla="*/ 1775 h 4614"/>
                  <a:gd name="T12" fmla="*/ 2367 w 4612"/>
                  <a:gd name="T13" fmla="*/ 1662 h 4614"/>
                  <a:gd name="T14" fmla="*/ 1727 w 4612"/>
                  <a:gd name="T15" fmla="*/ 2302 h 4614"/>
                  <a:gd name="T16" fmla="*/ 2378 w 4612"/>
                  <a:gd name="T17" fmla="*/ 2952 h 4614"/>
                  <a:gd name="T18" fmla="*/ 2490 w 4612"/>
                  <a:gd name="T19" fmla="*/ 2840 h 4614"/>
                  <a:gd name="T20" fmla="*/ 2032 w 4612"/>
                  <a:gd name="T21" fmla="*/ 2381 h 4614"/>
                  <a:gd name="T22" fmla="*/ 4612 w 4612"/>
                  <a:gd name="T23" fmla="*/ 2387 h 4614"/>
                  <a:gd name="T24" fmla="*/ 2307 w 4612"/>
                  <a:gd name="T25" fmla="*/ 4614 h 46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612" h="4614">
                    <a:moveTo>
                      <a:pt x="2307" y="4614"/>
                    </a:moveTo>
                    <a:cubicBezTo>
                      <a:pt x="1035" y="4614"/>
                      <a:pt x="0" y="3579"/>
                      <a:pt x="0" y="2307"/>
                    </a:cubicBezTo>
                    <a:cubicBezTo>
                      <a:pt x="0" y="1035"/>
                      <a:pt x="1035" y="0"/>
                      <a:pt x="2307" y="0"/>
                    </a:cubicBezTo>
                    <a:cubicBezTo>
                      <a:pt x="3553" y="0"/>
                      <a:pt x="4570" y="992"/>
                      <a:pt x="4612" y="2227"/>
                    </a:cubicBezTo>
                    <a:lnTo>
                      <a:pt x="2031" y="2222"/>
                    </a:lnTo>
                    <a:lnTo>
                      <a:pt x="2479" y="1775"/>
                    </a:lnTo>
                    <a:lnTo>
                      <a:pt x="2367" y="1662"/>
                    </a:lnTo>
                    <a:lnTo>
                      <a:pt x="1727" y="2302"/>
                    </a:lnTo>
                    <a:lnTo>
                      <a:pt x="2378" y="2952"/>
                    </a:lnTo>
                    <a:lnTo>
                      <a:pt x="2490" y="2840"/>
                    </a:lnTo>
                    <a:lnTo>
                      <a:pt x="2032" y="2381"/>
                    </a:lnTo>
                    <a:lnTo>
                      <a:pt x="4612" y="2387"/>
                    </a:lnTo>
                    <a:cubicBezTo>
                      <a:pt x="4570" y="3622"/>
                      <a:pt x="3553" y="4614"/>
                      <a:pt x="2307" y="461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3" name="文本框 12"/>
              <p:cNvSpPr txBox="1"/>
              <p:nvPr/>
            </p:nvSpPr>
            <p:spPr>
              <a:xfrm>
                <a:off x="1189629" y="4538988"/>
                <a:ext cx="1730518" cy="6832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2400"/>
                  </a:lnSpc>
                </a:pPr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单击输入正文</a:t>
                </a:r>
                <a:endParaRPr lang="zh-CN" alt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  <a:p>
                <a:pPr algn="ctr">
                  <a:lnSpc>
                    <a:spcPts val="2400"/>
                  </a:lnSpc>
                </a:pPr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简意赅阐述观点</a:t>
                </a:r>
                <a:endParaRPr lang="zh-CN" alt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23" name="组合 22"/>
            <p:cNvGrpSpPr/>
            <p:nvPr/>
          </p:nvGrpSpPr>
          <p:grpSpPr>
            <a:xfrm>
              <a:off x="3091543" y="2832810"/>
              <a:ext cx="1990691" cy="2436980"/>
              <a:chOff x="3091543" y="2781361"/>
              <a:chExt cx="1990691" cy="2436980"/>
            </a:xfrm>
          </p:grpSpPr>
          <p:sp>
            <p:nvSpPr>
              <p:cNvPr id="3" name="任意多边形 50"/>
              <p:cNvSpPr/>
              <p:nvPr/>
            </p:nvSpPr>
            <p:spPr>
              <a:xfrm>
                <a:off x="3091543" y="3782516"/>
                <a:ext cx="1990691" cy="586283"/>
              </a:xfrm>
              <a:custGeom>
                <a:avLst/>
                <a:gdLst>
                  <a:gd name="connsiteX0" fmla="*/ 2479495 w 2907667"/>
                  <a:gd name="connsiteY0" fmla="*/ 428171 h 856344"/>
                  <a:gd name="connsiteX1" fmla="*/ 2479495 w 2907667"/>
                  <a:gd name="connsiteY1" fmla="*/ 428173 h 856344"/>
                  <a:gd name="connsiteX2" fmla="*/ 2479496 w 2907667"/>
                  <a:gd name="connsiteY2" fmla="*/ 428172 h 856344"/>
                  <a:gd name="connsiteX3" fmla="*/ 428171 w 2907667"/>
                  <a:gd name="connsiteY3" fmla="*/ 0 h 856344"/>
                  <a:gd name="connsiteX4" fmla="*/ 2051324 w 2907667"/>
                  <a:gd name="connsiteY4" fmla="*/ 0 h 856344"/>
                  <a:gd name="connsiteX5" fmla="*/ 2479495 w 2907667"/>
                  <a:gd name="connsiteY5" fmla="*/ 0 h 856344"/>
                  <a:gd name="connsiteX6" fmla="*/ 2479496 w 2907667"/>
                  <a:gd name="connsiteY6" fmla="*/ 0 h 856344"/>
                  <a:gd name="connsiteX7" fmla="*/ 2907667 w 2907667"/>
                  <a:gd name="connsiteY7" fmla="*/ 428172 h 856344"/>
                  <a:gd name="connsiteX8" fmla="*/ 2479496 w 2907667"/>
                  <a:gd name="connsiteY8" fmla="*/ 856343 h 856344"/>
                  <a:gd name="connsiteX9" fmla="*/ 2479495 w 2907667"/>
                  <a:gd name="connsiteY9" fmla="*/ 856343 h 856344"/>
                  <a:gd name="connsiteX10" fmla="*/ 2051324 w 2907667"/>
                  <a:gd name="connsiteY10" fmla="*/ 856343 h 856344"/>
                  <a:gd name="connsiteX11" fmla="*/ 428173 w 2907667"/>
                  <a:gd name="connsiteY11" fmla="*/ 856343 h 856344"/>
                  <a:gd name="connsiteX12" fmla="*/ 428172 w 2907667"/>
                  <a:gd name="connsiteY12" fmla="*/ 856344 h 856344"/>
                  <a:gd name="connsiteX13" fmla="*/ 0 w 2907667"/>
                  <a:gd name="connsiteY13" fmla="*/ 856344 h 856344"/>
                  <a:gd name="connsiteX14" fmla="*/ 428171 w 2907667"/>
                  <a:gd name="connsiteY14" fmla="*/ 428174 h 856344"/>
                  <a:gd name="connsiteX15" fmla="*/ 428171 w 2907667"/>
                  <a:gd name="connsiteY15" fmla="*/ 428172 h 856344"/>
                  <a:gd name="connsiteX16" fmla="*/ 0 w 2907667"/>
                  <a:gd name="connsiteY16" fmla="*/ 1 h 856344"/>
                  <a:gd name="connsiteX17" fmla="*/ 428171 w 2907667"/>
                  <a:gd name="connsiteY17" fmla="*/ 1 h 8563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907667" h="856344">
                    <a:moveTo>
                      <a:pt x="2479495" y="428171"/>
                    </a:moveTo>
                    <a:lnTo>
                      <a:pt x="2479495" y="428173"/>
                    </a:lnTo>
                    <a:lnTo>
                      <a:pt x="2479496" y="428172"/>
                    </a:lnTo>
                    <a:close/>
                    <a:moveTo>
                      <a:pt x="428171" y="0"/>
                    </a:moveTo>
                    <a:lnTo>
                      <a:pt x="2051324" y="0"/>
                    </a:lnTo>
                    <a:lnTo>
                      <a:pt x="2479495" y="0"/>
                    </a:lnTo>
                    <a:lnTo>
                      <a:pt x="2479496" y="0"/>
                    </a:lnTo>
                    <a:lnTo>
                      <a:pt x="2907667" y="428172"/>
                    </a:lnTo>
                    <a:lnTo>
                      <a:pt x="2479496" y="856343"/>
                    </a:lnTo>
                    <a:lnTo>
                      <a:pt x="2479495" y="856343"/>
                    </a:lnTo>
                    <a:lnTo>
                      <a:pt x="2051324" y="856343"/>
                    </a:lnTo>
                    <a:lnTo>
                      <a:pt x="428173" y="856343"/>
                    </a:lnTo>
                    <a:lnTo>
                      <a:pt x="428172" y="856344"/>
                    </a:lnTo>
                    <a:lnTo>
                      <a:pt x="0" y="856344"/>
                    </a:lnTo>
                    <a:lnTo>
                      <a:pt x="428171" y="428174"/>
                    </a:lnTo>
                    <a:lnTo>
                      <a:pt x="428171" y="428172"/>
                    </a:lnTo>
                    <a:lnTo>
                      <a:pt x="0" y="1"/>
                    </a:lnTo>
                    <a:lnTo>
                      <a:pt x="42817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" name="文本框 7"/>
              <p:cNvSpPr txBox="1"/>
              <p:nvPr/>
            </p:nvSpPr>
            <p:spPr>
              <a:xfrm>
                <a:off x="3481595" y="3875602"/>
                <a:ext cx="121058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2000" b="1" dirty="0">
                    <a:solidFill>
                      <a:schemeClr val="bg1"/>
                    </a:solidFill>
                    <a:cs typeface="+mn-ea"/>
                    <a:sym typeface="+mn-lt"/>
                  </a:rPr>
                  <a:t>添加标题</a:t>
                </a:r>
                <a:endParaRPr lang="zh-CN" altLang="en-US" sz="2000" b="1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4" name="arrow-pointing-left-circular-button_20407"/>
              <p:cNvSpPr>
                <a:spLocks noChangeAspect="1"/>
              </p:cNvSpPr>
              <p:nvPr/>
            </p:nvSpPr>
            <p:spPr bwMode="auto">
              <a:xfrm>
                <a:off x="3758796" y="2781361"/>
                <a:ext cx="656184" cy="655347"/>
              </a:xfrm>
              <a:custGeom>
                <a:avLst/>
                <a:gdLst>
                  <a:gd name="T0" fmla="*/ 2307 w 4612"/>
                  <a:gd name="T1" fmla="*/ 4614 h 4614"/>
                  <a:gd name="T2" fmla="*/ 0 w 4612"/>
                  <a:gd name="T3" fmla="*/ 2307 h 4614"/>
                  <a:gd name="T4" fmla="*/ 2307 w 4612"/>
                  <a:gd name="T5" fmla="*/ 0 h 4614"/>
                  <a:gd name="T6" fmla="*/ 4612 w 4612"/>
                  <a:gd name="T7" fmla="*/ 2227 h 4614"/>
                  <a:gd name="T8" fmla="*/ 2031 w 4612"/>
                  <a:gd name="T9" fmla="*/ 2222 h 4614"/>
                  <a:gd name="T10" fmla="*/ 2479 w 4612"/>
                  <a:gd name="T11" fmla="*/ 1775 h 4614"/>
                  <a:gd name="T12" fmla="*/ 2367 w 4612"/>
                  <a:gd name="T13" fmla="*/ 1662 h 4614"/>
                  <a:gd name="T14" fmla="*/ 1727 w 4612"/>
                  <a:gd name="T15" fmla="*/ 2302 h 4614"/>
                  <a:gd name="T16" fmla="*/ 2378 w 4612"/>
                  <a:gd name="T17" fmla="*/ 2952 h 4614"/>
                  <a:gd name="T18" fmla="*/ 2490 w 4612"/>
                  <a:gd name="T19" fmla="*/ 2840 h 4614"/>
                  <a:gd name="T20" fmla="*/ 2032 w 4612"/>
                  <a:gd name="T21" fmla="*/ 2381 h 4614"/>
                  <a:gd name="T22" fmla="*/ 4612 w 4612"/>
                  <a:gd name="T23" fmla="*/ 2387 h 4614"/>
                  <a:gd name="T24" fmla="*/ 2307 w 4612"/>
                  <a:gd name="T25" fmla="*/ 4614 h 46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612" h="4614">
                    <a:moveTo>
                      <a:pt x="2307" y="4614"/>
                    </a:moveTo>
                    <a:cubicBezTo>
                      <a:pt x="1035" y="4614"/>
                      <a:pt x="0" y="3579"/>
                      <a:pt x="0" y="2307"/>
                    </a:cubicBezTo>
                    <a:cubicBezTo>
                      <a:pt x="0" y="1035"/>
                      <a:pt x="1035" y="0"/>
                      <a:pt x="2307" y="0"/>
                    </a:cubicBezTo>
                    <a:cubicBezTo>
                      <a:pt x="3553" y="0"/>
                      <a:pt x="4570" y="992"/>
                      <a:pt x="4612" y="2227"/>
                    </a:cubicBezTo>
                    <a:lnTo>
                      <a:pt x="2031" y="2222"/>
                    </a:lnTo>
                    <a:lnTo>
                      <a:pt x="2479" y="1775"/>
                    </a:lnTo>
                    <a:lnTo>
                      <a:pt x="2367" y="1662"/>
                    </a:lnTo>
                    <a:lnTo>
                      <a:pt x="1727" y="2302"/>
                    </a:lnTo>
                    <a:lnTo>
                      <a:pt x="2378" y="2952"/>
                    </a:lnTo>
                    <a:lnTo>
                      <a:pt x="2490" y="2840"/>
                    </a:lnTo>
                    <a:lnTo>
                      <a:pt x="2032" y="2381"/>
                    </a:lnTo>
                    <a:lnTo>
                      <a:pt x="4612" y="2387"/>
                    </a:lnTo>
                    <a:cubicBezTo>
                      <a:pt x="4570" y="3622"/>
                      <a:pt x="3553" y="4614"/>
                      <a:pt x="2307" y="461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5" name="文本框 14"/>
              <p:cNvSpPr txBox="1"/>
              <p:nvPr/>
            </p:nvSpPr>
            <p:spPr>
              <a:xfrm>
                <a:off x="3221629" y="4538988"/>
                <a:ext cx="1730518" cy="6793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2400"/>
                  </a:lnSpc>
                </a:pPr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单击输入正文</a:t>
                </a:r>
                <a:endParaRPr lang="zh-CN" alt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  <a:p>
                <a:pPr algn="ctr">
                  <a:lnSpc>
                    <a:spcPts val="2400"/>
                  </a:lnSpc>
                </a:pPr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简意赅阐述观点</a:t>
                </a:r>
                <a:endParaRPr lang="zh-CN" alt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24" name="组合 23"/>
            <p:cNvGrpSpPr/>
            <p:nvPr/>
          </p:nvGrpSpPr>
          <p:grpSpPr>
            <a:xfrm>
              <a:off x="5123543" y="2832810"/>
              <a:ext cx="1990691" cy="2436980"/>
              <a:chOff x="5123543" y="2781361"/>
              <a:chExt cx="1990691" cy="2436980"/>
            </a:xfrm>
          </p:grpSpPr>
          <p:sp>
            <p:nvSpPr>
              <p:cNvPr id="4" name="任意多边形 51"/>
              <p:cNvSpPr/>
              <p:nvPr/>
            </p:nvSpPr>
            <p:spPr>
              <a:xfrm>
                <a:off x="5123543" y="3782516"/>
                <a:ext cx="1990691" cy="586283"/>
              </a:xfrm>
              <a:custGeom>
                <a:avLst/>
                <a:gdLst>
                  <a:gd name="connsiteX0" fmla="*/ 2479495 w 2907667"/>
                  <a:gd name="connsiteY0" fmla="*/ 428171 h 856344"/>
                  <a:gd name="connsiteX1" fmla="*/ 2479495 w 2907667"/>
                  <a:gd name="connsiteY1" fmla="*/ 428173 h 856344"/>
                  <a:gd name="connsiteX2" fmla="*/ 2479496 w 2907667"/>
                  <a:gd name="connsiteY2" fmla="*/ 428172 h 856344"/>
                  <a:gd name="connsiteX3" fmla="*/ 428171 w 2907667"/>
                  <a:gd name="connsiteY3" fmla="*/ 0 h 856344"/>
                  <a:gd name="connsiteX4" fmla="*/ 2051324 w 2907667"/>
                  <a:gd name="connsiteY4" fmla="*/ 0 h 856344"/>
                  <a:gd name="connsiteX5" fmla="*/ 2479495 w 2907667"/>
                  <a:gd name="connsiteY5" fmla="*/ 0 h 856344"/>
                  <a:gd name="connsiteX6" fmla="*/ 2479496 w 2907667"/>
                  <a:gd name="connsiteY6" fmla="*/ 0 h 856344"/>
                  <a:gd name="connsiteX7" fmla="*/ 2907667 w 2907667"/>
                  <a:gd name="connsiteY7" fmla="*/ 428172 h 856344"/>
                  <a:gd name="connsiteX8" fmla="*/ 2479496 w 2907667"/>
                  <a:gd name="connsiteY8" fmla="*/ 856343 h 856344"/>
                  <a:gd name="connsiteX9" fmla="*/ 2479495 w 2907667"/>
                  <a:gd name="connsiteY9" fmla="*/ 856343 h 856344"/>
                  <a:gd name="connsiteX10" fmla="*/ 2051324 w 2907667"/>
                  <a:gd name="connsiteY10" fmla="*/ 856343 h 856344"/>
                  <a:gd name="connsiteX11" fmla="*/ 428173 w 2907667"/>
                  <a:gd name="connsiteY11" fmla="*/ 856343 h 856344"/>
                  <a:gd name="connsiteX12" fmla="*/ 428172 w 2907667"/>
                  <a:gd name="connsiteY12" fmla="*/ 856344 h 856344"/>
                  <a:gd name="connsiteX13" fmla="*/ 0 w 2907667"/>
                  <a:gd name="connsiteY13" fmla="*/ 856344 h 856344"/>
                  <a:gd name="connsiteX14" fmla="*/ 428171 w 2907667"/>
                  <a:gd name="connsiteY14" fmla="*/ 428174 h 856344"/>
                  <a:gd name="connsiteX15" fmla="*/ 428171 w 2907667"/>
                  <a:gd name="connsiteY15" fmla="*/ 428172 h 856344"/>
                  <a:gd name="connsiteX16" fmla="*/ 0 w 2907667"/>
                  <a:gd name="connsiteY16" fmla="*/ 1 h 856344"/>
                  <a:gd name="connsiteX17" fmla="*/ 428171 w 2907667"/>
                  <a:gd name="connsiteY17" fmla="*/ 1 h 8563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907667" h="856344">
                    <a:moveTo>
                      <a:pt x="2479495" y="428171"/>
                    </a:moveTo>
                    <a:lnTo>
                      <a:pt x="2479495" y="428173"/>
                    </a:lnTo>
                    <a:lnTo>
                      <a:pt x="2479496" y="428172"/>
                    </a:lnTo>
                    <a:close/>
                    <a:moveTo>
                      <a:pt x="428171" y="0"/>
                    </a:moveTo>
                    <a:lnTo>
                      <a:pt x="2051324" y="0"/>
                    </a:lnTo>
                    <a:lnTo>
                      <a:pt x="2479495" y="0"/>
                    </a:lnTo>
                    <a:lnTo>
                      <a:pt x="2479496" y="0"/>
                    </a:lnTo>
                    <a:lnTo>
                      <a:pt x="2907667" y="428172"/>
                    </a:lnTo>
                    <a:lnTo>
                      <a:pt x="2479496" y="856343"/>
                    </a:lnTo>
                    <a:lnTo>
                      <a:pt x="2479495" y="856343"/>
                    </a:lnTo>
                    <a:lnTo>
                      <a:pt x="2051324" y="856343"/>
                    </a:lnTo>
                    <a:lnTo>
                      <a:pt x="428173" y="856343"/>
                    </a:lnTo>
                    <a:lnTo>
                      <a:pt x="428172" y="856344"/>
                    </a:lnTo>
                    <a:lnTo>
                      <a:pt x="0" y="856344"/>
                    </a:lnTo>
                    <a:lnTo>
                      <a:pt x="428171" y="428174"/>
                    </a:lnTo>
                    <a:lnTo>
                      <a:pt x="428171" y="428172"/>
                    </a:lnTo>
                    <a:lnTo>
                      <a:pt x="0" y="1"/>
                    </a:lnTo>
                    <a:lnTo>
                      <a:pt x="42817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" name="文本框 8"/>
              <p:cNvSpPr txBox="1"/>
              <p:nvPr/>
            </p:nvSpPr>
            <p:spPr>
              <a:xfrm>
                <a:off x="5500771" y="3875602"/>
                <a:ext cx="123623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2000" b="1" dirty="0">
                    <a:solidFill>
                      <a:schemeClr val="bg1"/>
                    </a:solidFill>
                    <a:cs typeface="+mn-ea"/>
                    <a:sym typeface="+mn-lt"/>
                  </a:rPr>
                  <a:t>添加标题</a:t>
                </a:r>
                <a:endParaRPr lang="zh-CN" altLang="en-US" sz="2000" b="1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6" name="arrow-pointing-left-circular-button_20407"/>
              <p:cNvSpPr>
                <a:spLocks noChangeAspect="1"/>
              </p:cNvSpPr>
              <p:nvPr/>
            </p:nvSpPr>
            <p:spPr bwMode="auto">
              <a:xfrm>
                <a:off x="5790796" y="2781361"/>
                <a:ext cx="656184" cy="655347"/>
              </a:xfrm>
              <a:custGeom>
                <a:avLst/>
                <a:gdLst>
                  <a:gd name="T0" fmla="*/ 2307 w 4612"/>
                  <a:gd name="T1" fmla="*/ 4614 h 4614"/>
                  <a:gd name="T2" fmla="*/ 0 w 4612"/>
                  <a:gd name="T3" fmla="*/ 2307 h 4614"/>
                  <a:gd name="T4" fmla="*/ 2307 w 4612"/>
                  <a:gd name="T5" fmla="*/ 0 h 4614"/>
                  <a:gd name="T6" fmla="*/ 4612 w 4612"/>
                  <a:gd name="T7" fmla="*/ 2227 h 4614"/>
                  <a:gd name="T8" fmla="*/ 2031 w 4612"/>
                  <a:gd name="T9" fmla="*/ 2222 h 4614"/>
                  <a:gd name="T10" fmla="*/ 2479 w 4612"/>
                  <a:gd name="T11" fmla="*/ 1775 h 4614"/>
                  <a:gd name="T12" fmla="*/ 2367 w 4612"/>
                  <a:gd name="T13" fmla="*/ 1662 h 4614"/>
                  <a:gd name="T14" fmla="*/ 1727 w 4612"/>
                  <a:gd name="T15" fmla="*/ 2302 h 4614"/>
                  <a:gd name="T16" fmla="*/ 2378 w 4612"/>
                  <a:gd name="T17" fmla="*/ 2952 h 4614"/>
                  <a:gd name="T18" fmla="*/ 2490 w 4612"/>
                  <a:gd name="T19" fmla="*/ 2840 h 4614"/>
                  <a:gd name="T20" fmla="*/ 2032 w 4612"/>
                  <a:gd name="T21" fmla="*/ 2381 h 4614"/>
                  <a:gd name="T22" fmla="*/ 4612 w 4612"/>
                  <a:gd name="T23" fmla="*/ 2387 h 4614"/>
                  <a:gd name="T24" fmla="*/ 2307 w 4612"/>
                  <a:gd name="T25" fmla="*/ 4614 h 46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612" h="4614">
                    <a:moveTo>
                      <a:pt x="2307" y="4614"/>
                    </a:moveTo>
                    <a:cubicBezTo>
                      <a:pt x="1035" y="4614"/>
                      <a:pt x="0" y="3579"/>
                      <a:pt x="0" y="2307"/>
                    </a:cubicBezTo>
                    <a:cubicBezTo>
                      <a:pt x="0" y="1035"/>
                      <a:pt x="1035" y="0"/>
                      <a:pt x="2307" y="0"/>
                    </a:cubicBezTo>
                    <a:cubicBezTo>
                      <a:pt x="3553" y="0"/>
                      <a:pt x="4570" y="992"/>
                      <a:pt x="4612" y="2227"/>
                    </a:cubicBezTo>
                    <a:lnTo>
                      <a:pt x="2031" y="2222"/>
                    </a:lnTo>
                    <a:lnTo>
                      <a:pt x="2479" y="1775"/>
                    </a:lnTo>
                    <a:lnTo>
                      <a:pt x="2367" y="1662"/>
                    </a:lnTo>
                    <a:lnTo>
                      <a:pt x="1727" y="2302"/>
                    </a:lnTo>
                    <a:lnTo>
                      <a:pt x="2378" y="2952"/>
                    </a:lnTo>
                    <a:lnTo>
                      <a:pt x="2490" y="2840"/>
                    </a:lnTo>
                    <a:lnTo>
                      <a:pt x="2032" y="2381"/>
                    </a:lnTo>
                    <a:lnTo>
                      <a:pt x="4612" y="2387"/>
                    </a:lnTo>
                    <a:cubicBezTo>
                      <a:pt x="4570" y="3622"/>
                      <a:pt x="3553" y="4614"/>
                      <a:pt x="2307" y="461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7" name="文本框 16"/>
              <p:cNvSpPr txBox="1"/>
              <p:nvPr/>
            </p:nvSpPr>
            <p:spPr>
              <a:xfrm>
                <a:off x="5253629" y="4538988"/>
                <a:ext cx="1730518" cy="6793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2400"/>
                  </a:lnSpc>
                </a:pPr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单击输入正文</a:t>
                </a:r>
                <a:endParaRPr lang="zh-CN" alt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  <a:p>
                <a:pPr algn="ctr">
                  <a:lnSpc>
                    <a:spcPts val="2400"/>
                  </a:lnSpc>
                </a:pPr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简意赅阐述观点</a:t>
                </a:r>
                <a:endParaRPr lang="zh-CN" alt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25" name="组合 24"/>
            <p:cNvGrpSpPr/>
            <p:nvPr/>
          </p:nvGrpSpPr>
          <p:grpSpPr>
            <a:xfrm>
              <a:off x="7155543" y="2832810"/>
              <a:ext cx="1990691" cy="2436980"/>
              <a:chOff x="7155543" y="2781361"/>
              <a:chExt cx="1990691" cy="2436980"/>
            </a:xfrm>
          </p:grpSpPr>
          <p:sp>
            <p:nvSpPr>
              <p:cNvPr id="5" name="任意多边形 52"/>
              <p:cNvSpPr/>
              <p:nvPr/>
            </p:nvSpPr>
            <p:spPr>
              <a:xfrm>
                <a:off x="7155543" y="3782516"/>
                <a:ext cx="1990691" cy="586283"/>
              </a:xfrm>
              <a:custGeom>
                <a:avLst/>
                <a:gdLst>
                  <a:gd name="connsiteX0" fmla="*/ 2479495 w 2907667"/>
                  <a:gd name="connsiteY0" fmla="*/ 428171 h 856344"/>
                  <a:gd name="connsiteX1" fmla="*/ 2479495 w 2907667"/>
                  <a:gd name="connsiteY1" fmla="*/ 428173 h 856344"/>
                  <a:gd name="connsiteX2" fmla="*/ 2479496 w 2907667"/>
                  <a:gd name="connsiteY2" fmla="*/ 428172 h 856344"/>
                  <a:gd name="connsiteX3" fmla="*/ 428171 w 2907667"/>
                  <a:gd name="connsiteY3" fmla="*/ 0 h 856344"/>
                  <a:gd name="connsiteX4" fmla="*/ 2051324 w 2907667"/>
                  <a:gd name="connsiteY4" fmla="*/ 0 h 856344"/>
                  <a:gd name="connsiteX5" fmla="*/ 2479495 w 2907667"/>
                  <a:gd name="connsiteY5" fmla="*/ 0 h 856344"/>
                  <a:gd name="connsiteX6" fmla="*/ 2479496 w 2907667"/>
                  <a:gd name="connsiteY6" fmla="*/ 0 h 856344"/>
                  <a:gd name="connsiteX7" fmla="*/ 2907667 w 2907667"/>
                  <a:gd name="connsiteY7" fmla="*/ 428172 h 856344"/>
                  <a:gd name="connsiteX8" fmla="*/ 2479496 w 2907667"/>
                  <a:gd name="connsiteY8" fmla="*/ 856343 h 856344"/>
                  <a:gd name="connsiteX9" fmla="*/ 2479495 w 2907667"/>
                  <a:gd name="connsiteY9" fmla="*/ 856343 h 856344"/>
                  <a:gd name="connsiteX10" fmla="*/ 2051324 w 2907667"/>
                  <a:gd name="connsiteY10" fmla="*/ 856343 h 856344"/>
                  <a:gd name="connsiteX11" fmla="*/ 428173 w 2907667"/>
                  <a:gd name="connsiteY11" fmla="*/ 856343 h 856344"/>
                  <a:gd name="connsiteX12" fmla="*/ 428172 w 2907667"/>
                  <a:gd name="connsiteY12" fmla="*/ 856344 h 856344"/>
                  <a:gd name="connsiteX13" fmla="*/ 0 w 2907667"/>
                  <a:gd name="connsiteY13" fmla="*/ 856344 h 856344"/>
                  <a:gd name="connsiteX14" fmla="*/ 428171 w 2907667"/>
                  <a:gd name="connsiteY14" fmla="*/ 428174 h 856344"/>
                  <a:gd name="connsiteX15" fmla="*/ 428171 w 2907667"/>
                  <a:gd name="connsiteY15" fmla="*/ 428172 h 856344"/>
                  <a:gd name="connsiteX16" fmla="*/ 0 w 2907667"/>
                  <a:gd name="connsiteY16" fmla="*/ 1 h 856344"/>
                  <a:gd name="connsiteX17" fmla="*/ 428171 w 2907667"/>
                  <a:gd name="connsiteY17" fmla="*/ 1 h 8563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907667" h="856344">
                    <a:moveTo>
                      <a:pt x="2479495" y="428171"/>
                    </a:moveTo>
                    <a:lnTo>
                      <a:pt x="2479495" y="428173"/>
                    </a:lnTo>
                    <a:lnTo>
                      <a:pt x="2479496" y="428172"/>
                    </a:lnTo>
                    <a:close/>
                    <a:moveTo>
                      <a:pt x="428171" y="0"/>
                    </a:moveTo>
                    <a:lnTo>
                      <a:pt x="2051324" y="0"/>
                    </a:lnTo>
                    <a:lnTo>
                      <a:pt x="2479495" y="0"/>
                    </a:lnTo>
                    <a:lnTo>
                      <a:pt x="2479496" y="0"/>
                    </a:lnTo>
                    <a:lnTo>
                      <a:pt x="2907667" y="428172"/>
                    </a:lnTo>
                    <a:lnTo>
                      <a:pt x="2479496" y="856343"/>
                    </a:lnTo>
                    <a:lnTo>
                      <a:pt x="2479495" y="856343"/>
                    </a:lnTo>
                    <a:lnTo>
                      <a:pt x="2051324" y="856343"/>
                    </a:lnTo>
                    <a:lnTo>
                      <a:pt x="428173" y="856343"/>
                    </a:lnTo>
                    <a:lnTo>
                      <a:pt x="428172" y="856344"/>
                    </a:lnTo>
                    <a:lnTo>
                      <a:pt x="0" y="856344"/>
                    </a:lnTo>
                    <a:lnTo>
                      <a:pt x="428171" y="428174"/>
                    </a:lnTo>
                    <a:lnTo>
                      <a:pt x="428171" y="428172"/>
                    </a:lnTo>
                    <a:lnTo>
                      <a:pt x="0" y="1"/>
                    </a:lnTo>
                    <a:lnTo>
                      <a:pt x="42817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7532771" y="3875602"/>
                <a:ext cx="123623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2000" b="1" dirty="0">
                    <a:solidFill>
                      <a:schemeClr val="bg1"/>
                    </a:solidFill>
                    <a:cs typeface="+mn-ea"/>
                    <a:sym typeface="+mn-lt"/>
                  </a:rPr>
                  <a:t>添加标题</a:t>
                </a:r>
                <a:endParaRPr lang="zh-CN" altLang="en-US" sz="2000" b="1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8" name="arrow-pointing-left-circular-button_20407"/>
              <p:cNvSpPr>
                <a:spLocks noChangeAspect="1"/>
              </p:cNvSpPr>
              <p:nvPr/>
            </p:nvSpPr>
            <p:spPr bwMode="auto">
              <a:xfrm>
                <a:off x="7822796" y="2781361"/>
                <a:ext cx="656184" cy="655347"/>
              </a:xfrm>
              <a:custGeom>
                <a:avLst/>
                <a:gdLst>
                  <a:gd name="T0" fmla="*/ 2307 w 4612"/>
                  <a:gd name="T1" fmla="*/ 4614 h 4614"/>
                  <a:gd name="T2" fmla="*/ 0 w 4612"/>
                  <a:gd name="T3" fmla="*/ 2307 h 4614"/>
                  <a:gd name="T4" fmla="*/ 2307 w 4612"/>
                  <a:gd name="T5" fmla="*/ 0 h 4614"/>
                  <a:gd name="T6" fmla="*/ 4612 w 4612"/>
                  <a:gd name="T7" fmla="*/ 2227 h 4614"/>
                  <a:gd name="T8" fmla="*/ 2031 w 4612"/>
                  <a:gd name="T9" fmla="*/ 2222 h 4614"/>
                  <a:gd name="T10" fmla="*/ 2479 w 4612"/>
                  <a:gd name="T11" fmla="*/ 1775 h 4614"/>
                  <a:gd name="T12" fmla="*/ 2367 w 4612"/>
                  <a:gd name="T13" fmla="*/ 1662 h 4614"/>
                  <a:gd name="T14" fmla="*/ 1727 w 4612"/>
                  <a:gd name="T15" fmla="*/ 2302 h 4614"/>
                  <a:gd name="T16" fmla="*/ 2378 w 4612"/>
                  <a:gd name="T17" fmla="*/ 2952 h 4614"/>
                  <a:gd name="T18" fmla="*/ 2490 w 4612"/>
                  <a:gd name="T19" fmla="*/ 2840 h 4614"/>
                  <a:gd name="T20" fmla="*/ 2032 w 4612"/>
                  <a:gd name="T21" fmla="*/ 2381 h 4614"/>
                  <a:gd name="T22" fmla="*/ 4612 w 4612"/>
                  <a:gd name="T23" fmla="*/ 2387 h 4614"/>
                  <a:gd name="T24" fmla="*/ 2307 w 4612"/>
                  <a:gd name="T25" fmla="*/ 4614 h 46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612" h="4614">
                    <a:moveTo>
                      <a:pt x="2307" y="4614"/>
                    </a:moveTo>
                    <a:cubicBezTo>
                      <a:pt x="1035" y="4614"/>
                      <a:pt x="0" y="3579"/>
                      <a:pt x="0" y="2307"/>
                    </a:cubicBezTo>
                    <a:cubicBezTo>
                      <a:pt x="0" y="1035"/>
                      <a:pt x="1035" y="0"/>
                      <a:pt x="2307" y="0"/>
                    </a:cubicBezTo>
                    <a:cubicBezTo>
                      <a:pt x="3553" y="0"/>
                      <a:pt x="4570" y="992"/>
                      <a:pt x="4612" y="2227"/>
                    </a:cubicBezTo>
                    <a:lnTo>
                      <a:pt x="2031" y="2222"/>
                    </a:lnTo>
                    <a:lnTo>
                      <a:pt x="2479" y="1775"/>
                    </a:lnTo>
                    <a:lnTo>
                      <a:pt x="2367" y="1662"/>
                    </a:lnTo>
                    <a:lnTo>
                      <a:pt x="1727" y="2302"/>
                    </a:lnTo>
                    <a:lnTo>
                      <a:pt x="2378" y="2952"/>
                    </a:lnTo>
                    <a:lnTo>
                      <a:pt x="2490" y="2840"/>
                    </a:lnTo>
                    <a:lnTo>
                      <a:pt x="2032" y="2381"/>
                    </a:lnTo>
                    <a:lnTo>
                      <a:pt x="4612" y="2387"/>
                    </a:lnTo>
                    <a:cubicBezTo>
                      <a:pt x="4570" y="3622"/>
                      <a:pt x="3553" y="4614"/>
                      <a:pt x="2307" y="461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9" name="文本框 18"/>
              <p:cNvSpPr txBox="1"/>
              <p:nvPr/>
            </p:nvSpPr>
            <p:spPr>
              <a:xfrm>
                <a:off x="7285629" y="4538988"/>
                <a:ext cx="1730518" cy="6793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2400"/>
                  </a:lnSpc>
                </a:pPr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单击输入正文</a:t>
                </a:r>
                <a:endParaRPr lang="zh-CN" alt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  <a:p>
                <a:pPr algn="ctr">
                  <a:lnSpc>
                    <a:spcPts val="2400"/>
                  </a:lnSpc>
                </a:pPr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简意赅阐述观点</a:t>
                </a:r>
                <a:endParaRPr lang="zh-CN" alt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26" name="组合 25"/>
            <p:cNvGrpSpPr/>
            <p:nvPr/>
          </p:nvGrpSpPr>
          <p:grpSpPr>
            <a:xfrm>
              <a:off x="9187543" y="2818296"/>
              <a:ext cx="1990691" cy="2440891"/>
              <a:chOff x="9187543" y="2766847"/>
              <a:chExt cx="1990691" cy="2440891"/>
            </a:xfrm>
          </p:grpSpPr>
          <p:sp>
            <p:nvSpPr>
              <p:cNvPr id="6" name="任意多边形 53"/>
              <p:cNvSpPr/>
              <p:nvPr/>
            </p:nvSpPr>
            <p:spPr>
              <a:xfrm>
                <a:off x="9187543" y="3782516"/>
                <a:ext cx="1990691" cy="586283"/>
              </a:xfrm>
              <a:custGeom>
                <a:avLst/>
                <a:gdLst>
                  <a:gd name="connsiteX0" fmla="*/ 2479495 w 2907667"/>
                  <a:gd name="connsiteY0" fmla="*/ 428171 h 856344"/>
                  <a:gd name="connsiteX1" fmla="*/ 2479495 w 2907667"/>
                  <a:gd name="connsiteY1" fmla="*/ 428173 h 856344"/>
                  <a:gd name="connsiteX2" fmla="*/ 2479496 w 2907667"/>
                  <a:gd name="connsiteY2" fmla="*/ 428172 h 856344"/>
                  <a:gd name="connsiteX3" fmla="*/ 428171 w 2907667"/>
                  <a:gd name="connsiteY3" fmla="*/ 0 h 856344"/>
                  <a:gd name="connsiteX4" fmla="*/ 2051324 w 2907667"/>
                  <a:gd name="connsiteY4" fmla="*/ 0 h 856344"/>
                  <a:gd name="connsiteX5" fmla="*/ 2479495 w 2907667"/>
                  <a:gd name="connsiteY5" fmla="*/ 0 h 856344"/>
                  <a:gd name="connsiteX6" fmla="*/ 2479496 w 2907667"/>
                  <a:gd name="connsiteY6" fmla="*/ 0 h 856344"/>
                  <a:gd name="connsiteX7" fmla="*/ 2907667 w 2907667"/>
                  <a:gd name="connsiteY7" fmla="*/ 428172 h 856344"/>
                  <a:gd name="connsiteX8" fmla="*/ 2479496 w 2907667"/>
                  <a:gd name="connsiteY8" fmla="*/ 856343 h 856344"/>
                  <a:gd name="connsiteX9" fmla="*/ 2479495 w 2907667"/>
                  <a:gd name="connsiteY9" fmla="*/ 856343 h 856344"/>
                  <a:gd name="connsiteX10" fmla="*/ 2051324 w 2907667"/>
                  <a:gd name="connsiteY10" fmla="*/ 856343 h 856344"/>
                  <a:gd name="connsiteX11" fmla="*/ 428173 w 2907667"/>
                  <a:gd name="connsiteY11" fmla="*/ 856343 h 856344"/>
                  <a:gd name="connsiteX12" fmla="*/ 428172 w 2907667"/>
                  <a:gd name="connsiteY12" fmla="*/ 856344 h 856344"/>
                  <a:gd name="connsiteX13" fmla="*/ 0 w 2907667"/>
                  <a:gd name="connsiteY13" fmla="*/ 856344 h 856344"/>
                  <a:gd name="connsiteX14" fmla="*/ 428171 w 2907667"/>
                  <a:gd name="connsiteY14" fmla="*/ 428174 h 856344"/>
                  <a:gd name="connsiteX15" fmla="*/ 428171 w 2907667"/>
                  <a:gd name="connsiteY15" fmla="*/ 428172 h 856344"/>
                  <a:gd name="connsiteX16" fmla="*/ 0 w 2907667"/>
                  <a:gd name="connsiteY16" fmla="*/ 1 h 856344"/>
                  <a:gd name="connsiteX17" fmla="*/ 428171 w 2907667"/>
                  <a:gd name="connsiteY17" fmla="*/ 1 h 8563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907667" h="856344">
                    <a:moveTo>
                      <a:pt x="2479495" y="428171"/>
                    </a:moveTo>
                    <a:lnTo>
                      <a:pt x="2479495" y="428173"/>
                    </a:lnTo>
                    <a:lnTo>
                      <a:pt x="2479496" y="428172"/>
                    </a:lnTo>
                    <a:close/>
                    <a:moveTo>
                      <a:pt x="428171" y="0"/>
                    </a:moveTo>
                    <a:lnTo>
                      <a:pt x="2051324" y="0"/>
                    </a:lnTo>
                    <a:lnTo>
                      <a:pt x="2479495" y="0"/>
                    </a:lnTo>
                    <a:lnTo>
                      <a:pt x="2479496" y="0"/>
                    </a:lnTo>
                    <a:lnTo>
                      <a:pt x="2907667" y="428172"/>
                    </a:lnTo>
                    <a:lnTo>
                      <a:pt x="2479496" y="856343"/>
                    </a:lnTo>
                    <a:lnTo>
                      <a:pt x="2479495" y="856343"/>
                    </a:lnTo>
                    <a:lnTo>
                      <a:pt x="2051324" y="856343"/>
                    </a:lnTo>
                    <a:lnTo>
                      <a:pt x="428173" y="856343"/>
                    </a:lnTo>
                    <a:lnTo>
                      <a:pt x="428172" y="856344"/>
                    </a:lnTo>
                    <a:lnTo>
                      <a:pt x="0" y="856344"/>
                    </a:lnTo>
                    <a:lnTo>
                      <a:pt x="428171" y="428174"/>
                    </a:lnTo>
                    <a:lnTo>
                      <a:pt x="428171" y="428172"/>
                    </a:lnTo>
                    <a:lnTo>
                      <a:pt x="0" y="1"/>
                    </a:lnTo>
                    <a:lnTo>
                      <a:pt x="42817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>
                <a:off x="9564771" y="3875602"/>
                <a:ext cx="123623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2000" b="1" dirty="0">
                    <a:solidFill>
                      <a:schemeClr val="bg1"/>
                    </a:solidFill>
                    <a:cs typeface="+mn-ea"/>
                    <a:sym typeface="+mn-lt"/>
                  </a:rPr>
                  <a:t>添加标题</a:t>
                </a:r>
                <a:endParaRPr lang="zh-CN" altLang="en-US" sz="2000" b="1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0" name="arrow-pointing-left-circular-button_20407"/>
              <p:cNvSpPr>
                <a:spLocks noChangeAspect="1"/>
              </p:cNvSpPr>
              <p:nvPr/>
            </p:nvSpPr>
            <p:spPr bwMode="auto">
              <a:xfrm>
                <a:off x="9854796" y="2766847"/>
                <a:ext cx="656184" cy="655347"/>
              </a:xfrm>
              <a:custGeom>
                <a:avLst/>
                <a:gdLst>
                  <a:gd name="T0" fmla="*/ 2307 w 4612"/>
                  <a:gd name="T1" fmla="*/ 4614 h 4614"/>
                  <a:gd name="T2" fmla="*/ 0 w 4612"/>
                  <a:gd name="T3" fmla="*/ 2307 h 4614"/>
                  <a:gd name="T4" fmla="*/ 2307 w 4612"/>
                  <a:gd name="T5" fmla="*/ 0 h 4614"/>
                  <a:gd name="T6" fmla="*/ 4612 w 4612"/>
                  <a:gd name="T7" fmla="*/ 2227 h 4614"/>
                  <a:gd name="T8" fmla="*/ 2031 w 4612"/>
                  <a:gd name="T9" fmla="*/ 2222 h 4614"/>
                  <a:gd name="T10" fmla="*/ 2479 w 4612"/>
                  <a:gd name="T11" fmla="*/ 1775 h 4614"/>
                  <a:gd name="T12" fmla="*/ 2367 w 4612"/>
                  <a:gd name="T13" fmla="*/ 1662 h 4614"/>
                  <a:gd name="T14" fmla="*/ 1727 w 4612"/>
                  <a:gd name="T15" fmla="*/ 2302 h 4614"/>
                  <a:gd name="T16" fmla="*/ 2378 w 4612"/>
                  <a:gd name="T17" fmla="*/ 2952 h 4614"/>
                  <a:gd name="T18" fmla="*/ 2490 w 4612"/>
                  <a:gd name="T19" fmla="*/ 2840 h 4614"/>
                  <a:gd name="T20" fmla="*/ 2032 w 4612"/>
                  <a:gd name="T21" fmla="*/ 2381 h 4614"/>
                  <a:gd name="T22" fmla="*/ 4612 w 4612"/>
                  <a:gd name="T23" fmla="*/ 2387 h 4614"/>
                  <a:gd name="T24" fmla="*/ 2307 w 4612"/>
                  <a:gd name="T25" fmla="*/ 4614 h 46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612" h="4614">
                    <a:moveTo>
                      <a:pt x="2307" y="4614"/>
                    </a:moveTo>
                    <a:cubicBezTo>
                      <a:pt x="1035" y="4614"/>
                      <a:pt x="0" y="3579"/>
                      <a:pt x="0" y="2307"/>
                    </a:cubicBezTo>
                    <a:cubicBezTo>
                      <a:pt x="0" y="1035"/>
                      <a:pt x="1035" y="0"/>
                      <a:pt x="2307" y="0"/>
                    </a:cubicBezTo>
                    <a:cubicBezTo>
                      <a:pt x="3553" y="0"/>
                      <a:pt x="4570" y="992"/>
                      <a:pt x="4612" y="2227"/>
                    </a:cubicBezTo>
                    <a:lnTo>
                      <a:pt x="2031" y="2222"/>
                    </a:lnTo>
                    <a:lnTo>
                      <a:pt x="2479" y="1775"/>
                    </a:lnTo>
                    <a:lnTo>
                      <a:pt x="2367" y="1662"/>
                    </a:lnTo>
                    <a:lnTo>
                      <a:pt x="1727" y="2302"/>
                    </a:lnTo>
                    <a:lnTo>
                      <a:pt x="2378" y="2952"/>
                    </a:lnTo>
                    <a:lnTo>
                      <a:pt x="2490" y="2840"/>
                    </a:lnTo>
                    <a:lnTo>
                      <a:pt x="2032" y="2381"/>
                    </a:lnTo>
                    <a:lnTo>
                      <a:pt x="4612" y="2387"/>
                    </a:lnTo>
                    <a:cubicBezTo>
                      <a:pt x="4570" y="3622"/>
                      <a:pt x="3553" y="4614"/>
                      <a:pt x="2307" y="461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21" name="文本框 20"/>
              <p:cNvSpPr txBox="1"/>
              <p:nvPr/>
            </p:nvSpPr>
            <p:spPr>
              <a:xfrm>
                <a:off x="9317629" y="4524474"/>
                <a:ext cx="1730518" cy="6832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2400"/>
                  </a:lnSpc>
                </a:pPr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单击输入正文</a:t>
                </a:r>
                <a:endParaRPr lang="zh-CN" alt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  <a:p>
                <a:pPr algn="ctr">
                  <a:lnSpc>
                    <a:spcPts val="2400"/>
                  </a:lnSpc>
                </a:pPr>
                <a:r>
                  <a:rPr lang="zh-CN" altLang="en-US" sz="16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简意赅阐述观点</a:t>
                </a:r>
                <a:endParaRPr lang="zh-CN" altLang="en-US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sp>
        <p:nvSpPr>
          <p:cNvPr id="28" name="文本框 27"/>
          <p:cNvSpPr txBox="1"/>
          <p:nvPr/>
        </p:nvSpPr>
        <p:spPr>
          <a:xfrm>
            <a:off x="2182093" y="1392539"/>
            <a:ext cx="7827813" cy="68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zh-CN" altLang="en-US" sz="1600" dirty="0">
                <a:solidFill>
                  <a:schemeClr val="tx2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此处输入你的正文，请尽量言简意赅的阐述观点；</a:t>
            </a:r>
            <a:endParaRPr lang="en-US" altLang="zh-CN" sz="1600" dirty="0">
              <a:solidFill>
                <a:schemeClr val="tx2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algn="ctr">
              <a:lnSpc>
                <a:spcPts val="2400"/>
              </a:lnSpc>
            </a:pPr>
            <a:r>
              <a:rPr lang="zh-CN" altLang="en-US" sz="1600" dirty="0">
                <a:solidFill>
                  <a:schemeClr val="tx2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根据需要可酌情增减文字，准确理解您所传达的信息。</a:t>
            </a:r>
            <a:endParaRPr lang="en-US" altLang="zh-CN" sz="1600" dirty="0">
              <a:solidFill>
                <a:schemeClr val="tx2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9" name="组合 218"/>
          <p:cNvGrpSpPr/>
          <p:nvPr/>
        </p:nvGrpSpPr>
        <p:grpSpPr>
          <a:xfrm>
            <a:off x="4930765" y="4798159"/>
            <a:ext cx="2433112" cy="699401"/>
            <a:chOff x="4930765" y="5039459"/>
            <a:chExt cx="2433112" cy="699401"/>
          </a:xfrm>
        </p:grpSpPr>
        <p:grpSp>
          <p:nvGrpSpPr>
            <p:cNvPr id="217" name="组合 216"/>
            <p:cNvGrpSpPr/>
            <p:nvPr/>
          </p:nvGrpSpPr>
          <p:grpSpPr>
            <a:xfrm>
              <a:off x="4930765" y="5039459"/>
              <a:ext cx="2433112" cy="699401"/>
              <a:chOff x="4823932" y="5039459"/>
              <a:chExt cx="2433112" cy="699401"/>
            </a:xfrm>
          </p:grpSpPr>
          <p:sp>
            <p:nvSpPr>
              <p:cNvPr id="212" name="矩形 211"/>
              <p:cNvSpPr/>
              <p:nvPr/>
            </p:nvSpPr>
            <p:spPr>
              <a:xfrm>
                <a:off x="4900937" y="5039459"/>
                <a:ext cx="2279103" cy="604924"/>
              </a:xfrm>
              <a:prstGeom prst="rect">
                <a:avLst/>
              </a:prstGeom>
              <a:solidFill>
                <a:srgbClr val="F2634B"/>
              </a:solidFill>
              <a:ln w="508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cxnSp>
            <p:nvCxnSpPr>
              <p:cNvPr id="213" name="直接连接符 212"/>
              <p:cNvCxnSpPr/>
              <p:nvPr/>
            </p:nvCxnSpPr>
            <p:spPr>
              <a:xfrm flipH="1">
                <a:off x="4823932" y="5738860"/>
                <a:ext cx="2433112" cy="0"/>
              </a:xfrm>
              <a:prstGeom prst="line">
                <a:avLst/>
              </a:prstGeom>
              <a:ln w="25400">
                <a:solidFill>
                  <a:srgbClr val="FAA718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8" name="矩形 217"/>
            <p:cNvSpPr/>
            <p:nvPr/>
          </p:nvSpPr>
          <p:spPr>
            <a:xfrm>
              <a:off x="5315071" y="5125377"/>
              <a:ext cx="172354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  <a:cs typeface="+mn-ea"/>
                  <a:sym typeface="+mn-lt"/>
                </a:rPr>
                <a:t>稻小壳演示</a:t>
              </a:r>
              <a:endParaRPr lang="zh-CN" altLang="en-US" sz="24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3026879" y="1297804"/>
            <a:ext cx="6234483" cy="3169127"/>
            <a:chOff x="3026879" y="1297804"/>
            <a:chExt cx="6234483" cy="3169127"/>
          </a:xfrm>
        </p:grpSpPr>
        <p:sp>
          <p:nvSpPr>
            <p:cNvPr id="193" name="任意多边形: 形状 192"/>
            <p:cNvSpPr/>
            <p:nvPr/>
          </p:nvSpPr>
          <p:spPr>
            <a:xfrm>
              <a:off x="8720774" y="1297804"/>
              <a:ext cx="540588" cy="540588"/>
            </a:xfrm>
            <a:custGeom>
              <a:avLst/>
              <a:gdLst>
                <a:gd name="connsiteX0" fmla="*/ 7144 w 342900"/>
                <a:gd name="connsiteY0" fmla="*/ 7144 h 342900"/>
                <a:gd name="connsiteX1" fmla="*/ 7144 w 342900"/>
                <a:gd name="connsiteY1" fmla="*/ 336899 h 342900"/>
                <a:gd name="connsiteX2" fmla="*/ 336899 w 342900"/>
                <a:gd name="connsiteY2" fmla="*/ 336899 h 342900"/>
                <a:gd name="connsiteX3" fmla="*/ 336899 w 342900"/>
                <a:gd name="connsiteY3" fmla="*/ 7144 h 342900"/>
                <a:gd name="connsiteX4" fmla="*/ 7144 w 342900"/>
                <a:gd name="connsiteY4" fmla="*/ 7144 h 342900"/>
                <a:gd name="connsiteX5" fmla="*/ 285274 w 342900"/>
                <a:gd name="connsiteY5" fmla="*/ 285274 h 342900"/>
                <a:gd name="connsiteX6" fmla="*/ 195453 w 342900"/>
                <a:gd name="connsiteY6" fmla="*/ 285274 h 342900"/>
                <a:gd name="connsiteX7" fmla="*/ 285274 w 342900"/>
                <a:gd name="connsiteY7" fmla="*/ 195453 h 342900"/>
                <a:gd name="connsiteX8" fmla="*/ 285274 w 342900"/>
                <a:gd name="connsiteY8" fmla="*/ 285274 h 342900"/>
                <a:gd name="connsiteX9" fmla="*/ 58769 w 342900"/>
                <a:gd name="connsiteY9" fmla="*/ 285274 h 342900"/>
                <a:gd name="connsiteX10" fmla="*/ 58769 w 342900"/>
                <a:gd name="connsiteY10" fmla="*/ 285274 h 342900"/>
                <a:gd name="connsiteX11" fmla="*/ 58769 w 342900"/>
                <a:gd name="connsiteY11" fmla="*/ 58674 h 342900"/>
                <a:gd name="connsiteX12" fmla="*/ 285274 w 342900"/>
                <a:gd name="connsiteY12" fmla="*/ 58674 h 342900"/>
                <a:gd name="connsiteX13" fmla="*/ 285274 w 342900"/>
                <a:gd name="connsiteY13" fmla="*/ 58674 h 342900"/>
                <a:gd name="connsiteX14" fmla="*/ 58769 w 342900"/>
                <a:gd name="connsiteY14" fmla="*/ 285274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42900" h="342900">
                  <a:moveTo>
                    <a:pt x="7144" y="7144"/>
                  </a:moveTo>
                  <a:lnTo>
                    <a:pt x="7144" y="336899"/>
                  </a:lnTo>
                  <a:lnTo>
                    <a:pt x="336899" y="336899"/>
                  </a:lnTo>
                  <a:lnTo>
                    <a:pt x="336899" y="7144"/>
                  </a:lnTo>
                  <a:lnTo>
                    <a:pt x="7144" y="7144"/>
                  </a:lnTo>
                  <a:close/>
                  <a:moveTo>
                    <a:pt x="285274" y="285274"/>
                  </a:moveTo>
                  <a:lnTo>
                    <a:pt x="195453" y="285274"/>
                  </a:lnTo>
                  <a:cubicBezTo>
                    <a:pt x="232124" y="263080"/>
                    <a:pt x="263080" y="232124"/>
                    <a:pt x="285274" y="195453"/>
                  </a:cubicBezTo>
                  <a:lnTo>
                    <a:pt x="285274" y="285274"/>
                  </a:lnTo>
                  <a:close/>
                  <a:moveTo>
                    <a:pt x="58769" y="285274"/>
                  </a:moveTo>
                  <a:lnTo>
                    <a:pt x="58769" y="285274"/>
                  </a:lnTo>
                  <a:lnTo>
                    <a:pt x="58769" y="58674"/>
                  </a:lnTo>
                  <a:lnTo>
                    <a:pt x="285274" y="58674"/>
                  </a:lnTo>
                  <a:lnTo>
                    <a:pt x="285274" y="58674"/>
                  </a:lnTo>
                  <a:cubicBezTo>
                    <a:pt x="285274" y="183832"/>
                    <a:pt x="183833" y="285274"/>
                    <a:pt x="58769" y="285274"/>
                  </a:cubicBezTo>
                  <a:close/>
                </a:path>
              </a:pathLst>
            </a:custGeom>
            <a:solidFill>
              <a:srgbClr val="F2634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95" name="矩形 194"/>
            <p:cNvSpPr/>
            <p:nvPr/>
          </p:nvSpPr>
          <p:spPr>
            <a:xfrm>
              <a:off x="3227752" y="3060272"/>
              <a:ext cx="5724644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dist"/>
              <a:r>
                <a:rPr lang="zh-CN" altLang="en-US" sz="3600" b="1" dirty="0">
                  <a:solidFill>
                    <a:schemeClr val="tx2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感谢观看期待您的真诚帮助</a:t>
              </a:r>
              <a:endParaRPr lang="zh-CN" altLang="en-US" sz="3600" b="1" dirty="0">
                <a:solidFill>
                  <a:schemeClr val="tx2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3656466" y="1559033"/>
              <a:ext cx="4867211" cy="1347435"/>
              <a:chOff x="3469449" y="1559033"/>
              <a:chExt cx="4867211" cy="1347435"/>
            </a:xfrm>
          </p:grpSpPr>
          <p:grpSp>
            <p:nvGrpSpPr>
              <p:cNvPr id="198" name="组合 197"/>
              <p:cNvGrpSpPr/>
              <p:nvPr/>
            </p:nvGrpSpPr>
            <p:grpSpPr>
              <a:xfrm>
                <a:off x="3469449" y="1559033"/>
                <a:ext cx="4867211" cy="1243244"/>
                <a:chOff x="3861082" y="4242359"/>
                <a:chExt cx="4867211" cy="1243244"/>
              </a:xfrm>
            </p:grpSpPr>
            <p:sp>
              <p:nvSpPr>
                <p:cNvPr id="206" name="矩形 205"/>
                <p:cNvSpPr/>
                <p:nvPr/>
              </p:nvSpPr>
              <p:spPr>
                <a:xfrm>
                  <a:off x="3861082" y="4310674"/>
                  <a:ext cx="2694969" cy="101566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6000" b="1" dirty="0">
                      <a:ln w="38100">
                        <a:solidFill>
                          <a:srgbClr val="2B357A"/>
                        </a:solidFill>
                      </a:ln>
                      <a:solidFill>
                        <a:srgbClr val="2B357A"/>
                      </a:solidFill>
                      <a:cs typeface="+mn-ea"/>
                      <a:sym typeface="+mn-lt"/>
                    </a:rPr>
                    <a:t>Thanks</a:t>
                  </a:r>
                  <a:endParaRPr lang="zh-CN" altLang="en-US" sz="6000" b="1" dirty="0">
                    <a:ln w="38100">
                      <a:solidFill>
                        <a:srgbClr val="2B357A"/>
                      </a:solidFill>
                    </a:ln>
                    <a:solidFill>
                      <a:srgbClr val="2B357A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207" name="矩形 206"/>
                <p:cNvSpPr/>
                <p:nvPr/>
              </p:nvSpPr>
              <p:spPr>
                <a:xfrm>
                  <a:off x="6453311" y="4310674"/>
                  <a:ext cx="2274982" cy="101566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6000" b="1" dirty="0">
                      <a:ln w="38100">
                        <a:solidFill>
                          <a:srgbClr val="F2634B"/>
                        </a:solidFill>
                      </a:ln>
                      <a:solidFill>
                        <a:srgbClr val="F2634B"/>
                      </a:solidFill>
                      <a:cs typeface="+mn-ea"/>
                      <a:sym typeface="+mn-lt"/>
                    </a:rPr>
                    <a:t>Views</a:t>
                  </a:r>
                  <a:endParaRPr lang="zh-CN" altLang="en-US" sz="6000" b="1" dirty="0">
                    <a:ln w="38100">
                      <a:solidFill>
                        <a:srgbClr val="F2634B"/>
                      </a:solidFill>
                    </a:ln>
                    <a:solidFill>
                      <a:srgbClr val="F2634B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208" name="矩形 207"/>
                <p:cNvSpPr/>
                <p:nvPr/>
              </p:nvSpPr>
              <p:spPr>
                <a:xfrm>
                  <a:off x="7224228" y="4242359"/>
                  <a:ext cx="1231427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dirty="0">
                      <a:ln w="15875">
                        <a:solidFill>
                          <a:srgbClr val="61C9DC"/>
                        </a:solidFill>
                      </a:ln>
                      <a:solidFill>
                        <a:srgbClr val="61C9DC"/>
                      </a:solidFill>
                      <a:cs typeface="+mn-ea"/>
                      <a:sym typeface="+mn-lt"/>
                    </a:rPr>
                    <a:t>G</a:t>
                  </a:r>
                  <a:r>
                    <a:rPr lang="zh-CN" altLang="en-US" dirty="0">
                      <a:ln w="15875">
                        <a:solidFill>
                          <a:srgbClr val="61C9DC"/>
                        </a:solidFill>
                      </a:ln>
                      <a:solidFill>
                        <a:srgbClr val="61C9DC"/>
                      </a:solidFill>
                      <a:cs typeface="+mn-ea"/>
                      <a:sym typeface="+mn-lt"/>
                    </a:rPr>
                    <a:t>eometry</a:t>
                  </a:r>
                  <a:endParaRPr lang="zh-CN" altLang="en-US" dirty="0">
                    <a:ln w="15875">
                      <a:solidFill>
                        <a:srgbClr val="61C9DC"/>
                      </a:solidFill>
                    </a:ln>
                    <a:solidFill>
                      <a:srgbClr val="61C9DC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209" name="矩形 208"/>
                <p:cNvSpPr/>
                <p:nvPr/>
              </p:nvSpPr>
              <p:spPr>
                <a:xfrm>
                  <a:off x="5679607" y="5116271"/>
                  <a:ext cx="1231427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dirty="0">
                      <a:ln w="15875">
                        <a:solidFill>
                          <a:srgbClr val="61C9DC"/>
                        </a:solidFill>
                      </a:ln>
                      <a:solidFill>
                        <a:srgbClr val="61C9DC"/>
                      </a:solidFill>
                      <a:cs typeface="+mn-ea"/>
                      <a:sym typeface="+mn-lt"/>
                    </a:rPr>
                    <a:t>Summary</a:t>
                  </a:r>
                  <a:endParaRPr lang="zh-CN" altLang="en-US" dirty="0">
                    <a:ln w="15875">
                      <a:solidFill>
                        <a:srgbClr val="61C9DC"/>
                      </a:solidFill>
                    </a:ln>
                    <a:solidFill>
                      <a:srgbClr val="61C9DC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210" name="任意多边形: 形状 209"/>
                <p:cNvSpPr/>
                <p:nvPr/>
              </p:nvSpPr>
              <p:spPr>
                <a:xfrm>
                  <a:off x="6859027" y="5237209"/>
                  <a:ext cx="154142" cy="154142"/>
                </a:xfrm>
                <a:custGeom>
                  <a:avLst/>
                  <a:gdLst>
                    <a:gd name="connsiteX0" fmla="*/ 166783 w 171450"/>
                    <a:gd name="connsiteY0" fmla="*/ 86963 h 171450"/>
                    <a:gd name="connsiteX1" fmla="*/ 86963 w 171450"/>
                    <a:gd name="connsiteY1" fmla="*/ 166783 h 171450"/>
                    <a:gd name="connsiteX2" fmla="*/ 7144 w 171450"/>
                    <a:gd name="connsiteY2" fmla="*/ 86963 h 171450"/>
                    <a:gd name="connsiteX3" fmla="*/ 86963 w 171450"/>
                    <a:gd name="connsiteY3" fmla="*/ 7144 h 171450"/>
                    <a:gd name="connsiteX4" fmla="*/ 166783 w 171450"/>
                    <a:gd name="connsiteY4" fmla="*/ 86963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450" h="171450">
                      <a:moveTo>
                        <a:pt x="166783" y="86963"/>
                      </a:moveTo>
                      <a:cubicBezTo>
                        <a:pt x="166783" y="131047"/>
                        <a:pt x="131046" y="166783"/>
                        <a:pt x="86963" y="166783"/>
                      </a:cubicBezTo>
                      <a:cubicBezTo>
                        <a:pt x="42880" y="166783"/>
                        <a:pt x="7144" y="131047"/>
                        <a:pt x="7144" y="86963"/>
                      </a:cubicBezTo>
                      <a:cubicBezTo>
                        <a:pt x="7144" y="42880"/>
                        <a:pt x="42880" y="7144"/>
                        <a:pt x="86963" y="7144"/>
                      </a:cubicBezTo>
                      <a:cubicBezTo>
                        <a:pt x="131046" y="7144"/>
                        <a:pt x="166783" y="42880"/>
                        <a:pt x="166783" y="86963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211" name="任意多边形: 形状 210"/>
                <p:cNvSpPr/>
                <p:nvPr/>
              </p:nvSpPr>
              <p:spPr>
                <a:xfrm>
                  <a:off x="8444009" y="4367576"/>
                  <a:ext cx="154142" cy="154142"/>
                </a:xfrm>
                <a:custGeom>
                  <a:avLst/>
                  <a:gdLst>
                    <a:gd name="connsiteX0" fmla="*/ 166783 w 171450"/>
                    <a:gd name="connsiteY0" fmla="*/ 86963 h 171450"/>
                    <a:gd name="connsiteX1" fmla="*/ 86963 w 171450"/>
                    <a:gd name="connsiteY1" fmla="*/ 166783 h 171450"/>
                    <a:gd name="connsiteX2" fmla="*/ 7144 w 171450"/>
                    <a:gd name="connsiteY2" fmla="*/ 86963 h 171450"/>
                    <a:gd name="connsiteX3" fmla="*/ 86963 w 171450"/>
                    <a:gd name="connsiteY3" fmla="*/ 7144 h 171450"/>
                    <a:gd name="connsiteX4" fmla="*/ 166783 w 171450"/>
                    <a:gd name="connsiteY4" fmla="*/ 86963 h 17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450" h="171450">
                      <a:moveTo>
                        <a:pt x="166783" y="86963"/>
                      </a:moveTo>
                      <a:cubicBezTo>
                        <a:pt x="166783" y="131047"/>
                        <a:pt x="131046" y="166783"/>
                        <a:pt x="86963" y="166783"/>
                      </a:cubicBezTo>
                      <a:cubicBezTo>
                        <a:pt x="42880" y="166783"/>
                        <a:pt x="7144" y="131047"/>
                        <a:pt x="7144" y="86963"/>
                      </a:cubicBezTo>
                      <a:cubicBezTo>
                        <a:pt x="7144" y="42880"/>
                        <a:pt x="42880" y="7144"/>
                        <a:pt x="86963" y="7144"/>
                      </a:cubicBezTo>
                      <a:cubicBezTo>
                        <a:pt x="131046" y="7144"/>
                        <a:pt x="166783" y="42880"/>
                        <a:pt x="166783" y="86963"/>
                      </a:cubicBezTo>
                      <a:close/>
                    </a:path>
                  </a:pathLst>
                </a:custGeom>
                <a:solidFill>
                  <a:srgbClr val="FAA718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199" name="组合 198"/>
              <p:cNvGrpSpPr/>
              <p:nvPr/>
            </p:nvGrpSpPr>
            <p:grpSpPr>
              <a:xfrm>
                <a:off x="3540920" y="2671793"/>
                <a:ext cx="4665598" cy="234675"/>
                <a:chOff x="3618654" y="3087569"/>
                <a:chExt cx="4665598" cy="234675"/>
              </a:xfrm>
            </p:grpSpPr>
            <p:grpSp>
              <p:nvGrpSpPr>
                <p:cNvPr id="200" name="组合 199"/>
                <p:cNvGrpSpPr/>
                <p:nvPr/>
              </p:nvGrpSpPr>
              <p:grpSpPr>
                <a:xfrm>
                  <a:off x="3618654" y="3087569"/>
                  <a:ext cx="1475524" cy="234675"/>
                  <a:chOff x="3633168" y="3087569"/>
                  <a:chExt cx="1475524" cy="234675"/>
                </a:xfrm>
              </p:grpSpPr>
              <p:cxnSp>
                <p:nvCxnSpPr>
                  <p:cNvPr id="204" name="直接连接符 203"/>
                  <p:cNvCxnSpPr/>
                  <p:nvPr/>
                </p:nvCxnSpPr>
                <p:spPr>
                  <a:xfrm flipH="1">
                    <a:off x="3633168" y="3204906"/>
                    <a:ext cx="1475524" cy="0"/>
                  </a:xfrm>
                  <a:prstGeom prst="line">
                    <a:avLst/>
                  </a:prstGeom>
                  <a:ln w="25400">
                    <a:solidFill>
                      <a:srgbClr val="FAA718">
                        <a:alpha val="50000"/>
                      </a:srgb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5" name="直接连接符 204"/>
                  <p:cNvCxnSpPr/>
                  <p:nvPr/>
                </p:nvCxnSpPr>
                <p:spPr>
                  <a:xfrm flipV="1">
                    <a:off x="3772514" y="3087569"/>
                    <a:ext cx="0" cy="234675"/>
                  </a:xfrm>
                  <a:prstGeom prst="line">
                    <a:avLst/>
                  </a:prstGeom>
                  <a:ln w="25400">
                    <a:solidFill>
                      <a:srgbClr val="FAA718">
                        <a:alpha val="50000"/>
                      </a:srgb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01" name="组合 200"/>
                <p:cNvGrpSpPr/>
                <p:nvPr/>
              </p:nvGrpSpPr>
              <p:grpSpPr>
                <a:xfrm rot="10800000">
                  <a:off x="7116354" y="3087569"/>
                  <a:ext cx="1167898" cy="234675"/>
                  <a:chOff x="3837517" y="3087569"/>
                  <a:chExt cx="1167898" cy="234675"/>
                </a:xfrm>
              </p:grpSpPr>
              <p:cxnSp>
                <p:nvCxnSpPr>
                  <p:cNvPr id="202" name="直接连接符 201"/>
                  <p:cNvCxnSpPr/>
                  <p:nvPr/>
                </p:nvCxnSpPr>
                <p:spPr>
                  <a:xfrm rot="10800000">
                    <a:off x="3837517" y="3204906"/>
                    <a:ext cx="1167898" cy="0"/>
                  </a:xfrm>
                  <a:prstGeom prst="line">
                    <a:avLst/>
                  </a:prstGeom>
                  <a:ln w="25400">
                    <a:solidFill>
                      <a:srgbClr val="FAA718">
                        <a:alpha val="50000"/>
                      </a:srgb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3" name="直接连接符 202"/>
                  <p:cNvCxnSpPr/>
                  <p:nvPr/>
                </p:nvCxnSpPr>
                <p:spPr>
                  <a:xfrm flipV="1">
                    <a:off x="3991659" y="3087569"/>
                    <a:ext cx="0" cy="234675"/>
                  </a:xfrm>
                  <a:prstGeom prst="line">
                    <a:avLst/>
                  </a:prstGeom>
                  <a:ln w="25400">
                    <a:solidFill>
                      <a:srgbClr val="FAA718">
                        <a:alpha val="50000"/>
                      </a:srgb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sp>
          <p:nvSpPr>
            <p:cNvPr id="197" name="矩形 196"/>
            <p:cNvSpPr/>
            <p:nvPr/>
          </p:nvSpPr>
          <p:spPr>
            <a:xfrm>
              <a:off x="3159415" y="3693962"/>
              <a:ext cx="5745203" cy="77296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zh-CN" altLang="en-US" sz="1200" dirty="0">
                  <a:solidFill>
                    <a:schemeClr val="tx2">
                      <a:lumMod val="85000"/>
                      <a:lumOff val="15000"/>
                      <a:alpha val="40000"/>
                    </a:schemeClr>
                  </a:solidFill>
                  <a:cs typeface="+mn-ea"/>
                  <a:sym typeface="+mn-lt"/>
                </a:rPr>
                <a:t>Changing the world, dreaming of the future, the ever-changing world constantly refreshes mankinds infinite imagination of the future</a:t>
              </a:r>
              <a:endParaRPr lang="en-US" altLang="zh-CN" sz="1200" dirty="0">
                <a:solidFill>
                  <a:schemeClr val="tx2">
                    <a:lumMod val="85000"/>
                    <a:lumOff val="15000"/>
                    <a:alpha val="40000"/>
                  </a:schemeClr>
                </a:solidFill>
                <a:cs typeface="+mn-ea"/>
                <a:sym typeface="+mn-lt"/>
              </a:endParaRPr>
            </a:p>
            <a:p>
              <a:pPr algn="ctr">
                <a:lnSpc>
                  <a:spcPts val="1800"/>
                </a:lnSpc>
              </a:pPr>
              <a:r>
                <a:rPr lang="zh-CN" altLang="en-US" sz="1200" dirty="0">
                  <a:solidFill>
                    <a:schemeClr val="tx2">
                      <a:lumMod val="85000"/>
                      <a:lumOff val="15000"/>
                      <a:alpha val="40000"/>
                    </a:schemeClr>
                  </a:solidFill>
                  <a:cs typeface="+mn-ea"/>
                  <a:sym typeface="+mn-lt"/>
                </a:rPr>
                <a:t>We take the dream as the cornerstone</a:t>
              </a:r>
              <a:endParaRPr lang="en-US" altLang="zh-CN" sz="1200" dirty="0">
                <a:solidFill>
                  <a:schemeClr val="tx2">
                    <a:lumMod val="85000"/>
                    <a:lumOff val="15000"/>
                    <a:alpha val="40000"/>
                  </a:schemeClr>
                </a:solidFill>
                <a:cs typeface="+mn-ea"/>
                <a:sym typeface="+mn-lt"/>
              </a:endParaRPr>
            </a:p>
          </p:txBody>
        </p:sp>
        <p:pic>
          <p:nvPicPr>
            <p:cNvPr id="220" name="图形 219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026879" y="1642362"/>
              <a:ext cx="504078" cy="39206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49605" y="2208530"/>
            <a:ext cx="14528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solidFill>
                  <a:srgbClr val="222222">
                    <a:alpha val="6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中文｜</a:t>
            </a:r>
            <a:r>
              <a:rPr lang="en-US" altLang="zh-CN" sz="800" dirty="0" err="1">
                <a:solidFill>
                  <a:srgbClr val="222222">
                    <a:alpha val="6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MiSans</a:t>
            </a:r>
            <a:r>
              <a:rPr lang="en-US" altLang="zh-CN" sz="800" dirty="0">
                <a:solidFill>
                  <a:srgbClr val="222222">
                    <a:alpha val="6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Normal</a:t>
            </a:r>
            <a:endParaRPr lang="en-US" altLang="zh-CN" sz="800" dirty="0">
              <a:solidFill>
                <a:srgbClr val="222222">
                  <a:alpha val="6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30555" y="2447925"/>
            <a:ext cx="31572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>
                <a:solidFill>
                  <a:srgbClr val="222222"/>
                </a:solidFill>
                <a:latin typeface="MiSans Normal" panose="00000500000000000000" charset="-122"/>
                <a:ea typeface="MiSans Normal" panose="00000500000000000000" charset="-122"/>
                <a:cs typeface="黑体" panose="02010609060101010101" charset="-122"/>
                <a:sym typeface="+mn-ea"/>
              </a:rPr>
              <a:t>MiSans</a:t>
            </a:r>
            <a:r>
              <a:rPr lang="en-US" altLang="zh-CN" sz="2000" dirty="0">
                <a:solidFill>
                  <a:srgbClr val="222222"/>
                </a:solidFill>
                <a:latin typeface="MiSans Normal" panose="00000500000000000000" charset="-122"/>
                <a:ea typeface="MiSans Normal" panose="00000500000000000000" charset="-122"/>
                <a:cs typeface="黑体" panose="02010609060101010101" charset="-122"/>
                <a:sym typeface="+mn-ea"/>
              </a:rPr>
              <a:t> Normal</a:t>
            </a:r>
            <a:endParaRPr lang="zh-CN" altLang="en-US" sz="2000" dirty="0">
              <a:solidFill>
                <a:srgbClr val="222222"/>
              </a:solidFill>
              <a:latin typeface="MiSans Normal" panose="00000500000000000000" charset="-122"/>
              <a:ea typeface="MiSans Normal" panose="00000500000000000000" charset="-122"/>
              <a:cs typeface="黑体" panose="02010609060101010101" charset="-122"/>
              <a:sym typeface="+mn-ea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732155" y="2847340"/>
            <a:ext cx="3060065" cy="0"/>
          </a:xfrm>
          <a:prstGeom prst="line">
            <a:avLst/>
          </a:prstGeom>
          <a:ln w="9525">
            <a:solidFill>
              <a:srgbClr val="222222">
                <a:alpha val="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4"/>
          <p:cNvGrpSpPr/>
          <p:nvPr/>
        </p:nvGrpSpPr>
        <p:grpSpPr>
          <a:xfrm>
            <a:off x="0" y="546735"/>
            <a:ext cx="7324090" cy="467995"/>
            <a:chOff x="0" y="861"/>
            <a:chExt cx="11534" cy="737"/>
          </a:xfrm>
        </p:grpSpPr>
        <p:sp>
          <p:nvSpPr>
            <p:cNvPr id="6" name="矩形 5"/>
            <p:cNvSpPr/>
            <p:nvPr/>
          </p:nvSpPr>
          <p:spPr>
            <a:xfrm>
              <a:off x="0" y="861"/>
              <a:ext cx="170" cy="737"/>
            </a:xfrm>
            <a:prstGeom prst="rect">
              <a:avLst/>
            </a:prstGeom>
            <a:solidFill>
              <a:srgbClr val="FF28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黑体" panose="02010609060101010101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66" y="869"/>
              <a:ext cx="6631" cy="72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sz="2400" b="1">
                  <a:solidFill>
                    <a:srgbClr val="222222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稻壳儿</a:t>
              </a:r>
              <a:r>
                <a:rPr lang="en-US" altLang="zh-CN" sz="2400" b="1">
                  <a:solidFill>
                    <a:srgbClr val="222222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PPT</a:t>
              </a:r>
              <a:r>
                <a:rPr lang="zh-CN" altLang="en-US" sz="2400" b="1">
                  <a:solidFill>
                    <a:srgbClr val="222222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模板使用说明</a:t>
              </a:r>
              <a:endParaRPr lang="zh-CN" altLang="en-US" sz="2400" b="1">
                <a:solidFill>
                  <a:srgbClr val="22222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5474" y="1013"/>
              <a:ext cx="6060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spc="100">
                  <a:solidFill>
                    <a:srgbClr val="222222">
                      <a:alpha val="60000"/>
                    </a:srgbClr>
                  </a:solidFill>
                  <a:uFillTx/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（本页为说明页，用户使用模板时可删除本页内容）</a:t>
              </a:r>
              <a:endParaRPr lang="zh-CN" altLang="en-US" sz="1200" spc="100">
                <a:solidFill>
                  <a:srgbClr val="222222">
                    <a:alpha val="60000"/>
                  </a:srgbClr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643255" y="3068955"/>
            <a:ext cx="14528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solidFill>
                  <a:srgbClr val="222222">
                    <a:alpha val="6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英文｜</a:t>
            </a:r>
            <a:r>
              <a:rPr lang="en-US" altLang="zh-CN" sz="800" dirty="0" err="1">
                <a:solidFill>
                  <a:srgbClr val="222222">
                    <a:alpha val="6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MiSans</a:t>
            </a:r>
            <a:r>
              <a:rPr lang="en-US" altLang="zh-CN" sz="800" dirty="0">
                <a:solidFill>
                  <a:srgbClr val="222222">
                    <a:alpha val="6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Normal</a:t>
            </a:r>
            <a:endParaRPr lang="en-US" altLang="zh-CN" sz="800" dirty="0">
              <a:solidFill>
                <a:srgbClr val="222222">
                  <a:alpha val="6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24205" y="3308350"/>
            <a:ext cx="31572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>
                <a:solidFill>
                  <a:srgbClr val="222222"/>
                </a:solidFill>
                <a:latin typeface="MiSans Normal" panose="00000500000000000000" charset="-122"/>
                <a:ea typeface="MiSans Normal" panose="00000500000000000000" charset="-122"/>
                <a:cs typeface="黑体" panose="02010609060101010101" charset="-122"/>
                <a:sym typeface="+mn-ea"/>
              </a:rPr>
              <a:t>MiSans</a:t>
            </a:r>
            <a:r>
              <a:rPr lang="en-US" altLang="zh-CN" sz="2000" dirty="0">
                <a:solidFill>
                  <a:srgbClr val="222222"/>
                </a:solidFill>
                <a:latin typeface="MiSans Normal" panose="00000500000000000000" charset="-122"/>
                <a:ea typeface="MiSans Normal" panose="00000500000000000000" charset="-122"/>
                <a:cs typeface="黑体" panose="02010609060101010101" charset="-122"/>
                <a:sym typeface="+mn-ea"/>
              </a:rPr>
              <a:t> Normal</a:t>
            </a:r>
            <a:endParaRPr lang="zh-CN" altLang="en-US" sz="2000" dirty="0">
              <a:solidFill>
                <a:srgbClr val="222222"/>
              </a:solidFill>
              <a:latin typeface="MiSans Normal" panose="00000500000000000000" charset="-122"/>
              <a:ea typeface="MiSans Normal" panose="00000500000000000000" charset="-122"/>
              <a:cs typeface="黑体" panose="02010609060101010101" charset="-122"/>
              <a:sym typeface="+mn-ea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725805" y="3707765"/>
            <a:ext cx="3060065" cy="0"/>
          </a:xfrm>
          <a:prstGeom prst="line">
            <a:avLst/>
          </a:prstGeom>
          <a:ln w="9525">
            <a:solidFill>
              <a:srgbClr val="222222">
                <a:alpha val="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631190" y="5476231"/>
            <a:ext cx="3298190" cy="55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en-US" sz="700" dirty="0">
                <a:solidFill>
                  <a:srgbClr val="222222">
                    <a:alpha val="6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【说明】</a:t>
            </a:r>
            <a:endParaRPr lang="zh-CN" altLang="en-US" sz="700" dirty="0">
              <a:solidFill>
                <a:srgbClr val="222222">
                  <a:alpha val="6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 algn="l" defTabSz="0" rtl="0" eaLnBrk="1" fontAlgn="auto" latinLnBrk="0" hangingPunct="1">
              <a:lnSpc>
                <a:spcPct val="150000"/>
              </a:lnSpc>
              <a:buNone/>
            </a:pPr>
            <a:r>
              <a:rPr lang="zh-CN" altLang="en-US" sz="700" dirty="0">
                <a:solidFill>
                  <a:srgbClr val="222222">
                    <a:alpha val="6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模板中使用的字体为开源字体，请用户按照该款开源字体的开源协议要求来使用该字体。</a:t>
            </a:r>
            <a:endParaRPr lang="zh-CN" altLang="en-US" sz="700" dirty="0">
              <a:solidFill>
                <a:srgbClr val="222222">
                  <a:alpha val="6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4179570" y="2048510"/>
            <a:ext cx="0" cy="4319905"/>
          </a:xfrm>
          <a:prstGeom prst="line">
            <a:avLst/>
          </a:prstGeom>
          <a:ln w="9525">
            <a:solidFill>
              <a:srgbClr val="222222">
                <a:alpha val="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/>
        </p:nvGrpSpPr>
        <p:grpSpPr>
          <a:xfrm>
            <a:off x="4480560" y="2251075"/>
            <a:ext cx="3230880" cy="705485"/>
            <a:chOff x="7197" y="3533"/>
            <a:chExt cx="5088" cy="1111"/>
          </a:xfrm>
        </p:grpSpPr>
        <p:sp>
          <p:nvSpPr>
            <p:cNvPr id="15" name="文本框 14"/>
            <p:cNvSpPr txBox="1"/>
            <p:nvPr/>
          </p:nvSpPr>
          <p:spPr>
            <a:xfrm>
              <a:off x="7197" y="3533"/>
              <a:ext cx="1287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1000" b="1">
                  <a:solidFill>
                    <a:srgbClr val="222222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图片：</a:t>
              </a:r>
              <a:endParaRPr lang="zh-CN" altLang="en-US" sz="1000" b="1">
                <a:solidFill>
                  <a:srgbClr val="22222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7197" y="3977"/>
              <a:ext cx="5088" cy="6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lnSpc>
                  <a:spcPts val="1400"/>
                </a:lnSpc>
              </a:pPr>
              <a:r>
                <a:rPr lang="zh-CN" altLang="en-US" sz="800" dirty="0">
                  <a:solidFill>
                    <a:srgbClr val="222222">
                      <a:alpha val="6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模板中使用的图片来源于【</a:t>
              </a:r>
              <a:r>
                <a:rPr lang="en-US" altLang="zh-CN" sz="800" dirty="0" err="1">
                  <a:solidFill>
                    <a:srgbClr val="222222">
                      <a:alpha val="6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Pexels</a:t>
              </a:r>
              <a:r>
                <a:rPr lang="zh-CN" altLang="en-US" sz="800" dirty="0">
                  <a:solidFill>
                    <a:srgbClr val="222222">
                      <a:alpha val="6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】，该图片具有CC0共享协议，您可在遵循CC0共享协议的情况下使用。</a:t>
              </a:r>
              <a:endParaRPr lang="zh-CN" altLang="en-US" sz="800" dirty="0">
                <a:solidFill>
                  <a:srgbClr val="222222">
                    <a:alpha val="6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cxnSp>
        <p:nvCxnSpPr>
          <p:cNvPr id="17" name="直接连接符 16"/>
          <p:cNvCxnSpPr/>
          <p:nvPr/>
        </p:nvCxnSpPr>
        <p:spPr>
          <a:xfrm>
            <a:off x="8001635" y="2048510"/>
            <a:ext cx="0" cy="4319905"/>
          </a:xfrm>
          <a:prstGeom prst="line">
            <a:avLst/>
          </a:prstGeom>
          <a:ln w="9525">
            <a:solidFill>
              <a:srgbClr val="222222">
                <a:alpha val="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组合 17"/>
          <p:cNvGrpSpPr/>
          <p:nvPr/>
        </p:nvGrpSpPr>
        <p:grpSpPr>
          <a:xfrm>
            <a:off x="8291195" y="1403350"/>
            <a:ext cx="3253105" cy="4365625"/>
            <a:chOff x="13198" y="2210"/>
            <a:chExt cx="5123" cy="6875"/>
          </a:xfrm>
        </p:grpSpPr>
        <p:grpSp>
          <p:nvGrpSpPr>
            <p:cNvPr id="19" name="组合 18"/>
            <p:cNvGrpSpPr/>
            <p:nvPr/>
          </p:nvGrpSpPr>
          <p:grpSpPr>
            <a:xfrm>
              <a:off x="13198" y="2210"/>
              <a:ext cx="3253" cy="1016"/>
              <a:chOff x="1213" y="2210"/>
              <a:chExt cx="3253" cy="1016"/>
            </a:xfrm>
          </p:grpSpPr>
          <p:sp>
            <p:nvSpPr>
              <p:cNvPr id="23" name="文本框 22"/>
              <p:cNvSpPr txBox="1"/>
              <p:nvPr/>
            </p:nvSpPr>
            <p:spPr>
              <a:xfrm>
                <a:off x="1213" y="2210"/>
                <a:ext cx="1555" cy="10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>
                    <a:solidFill>
                      <a:srgbClr val="FF2832"/>
                    </a:solidFill>
                    <a:latin typeface="黑体" panose="02010609060101010101" charset="-122"/>
                    <a:ea typeface="黑体" panose="02010609060101010101" charset="-122"/>
                    <a:cs typeface="黑体" panose="02010609060101010101" charset="-122"/>
                  </a:rPr>
                  <a:t>03</a:t>
                </a:r>
                <a:endParaRPr lang="en-US" sz="3600" b="1">
                  <a:solidFill>
                    <a:srgbClr val="FF2832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endParaRPr>
              </a:p>
            </p:txBody>
          </p:sp>
          <p:sp>
            <p:nvSpPr>
              <p:cNvPr id="24" name="文本框 23"/>
              <p:cNvSpPr txBox="1"/>
              <p:nvPr/>
            </p:nvSpPr>
            <p:spPr>
              <a:xfrm>
                <a:off x="2180" y="2404"/>
                <a:ext cx="2286" cy="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b="1">
                    <a:solidFill>
                      <a:srgbClr val="222222"/>
                    </a:solidFill>
                    <a:latin typeface="黑体" panose="02010609060101010101" charset="-122"/>
                    <a:ea typeface="黑体" panose="02010609060101010101" charset="-122"/>
                    <a:cs typeface="黑体" panose="02010609060101010101" charset="-122"/>
                  </a:rPr>
                  <a:t>母版说明</a:t>
                </a:r>
                <a:endParaRPr lang="zh-CN" altLang="en-US" sz="2000" b="1">
                  <a:solidFill>
                    <a:srgbClr val="222222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endParaRPr>
              </a:p>
            </p:txBody>
          </p:sp>
        </p:grpSp>
        <p:sp>
          <p:nvSpPr>
            <p:cNvPr id="20" name="文本框 19"/>
            <p:cNvSpPr txBox="1"/>
            <p:nvPr/>
          </p:nvSpPr>
          <p:spPr>
            <a:xfrm>
              <a:off x="13233" y="3478"/>
              <a:ext cx="5088" cy="6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l">
                <a:lnSpc>
                  <a:spcPts val="1300"/>
                </a:lnSpc>
              </a:pPr>
              <a:r>
                <a:rPr lang="zh-CN" altLang="en-US" sz="800">
                  <a:solidFill>
                    <a:srgbClr val="222222">
                      <a:alpha val="6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使用本套PPT模板时，若在操作界面鼠标不可选取的内容，可以在幻灯片母版中进行查看和编辑，具体操作如下：</a:t>
              </a:r>
              <a:endParaRPr lang="zh-CN" altLang="en-US" sz="800">
                <a:solidFill>
                  <a:srgbClr val="222222">
                    <a:alpha val="6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3199" y="4314"/>
              <a:ext cx="5088" cy="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l" fontAlgn="auto">
                <a:lnSpc>
                  <a:spcPts val="1400"/>
                </a:lnSpc>
              </a:pPr>
              <a:r>
                <a:rPr lang="zh-CN" altLang="en-US" sz="800" b="1">
                  <a:solidFill>
                    <a:srgbClr val="222222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1、点击【视图】</a:t>
              </a:r>
              <a:endParaRPr lang="zh-CN" altLang="en-US" sz="800" b="1">
                <a:solidFill>
                  <a:srgbClr val="22222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endParaRPr>
            </a:p>
            <a:p>
              <a:pPr lvl="0" algn="l" fontAlgn="auto">
                <a:lnSpc>
                  <a:spcPts val="1400"/>
                </a:lnSpc>
              </a:pPr>
              <a:r>
                <a:rPr lang="zh-CN" altLang="en-US" sz="800" b="1">
                  <a:solidFill>
                    <a:srgbClr val="222222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2、选择【幻灯片母版】，即可查看母版内容</a:t>
              </a:r>
              <a:endParaRPr lang="zh-CN" altLang="en-US" sz="800" b="1">
                <a:solidFill>
                  <a:srgbClr val="22222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endParaRPr>
            </a:p>
            <a:p>
              <a:pPr lvl="0" algn="l" fontAlgn="auto">
                <a:lnSpc>
                  <a:spcPts val="1400"/>
                </a:lnSpc>
              </a:pPr>
              <a:r>
                <a:rPr lang="zh-CN" altLang="en-US" sz="800" b="1">
                  <a:solidFill>
                    <a:srgbClr val="222222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3、查看/编辑完成后，点击【关闭】即可</a:t>
              </a:r>
              <a:endParaRPr lang="zh-CN" altLang="en-US" sz="800" b="1">
                <a:solidFill>
                  <a:srgbClr val="22222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endParaRPr>
            </a:p>
          </p:txBody>
        </p:sp>
        <p:pic>
          <p:nvPicPr>
            <p:cNvPr id="22" name="图片 21" descr="母版说明配图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3347" y="5578"/>
              <a:ext cx="4825" cy="3507"/>
            </a:xfrm>
            <a:prstGeom prst="rect">
              <a:avLst/>
            </a:prstGeom>
          </p:spPr>
        </p:pic>
      </p:grpSp>
      <p:grpSp>
        <p:nvGrpSpPr>
          <p:cNvPr id="25" name="组合 24"/>
          <p:cNvGrpSpPr/>
          <p:nvPr/>
        </p:nvGrpSpPr>
        <p:grpSpPr>
          <a:xfrm>
            <a:off x="650875" y="1403350"/>
            <a:ext cx="1988820" cy="645160"/>
            <a:chOff x="1025" y="2210"/>
            <a:chExt cx="3132" cy="1016"/>
          </a:xfrm>
        </p:grpSpPr>
        <p:sp>
          <p:nvSpPr>
            <p:cNvPr id="26" name="文本框 25"/>
            <p:cNvSpPr txBox="1"/>
            <p:nvPr/>
          </p:nvSpPr>
          <p:spPr>
            <a:xfrm>
              <a:off x="1025" y="2210"/>
              <a:ext cx="1555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>
                  <a:solidFill>
                    <a:srgbClr val="FF2832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01</a:t>
              </a:r>
              <a:endParaRPr lang="en-US" sz="3600" b="1">
                <a:solidFill>
                  <a:srgbClr val="FF283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871" y="2404"/>
              <a:ext cx="2286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rgbClr val="222222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字体说明</a:t>
              </a:r>
              <a:endParaRPr lang="zh-CN" altLang="en-US" sz="2000" b="1" dirty="0">
                <a:solidFill>
                  <a:srgbClr val="22222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4480560" y="1403350"/>
            <a:ext cx="2051685" cy="645160"/>
            <a:chOff x="7056" y="2210"/>
            <a:chExt cx="3231" cy="1016"/>
          </a:xfrm>
        </p:grpSpPr>
        <p:sp>
          <p:nvSpPr>
            <p:cNvPr id="29" name="文本框 28"/>
            <p:cNvSpPr txBox="1"/>
            <p:nvPr/>
          </p:nvSpPr>
          <p:spPr>
            <a:xfrm>
              <a:off x="7056" y="2210"/>
              <a:ext cx="1555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>
                  <a:solidFill>
                    <a:srgbClr val="FF2832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02</a:t>
              </a:r>
              <a:endParaRPr lang="en-US" sz="3600" b="1">
                <a:solidFill>
                  <a:srgbClr val="FF283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8001" y="2404"/>
              <a:ext cx="2286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>
                  <a:solidFill>
                    <a:srgbClr val="222222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素材说明</a:t>
              </a:r>
              <a:endParaRPr lang="zh-CN" altLang="en-US" sz="2000" b="1">
                <a:solidFill>
                  <a:srgbClr val="22222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4480560" y="3110386"/>
            <a:ext cx="3230880" cy="681355"/>
            <a:chOff x="7197" y="4715"/>
            <a:chExt cx="5088" cy="1073"/>
          </a:xfrm>
        </p:grpSpPr>
        <p:sp>
          <p:nvSpPr>
            <p:cNvPr id="32" name="文本框 31"/>
            <p:cNvSpPr txBox="1"/>
            <p:nvPr/>
          </p:nvSpPr>
          <p:spPr>
            <a:xfrm>
              <a:off x="7197" y="4715"/>
              <a:ext cx="1287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1000" b="1" dirty="0">
                  <a:solidFill>
                    <a:srgbClr val="222222"/>
                  </a:solidFill>
                  <a:latin typeface="黑体" panose="02010609060101010101" charset="-122"/>
                  <a:ea typeface="黑体" panose="02010609060101010101" charset="-122"/>
                  <a:cs typeface="+mn-ea"/>
                  <a:sym typeface="+mn-lt"/>
                </a:rPr>
                <a:t>素材：</a:t>
              </a:r>
              <a:endParaRPr lang="zh-CN" altLang="en-US" sz="1000" b="1" dirty="0">
                <a:solidFill>
                  <a:srgbClr val="222222"/>
                </a:solidFill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7197" y="5101"/>
              <a:ext cx="5088" cy="6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zh-CN" altLang="en-US" sz="800" dirty="0">
                  <a:solidFill>
                    <a:srgbClr val="222222">
                      <a:alpha val="6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+mn-ea"/>
                  <a:sym typeface="+mn-lt"/>
                </a:rPr>
                <a:t>模板中使用的素材来源于【</a:t>
              </a:r>
              <a:r>
                <a:rPr lang="en-US" altLang="zh-CN" sz="800" dirty="0" err="1">
                  <a:solidFill>
                    <a:srgbClr val="222222">
                      <a:alpha val="6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+mn-ea"/>
                  <a:sym typeface="+mn-lt"/>
                </a:rPr>
                <a:t>Freepik</a:t>
              </a:r>
              <a:r>
                <a:rPr lang="zh-CN" altLang="en-US" sz="800" dirty="0">
                  <a:solidFill>
                    <a:srgbClr val="222222">
                      <a:alpha val="6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+mn-ea"/>
                  <a:sym typeface="+mn-lt"/>
                </a:rPr>
                <a:t>】，该素材具有CC0共享协议，您可在遵循CC0共享协议的情况下使用。</a:t>
              </a:r>
              <a:endParaRPr lang="zh-CN" altLang="en-US" sz="800" dirty="0">
                <a:solidFill>
                  <a:srgbClr val="222222">
                    <a:alpha val="60000"/>
                  </a:srgbClr>
                </a:solidFill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</p:sld>
</file>

<file path=ppt/tags/tag1.xml><?xml version="1.0" encoding="utf-8"?>
<p:tagLst xmlns:p="http://schemas.openxmlformats.org/presentationml/2006/main">
  <p:tag name="COMMONDATA" val="eyJoZGlkIjoiMTVkNzY3MjQ5YWQwYTM2MmM4YmNlOGE0OTdmOWI5NGYifQ=="/>
</p:tagLst>
</file>

<file path=ppt/theme/theme1.xml><?xml version="1.0" encoding="utf-8"?>
<a:theme xmlns:a="http://schemas.openxmlformats.org/drawingml/2006/main" name="Office 主题​​">
  <a:themeElements>
    <a:clrScheme name="自定义 1">
      <a:dk1>
        <a:sysClr val="windowText" lastClr="000000"/>
      </a:dk1>
      <a:lt1>
        <a:sysClr val="window" lastClr="FFFFFF"/>
      </a:lt1>
      <a:dk2>
        <a:srgbClr val="000000"/>
      </a:dk2>
      <a:lt2>
        <a:srgbClr val="0F3343"/>
      </a:lt2>
      <a:accent1>
        <a:srgbClr val="2B357A"/>
      </a:accent1>
      <a:accent2>
        <a:srgbClr val="F2634B"/>
      </a:accent2>
      <a:accent3>
        <a:srgbClr val="61C9DC"/>
      </a:accent3>
      <a:accent4>
        <a:srgbClr val="FAA718"/>
      </a:accent4>
      <a:accent5>
        <a:srgbClr val="3F5C67"/>
      </a:accent5>
      <a:accent6>
        <a:srgbClr val="70AD47"/>
      </a:accent6>
      <a:hlink>
        <a:srgbClr val="0563C1"/>
      </a:hlink>
      <a:folHlink>
        <a:srgbClr val="954F72"/>
      </a:folHlink>
    </a:clrScheme>
    <a:fontScheme name="rl0l2bq3">
      <a:majorFont>
        <a:latin typeface="MiSans Normal"/>
        <a:ea typeface="MiSans Normal"/>
        <a:cs typeface=""/>
      </a:majorFont>
      <a:minorFont>
        <a:latin typeface="MiSans Normal"/>
        <a:ea typeface="MiSans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3285</Words>
  <Application>WPS 演示</Application>
  <PresentationFormat>宽屏</PresentationFormat>
  <Paragraphs>439</Paragraphs>
  <Slides>21</Slides>
  <Notes>1</Notes>
  <HiddenSlides>1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1" baseType="lpstr">
      <vt:lpstr>Arial</vt:lpstr>
      <vt:lpstr>宋体</vt:lpstr>
      <vt:lpstr>Wingdings</vt:lpstr>
      <vt:lpstr>MiSans Normal</vt:lpstr>
      <vt:lpstr>微软雅黑</vt:lpstr>
      <vt:lpstr>Arial Unicode MS</vt:lpstr>
      <vt:lpstr>等线</vt:lpstr>
      <vt:lpstr>黑体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58263148@qq.com</dc:creator>
  <cp:lastModifiedBy>Kwin</cp:lastModifiedBy>
  <cp:revision>2958</cp:revision>
  <dcterms:created xsi:type="dcterms:W3CDTF">2021-07-02T06:09:00Z</dcterms:created>
  <dcterms:modified xsi:type="dcterms:W3CDTF">2022-06-30T09:23:11Z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DD815F7D0AFF45D9A9CB278DA9F626E7</vt:lpwstr>
  </property>
  <property fmtid="{D5CDD505-2E9C-101B-9397-08002B2CF9AE}" pid="3" name="KSOProductBuildVer">
    <vt:lpwstr>2052-11.1.0.11830</vt:lpwstr>
  </property>
  <property fmtid="{D5CDD505-2E9C-101B-9397-08002B2CF9AE}" pid="4" name="KSOTemplateUUID">
    <vt:lpwstr>v1.0_mb_sdZ4Q0cnxkhdsmUhenXe+A==</vt:lpwstr>
  </property>
</Properties>
</file>