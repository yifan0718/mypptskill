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8" r:id="rId3"/>
    <p:sldId id="336" r:id="rId5"/>
    <p:sldId id="414" r:id="rId6"/>
    <p:sldId id="415" r:id="rId7"/>
    <p:sldId id="370" r:id="rId8"/>
    <p:sldId id="416" r:id="rId9"/>
    <p:sldId id="439" r:id="rId10"/>
    <p:sldId id="438" r:id="rId11"/>
    <p:sldId id="418" r:id="rId12"/>
    <p:sldId id="419" r:id="rId13"/>
    <p:sldId id="421" r:id="rId14"/>
    <p:sldId id="437" r:id="rId15"/>
    <p:sldId id="420" r:id="rId16"/>
    <p:sldId id="423" r:id="rId17"/>
    <p:sldId id="424" r:id="rId18"/>
    <p:sldId id="425" r:id="rId19"/>
    <p:sldId id="432" r:id="rId20"/>
    <p:sldId id="433" r:id="rId21"/>
    <p:sldId id="431" r:id="rId22"/>
    <p:sldId id="426" r:id="rId23"/>
    <p:sldId id="392" r:id="rId24"/>
    <p:sldId id="427" r:id="rId25"/>
    <p:sldId id="434" r:id="rId26"/>
    <p:sldId id="435" r:id="rId27"/>
    <p:sldId id="458" r:id="rId28"/>
  </p:sldIdLst>
  <p:sldSz cx="9144000" cy="5143500" type="screen16x9"/>
  <p:notesSz cx="6858000" cy="9144000"/>
  <p:custDataLst>
    <p:tags r:id="rId5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A9"/>
    <a:srgbClr val="C92E2C"/>
    <a:srgbClr val="F6E0CB"/>
    <a:srgbClr val="C22425"/>
    <a:srgbClr val="BB1718"/>
    <a:srgbClr val="A40809"/>
    <a:srgbClr val="F3B05F"/>
    <a:srgbClr val="A80506"/>
    <a:srgbClr val="910B0A"/>
    <a:srgbClr val="C82C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09" d="100"/>
          <a:sy n="109" d="100"/>
        </p:scale>
        <p:origin x="662" y="91"/>
      </p:cViewPr>
      <p:guideLst>
        <p:guide pos="83"/>
        <p:guide pos="5653"/>
        <p:guide orient="horz" pos="410"/>
        <p:guide orient="horz" pos="3098"/>
        <p:guide orient="horz" pos="930"/>
        <p:guide pos="4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059" y="62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2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3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70C85-9D57-4F5E-B4E1-FB51446B20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43BCD-A387-4C47-812F-24AC08E8339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" b="54402"/>
          <a:stretch>
            <a:fillRect/>
          </a:stretch>
        </p:blipFill>
        <p:spPr>
          <a:xfrm>
            <a:off x="70485" y="1290955"/>
            <a:ext cx="9072880" cy="3853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4" t="12994" r="26975" b="1299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2" r="767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90" b="13463"/>
          <a:stretch>
            <a:fillRect/>
          </a:stretch>
        </p:blipFill>
        <p:spPr>
          <a:xfrm>
            <a:off x="-1" y="1989845"/>
            <a:ext cx="9144001" cy="31536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99770" y="1367155"/>
            <a:ext cx="7650480" cy="3105785"/>
          </a:xfrm>
          <a:prstGeom prst="rect">
            <a:avLst/>
          </a:prstGeom>
          <a:solidFill>
            <a:srgbClr val="F6E0CB"/>
          </a:solidFill>
          <a:ln>
            <a:solidFill>
              <a:srgbClr val="FFEBA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90" b="30171"/>
          <a:stretch>
            <a:fillRect/>
          </a:stretch>
        </p:blipFill>
        <p:spPr>
          <a:xfrm>
            <a:off x="-607125" y="2429792"/>
            <a:ext cx="9751125" cy="2713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19178" y="1354347"/>
            <a:ext cx="8505645" cy="3105510"/>
          </a:xfrm>
          <a:prstGeom prst="rect">
            <a:avLst/>
          </a:prstGeom>
          <a:solidFill>
            <a:srgbClr val="F6E0CB"/>
          </a:solidFill>
          <a:ln>
            <a:solidFill>
              <a:srgbClr val="FFEBA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730" y="1309731"/>
            <a:ext cx="3666053" cy="366605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90" b="30171"/>
          <a:stretch>
            <a:fillRect/>
          </a:stretch>
        </p:blipFill>
        <p:spPr>
          <a:xfrm>
            <a:off x="-607125" y="2429792"/>
            <a:ext cx="9751125" cy="2713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08" r="21006" b="12197"/>
          <a:stretch>
            <a:fillRect/>
          </a:stretch>
        </p:blipFill>
        <p:spPr>
          <a:xfrm>
            <a:off x="2062977" y="0"/>
            <a:ext cx="7081024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1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D2595-A949-43B4-8CB6-38946B7E8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3F44A-A897-42F9-9EB8-82D020BD4E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107440" y="910590"/>
            <a:ext cx="6982460" cy="1679575"/>
            <a:chOff x="1152594" y="745307"/>
            <a:chExt cx="6284595" cy="1679575"/>
          </a:xfrm>
        </p:grpSpPr>
        <p:sp>
          <p:nvSpPr>
            <p:cNvPr id="5" name="文本框 4"/>
            <p:cNvSpPr txBox="1"/>
            <p:nvPr/>
          </p:nvSpPr>
          <p:spPr>
            <a:xfrm>
              <a:off x="1152594" y="1318077"/>
              <a:ext cx="6284595" cy="1106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600" spc="-300">
                  <a:ln w="38100">
                    <a:noFill/>
                  </a:ln>
                  <a:gradFill>
                    <a:gsLst>
                      <a:gs pos="0">
                        <a:srgbClr val="FEEBA5"/>
                      </a:gs>
                      <a:gs pos="100000">
                        <a:srgbClr val="E29B6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不忘初心 牢记使命</a:t>
              </a:r>
              <a:endParaRPr lang="zh-CN" altLang="en-US" sz="66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026656" y="745307"/>
              <a:ext cx="2536471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150000"/>
                </a:lnSpc>
                <a:defRPr sz="105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dist"/>
              <a:r>
                <a:rPr lang="zh-CN" altLang="en-US" sz="1400" b="1">
                  <a:gradFill>
                    <a:gsLst>
                      <a:gs pos="0">
                        <a:srgbClr val="F6E0CB"/>
                      </a:gs>
                      <a:gs pos="100000">
                        <a:srgbClr val="E29B60"/>
                      </a:gs>
                    </a:gsLst>
                    <a:lin ang="5400000" scaled="1"/>
                  </a:gradFill>
                </a:rPr>
                <a:t>此处添加详细文本描述</a:t>
              </a:r>
              <a:endParaRPr lang="zh-CN" altLang="en-US" sz="1400" b="1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12" name="矩形: 圆角 11"/>
          <p:cNvSpPr/>
          <p:nvPr/>
        </p:nvSpPr>
        <p:spPr>
          <a:xfrm>
            <a:off x="3810664" y="4492821"/>
            <a:ext cx="1522672" cy="275818"/>
          </a:xfrm>
          <a:prstGeom prst="roundRect">
            <a:avLst>
              <a:gd name="adj" fmla="val 50000"/>
            </a:avLst>
          </a:prstGeom>
          <a:solidFill>
            <a:srgbClr val="FFE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lnSpc>
                <a:spcPct val="110000"/>
              </a:lnSpc>
            </a:pPr>
            <a:r>
              <a:rPr lang="zh-CN" altLang="en-US" sz="1200">
                <a:solidFill>
                  <a:srgbClr val="C82C2D"/>
                </a:solidFill>
                <a:latin typeface="+mj-lt"/>
              </a:rPr>
              <a:t>汇报人：稻壳儿</a:t>
            </a:r>
            <a:endParaRPr lang="zh-CN" altLang="en-US" sz="1200">
              <a:solidFill>
                <a:srgbClr val="C82C2D"/>
              </a:solidFill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87930" y="2639695"/>
            <a:ext cx="4344670" cy="337185"/>
          </a:xfrm>
          <a:prstGeom prst="rect">
            <a:avLst/>
          </a:prstGeom>
          <a:noFill/>
          <a:ln w="19050">
            <a:solidFill>
              <a:srgbClr val="FFEBA9">
                <a:alpha val="51000"/>
              </a:srgbClr>
            </a:solidFill>
          </a:ln>
        </p:spPr>
        <p:txBody>
          <a:bodyPr wrap="square" rtlCol="0">
            <a:spAutoFit/>
          </a:bodyPr>
          <a:p>
            <a:pPr algn="dist"/>
            <a:r>
              <a:rPr lang="zh-CN" altLang="en-US" sz="16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此处添加你的副标题或其他内容描述</a:t>
            </a:r>
            <a:endParaRPr lang="zh-CN" altLang="en-US" sz="16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163482" y="99681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6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7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2437738" y="99300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2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71720" y="1301051"/>
            <a:ext cx="581386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200">
                <a:solidFill>
                  <a:schemeClr val="bg1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20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200000"/>
              </a:lnSpc>
            </a:pPr>
            <a:r>
              <a:rPr sz="1200">
                <a:solidFill>
                  <a:schemeClr val="bg1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8421" y="2605129"/>
            <a:ext cx="2418703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rgbClr val="FFEBA9"/>
                </a:solidFill>
                <a:latin typeface="+mj-lt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/>
              <a:t>此处添加详细文本描述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67526" y="1686025"/>
            <a:ext cx="180049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前言</a:t>
            </a:r>
            <a:endParaRPr lang="zh-CN" altLang="en-US" sz="48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681730" y="963930"/>
            <a:ext cx="26123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点击此处编辑标题</a:t>
            </a:r>
            <a:endParaRPr lang="zh-CN" altLang="en-US" sz="24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91472" y="905211"/>
            <a:ext cx="71277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01</a:t>
            </a:r>
            <a:endParaRPr lang="zh-CN" altLang="en-US" sz="32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81730" y="2928620"/>
            <a:ext cx="261302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点击此处编辑标题</a:t>
            </a:r>
            <a:endParaRPr lang="zh-CN" altLang="en-US" sz="24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84845" y="2845463"/>
            <a:ext cx="72602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03</a:t>
            </a:r>
            <a:endParaRPr lang="zh-CN" altLang="en-US" sz="32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681730" y="1944370"/>
            <a:ext cx="261302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点击此处编辑标题</a:t>
            </a:r>
            <a:endParaRPr lang="zh-CN" altLang="en-US" sz="24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094759" y="1882957"/>
            <a:ext cx="70619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02</a:t>
            </a:r>
            <a:endParaRPr lang="zh-CN" altLang="en-US" sz="32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649980" y="3864610"/>
            <a:ext cx="264414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点击此处编辑标题</a:t>
            </a:r>
            <a:endParaRPr lang="zh-CN" altLang="en-US" sz="24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92074" y="3807968"/>
            <a:ext cx="91156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04</a:t>
            </a:r>
            <a:endParaRPr lang="zh-CN" altLang="en-US" sz="32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3050" y="1951874"/>
            <a:ext cx="2612571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目录</a:t>
            </a:r>
            <a:endParaRPr lang="zh-CN" altLang="en-US" sz="60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10304" y="2867411"/>
            <a:ext cx="2418703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pPr algn="ctr"/>
            <a:r>
              <a:rPr lang="zh-CN" altLang="en-US">
                <a:solidFill>
                  <a:srgbClr val="FFEBA9"/>
                </a:solidFill>
              </a:rPr>
              <a:t>此处添加详细文本描述</a:t>
            </a:r>
            <a:endParaRPr lang="zh-CN" altLang="en-US">
              <a:solidFill>
                <a:srgbClr val="FFEBA9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51166" y="1107768"/>
            <a:ext cx="27038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第一部分</a:t>
            </a:r>
            <a:endParaRPr lang="zh-CN" altLang="en-US" sz="40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36103" y="1838960"/>
            <a:ext cx="533400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点击此处编辑标题</a:t>
            </a:r>
            <a:endParaRPr lang="zh-CN" altLang="en-US" sz="44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04967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5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6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5634328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970405" y="2718435"/>
            <a:ext cx="5065395" cy="81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>
                <a:solidFill>
                  <a:srgbClr val="F6E0CB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050">
              <a:solidFill>
                <a:srgbClr val="F6E0CB"/>
              </a:solidFill>
              <a:latin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37382" y="795494"/>
            <a:ext cx="8269235" cy="922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rgbClr val="F6E0CB"/>
                </a:solidFill>
                <a:cs typeface="+mn-ea"/>
              </a:defRPr>
            </a:lvl1pPr>
          </a:lstStyle>
          <a:p>
            <a:r>
              <a:rPr lang="zh-CN" altLang="en-US" sz="1200">
                <a:solidFill>
                  <a:schemeClr val="bg1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此处添加详细文本描述，建议与标题相关并符合整体语言风格，语言描述尽量简洁生动。尽量将每页幻灯片的字数控制在200字以内。</a:t>
            </a:r>
            <a:endParaRPr lang="zh-CN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95569" y="2169780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8214" y="2435608"/>
            <a:ext cx="1072774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620604" y="3336107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93249" y="3609554"/>
            <a:ext cx="1072774" cy="645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788803" y="2169780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718285" y="2435608"/>
            <a:ext cx="1159102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039472" y="3336107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40410" y="3609554"/>
            <a:ext cx="121618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325802" y="2169780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26740" y="2435608"/>
            <a:ext cx="121618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612132" y="3336107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513070" y="3609554"/>
            <a:ext cx="121618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7898463" y="2169780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799401" y="2435608"/>
            <a:ext cx="121618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32" name="椭圆 31"/>
          <p:cNvSpPr/>
          <p:nvPr/>
        </p:nvSpPr>
        <p:spPr>
          <a:xfrm>
            <a:off x="865092" y="1549135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613376" y="1556888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361661" y="1556888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109945" y="1556888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7858231" y="1549135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1609373" y="1793352"/>
            <a:ext cx="783045" cy="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FFEBA9"/>
                </a:gs>
                <a:gs pos="100000">
                  <a:srgbClr val="FFEBA9">
                    <a:alpha val="0"/>
                  </a:srgbClr>
                </a:gs>
              </a:gsLst>
              <a:lin ang="1080000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3340861" y="1793352"/>
            <a:ext cx="783045" cy="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FFEBA9"/>
                </a:gs>
                <a:gs pos="100000">
                  <a:srgbClr val="FFEBA9">
                    <a:alpha val="0"/>
                  </a:srgbClr>
                </a:gs>
              </a:gsLst>
              <a:lin ang="1080000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5072349" y="1793352"/>
            <a:ext cx="783045" cy="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FFEBA9"/>
                </a:gs>
                <a:gs pos="100000">
                  <a:srgbClr val="FFEBA9">
                    <a:alpha val="0"/>
                  </a:srgbClr>
                </a:gs>
              </a:gsLst>
              <a:lin ang="1080000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6803836" y="1816612"/>
            <a:ext cx="783045" cy="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FFEBA9"/>
                </a:gs>
                <a:gs pos="100000">
                  <a:srgbClr val="FFEBA9">
                    <a:alpha val="0"/>
                  </a:srgbClr>
                </a:gs>
              </a:gsLst>
              <a:lin ang="1080000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862174" y="1585186"/>
            <a:ext cx="7471903" cy="408580"/>
            <a:chOff x="862174" y="1442311"/>
            <a:chExt cx="7471903" cy="408580"/>
          </a:xfrm>
        </p:grpSpPr>
        <p:sp>
          <p:nvSpPr>
            <p:cNvPr id="80" name="文本框 79"/>
            <p:cNvSpPr txBox="1"/>
            <p:nvPr/>
          </p:nvSpPr>
          <p:spPr>
            <a:xfrm>
              <a:off x="862174" y="1442311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01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2610458" y="1450064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02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4358743" y="1450064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03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6107027" y="1450064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04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855313" y="1442311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05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310505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043002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lang="zh-CN" altLang="en-US"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804745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lang="zh-CN" altLang="en-US"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625098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lang="zh-CN" altLang="en-US"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336147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lang="zh-CN" altLang="en-US"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92" name="文本框 18"/>
          <p:cNvSpPr txBox="1"/>
          <p:nvPr/>
        </p:nvSpPr>
        <p:spPr>
          <a:xfrm>
            <a:off x="3774426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5" name="文本框 18"/>
          <p:cNvSpPr txBox="1"/>
          <p:nvPr/>
        </p:nvSpPr>
        <p:spPr>
          <a:xfrm>
            <a:off x="280021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6" name="文本框 18"/>
          <p:cNvSpPr txBox="1"/>
          <p:nvPr/>
        </p:nvSpPr>
        <p:spPr>
          <a:xfrm>
            <a:off x="1974836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7" name="文本框 18"/>
          <p:cNvSpPr txBox="1"/>
          <p:nvPr/>
        </p:nvSpPr>
        <p:spPr>
          <a:xfrm>
            <a:off x="5639421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8" name="文本框 18"/>
          <p:cNvSpPr txBox="1"/>
          <p:nvPr/>
        </p:nvSpPr>
        <p:spPr>
          <a:xfrm>
            <a:off x="7322171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cxnSp>
        <p:nvCxnSpPr>
          <p:cNvPr id="51" name="直接连接符 50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CxnSpPr/>
          <p:nvPr/>
        </p:nvCxnSpPr>
        <p:spPr>
          <a:xfrm flipH="1">
            <a:off x="1677758" y="1374094"/>
            <a:ext cx="14396" cy="3379034"/>
          </a:xfrm>
          <a:prstGeom prst="line">
            <a:avLst/>
          </a:prstGeom>
          <a:ln>
            <a:gradFill flip="none" rotWithShape="1">
              <a:gsLst>
                <a:gs pos="29000">
                  <a:srgbClr val="F6E0CB"/>
                </a:gs>
                <a:gs pos="100000">
                  <a:srgbClr val="F6E0CB">
                    <a:alpha val="0"/>
                  </a:srgb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椭圆 51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519586" y="1043354"/>
            <a:ext cx="330740" cy="33074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C22425"/>
                </a:solidFill>
                <a:latin typeface="+mj-lt"/>
              </a:rPr>
              <a:t>1</a:t>
            </a:r>
            <a:endParaRPr lang="zh-CN" altLang="en-US" sz="1600" b="1">
              <a:solidFill>
                <a:srgbClr val="C22425"/>
              </a:solidFill>
              <a:latin typeface="+mj-lt"/>
            </a:endParaRP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955165" y="1351915"/>
            <a:ext cx="5431155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bg1"/>
              </a:solidFill>
              <a:cs typeface="+mn-ea"/>
            </a:endParaRPr>
          </a:p>
        </p:txBody>
      </p:sp>
      <p:sp>
        <p:nvSpPr>
          <p:cNvPr id="54" name="文本框 53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 txBox="1"/>
          <p:nvPr/>
        </p:nvSpPr>
        <p:spPr>
          <a:xfrm>
            <a:off x="1955165" y="1052830"/>
            <a:ext cx="47091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ln w="38100">
                  <a:noFill/>
                </a:ln>
                <a:solidFill>
                  <a:srgbClr val="FFEBA9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1600"/>
              <a:t>此处添加标题或其他内容描述</a:t>
            </a:r>
            <a:endParaRPr lang="zh-CN" altLang="en-US" sz="1600"/>
          </a:p>
        </p:txBody>
      </p:sp>
      <p:sp>
        <p:nvSpPr>
          <p:cNvPr id="55" name="椭圆 54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519586" y="2376044"/>
            <a:ext cx="330740" cy="33074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C22425"/>
                </a:solidFill>
                <a:latin typeface="+mj-lt"/>
              </a:rPr>
              <a:t>2</a:t>
            </a:r>
            <a:endParaRPr lang="zh-CN" altLang="en-US" sz="1600" b="1">
              <a:solidFill>
                <a:srgbClr val="C22425"/>
              </a:solidFill>
              <a:latin typeface="+mj-lt"/>
            </a:endParaRPr>
          </a:p>
        </p:txBody>
      </p:sp>
      <p:sp>
        <p:nvSpPr>
          <p:cNvPr id="56" name="椭圆 55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519586" y="3657203"/>
            <a:ext cx="330740" cy="33074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C22425"/>
                </a:solidFill>
                <a:latin typeface="+mj-lt"/>
              </a:rPr>
              <a:t>3</a:t>
            </a:r>
            <a:endParaRPr lang="zh-CN" altLang="en-US" sz="1600" b="1">
              <a:solidFill>
                <a:srgbClr val="C22425"/>
              </a:solidFill>
              <a:latin typeface="+mj-lt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955165" y="3966210"/>
            <a:ext cx="5431155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bg1"/>
              </a:solidFill>
              <a:cs typeface="+mn-ea"/>
            </a:endParaRPr>
          </a:p>
        </p:txBody>
      </p:sp>
      <p:sp>
        <p:nvSpPr>
          <p:cNvPr id="58" name="文本框 57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 txBox="1"/>
          <p:nvPr/>
        </p:nvSpPr>
        <p:spPr>
          <a:xfrm>
            <a:off x="1955165" y="3666490"/>
            <a:ext cx="470979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n w="38100">
                  <a:noFill/>
                </a:ln>
                <a:solidFill>
                  <a:srgbClr val="FFEBA9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>
                <a:sym typeface="+mn-ea"/>
              </a:rPr>
              <a:t>此处添加标题或其他内容描述</a:t>
            </a:r>
            <a:endParaRPr lang="zh-CN" altLang="en-US"/>
          </a:p>
        </p:txBody>
      </p:sp>
      <p:sp>
        <p:nvSpPr>
          <p:cNvPr id="66" name="矩形 65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955165" y="2667635"/>
            <a:ext cx="5431155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bg1"/>
              </a:solidFill>
              <a:cs typeface="+mn-ea"/>
            </a:endParaRPr>
          </a:p>
        </p:txBody>
      </p:sp>
      <p:sp>
        <p:nvSpPr>
          <p:cNvPr id="67" name="文本框 66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 txBox="1"/>
          <p:nvPr/>
        </p:nvSpPr>
        <p:spPr>
          <a:xfrm>
            <a:off x="1955165" y="2343150"/>
            <a:ext cx="470979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n w="38100">
                  <a:noFill/>
                </a:ln>
                <a:solidFill>
                  <a:srgbClr val="FFEBA9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>
                <a:sym typeface="+mn-ea"/>
              </a:rPr>
              <a:t>此处添加标题或其他内容描述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70" name="椭圆 69"/>
          <p:cNvSpPr/>
          <p:nvPr/>
        </p:nvSpPr>
        <p:spPr>
          <a:xfrm>
            <a:off x="235428" y="1621723"/>
            <a:ext cx="1927857" cy="1927857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C92E2C"/>
              </a:solidFill>
              <a:latin typeface="+mj-lt"/>
            </a:endParaRPr>
          </a:p>
        </p:txBody>
      </p:sp>
      <p:sp>
        <p:nvSpPr>
          <p:cNvPr id="72" name="弧形 71"/>
          <p:cNvSpPr/>
          <p:nvPr/>
        </p:nvSpPr>
        <p:spPr>
          <a:xfrm>
            <a:off x="-766355" y="619940"/>
            <a:ext cx="3931423" cy="3931423"/>
          </a:xfrm>
          <a:prstGeom prst="arc">
            <a:avLst>
              <a:gd name="adj1" fmla="val 18239138"/>
              <a:gd name="adj2" fmla="val 5654381"/>
            </a:avLst>
          </a:prstGeom>
          <a:ln w="57150" cap="rnd">
            <a:gradFill>
              <a:gsLst>
                <a:gs pos="0">
                  <a:srgbClr val="F6E0CB"/>
                </a:gs>
                <a:gs pos="100000">
                  <a:srgbClr val="FFEBA9">
                    <a:alpha val="0"/>
                  </a:srgbClr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弧形 72"/>
          <p:cNvSpPr/>
          <p:nvPr/>
        </p:nvSpPr>
        <p:spPr>
          <a:xfrm>
            <a:off x="-385544" y="1000751"/>
            <a:ext cx="3169801" cy="3169801"/>
          </a:xfrm>
          <a:prstGeom prst="arc">
            <a:avLst>
              <a:gd name="adj1" fmla="val 20324702"/>
              <a:gd name="adj2" fmla="val 8347526"/>
            </a:avLst>
          </a:prstGeom>
          <a:ln w="57150" cap="rnd">
            <a:gradFill flip="none" rotWithShape="1">
              <a:gsLst>
                <a:gs pos="0">
                  <a:srgbClr val="F6E0CB"/>
                </a:gs>
                <a:gs pos="100000">
                  <a:srgbClr val="FFEBA9">
                    <a:alpha val="0"/>
                  </a:srgbClr>
                </a:gs>
              </a:gsLst>
              <a:lin ang="162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2473234" y="1108710"/>
            <a:ext cx="476250" cy="47625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C92E2C"/>
                </a:solidFill>
                <a:latin typeface="+mj-lt"/>
              </a:rPr>
              <a:t>1</a:t>
            </a:r>
            <a:endParaRPr lang="zh-CN" altLang="en-US" b="1">
              <a:solidFill>
                <a:srgbClr val="C92E2C"/>
              </a:solidFill>
              <a:latin typeface="+mj-lt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2903015" y="2595978"/>
            <a:ext cx="476250" cy="47625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C92E2C"/>
                </a:solidFill>
                <a:latin typeface="+mj-lt"/>
              </a:rPr>
              <a:t>2</a:t>
            </a:r>
            <a:endParaRPr lang="zh-CN" altLang="en-US" b="1">
              <a:solidFill>
                <a:srgbClr val="C92E2C"/>
              </a:solidFill>
              <a:latin typeface="+mj-lt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2035439" y="3943273"/>
            <a:ext cx="476250" cy="47625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C92E2C"/>
                </a:solidFill>
                <a:latin typeface="+mj-lt"/>
              </a:rPr>
              <a:t>3</a:t>
            </a:r>
            <a:endParaRPr lang="zh-CN" altLang="en-US" b="1">
              <a:solidFill>
                <a:srgbClr val="C92E2C"/>
              </a:solidFill>
              <a:latin typeface="+mj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068955" y="1235710"/>
            <a:ext cx="5233670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200">
                <a:solidFill>
                  <a:schemeClr val="bg1"/>
                </a:solidFill>
                <a:latin typeface="+mj-lt"/>
                <a:cs typeface="+mn-ea"/>
              </a:defRPr>
            </a:lvl1pPr>
          </a:lstStyle>
          <a:p>
            <a:pPr algn="l"/>
            <a:r>
              <a:rPr lang="zh-CN" altLang="en-US" sz="1050"/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/>
          </a:p>
        </p:txBody>
      </p:sp>
      <p:sp>
        <p:nvSpPr>
          <p:cNvPr id="78" name="文本框 77"/>
          <p:cNvSpPr txBox="1"/>
          <p:nvPr/>
        </p:nvSpPr>
        <p:spPr>
          <a:xfrm>
            <a:off x="3495509" y="2673911"/>
            <a:ext cx="5164182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200">
                <a:solidFill>
                  <a:schemeClr val="bg1"/>
                </a:solidFill>
                <a:latin typeface="+mj-lt"/>
                <a:cs typeface="+mn-ea"/>
              </a:defRPr>
            </a:lvl1pPr>
          </a:lstStyle>
          <a:p>
            <a:pPr algn="l"/>
            <a:r>
              <a:rPr lang="zh-CN" altLang="en-US" sz="1050"/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/>
          </a:p>
        </p:txBody>
      </p:sp>
      <p:sp>
        <p:nvSpPr>
          <p:cNvPr id="79" name="文本框 78"/>
          <p:cNvSpPr txBox="1"/>
          <p:nvPr/>
        </p:nvSpPr>
        <p:spPr>
          <a:xfrm>
            <a:off x="2635978" y="4066462"/>
            <a:ext cx="5164182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200">
                <a:solidFill>
                  <a:schemeClr val="bg1"/>
                </a:solidFill>
                <a:latin typeface="+mj-lt"/>
                <a:cs typeface="+mn-ea"/>
              </a:defRPr>
            </a:lvl1pPr>
          </a:lstStyle>
          <a:p>
            <a:pPr algn="l"/>
            <a:r>
              <a:rPr lang="zh-CN" altLang="en-US" sz="1050"/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/>
          </a:p>
        </p:txBody>
      </p:sp>
      <p:sp>
        <p:nvSpPr>
          <p:cNvPr id="22" name="文本框 21"/>
          <p:cNvSpPr txBox="1"/>
          <p:nvPr/>
        </p:nvSpPr>
        <p:spPr>
          <a:xfrm>
            <a:off x="3067050" y="955040"/>
            <a:ext cx="257048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1600">
                <a:latin typeface="+mj-ea"/>
                <a:ea typeface="+mj-ea"/>
              </a:rPr>
              <a:t>添加标题或其他内容描述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95675" y="2390140"/>
            <a:ext cx="251841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1600">
                <a:latin typeface="+mj-ea"/>
                <a:ea typeface="+mj-ea"/>
              </a:rPr>
              <a:t>添加标题或其他内容描述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618105" y="3781425"/>
            <a:ext cx="250380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1600">
                <a:latin typeface="+mj-ea"/>
                <a:ea typeface="+mj-ea"/>
              </a:rPr>
              <a:t>添加标题或其他内容描述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6425" y="1939925"/>
            <a:ext cx="12947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rgbClr val="C92E2C"/>
                </a:solidFill>
                <a:latin typeface="+mj-ea"/>
                <a:ea typeface="+mj-ea"/>
                <a:sym typeface="+mn-ea"/>
              </a:rPr>
              <a:t>添加</a:t>
            </a:r>
            <a:endParaRPr lang="zh-CN" altLang="en-US" sz="4000">
              <a:solidFill>
                <a:srgbClr val="C92E2C"/>
              </a:solidFill>
              <a:latin typeface="+mj-ea"/>
              <a:ea typeface="+mj-ea"/>
              <a:sym typeface="+mn-ea"/>
            </a:endParaRPr>
          </a:p>
          <a:p>
            <a:r>
              <a:rPr lang="zh-CN" altLang="en-US" sz="4000">
                <a:solidFill>
                  <a:srgbClr val="C92E2C"/>
                </a:solidFill>
                <a:latin typeface="+mj-ea"/>
                <a:ea typeface="+mj-ea"/>
                <a:sym typeface="+mn-ea"/>
              </a:rPr>
              <a:t>标题</a:t>
            </a:r>
            <a:endParaRPr lang="zh-CN" altLang="en-US" sz="4000">
              <a:solidFill>
                <a:srgbClr val="C92E2C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58151" y="1107768"/>
            <a:ext cx="27038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第二部分</a:t>
            </a:r>
            <a:endParaRPr lang="zh-CN" altLang="en-US" sz="40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04967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5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6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5634328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43088" y="1838960"/>
            <a:ext cx="533400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dist"/>
            <a:r>
              <a:rPr lang="zh-CN" altLang="en-US"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点击此处编辑标题</a:t>
            </a:r>
            <a:endParaRPr lang="zh-CN" altLang="en-US" sz="44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77390" y="2718435"/>
            <a:ext cx="5065395" cy="8185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r>
              <a:rPr sz="1050">
                <a:solidFill>
                  <a:srgbClr val="F6E0CB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050">
              <a:solidFill>
                <a:srgbClr val="F6E0CB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475044" y="1606061"/>
            <a:ext cx="2440745" cy="244074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351628" y="1591994"/>
            <a:ext cx="2440745" cy="244074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245706" y="1599027"/>
            <a:ext cx="2440745" cy="244074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-448735" y="549936"/>
            <a:ext cx="2249171" cy="2252531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7128933" y="3052763"/>
            <a:ext cx="2497667" cy="2497667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36" name="星形: 五角 35"/>
          <p:cNvSpPr/>
          <p:nvPr/>
        </p:nvSpPr>
        <p:spPr>
          <a:xfrm>
            <a:off x="2973124" y="316861"/>
            <a:ext cx="241456" cy="241456"/>
          </a:xfrm>
          <a:prstGeom prst="star5">
            <a:avLst>
              <a:gd name="adj" fmla="val 23560"/>
              <a:gd name="hf" fmla="val 105146"/>
              <a:gd name="vf" fmla="val 110557"/>
            </a:avLst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37" name="星形: 五角 36"/>
          <p:cNvSpPr/>
          <p:nvPr/>
        </p:nvSpPr>
        <p:spPr>
          <a:xfrm>
            <a:off x="2775388" y="360673"/>
            <a:ext cx="153831" cy="153831"/>
          </a:xfrm>
          <a:prstGeom prst="star5">
            <a:avLst>
              <a:gd name="adj" fmla="val 23560"/>
              <a:gd name="hf" fmla="val 105146"/>
              <a:gd name="vf" fmla="val 110557"/>
            </a:avLst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38" name="星形: 五角 37"/>
          <p:cNvSpPr/>
          <p:nvPr/>
        </p:nvSpPr>
        <p:spPr>
          <a:xfrm>
            <a:off x="2618154" y="388069"/>
            <a:ext cx="99038" cy="99038"/>
          </a:xfrm>
          <a:prstGeom prst="star5">
            <a:avLst>
              <a:gd name="adj" fmla="val 23560"/>
              <a:gd name="hf" fmla="val 105146"/>
              <a:gd name="vf" fmla="val 110557"/>
            </a:avLst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364628" y="2679192"/>
            <a:ext cx="2661577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  <a:sym typeface="+mn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83586" y="2219295"/>
            <a:ext cx="122366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 spc="-150">
                <a:solidFill>
                  <a:srgbClr val="BB1718"/>
                </a:solidFill>
              </a:rPr>
              <a:t>添加标题</a:t>
            </a:r>
            <a:endParaRPr lang="zh-CN" altLang="en-US" sz="1800" spc="-150">
              <a:solidFill>
                <a:srgbClr val="BB1718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241211" y="2679192"/>
            <a:ext cx="2661577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  <a:sym typeface="+mn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960170" y="2219295"/>
            <a:ext cx="122366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  <p:sp>
        <p:nvSpPr>
          <p:cNvPr id="48" name="矩形 47"/>
          <p:cNvSpPr/>
          <p:nvPr/>
        </p:nvSpPr>
        <p:spPr>
          <a:xfrm>
            <a:off x="6135290" y="2679192"/>
            <a:ext cx="2661577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  <a:sym typeface="+mn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  <a:sym typeface="+mn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854248" y="2219295"/>
            <a:ext cx="122366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  <p:sp>
        <p:nvSpPr>
          <p:cNvPr id="53" name="椭圆 52"/>
          <p:cNvSpPr/>
          <p:nvPr/>
        </p:nvSpPr>
        <p:spPr>
          <a:xfrm>
            <a:off x="2876842" y="1066506"/>
            <a:ext cx="586025" cy="586025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362242" y="4258350"/>
            <a:ext cx="586025" cy="586025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3031066" y="4131336"/>
            <a:ext cx="838800" cy="840053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5808133" y="1203325"/>
            <a:ext cx="475200" cy="474475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7577666" y="415754"/>
            <a:ext cx="1236133" cy="1234247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2105234" y="1901190"/>
            <a:ext cx="480123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 sz="2800">
                <a:solidFill>
                  <a:srgbClr val="C82C2D"/>
                </a:solidFill>
              </a:rPr>
              <a:t>此处添加标题或其他内容描述</a:t>
            </a:r>
            <a:endParaRPr lang="zh-CN" altLang="en-US" sz="2800">
              <a:solidFill>
                <a:srgbClr val="C82C2D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377524" y="2534285"/>
            <a:ext cx="6256655" cy="1198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165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ctr">
              <a:lnSpc>
                <a:spcPct val="20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>
            <a:off x="2906787" y="1203325"/>
            <a:ext cx="3330426" cy="3330426"/>
          </a:xfrm>
          <a:prstGeom prst="ellipse">
            <a:avLst/>
          </a:prstGeom>
          <a:gradFill flip="none" rotWithShape="1">
            <a:gsLst>
              <a:gs pos="51000">
                <a:srgbClr val="F6E0CB">
                  <a:alpha val="0"/>
                </a:srgbClr>
              </a:gs>
              <a:gs pos="100000">
                <a:srgbClr val="F6E0CB">
                  <a:alpha val="53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Roboto Regular"/>
              <a:ea typeface="思源黑体 CN Regular" panose="020B0500000000000000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604985" y="1007627"/>
            <a:ext cx="3934029" cy="3934029"/>
          </a:xfrm>
          <a:prstGeom prst="ellipse">
            <a:avLst/>
          </a:prstGeom>
          <a:noFill/>
          <a:ln w="19050" cap="flat" cmpd="sng" algn="ctr">
            <a:gradFill flip="none" rotWithShape="1">
              <a:gsLst>
                <a:gs pos="0">
                  <a:srgbClr val="F6E0CB"/>
                </a:gs>
                <a:gs pos="93000">
                  <a:srgbClr val="F6E0CB">
                    <a:alpha val="0"/>
                  </a:srgbClr>
                </a:gs>
                <a:gs pos="7000">
                  <a:srgbClr val="F6E0CB">
                    <a:alpha val="0"/>
                  </a:srgbClr>
                </a:gs>
                <a:gs pos="100000">
                  <a:srgbClr val="F6E0CB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Roboto Regular"/>
              <a:ea typeface="思源黑体 CN Regular" panose="020B05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002444" y="1749723"/>
            <a:ext cx="3139111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此处添加标题或</a:t>
            </a:r>
            <a:endParaRPr lang="zh-CN" altLang="en-US" sz="1800"/>
          </a:p>
          <a:p>
            <a:r>
              <a:rPr lang="zh-CN" altLang="en-US" sz="1800"/>
              <a:t>其他内容描述</a:t>
            </a:r>
            <a:endParaRPr lang="zh-CN" altLang="en-US" sz="1800"/>
          </a:p>
        </p:txBody>
      </p:sp>
      <p:sp>
        <p:nvSpPr>
          <p:cNvPr id="15" name="文本框 14"/>
          <p:cNvSpPr txBox="1"/>
          <p:nvPr/>
        </p:nvSpPr>
        <p:spPr>
          <a:xfrm>
            <a:off x="3191509" y="2571750"/>
            <a:ext cx="2760981" cy="130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1310" y="1391757"/>
            <a:ext cx="2193073" cy="2977257"/>
          </a:xfrm>
          <a:prstGeom prst="rect">
            <a:avLst/>
          </a:prstGeom>
          <a:solidFill>
            <a:srgbClr val="F6E0CB"/>
          </a:solidFill>
          <a:ln w="28575">
            <a:gradFill flip="none" rotWithShape="1"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08831" y="2053448"/>
            <a:ext cx="1957343" cy="17875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algn="ctr"/>
            <a:r>
              <a:rPr lang="zh-CN" alt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4306" y="1622629"/>
            <a:ext cx="191516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solidFill>
                  <a:srgbClr val="BB1718"/>
                </a:solidFill>
                <a:latin typeface="+mj-ea"/>
                <a:ea typeface="+mj-ea"/>
              </a:rPr>
              <a:t>添加标题</a:t>
            </a:r>
            <a:endParaRPr lang="zh-CN" altLang="en-US" sz="1800" spc="-150"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780606" y="1452717"/>
            <a:ext cx="2193073" cy="2977257"/>
          </a:xfrm>
          <a:prstGeom prst="rect">
            <a:avLst/>
          </a:prstGeom>
          <a:solidFill>
            <a:srgbClr val="F6E0CB"/>
          </a:solidFill>
          <a:ln w="28575">
            <a:gradFill flip="none" rotWithShape="1"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892511" y="2053448"/>
            <a:ext cx="1957343" cy="17875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algn="ctr"/>
            <a:r>
              <a:rPr lang="zh-CN" alt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13602" y="1683589"/>
            <a:ext cx="19151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600" spc="-150">
                <a:solidFill>
                  <a:srgbClr val="BB1718"/>
                </a:solidFill>
                <a:latin typeface="+mj-ea"/>
                <a:ea typeface="+mj-ea"/>
              </a:rPr>
              <a:t>添加标题</a:t>
            </a:r>
            <a:endParaRPr lang="zh-CN" altLang="en-US" sz="1600" spc="-150"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208344" y="1011936"/>
            <a:ext cx="7615702" cy="1209917"/>
          </a:xfrm>
          <a:prstGeom prst="roundRect">
            <a:avLst/>
          </a:prstGeom>
          <a:gradFill flip="none" rotWithShape="1">
            <a:gsLst>
              <a:gs pos="0">
                <a:srgbClr val="BB1718"/>
              </a:gs>
              <a:gs pos="100000">
                <a:srgbClr val="BB1718">
                  <a:alpha val="0"/>
                </a:srgbClr>
              </a:gs>
            </a:gsLst>
            <a:lin ang="0" scaled="1"/>
            <a:tileRect/>
          </a:gradFill>
          <a:ln w="28575">
            <a:gradFill flip="none" rotWithShape="1">
              <a:gsLst>
                <a:gs pos="0">
                  <a:srgbClr val="F6E0CB"/>
                </a:gs>
                <a:gs pos="100000">
                  <a:srgbClr val="F6E0CB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475615" y="1496060"/>
            <a:ext cx="6830695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165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2896" y="1130552"/>
            <a:ext cx="3010347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latin typeface="+mj-ea"/>
              <a:ea typeface="+mj-ea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31933" y="2340718"/>
            <a:ext cx="7615702" cy="1209917"/>
          </a:xfrm>
          <a:prstGeom prst="roundRect">
            <a:avLst/>
          </a:prstGeom>
          <a:gradFill flip="none" rotWithShape="1">
            <a:gsLst>
              <a:gs pos="0">
                <a:srgbClr val="BB1718"/>
              </a:gs>
              <a:gs pos="100000">
                <a:srgbClr val="BB1718">
                  <a:alpha val="0"/>
                </a:srgbClr>
              </a:gs>
            </a:gsLst>
            <a:lin ang="0" scaled="1"/>
            <a:tileRect/>
          </a:gradFill>
          <a:ln w="28575">
            <a:gradFill flip="none" rotWithShape="1">
              <a:gsLst>
                <a:gs pos="0">
                  <a:srgbClr val="F6E0CB"/>
                </a:gs>
                <a:gs pos="100000">
                  <a:srgbClr val="F6E0CB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3870" y="2816225"/>
            <a:ext cx="6807200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165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6005" y="2466376"/>
            <a:ext cx="3010347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latin typeface="+mj-ea"/>
              <a:ea typeface="+mj-ea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21948" y="3674599"/>
            <a:ext cx="7615702" cy="1209917"/>
          </a:xfrm>
          <a:prstGeom prst="roundRect">
            <a:avLst/>
          </a:prstGeom>
          <a:gradFill flip="none" rotWithShape="1">
            <a:gsLst>
              <a:gs pos="0">
                <a:srgbClr val="BB1718"/>
              </a:gs>
              <a:gs pos="100000">
                <a:srgbClr val="BB1718">
                  <a:alpha val="0"/>
                </a:srgbClr>
              </a:gs>
            </a:gsLst>
            <a:lin ang="0" scaled="1"/>
            <a:tileRect/>
          </a:gradFill>
          <a:ln w="28575">
            <a:gradFill flip="none" rotWithShape="1">
              <a:gsLst>
                <a:gs pos="0">
                  <a:srgbClr val="F6E0CB"/>
                </a:gs>
                <a:gs pos="100000">
                  <a:srgbClr val="F6E0CB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66725" y="4150360"/>
            <a:ext cx="6817360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165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1" r="32665" b="8172"/>
          <a:stretch>
            <a:fillRect/>
          </a:stretch>
        </p:blipFill>
        <p:spPr>
          <a:xfrm>
            <a:off x="2775585" y="-1905"/>
            <a:ext cx="6374130" cy="51377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8225" y="3792891"/>
            <a:ext cx="3010347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34656" y="1123643"/>
            <a:ext cx="27038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第三部分</a:t>
            </a:r>
            <a:endParaRPr lang="zh-CN" altLang="en-US" sz="40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04967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5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6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5634328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19593" y="1854835"/>
            <a:ext cx="533400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点击此处编辑标题</a:t>
            </a:r>
            <a:endParaRPr lang="zh-CN" altLang="en-US" sz="44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53895" y="2734310"/>
            <a:ext cx="5065395" cy="81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>
                <a:solidFill>
                  <a:srgbClr val="F6E0CB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050">
              <a:solidFill>
                <a:srgbClr val="F6E0CB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18" name="矩形 17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/>
          <p:nvPr/>
        </p:nvSpPr>
        <p:spPr>
          <a:xfrm>
            <a:off x="673196" y="2892963"/>
            <a:ext cx="2033890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+mn-ea"/>
                <a:cs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0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9" name="文本框 18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 txBox="1"/>
          <p:nvPr/>
        </p:nvSpPr>
        <p:spPr>
          <a:xfrm>
            <a:off x="1147851" y="2485390"/>
            <a:ext cx="108458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  <p:sp>
        <p:nvSpPr>
          <p:cNvPr id="23" name="矩形 22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/>
          <p:nvPr/>
        </p:nvSpPr>
        <p:spPr>
          <a:xfrm>
            <a:off x="3544048" y="2900458"/>
            <a:ext cx="2055905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0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8" name="矩形 27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/>
          <p:nvPr/>
        </p:nvSpPr>
        <p:spPr>
          <a:xfrm>
            <a:off x="6456045" y="2885440"/>
            <a:ext cx="2014220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0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46" name="矩形: 圆角 45"/>
          <p:cNvSpPr/>
          <p:nvPr/>
        </p:nvSpPr>
        <p:spPr>
          <a:xfrm>
            <a:off x="449705" y="1687282"/>
            <a:ext cx="2495862" cy="2828769"/>
          </a:xfrm>
          <a:prstGeom prst="roundRect">
            <a:avLst>
              <a:gd name="adj" fmla="val 11562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3331564" y="1687282"/>
            <a:ext cx="2495862" cy="2828769"/>
          </a:xfrm>
          <a:prstGeom prst="roundRect">
            <a:avLst>
              <a:gd name="adj" fmla="val 11562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6232161" y="1687282"/>
            <a:ext cx="2495862" cy="2828769"/>
          </a:xfrm>
          <a:prstGeom prst="roundRect">
            <a:avLst>
              <a:gd name="adj" fmla="val 11562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276522" y="1269324"/>
            <a:ext cx="827238" cy="827237"/>
          </a:xfrm>
          <a:prstGeom prst="ellipse">
            <a:avLst/>
          </a:prstGeom>
          <a:gradFill>
            <a:gsLst>
              <a:gs pos="20000">
                <a:srgbClr val="F6E0CB"/>
              </a:gs>
              <a:gs pos="100000">
                <a:srgbClr val="FFEBA9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bg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158381" y="1269324"/>
            <a:ext cx="827238" cy="827237"/>
          </a:xfrm>
          <a:prstGeom prst="ellipse">
            <a:avLst/>
          </a:prstGeom>
          <a:gradFill>
            <a:gsLst>
              <a:gs pos="20000">
                <a:srgbClr val="F6E0CB"/>
              </a:gs>
              <a:gs pos="100000">
                <a:srgbClr val="FFEBA9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bg1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7058978" y="1269324"/>
            <a:ext cx="827238" cy="827237"/>
          </a:xfrm>
          <a:prstGeom prst="ellipse">
            <a:avLst/>
          </a:prstGeom>
          <a:gradFill>
            <a:gsLst>
              <a:gs pos="20000">
                <a:srgbClr val="F6E0CB"/>
              </a:gs>
              <a:gs pos="100000">
                <a:srgbClr val="FFEBA9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bg1"/>
              </a:solidFill>
            </a:endParaRPr>
          </a:p>
        </p:txBody>
      </p:sp>
      <p:grpSp>
        <p:nvGrpSpPr>
          <p:cNvPr id="31" name="组合 30" descr="e7d195523061f1c09e9d68d7cf438b91ef959ecb14fc25d26BBA7F7DBC18E55DFF4014AF651F0BF2569D4B6C1DA7F1A4683A481403BD872FC687266AD13265C1DE7C373772FD8728ABDD69ADD03BFF5BE2862BC891DBB79E0D855F2165124532C029E22D810EE753A4A293A4BAD8CFCC3C5125F55104B44C27F287D598D5434A3A16684EDBC778334F8E8D522DA64EC3"/>
          <p:cNvGrpSpPr/>
          <p:nvPr/>
        </p:nvGrpSpPr>
        <p:grpSpPr>
          <a:xfrm>
            <a:off x="7310038" y="1479129"/>
            <a:ext cx="325119" cy="407627"/>
            <a:chOff x="5643431" y="1815784"/>
            <a:chExt cx="494097" cy="619488"/>
          </a:xfrm>
          <a:solidFill>
            <a:srgbClr val="C82C2D"/>
          </a:solidFill>
        </p:grpSpPr>
        <p:sp>
          <p:nvSpPr>
            <p:cNvPr id="32" name="Freeform 5"/>
            <p:cNvSpPr>
              <a:spLocks noEditPoints="1"/>
            </p:cNvSpPr>
            <p:nvPr/>
          </p:nvSpPr>
          <p:spPr bwMode="auto">
            <a:xfrm>
              <a:off x="5718814" y="2009094"/>
              <a:ext cx="297802" cy="248915"/>
            </a:xfrm>
            <a:custGeom>
              <a:avLst/>
              <a:gdLst>
                <a:gd name="T0" fmla="*/ 22 w 335"/>
                <a:gd name="T1" fmla="*/ 44 h 280"/>
                <a:gd name="T2" fmla="*/ 313 w 335"/>
                <a:gd name="T3" fmla="*/ 44 h 280"/>
                <a:gd name="T4" fmla="*/ 335 w 335"/>
                <a:gd name="T5" fmla="*/ 22 h 280"/>
                <a:gd name="T6" fmla="*/ 313 w 335"/>
                <a:gd name="T7" fmla="*/ 0 h 280"/>
                <a:gd name="T8" fmla="*/ 22 w 335"/>
                <a:gd name="T9" fmla="*/ 0 h 280"/>
                <a:gd name="T10" fmla="*/ 0 w 335"/>
                <a:gd name="T11" fmla="*/ 22 h 280"/>
                <a:gd name="T12" fmla="*/ 22 w 335"/>
                <a:gd name="T13" fmla="*/ 44 h 280"/>
                <a:gd name="T14" fmla="*/ 22 w 335"/>
                <a:gd name="T15" fmla="*/ 122 h 280"/>
                <a:gd name="T16" fmla="*/ 313 w 335"/>
                <a:gd name="T17" fmla="*/ 122 h 280"/>
                <a:gd name="T18" fmla="*/ 335 w 335"/>
                <a:gd name="T19" fmla="*/ 100 h 280"/>
                <a:gd name="T20" fmla="*/ 313 w 335"/>
                <a:gd name="T21" fmla="*/ 79 h 280"/>
                <a:gd name="T22" fmla="*/ 22 w 335"/>
                <a:gd name="T23" fmla="*/ 79 h 280"/>
                <a:gd name="T24" fmla="*/ 0 w 335"/>
                <a:gd name="T25" fmla="*/ 100 h 280"/>
                <a:gd name="T26" fmla="*/ 22 w 335"/>
                <a:gd name="T27" fmla="*/ 122 h 280"/>
                <a:gd name="T28" fmla="*/ 22 w 335"/>
                <a:gd name="T29" fmla="*/ 202 h 280"/>
                <a:gd name="T30" fmla="*/ 168 w 335"/>
                <a:gd name="T31" fmla="*/ 202 h 280"/>
                <a:gd name="T32" fmla="*/ 189 w 335"/>
                <a:gd name="T33" fmla="*/ 180 h 280"/>
                <a:gd name="T34" fmla="*/ 168 w 335"/>
                <a:gd name="T35" fmla="*/ 159 h 280"/>
                <a:gd name="T36" fmla="*/ 22 w 335"/>
                <a:gd name="T37" fmla="*/ 159 h 280"/>
                <a:gd name="T38" fmla="*/ 0 w 335"/>
                <a:gd name="T39" fmla="*/ 180 h 280"/>
                <a:gd name="T40" fmla="*/ 22 w 335"/>
                <a:gd name="T41" fmla="*/ 202 h 280"/>
                <a:gd name="T42" fmla="*/ 113 w 335"/>
                <a:gd name="T43" fmla="*/ 237 h 280"/>
                <a:gd name="T44" fmla="*/ 22 w 335"/>
                <a:gd name="T45" fmla="*/ 237 h 280"/>
                <a:gd name="T46" fmla="*/ 0 w 335"/>
                <a:gd name="T47" fmla="*/ 259 h 280"/>
                <a:gd name="T48" fmla="*/ 22 w 335"/>
                <a:gd name="T49" fmla="*/ 280 h 280"/>
                <a:gd name="T50" fmla="*/ 113 w 335"/>
                <a:gd name="T51" fmla="*/ 280 h 280"/>
                <a:gd name="T52" fmla="*/ 135 w 335"/>
                <a:gd name="T53" fmla="*/ 259 h 280"/>
                <a:gd name="T54" fmla="*/ 113 w 335"/>
                <a:gd name="T55" fmla="*/ 2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35" h="280">
                  <a:moveTo>
                    <a:pt x="22" y="44"/>
                  </a:moveTo>
                  <a:cubicBezTo>
                    <a:pt x="313" y="44"/>
                    <a:pt x="313" y="44"/>
                    <a:pt x="313" y="44"/>
                  </a:cubicBezTo>
                  <a:cubicBezTo>
                    <a:pt x="326" y="44"/>
                    <a:pt x="335" y="35"/>
                    <a:pt x="335" y="22"/>
                  </a:cubicBezTo>
                  <a:cubicBezTo>
                    <a:pt x="335" y="9"/>
                    <a:pt x="326" y="0"/>
                    <a:pt x="31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0"/>
                    <a:pt x="0" y="9"/>
                    <a:pt x="0" y="22"/>
                  </a:cubicBezTo>
                  <a:cubicBezTo>
                    <a:pt x="0" y="35"/>
                    <a:pt x="9" y="44"/>
                    <a:pt x="22" y="44"/>
                  </a:cubicBezTo>
                  <a:close/>
                  <a:moveTo>
                    <a:pt x="22" y="122"/>
                  </a:moveTo>
                  <a:cubicBezTo>
                    <a:pt x="313" y="122"/>
                    <a:pt x="313" y="122"/>
                    <a:pt x="313" y="122"/>
                  </a:cubicBezTo>
                  <a:cubicBezTo>
                    <a:pt x="326" y="122"/>
                    <a:pt x="335" y="113"/>
                    <a:pt x="335" y="100"/>
                  </a:cubicBezTo>
                  <a:cubicBezTo>
                    <a:pt x="335" y="88"/>
                    <a:pt x="326" y="79"/>
                    <a:pt x="313" y="79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9" y="79"/>
                    <a:pt x="0" y="88"/>
                    <a:pt x="0" y="100"/>
                  </a:cubicBezTo>
                  <a:cubicBezTo>
                    <a:pt x="0" y="113"/>
                    <a:pt x="9" y="122"/>
                    <a:pt x="22" y="122"/>
                  </a:cubicBezTo>
                  <a:close/>
                  <a:moveTo>
                    <a:pt x="22" y="202"/>
                  </a:moveTo>
                  <a:cubicBezTo>
                    <a:pt x="168" y="202"/>
                    <a:pt x="168" y="202"/>
                    <a:pt x="168" y="202"/>
                  </a:cubicBezTo>
                  <a:cubicBezTo>
                    <a:pt x="180" y="202"/>
                    <a:pt x="189" y="193"/>
                    <a:pt x="189" y="180"/>
                  </a:cubicBezTo>
                  <a:cubicBezTo>
                    <a:pt x="189" y="168"/>
                    <a:pt x="180" y="159"/>
                    <a:pt x="168" y="159"/>
                  </a:cubicBezTo>
                  <a:cubicBezTo>
                    <a:pt x="22" y="159"/>
                    <a:pt x="22" y="159"/>
                    <a:pt x="22" y="159"/>
                  </a:cubicBezTo>
                  <a:cubicBezTo>
                    <a:pt x="9" y="159"/>
                    <a:pt x="0" y="168"/>
                    <a:pt x="0" y="180"/>
                  </a:cubicBezTo>
                  <a:cubicBezTo>
                    <a:pt x="0" y="193"/>
                    <a:pt x="9" y="202"/>
                    <a:pt x="22" y="202"/>
                  </a:cubicBezTo>
                  <a:close/>
                  <a:moveTo>
                    <a:pt x="113" y="237"/>
                  </a:moveTo>
                  <a:cubicBezTo>
                    <a:pt x="22" y="237"/>
                    <a:pt x="22" y="237"/>
                    <a:pt x="22" y="237"/>
                  </a:cubicBezTo>
                  <a:cubicBezTo>
                    <a:pt x="9" y="237"/>
                    <a:pt x="0" y="246"/>
                    <a:pt x="0" y="259"/>
                  </a:cubicBezTo>
                  <a:cubicBezTo>
                    <a:pt x="0" y="271"/>
                    <a:pt x="9" y="280"/>
                    <a:pt x="22" y="280"/>
                  </a:cubicBezTo>
                  <a:cubicBezTo>
                    <a:pt x="113" y="280"/>
                    <a:pt x="113" y="280"/>
                    <a:pt x="113" y="280"/>
                  </a:cubicBezTo>
                  <a:cubicBezTo>
                    <a:pt x="126" y="280"/>
                    <a:pt x="135" y="271"/>
                    <a:pt x="135" y="259"/>
                  </a:cubicBezTo>
                  <a:cubicBezTo>
                    <a:pt x="135" y="246"/>
                    <a:pt x="124" y="237"/>
                    <a:pt x="113" y="2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40400"/>
                </a:solidFill>
                <a:effectLst/>
                <a:uLnTx/>
                <a:uFillTx/>
                <a:ea typeface="思源黑体 CN Normal" panose="020B0400000000000000" charset="-122"/>
              </a:endParaRPr>
            </a:p>
          </p:txBody>
        </p:sp>
        <p:sp>
          <p:nvSpPr>
            <p:cNvPr id="33" name="Freeform 6"/>
            <p:cNvSpPr>
              <a:spLocks noEditPoints="1"/>
            </p:cNvSpPr>
            <p:nvPr/>
          </p:nvSpPr>
          <p:spPr bwMode="auto">
            <a:xfrm>
              <a:off x="5643431" y="1815784"/>
              <a:ext cx="494097" cy="619488"/>
            </a:xfrm>
            <a:custGeom>
              <a:avLst/>
              <a:gdLst>
                <a:gd name="T0" fmla="*/ 556 w 556"/>
                <a:gd name="T1" fmla="*/ 544 h 698"/>
                <a:gd name="T2" fmla="*/ 516 w 556"/>
                <a:gd name="T3" fmla="*/ 440 h 698"/>
                <a:gd name="T4" fmla="*/ 516 w 556"/>
                <a:gd name="T5" fmla="*/ 95 h 698"/>
                <a:gd name="T6" fmla="*/ 458 w 556"/>
                <a:gd name="T7" fmla="*/ 37 h 698"/>
                <a:gd name="T8" fmla="*/ 403 w 556"/>
                <a:gd name="T9" fmla="*/ 37 h 698"/>
                <a:gd name="T10" fmla="*/ 349 w 556"/>
                <a:gd name="T11" fmla="*/ 0 h 698"/>
                <a:gd name="T12" fmla="*/ 167 w 556"/>
                <a:gd name="T13" fmla="*/ 0 h 698"/>
                <a:gd name="T14" fmla="*/ 113 w 556"/>
                <a:gd name="T15" fmla="*/ 37 h 698"/>
                <a:gd name="T16" fmla="*/ 58 w 556"/>
                <a:gd name="T17" fmla="*/ 37 h 698"/>
                <a:gd name="T18" fmla="*/ 0 w 556"/>
                <a:gd name="T19" fmla="*/ 95 h 698"/>
                <a:gd name="T20" fmla="*/ 0 w 556"/>
                <a:gd name="T21" fmla="*/ 640 h 698"/>
                <a:gd name="T22" fmla="*/ 58 w 556"/>
                <a:gd name="T23" fmla="*/ 698 h 698"/>
                <a:gd name="T24" fmla="*/ 458 w 556"/>
                <a:gd name="T25" fmla="*/ 698 h 698"/>
                <a:gd name="T26" fmla="*/ 516 w 556"/>
                <a:gd name="T27" fmla="*/ 649 h 698"/>
                <a:gd name="T28" fmla="*/ 556 w 556"/>
                <a:gd name="T29" fmla="*/ 544 h 698"/>
                <a:gd name="T30" fmla="*/ 293 w 556"/>
                <a:gd name="T31" fmla="*/ 544 h 698"/>
                <a:gd name="T32" fmla="*/ 403 w 556"/>
                <a:gd name="T33" fmla="*/ 433 h 698"/>
                <a:gd name="T34" fmla="*/ 514 w 556"/>
                <a:gd name="T35" fmla="*/ 544 h 698"/>
                <a:gd name="T36" fmla="*/ 403 w 556"/>
                <a:gd name="T37" fmla="*/ 655 h 698"/>
                <a:gd name="T38" fmla="*/ 293 w 556"/>
                <a:gd name="T39" fmla="*/ 544 h 698"/>
                <a:gd name="T40" fmla="*/ 153 w 556"/>
                <a:gd name="T41" fmla="*/ 58 h 698"/>
                <a:gd name="T42" fmla="*/ 167 w 556"/>
                <a:gd name="T43" fmla="*/ 44 h 698"/>
                <a:gd name="T44" fmla="*/ 349 w 556"/>
                <a:gd name="T45" fmla="*/ 44 h 698"/>
                <a:gd name="T46" fmla="*/ 363 w 556"/>
                <a:gd name="T47" fmla="*/ 58 h 698"/>
                <a:gd name="T48" fmla="*/ 363 w 556"/>
                <a:gd name="T49" fmla="*/ 77 h 698"/>
                <a:gd name="T50" fmla="*/ 349 w 556"/>
                <a:gd name="T51" fmla="*/ 91 h 698"/>
                <a:gd name="T52" fmla="*/ 167 w 556"/>
                <a:gd name="T53" fmla="*/ 91 h 698"/>
                <a:gd name="T54" fmla="*/ 153 w 556"/>
                <a:gd name="T55" fmla="*/ 77 h 698"/>
                <a:gd name="T56" fmla="*/ 153 w 556"/>
                <a:gd name="T57" fmla="*/ 58 h 698"/>
                <a:gd name="T58" fmla="*/ 58 w 556"/>
                <a:gd name="T59" fmla="*/ 655 h 698"/>
                <a:gd name="T60" fmla="*/ 43 w 556"/>
                <a:gd name="T61" fmla="*/ 640 h 698"/>
                <a:gd name="T62" fmla="*/ 43 w 556"/>
                <a:gd name="T63" fmla="*/ 95 h 698"/>
                <a:gd name="T64" fmla="*/ 58 w 556"/>
                <a:gd name="T65" fmla="*/ 80 h 698"/>
                <a:gd name="T66" fmla="*/ 109 w 556"/>
                <a:gd name="T67" fmla="*/ 80 h 698"/>
                <a:gd name="T68" fmla="*/ 167 w 556"/>
                <a:gd name="T69" fmla="*/ 135 h 698"/>
                <a:gd name="T70" fmla="*/ 349 w 556"/>
                <a:gd name="T71" fmla="*/ 135 h 698"/>
                <a:gd name="T72" fmla="*/ 407 w 556"/>
                <a:gd name="T73" fmla="*/ 80 h 698"/>
                <a:gd name="T74" fmla="*/ 458 w 556"/>
                <a:gd name="T75" fmla="*/ 80 h 698"/>
                <a:gd name="T76" fmla="*/ 473 w 556"/>
                <a:gd name="T77" fmla="*/ 95 h 698"/>
                <a:gd name="T78" fmla="*/ 473 w 556"/>
                <a:gd name="T79" fmla="*/ 407 h 698"/>
                <a:gd name="T80" fmla="*/ 265 w 556"/>
                <a:gd name="T81" fmla="*/ 476 h 698"/>
                <a:gd name="T82" fmla="*/ 249 w 556"/>
                <a:gd name="T83" fmla="*/ 546 h 698"/>
                <a:gd name="T84" fmla="*/ 296 w 556"/>
                <a:gd name="T85" fmla="*/ 657 h 698"/>
                <a:gd name="T86" fmla="*/ 58 w 556"/>
                <a:gd name="T87" fmla="*/ 657 h 698"/>
                <a:gd name="T88" fmla="*/ 58 w 556"/>
                <a:gd name="T89" fmla="*/ 655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6" h="698">
                  <a:moveTo>
                    <a:pt x="556" y="544"/>
                  </a:moveTo>
                  <a:cubicBezTo>
                    <a:pt x="556" y="504"/>
                    <a:pt x="540" y="467"/>
                    <a:pt x="516" y="440"/>
                  </a:cubicBezTo>
                  <a:cubicBezTo>
                    <a:pt x="516" y="95"/>
                    <a:pt x="516" y="95"/>
                    <a:pt x="516" y="95"/>
                  </a:cubicBezTo>
                  <a:cubicBezTo>
                    <a:pt x="516" y="62"/>
                    <a:pt x="491" y="37"/>
                    <a:pt x="458" y="37"/>
                  </a:cubicBezTo>
                  <a:cubicBezTo>
                    <a:pt x="403" y="37"/>
                    <a:pt x="403" y="37"/>
                    <a:pt x="403" y="37"/>
                  </a:cubicBezTo>
                  <a:cubicBezTo>
                    <a:pt x="394" y="15"/>
                    <a:pt x="374" y="0"/>
                    <a:pt x="349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43" y="0"/>
                    <a:pt x="122" y="15"/>
                    <a:pt x="113" y="37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25" y="37"/>
                    <a:pt x="0" y="62"/>
                    <a:pt x="0" y="95"/>
                  </a:cubicBezTo>
                  <a:cubicBezTo>
                    <a:pt x="0" y="640"/>
                    <a:pt x="0" y="640"/>
                    <a:pt x="0" y="640"/>
                  </a:cubicBezTo>
                  <a:cubicBezTo>
                    <a:pt x="0" y="673"/>
                    <a:pt x="25" y="698"/>
                    <a:pt x="58" y="698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87" y="698"/>
                    <a:pt x="511" y="677"/>
                    <a:pt x="516" y="649"/>
                  </a:cubicBezTo>
                  <a:cubicBezTo>
                    <a:pt x="540" y="622"/>
                    <a:pt x="556" y="584"/>
                    <a:pt x="556" y="544"/>
                  </a:cubicBezTo>
                  <a:close/>
                  <a:moveTo>
                    <a:pt x="293" y="544"/>
                  </a:moveTo>
                  <a:cubicBezTo>
                    <a:pt x="293" y="482"/>
                    <a:pt x="342" y="433"/>
                    <a:pt x="403" y="433"/>
                  </a:cubicBezTo>
                  <a:cubicBezTo>
                    <a:pt x="465" y="433"/>
                    <a:pt x="514" y="482"/>
                    <a:pt x="514" y="544"/>
                  </a:cubicBezTo>
                  <a:cubicBezTo>
                    <a:pt x="514" y="606"/>
                    <a:pt x="465" y="655"/>
                    <a:pt x="403" y="655"/>
                  </a:cubicBezTo>
                  <a:cubicBezTo>
                    <a:pt x="342" y="655"/>
                    <a:pt x="293" y="606"/>
                    <a:pt x="293" y="544"/>
                  </a:cubicBezTo>
                  <a:close/>
                  <a:moveTo>
                    <a:pt x="153" y="58"/>
                  </a:moveTo>
                  <a:cubicBezTo>
                    <a:pt x="153" y="51"/>
                    <a:pt x="160" y="44"/>
                    <a:pt x="167" y="44"/>
                  </a:cubicBezTo>
                  <a:cubicBezTo>
                    <a:pt x="349" y="44"/>
                    <a:pt x="349" y="44"/>
                    <a:pt x="349" y="44"/>
                  </a:cubicBezTo>
                  <a:cubicBezTo>
                    <a:pt x="356" y="44"/>
                    <a:pt x="363" y="51"/>
                    <a:pt x="363" y="58"/>
                  </a:cubicBezTo>
                  <a:cubicBezTo>
                    <a:pt x="363" y="77"/>
                    <a:pt x="363" y="77"/>
                    <a:pt x="363" y="77"/>
                  </a:cubicBezTo>
                  <a:cubicBezTo>
                    <a:pt x="363" y="84"/>
                    <a:pt x="356" y="91"/>
                    <a:pt x="349" y="91"/>
                  </a:cubicBezTo>
                  <a:cubicBezTo>
                    <a:pt x="167" y="91"/>
                    <a:pt x="167" y="91"/>
                    <a:pt x="167" y="91"/>
                  </a:cubicBezTo>
                  <a:cubicBezTo>
                    <a:pt x="160" y="91"/>
                    <a:pt x="153" y="84"/>
                    <a:pt x="153" y="77"/>
                  </a:cubicBezTo>
                  <a:lnTo>
                    <a:pt x="153" y="58"/>
                  </a:lnTo>
                  <a:close/>
                  <a:moveTo>
                    <a:pt x="58" y="655"/>
                  </a:moveTo>
                  <a:cubicBezTo>
                    <a:pt x="51" y="655"/>
                    <a:pt x="43" y="647"/>
                    <a:pt x="43" y="640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3" y="87"/>
                    <a:pt x="51" y="80"/>
                    <a:pt x="58" y="80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11" y="111"/>
                    <a:pt x="136" y="135"/>
                    <a:pt x="167" y="135"/>
                  </a:cubicBezTo>
                  <a:cubicBezTo>
                    <a:pt x="349" y="135"/>
                    <a:pt x="349" y="135"/>
                    <a:pt x="349" y="135"/>
                  </a:cubicBezTo>
                  <a:cubicBezTo>
                    <a:pt x="380" y="135"/>
                    <a:pt x="405" y="111"/>
                    <a:pt x="407" y="80"/>
                  </a:cubicBezTo>
                  <a:cubicBezTo>
                    <a:pt x="458" y="80"/>
                    <a:pt x="458" y="80"/>
                    <a:pt x="458" y="80"/>
                  </a:cubicBezTo>
                  <a:cubicBezTo>
                    <a:pt x="465" y="80"/>
                    <a:pt x="473" y="87"/>
                    <a:pt x="473" y="95"/>
                  </a:cubicBezTo>
                  <a:cubicBezTo>
                    <a:pt x="473" y="407"/>
                    <a:pt x="473" y="407"/>
                    <a:pt x="473" y="407"/>
                  </a:cubicBezTo>
                  <a:cubicBezTo>
                    <a:pt x="396" y="369"/>
                    <a:pt x="304" y="400"/>
                    <a:pt x="265" y="476"/>
                  </a:cubicBezTo>
                  <a:cubicBezTo>
                    <a:pt x="254" y="498"/>
                    <a:pt x="249" y="522"/>
                    <a:pt x="249" y="546"/>
                  </a:cubicBezTo>
                  <a:cubicBezTo>
                    <a:pt x="249" y="589"/>
                    <a:pt x="267" y="627"/>
                    <a:pt x="296" y="657"/>
                  </a:cubicBezTo>
                  <a:cubicBezTo>
                    <a:pt x="58" y="657"/>
                    <a:pt x="58" y="657"/>
                    <a:pt x="58" y="657"/>
                  </a:cubicBezTo>
                  <a:lnTo>
                    <a:pt x="58" y="6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40400"/>
                </a:solidFill>
                <a:effectLst/>
                <a:uLnTx/>
                <a:uFillTx/>
                <a:ea typeface="思源黑体 CN Normal" panose="020B0400000000000000" charset="-122"/>
              </a:endParaRPr>
            </a:p>
          </p:txBody>
        </p:sp>
        <p:sp>
          <p:nvSpPr>
            <p:cNvPr id="43" name="Freeform 7"/>
            <p:cNvSpPr/>
            <p:nvPr/>
          </p:nvSpPr>
          <p:spPr bwMode="auto">
            <a:xfrm>
              <a:off x="5930410" y="2245321"/>
              <a:ext cx="136213" cy="102999"/>
            </a:xfrm>
            <a:custGeom>
              <a:avLst/>
              <a:gdLst>
                <a:gd name="T0" fmla="*/ 115 w 153"/>
                <a:gd name="T1" fmla="*/ 9 h 116"/>
                <a:gd name="T2" fmla="*/ 60 w 153"/>
                <a:gd name="T3" fmla="*/ 63 h 116"/>
                <a:gd name="T4" fmla="*/ 40 w 153"/>
                <a:gd name="T5" fmla="*/ 43 h 116"/>
                <a:gd name="T6" fmla="*/ 10 w 153"/>
                <a:gd name="T7" fmla="*/ 43 h 116"/>
                <a:gd name="T8" fmla="*/ 10 w 153"/>
                <a:gd name="T9" fmla="*/ 74 h 116"/>
                <a:gd name="T10" fmla="*/ 44 w 153"/>
                <a:gd name="T11" fmla="*/ 109 h 116"/>
                <a:gd name="T12" fmla="*/ 59 w 153"/>
                <a:gd name="T13" fmla="*/ 116 h 116"/>
                <a:gd name="T14" fmla="*/ 73 w 153"/>
                <a:gd name="T15" fmla="*/ 109 h 116"/>
                <a:gd name="T16" fmla="*/ 144 w 153"/>
                <a:gd name="T17" fmla="*/ 38 h 116"/>
                <a:gd name="T18" fmla="*/ 144 w 153"/>
                <a:gd name="T19" fmla="*/ 7 h 116"/>
                <a:gd name="T20" fmla="*/ 115 w 153"/>
                <a:gd name="T21" fmla="*/ 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" h="116">
                  <a:moveTo>
                    <a:pt x="115" y="9"/>
                  </a:moveTo>
                  <a:cubicBezTo>
                    <a:pt x="60" y="63"/>
                    <a:pt x="60" y="63"/>
                    <a:pt x="60" y="6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1" y="34"/>
                    <a:pt x="19" y="34"/>
                    <a:pt x="10" y="43"/>
                  </a:cubicBezTo>
                  <a:cubicBezTo>
                    <a:pt x="0" y="53"/>
                    <a:pt x="0" y="65"/>
                    <a:pt x="10" y="74"/>
                  </a:cubicBezTo>
                  <a:cubicBezTo>
                    <a:pt x="44" y="109"/>
                    <a:pt x="44" y="109"/>
                    <a:pt x="44" y="109"/>
                  </a:cubicBezTo>
                  <a:cubicBezTo>
                    <a:pt x="48" y="113"/>
                    <a:pt x="53" y="116"/>
                    <a:pt x="59" y="116"/>
                  </a:cubicBezTo>
                  <a:cubicBezTo>
                    <a:pt x="64" y="116"/>
                    <a:pt x="70" y="114"/>
                    <a:pt x="73" y="109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53" y="29"/>
                    <a:pt x="153" y="16"/>
                    <a:pt x="144" y="7"/>
                  </a:cubicBezTo>
                  <a:cubicBezTo>
                    <a:pt x="137" y="0"/>
                    <a:pt x="124" y="0"/>
                    <a:pt x="115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40400"/>
                </a:solidFill>
                <a:effectLst/>
                <a:uLnTx/>
                <a:uFillTx/>
                <a:ea typeface="思源黑体 CN Normal" panose="020B0400000000000000" charset="-122"/>
              </a:endParaRPr>
            </a:p>
          </p:txBody>
        </p:sp>
      </p:grpSp>
      <p:sp>
        <p:nvSpPr>
          <p:cNvPr id="44" name="Freeform 11" descr="e7d195523061f1c09e9d68d7cf438b91ef959ecb14fc25d26BBA7F7DBC18E55DFF4014AF651F0BF2569D4B6C1DA7F1A4683A481403BD872FC687266AD13265C1DE7C373772FD8728ABDD69ADD03BFF5BE2862BC891DBB79E0D855F2165124532C029E22D810EE753A4A293A4BAD8CFCC3C5125F55104B44C27F287D598D5434A3A16684EDBC778334F8E8D522DA64EC3"/>
          <p:cNvSpPr>
            <a:spLocks noEditPoints="1"/>
          </p:cNvSpPr>
          <p:nvPr/>
        </p:nvSpPr>
        <p:spPr bwMode="auto">
          <a:xfrm>
            <a:off x="1493266" y="1500075"/>
            <a:ext cx="393751" cy="365735"/>
          </a:xfrm>
          <a:custGeom>
            <a:avLst/>
            <a:gdLst>
              <a:gd name="T0" fmla="*/ 578 w 649"/>
              <a:gd name="T1" fmla="*/ 407 h 603"/>
              <a:gd name="T2" fmla="*/ 520 w 649"/>
              <a:gd name="T3" fmla="*/ 272 h 603"/>
              <a:gd name="T4" fmla="*/ 342 w 649"/>
              <a:gd name="T5" fmla="*/ 200 h 603"/>
              <a:gd name="T6" fmla="*/ 424 w 649"/>
              <a:gd name="T7" fmla="*/ 140 h 603"/>
              <a:gd name="T8" fmla="*/ 364 w 649"/>
              <a:gd name="T9" fmla="*/ 0 h 603"/>
              <a:gd name="T10" fmla="*/ 226 w 649"/>
              <a:gd name="T11" fmla="*/ 60 h 603"/>
              <a:gd name="T12" fmla="*/ 286 w 649"/>
              <a:gd name="T13" fmla="*/ 198 h 603"/>
              <a:gd name="T14" fmla="*/ 298 w 649"/>
              <a:gd name="T15" fmla="*/ 270 h 603"/>
              <a:gd name="T16" fmla="*/ 80 w 649"/>
              <a:gd name="T17" fmla="*/ 327 h 603"/>
              <a:gd name="T18" fmla="*/ 60 w 649"/>
              <a:gd name="T19" fmla="*/ 405 h 603"/>
              <a:gd name="T20" fmla="*/ 0 w 649"/>
              <a:gd name="T21" fmla="*/ 543 h 603"/>
              <a:gd name="T22" fmla="*/ 138 w 649"/>
              <a:gd name="T23" fmla="*/ 603 h 603"/>
              <a:gd name="T24" fmla="*/ 198 w 649"/>
              <a:gd name="T25" fmla="*/ 465 h 603"/>
              <a:gd name="T26" fmla="*/ 122 w 649"/>
              <a:gd name="T27" fmla="*/ 405 h 603"/>
              <a:gd name="T28" fmla="*/ 138 w 649"/>
              <a:gd name="T29" fmla="*/ 314 h 603"/>
              <a:gd name="T30" fmla="*/ 298 w 649"/>
              <a:gd name="T31" fmla="*/ 405 h 603"/>
              <a:gd name="T32" fmla="*/ 226 w 649"/>
              <a:gd name="T33" fmla="*/ 465 h 603"/>
              <a:gd name="T34" fmla="*/ 286 w 649"/>
              <a:gd name="T35" fmla="*/ 603 h 603"/>
              <a:gd name="T36" fmla="*/ 424 w 649"/>
              <a:gd name="T37" fmla="*/ 543 h 603"/>
              <a:gd name="T38" fmla="*/ 364 w 649"/>
              <a:gd name="T39" fmla="*/ 405 h 603"/>
              <a:gd name="T40" fmla="*/ 342 w 649"/>
              <a:gd name="T41" fmla="*/ 314 h 603"/>
              <a:gd name="T42" fmla="*/ 535 w 649"/>
              <a:gd name="T43" fmla="*/ 329 h 603"/>
              <a:gd name="T44" fmla="*/ 511 w 649"/>
              <a:gd name="T45" fmla="*/ 405 h 603"/>
              <a:gd name="T46" fmla="*/ 451 w 649"/>
              <a:gd name="T47" fmla="*/ 543 h 603"/>
              <a:gd name="T48" fmla="*/ 589 w 649"/>
              <a:gd name="T49" fmla="*/ 603 h 603"/>
              <a:gd name="T50" fmla="*/ 649 w 649"/>
              <a:gd name="T51" fmla="*/ 465 h 603"/>
              <a:gd name="T52" fmla="*/ 267 w 649"/>
              <a:gd name="T53" fmla="*/ 138 h 603"/>
              <a:gd name="T54" fmla="*/ 284 w 649"/>
              <a:gd name="T55" fmla="*/ 43 h 603"/>
              <a:gd name="T56" fmla="*/ 378 w 649"/>
              <a:gd name="T57" fmla="*/ 60 h 603"/>
              <a:gd name="T58" fmla="*/ 362 w 649"/>
              <a:gd name="T59" fmla="*/ 154 h 603"/>
              <a:gd name="T60" fmla="*/ 267 w 649"/>
              <a:gd name="T61" fmla="*/ 138 h 603"/>
              <a:gd name="T62" fmla="*/ 155 w 649"/>
              <a:gd name="T63" fmla="*/ 547 h 603"/>
              <a:gd name="T64" fmla="*/ 58 w 649"/>
              <a:gd name="T65" fmla="*/ 563 h 603"/>
              <a:gd name="T66" fmla="*/ 42 w 649"/>
              <a:gd name="T67" fmla="*/ 469 h 603"/>
              <a:gd name="T68" fmla="*/ 137 w 649"/>
              <a:gd name="T69" fmla="*/ 452 h 603"/>
              <a:gd name="T70" fmla="*/ 380 w 649"/>
              <a:gd name="T71" fmla="*/ 469 h 603"/>
              <a:gd name="T72" fmla="*/ 364 w 649"/>
              <a:gd name="T73" fmla="*/ 563 h 603"/>
              <a:gd name="T74" fmla="*/ 269 w 649"/>
              <a:gd name="T75" fmla="*/ 547 h 603"/>
              <a:gd name="T76" fmla="*/ 286 w 649"/>
              <a:gd name="T77" fmla="*/ 452 h 603"/>
              <a:gd name="T78" fmla="*/ 380 w 649"/>
              <a:gd name="T79" fmla="*/ 469 h 603"/>
              <a:gd name="T80" fmla="*/ 589 w 649"/>
              <a:gd name="T81" fmla="*/ 563 h 603"/>
              <a:gd name="T82" fmla="*/ 495 w 649"/>
              <a:gd name="T83" fmla="*/ 547 h 603"/>
              <a:gd name="T84" fmla="*/ 511 w 649"/>
              <a:gd name="T85" fmla="*/ 452 h 603"/>
              <a:gd name="T86" fmla="*/ 606 w 649"/>
              <a:gd name="T87" fmla="*/ 469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49" h="603">
                <a:moveTo>
                  <a:pt x="589" y="407"/>
                </a:moveTo>
                <a:cubicBezTo>
                  <a:pt x="578" y="407"/>
                  <a:pt x="578" y="407"/>
                  <a:pt x="578" y="407"/>
                </a:cubicBezTo>
                <a:cubicBezTo>
                  <a:pt x="578" y="330"/>
                  <a:pt x="578" y="330"/>
                  <a:pt x="578" y="330"/>
                </a:cubicBezTo>
                <a:cubicBezTo>
                  <a:pt x="578" y="298"/>
                  <a:pt x="553" y="272"/>
                  <a:pt x="520" y="272"/>
                </a:cubicBezTo>
                <a:cubicBezTo>
                  <a:pt x="342" y="272"/>
                  <a:pt x="342" y="272"/>
                  <a:pt x="342" y="272"/>
                </a:cubicBezTo>
                <a:cubicBezTo>
                  <a:pt x="342" y="200"/>
                  <a:pt x="342" y="200"/>
                  <a:pt x="342" y="200"/>
                </a:cubicBezTo>
                <a:cubicBezTo>
                  <a:pt x="364" y="200"/>
                  <a:pt x="364" y="200"/>
                  <a:pt x="364" y="200"/>
                </a:cubicBezTo>
                <a:cubicBezTo>
                  <a:pt x="397" y="200"/>
                  <a:pt x="424" y="172"/>
                  <a:pt x="424" y="140"/>
                </a:cubicBezTo>
                <a:cubicBezTo>
                  <a:pt x="424" y="60"/>
                  <a:pt x="424" y="60"/>
                  <a:pt x="424" y="60"/>
                </a:cubicBezTo>
                <a:cubicBezTo>
                  <a:pt x="424" y="27"/>
                  <a:pt x="397" y="0"/>
                  <a:pt x="364" y="0"/>
                </a:cubicBezTo>
                <a:cubicBezTo>
                  <a:pt x="286" y="0"/>
                  <a:pt x="286" y="0"/>
                  <a:pt x="286" y="0"/>
                </a:cubicBezTo>
                <a:cubicBezTo>
                  <a:pt x="253" y="0"/>
                  <a:pt x="226" y="27"/>
                  <a:pt x="226" y="60"/>
                </a:cubicBezTo>
                <a:cubicBezTo>
                  <a:pt x="226" y="138"/>
                  <a:pt x="226" y="138"/>
                  <a:pt x="226" y="138"/>
                </a:cubicBezTo>
                <a:cubicBezTo>
                  <a:pt x="226" y="170"/>
                  <a:pt x="253" y="198"/>
                  <a:pt x="286" y="198"/>
                </a:cubicBezTo>
                <a:cubicBezTo>
                  <a:pt x="298" y="198"/>
                  <a:pt x="298" y="198"/>
                  <a:pt x="298" y="198"/>
                </a:cubicBezTo>
                <a:cubicBezTo>
                  <a:pt x="298" y="270"/>
                  <a:pt x="298" y="270"/>
                  <a:pt x="298" y="270"/>
                </a:cubicBezTo>
                <a:cubicBezTo>
                  <a:pt x="138" y="270"/>
                  <a:pt x="138" y="270"/>
                  <a:pt x="138" y="270"/>
                </a:cubicBezTo>
                <a:cubicBezTo>
                  <a:pt x="106" y="270"/>
                  <a:pt x="80" y="296"/>
                  <a:pt x="80" y="327"/>
                </a:cubicBezTo>
                <a:cubicBezTo>
                  <a:pt x="78" y="405"/>
                  <a:pt x="78" y="405"/>
                  <a:pt x="78" y="405"/>
                </a:cubicBezTo>
                <a:cubicBezTo>
                  <a:pt x="60" y="405"/>
                  <a:pt x="60" y="405"/>
                  <a:pt x="60" y="405"/>
                </a:cubicBezTo>
                <a:cubicBezTo>
                  <a:pt x="27" y="405"/>
                  <a:pt x="0" y="432"/>
                  <a:pt x="0" y="465"/>
                </a:cubicBezTo>
                <a:cubicBezTo>
                  <a:pt x="0" y="543"/>
                  <a:pt x="0" y="543"/>
                  <a:pt x="0" y="543"/>
                </a:cubicBezTo>
                <a:cubicBezTo>
                  <a:pt x="0" y="576"/>
                  <a:pt x="27" y="603"/>
                  <a:pt x="60" y="603"/>
                </a:cubicBezTo>
                <a:cubicBezTo>
                  <a:pt x="138" y="603"/>
                  <a:pt x="138" y="603"/>
                  <a:pt x="138" y="603"/>
                </a:cubicBezTo>
                <a:cubicBezTo>
                  <a:pt x="171" y="603"/>
                  <a:pt x="198" y="576"/>
                  <a:pt x="198" y="543"/>
                </a:cubicBezTo>
                <a:cubicBezTo>
                  <a:pt x="198" y="465"/>
                  <a:pt x="198" y="465"/>
                  <a:pt x="198" y="465"/>
                </a:cubicBezTo>
                <a:cubicBezTo>
                  <a:pt x="198" y="432"/>
                  <a:pt x="171" y="405"/>
                  <a:pt x="138" y="405"/>
                </a:cubicBezTo>
                <a:cubicBezTo>
                  <a:pt x="122" y="405"/>
                  <a:pt x="122" y="405"/>
                  <a:pt x="122" y="405"/>
                </a:cubicBezTo>
                <a:cubicBezTo>
                  <a:pt x="124" y="329"/>
                  <a:pt x="124" y="329"/>
                  <a:pt x="124" y="329"/>
                </a:cubicBezTo>
                <a:cubicBezTo>
                  <a:pt x="124" y="321"/>
                  <a:pt x="131" y="314"/>
                  <a:pt x="138" y="314"/>
                </a:cubicBezTo>
                <a:cubicBezTo>
                  <a:pt x="298" y="314"/>
                  <a:pt x="298" y="314"/>
                  <a:pt x="298" y="314"/>
                </a:cubicBezTo>
                <a:cubicBezTo>
                  <a:pt x="298" y="405"/>
                  <a:pt x="298" y="405"/>
                  <a:pt x="298" y="405"/>
                </a:cubicBezTo>
                <a:cubicBezTo>
                  <a:pt x="286" y="405"/>
                  <a:pt x="286" y="405"/>
                  <a:pt x="286" y="405"/>
                </a:cubicBezTo>
                <a:cubicBezTo>
                  <a:pt x="253" y="405"/>
                  <a:pt x="226" y="432"/>
                  <a:pt x="226" y="465"/>
                </a:cubicBezTo>
                <a:cubicBezTo>
                  <a:pt x="226" y="543"/>
                  <a:pt x="226" y="543"/>
                  <a:pt x="226" y="543"/>
                </a:cubicBezTo>
                <a:cubicBezTo>
                  <a:pt x="226" y="576"/>
                  <a:pt x="253" y="603"/>
                  <a:pt x="286" y="603"/>
                </a:cubicBezTo>
                <a:cubicBezTo>
                  <a:pt x="364" y="603"/>
                  <a:pt x="364" y="603"/>
                  <a:pt x="364" y="603"/>
                </a:cubicBezTo>
                <a:cubicBezTo>
                  <a:pt x="397" y="603"/>
                  <a:pt x="424" y="576"/>
                  <a:pt x="424" y="543"/>
                </a:cubicBezTo>
                <a:cubicBezTo>
                  <a:pt x="424" y="465"/>
                  <a:pt x="424" y="465"/>
                  <a:pt x="424" y="465"/>
                </a:cubicBezTo>
                <a:cubicBezTo>
                  <a:pt x="424" y="432"/>
                  <a:pt x="397" y="405"/>
                  <a:pt x="364" y="405"/>
                </a:cubicBezTo>
                <a:cubicBezTo>
                  <a:pt x="342" y="405"/>
                  <a:pt x="342" y="405"/>
                  <a:pt x="342" y="405"/>
                </a:cubicBezTo>
                <a:cubicBezTo>
                  <a:pt x="342" y="314"/>
                  <a:pt x="342" y="314"/>
                  <a:pt x="342" y="314"/>
                </a:cubicBezTo>
                <a:cubicBezTo>
                  <a:pt x="520" y="314"/>
                  <a:pt x="520" y="314"/>
                  <a:pt x="520" y="314"/>
                </a:cubicBezTo>
                <a:cubicBezTo>
                  <a:pt x="527" y="314"/>
                  <a:pt x="535" y="321"/>
                  <a:pt x="535" y="329"/>
                </a:cubicBezTo>
                <a:cubicBezTo>
                  <a:pt x="535" y="405"/>
                  <a:pt x="535" y="405"/>
                  <a:pt x="535" y="405"/>
                </a:cubicBezTo>
                <a:cubicBezTo>
                  <a:pt x="511" y="405"/>
                  <a:pt x="511" y="405"/>
                  <a:pt x="511" y="405"/>
                </a:cubicBezTo>
                <a:cubicBezTo>
                  <a:pt x="478" y="405"/>
                  <a:pt x="451" y="432"/>
                  <a:pt x="451" y="465"/>
                </a:cubicBezTo>
                <a:cubicBezTo>
                  <a:pt x="451" y="543"/>
                  <a:pt x="451" y="543"/>
                  <a:pt x="451" y="543"/>
                </a:cubicBezTo>
                <a:cubicBezTo>
                  <a:pt x="451" y="576"/>
                  <a:pt x="478" y="603"/>
                  <a:pt x="511" y="603"/>
                </a:cubicBezTo>
                <a:cubicBezTo>
                  <a:pt x="589" y="603"/>
                  <a:pt x="589" y="603"/>
                  <a:pt x="589" y="603"/>
                </a:cubicBezTo>
                <a:cubicBezTo>
                  <a:pt x="622" y="603"/>
                  <a:pt x="649" y="576"/>
                  <a:pt x="649" y="543"/>
                </a:cubicBezTo>
                <a:cubicBezTo>
                  <a:pt x="649" y="465"/>
                  <a:pt x="649" y="465"/>
                  <a:pt x="649" y="465"/>
                </a:cubicBezTo>
                <a:cubicBezTo>
                  <a:pt x="649" y="434"/>
                  <a:pt x="622" y="407"/>
                  <a:pt x="589" y="407"/>
                </a:cubicBezTo>
                <a:close/>
                <a:moveTo>
                  <a:pt x="267" y="138"/>
                </a:moveTo>
                <a:cubicBezTo>
                  <a:pt x="267" y="60"/>
                  <a:pt x="267" y="60"/>
                  <a:pt x="267" y="60"/>
                </a:cubicBezTo>
                <a:cubicBezTo>
                  <a:pt x="267" y="50"/>
                  <a:pt x="275" y="43"/>
                  <a:pt x="284" y="43"/>
                </a:cubicBezTo>
                <a:cubicBezTo>
                  <a:pt x="362" y="43"/>
                  <a:pt x="362" y="43"/>
                  <a:pt x="362" y="43"/>
                </a:cubicBezTo>
                <a:cubicBezTo>
                  <a:pt x="371" y="43"/>
                  <a:pt x="378" y="50"/>
                  <a:pt x="378" y="60"/>
                </a:cubicBezTo>
                <a:cubicBezTo>
                  <a:pt x="378" y="138"/>
                  <a:pt x="378" y="138"/>
                  <a:pt x="378" y="138"/>
                </a:cubicBezTo>
                <a:cubicBezTo>
                  <a:pt x="378" y="147"/>
                  <a:pt x="371" y="154"/>
                  <a:pt x="362" y="154"/>
                </a:cubicBezTo>
                <a:cubicBezTo>
                  <a:pt x="284" y="154"/>
                  <a:pt x="284" y="154"/>
                  <a:pt x="284" y="154"/>
                </a:cubicBezTo>
                <a:cubicBezTo>
                  <a:pt x="275" y="156"/>
                  <a:pt x="267" y="147"/>
                  <a:pt x="267" y="138"/>
                </a:cubicBezTo>
                <a:close/>
                <a:moveTo>
                  <a:pt x="155" y="469"/>
                </a:moveTo>
                <a:cubicBezTo>
                  <a:pt x="155" y="547"/>
                  <a:pt x="155" y="547"/>
                  <a:pt x="155" y="547"/>
                </a:cubicBezTo>
                <a:cubicBezTo>
                  <a:pt x="155" y="556"/>
                  <a:pt x="147" y="563"/>
                  <a:pt x="138" y="563"/>
                </a:cubicBezTo>
                <a:cubicBezTo>
                  <a:pt x="58" y="563"/>
                  <a:pt x="58" y="563"/>
                  <a:pt x="58" y="563"/>
                </a:cubicBezTo>
                <a:cubicBezTo>
                  <a:pt x="49" y="563"/>
                  <a:pt x="42" y="556"/>
                  <a:pt x="42" y="547"/>
                </a:cubicBezTo>
                <a:cubicBezTo>
                  <a:pt x="42" y="469"/>
                  <a:pt x="42" y="469"/>
                  <a:pt x="42" y="469"/>
                </a:cubicBezTo>
                <a:cubicBezTo>
                  <a:pt x="42" y="460"/>
                  <a:pt x="49" y="452"/>
                  <a:pt x="58" y="452"/>
                </a:cubicBezTo>
                <a:cubicBezTo>
                  <a:pt x="137" y="452"/>
                  <a:pt x="137" y="452"/>
                  <a:pt x="137" y="452"/>
                </a:cubicBezTo>
                <a:cubicBezTo>
                  <a:pt x="146" y="450"/>
                  <a:pt x="155" y="460"/>
                  <a:pt x="155" y="469"/>
                </a:cubicBezTo>
                <a:close/>
                <a:moveTo>
                  <a:pt x="380" y="469"/>
                </a:moveTo>
                <a:cubicBezTo>
                  <a:pt x="380" y="547"/>
                  <a:pt x="380" y="547"/>
                  <a:pt x="380" y="547"/>
                </a:cubicBezTo>
                <a:cubicBezTo>
                  <a:pt x="380" y="556"/>
                  <a:pt x="373" y="563"/>
                  <a:pt x="364" y="563"/>
                </a:cubicBezTo>
                <a:cubicBezTo>
                  <a:pt x="286" y="563"/>
                  <a:pt x="286" y="563"/>
                  <a:pt x="286" y="563"/>
                </a:cubicBezTo>
                <a:cubicBezTo>
                  <a:pt x="277" y="563"/>
                  <a:pt x="269" y="556"/>
                  <a:pt x="269" y="547"/>
                </a:cubicBezTo>
                <a:cubicBezTo>
                  <a:pt x="269" y="469"/>
                  <a:pt x="269" y="469"/>
                  <a:pt x="269" y="469"/>
                </a:cubicBezTo>
                <a:cubicBezTo>
                  <a:pt x="269" y="460"/>
                  <a:pt x="277" y="452"/>
                  <a:pt x="286" y="452"/>
                </a:cubicBezTo>
                <a:cubicBezTo>
                  <a:pt x="364" y="452"/>
                  <a:pt x="364" y="452"/>
                  <a:pt x="364" y="452"/>
                </a:cubicBezTo>
                <a:cubicBezTo>
                  <a:pt x="373" y="450"/>
                  <a:pt x="380" y="460"/>
                  <a:pt x="380" y="469"/>
                </a:cubicBezTo>
                <a:close/>
                <a:moveTo>
                  <a:pt x="606" y="547"/>
                </a:moveTo>
                <a:cubicBezTo>
                  <a:pt x="606" y="556"/>
                  <a:pt x="598" y="563"/>
                  <a:pt x="589" y="563"/>
                </a:cubicBezTo>
                <a:cubicBezTo>
                  <a:pt x="511" y="563"/>
                  <a:pt x="511" y="563"/>
                  <a:pt x="511" y="563"/>
                </a:cubicBezTo>
                <a:cubicBezTo>
                  <a:pt x="502" y="563"/>
                  <a:pt x="495" y="556"/>
                  <a:pt x="495" y="547"/>
                </a:cubicBezTo>
                <a:cubicBezTo>
                  <a:pt x="495" y="469"/>
                  <a:pt x="495" y="469"/>
                  <a:pt x="495" y="469"/>
                </a:cubicBezTo>
                <a:cubicBezTo>
                  <a:pt x="495" y="460"/>
                  <a:pt x="502" y="452"/>
                  <a:pt x="511" y="452"/>
                </a:cubicBezTo>
                <a:cubicBezTo>
                  <a:pt x="589" y="452"/>
                  <a:pt x="589" y="452"/>
                  <a:pt x="589" y="452"/>
                </a:cubicBezTo>
                <a:cubicBezTo>
                  <a:pt x="598" y="452"/>
                  <a:pt x="606" y="460"/>
                  <a:pt x="606" y="469"/>
                </a:cubicBezTo>
                <a:lnTo>
                  <a:pt x="606" y="547"/>
                </a:lnTo>
                <a:close/>
              </a:path>
            </a:pathLst>
          </a:custGeom>
          <a:solidFill>
            <a:srgbClr val="C82C2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C40400"/>
              </a:solidFill>
              <a:effectLst/>
              <a:uLnTx/>
              <a:uFillTx/>
              <a:ea typeface="思源黑体 CN Normal" panose="020B0400000000000000" charset="-122"/>
            </a:endParaRPr>
          </a:p>
        </p:txBody>
      </p:sp>
      <p:sp>
        <p:nvSpPr>
          <p:cNvPr id="45" name="Freeform 14"/>
          <p:cNvSpPr>
            <a:spLocks noEditPoints="1"/>
          </p:cNvSpPr>
          <p:nvPr/>
        </p:nvSpPr>
        <p:spPr bwMode="auto">
          <a:xfrm>
            <a:off x="4405577" y="1475052"/>
            <a:ext cx="332847" cy="415780"/>
          </a:xfrm>
          <a:custGeom>
            <a:avLst/>
            <a:gdLst>
              <a:gd name="T0" fmla="*/ 522 w 1192"/>
              <a:gd name="T1" fmla="*/ 1043 h 1489"/>
              <a:gd name="T2" fmla="*/ 670 w 1192"/>
              <a:gd name="T3" fmla="*/ 1043 h 1489"/>
              <a:gd name="T4" fmla="*/ 670 w 1192"/>
              <a:gd name="T5" fmla="*/ 1341 h 1489"/>
              <a:gd name="T6" fmla="*/ 522 w 1192"/>
              <a:gd name="T7" fmla="*/ 1341 h 1489"/>
              <a:gd name="T8" fmla="*/ 522 w 1192"/>
              <a:gd name="T9" fmla="*/ 1043 h 1489"/>
              <a:gd name="T10" fmla="*/ 522 w 1192"/>
              <a:gd name="T11" fmla="*/ 595 h 1489"/>
              <a:gd name="T12" fmla="*/ 670 w 1192"/>
              <a:gd name="T13" fmla="*/ 595 h 1489"/>
              <a:gd name="T14" fmla="*/ 670 w 1192"/>
              <a:gd name="T15" fmla="*/ 893 h 1489"/>
              <a:gd name="T16" fmla="*/ 522 w 1192"/>
              <a:gd name="T17" fmla="*/ 893 h 1489"/>
              <a:gd name="T18" fmla="*/ 522 w 1192"/>
              <a:gd name="T19" fmla="*/ 595 h 1489"/>
              <a:gd name="T20" fmla="*/ 522 w 1192"/>
              <a:gd name="T21" fmla="*/ 150 h 1489"/>
              <a:gd name="T22" fmla="*/ 670 w 1192"/>
              <a:gd name="T23" fmla="*/ 150 h 1489"/>
              <a:gd name="T24" fmla="*/ 670 w 1192"/>
              <a:gd name="T25" fmla="*/ 447 h 1489"/>
              <a:gd name="T26" fmla="*/ 522 w 1192"/>
              <a:gd name="T27" fmla="*/ 447 h 1489"/>
              <a:gd name="T28" fmla="*/ 522 w 1192"/>
              <a:gd name="T29" fmla="*/ 150 h 1489"/>
              <a:gd name="T30" fmla="*/ 0 w 1192"/>
              <a:gd name="T31" fmla="*/ 1489 h 1489"/>
              <a:gd name="T32" fmla="*/ 1192 w 1192"/>
              <a:gd name="T33" fmla="*/ 1489 h 1489"/>
              <a:gd name="T34" fmla="*/ 1192 w 1192"/>
              <a:gd name="T35" fmla="*/ 0 h 1489"/>
              <a:gd name="T36" fmla="*/ 0 w 1192"/>
              <a:gd name="T37" fmla="*/ 0 h 1489"/>
              <a:gd name="T38" fmla="*/ 0 w 1192"/>
              <a:gd name="T39" fmla="*/ 1489 h 1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92" h="1489">
                <a:moveTo>
                  <a:pt x="522" y="1043"/>
                </a:moveTo>
                <a:lnTo>
                  <a:pt x="670" y="1043"/>
                </a:lnTo>
                <a:lnTo>
                  <a:pt x="670" y="1341"/>
                </a:lnTo>
                <a:lnTo>
                  <a:pt x="522" y="1341"/>
                </a:lnTo>
                <a:lnTo>
                  <a:pt x="522" y="1043"/>
                </a:lnTo>
                <a:close/>
                <a:moveTo>
                  <a:pt x="522" y="595"/>
                </a:moveTo>
                <a:lnTo>
                  <a:pt x="670" y="595"/>
                </a:lnTo>
                <a:lnTo>
                  <a:pt x="670" y="893"/>
                </a:lnTo>
                <a:lnTo>
                  <a:pt x="522" y="893"/>
                </a:lnTo>
                <a:lnTo>
                  <a:pt x="522" y="595"/>
                </a:lnTo>
                <a:close/>
                <a:moveTo>
                  <a:pt x="522" y="150"/>
                </a:moveTo>
                <a:lnTo>
                  <a:pt x="670" y="150"/>
                </a:lnTo>
                <a:lnTo>
                  <a:pt x="670" y="447"/>
                </a:lnTo>
                <a:lnTo>
                  <a:pt x="522" y="447"/>
                </a:lnTo>
                <a:lnTo>
                  <a:pt x="522" y="150"/>
                </a:lnTo>
                <a:close/>
                <a:moveTo>
                  <a:pt x="0" y="1489"/>
                </a:moveTo>
                <a:lnTo>
                  <a:pt x="1192" y="1489"/>
                </a:lnTo>
                <a:lnTo>
                  <a:pt x="1192" y="0"/>
                </a:lnTo>
                <a:lnTo>
                  <a:pt x="0" y="0"/>
                </a:lnTo>
                <a:lnTo>
                  <a:pt x="0" y="1489"/>
                </a:lnTo>
                <a:close/>
              </a:path>
            </a:pathLst>
          </a:custGeom>
          <a:solidFill>
            <a:srgbClr val="BB171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3" name="文本框 2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 txBox="1"/>
          <p:nvPr/>
        </p:nvSpPr>
        <p:spPr>
          <a:xfrm>
            <a:off x="4029711" y="2499995"/>
            <a:ext cx="108458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  <p:sp>
        <p:nvSpPr>
          <p:cNvPr id="4" name="文本框 3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 txBox="1"/>
          <p:nvPr/>
        </p:nvSpPr>
        <p:spPr>
          <a:xfrm>
            <a:off x="6920865" y="2499995"/>
            <a:ext cx="108458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19005" y="2784248"/>
            <a:ext cx="7625711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800" spc="-150">
                <a:latin typeface="+mj-ea"/>
                <a:ea typeface="+mj-ea"/>
              </a:rPr>
              <a:t>此处添加标题或其他内容描述</a:t>
            </a:r>
            <a:endParaRPr lang="zh-CN" altLang="en-US" sz="1800" spc="-150">
              <a:latin typeface="+mj-ea"/>
              <a:ea typeface="+mj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19005" y="4270216"/>
            <a:ext cx="7668321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800" spc="-150">
                <a:latin typeface="+mj-ea"/>
                <a:ea typeface="+mj-ea"/>
              </a:rPr>
              <a:t>此处添加标题或其他内容描述，此处添加标题或其他内容描述</a:t>
            </a:r>
            <a:endParaRPr lang="zh-CN" altLang="en-US" sz="1800" spc="-150">
              <a:latin typeface="+mj-ea"/>
              <a:ea typeface="+mj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19005" y="1455780"/>
            <a:ext cx="31191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800" spc="-150">
                <a:latin typeface="+mj-ea"/>
                <a:ea typeface="+mj-ea"/>
              </a:rPr>
              <a:t>此处添加标题或其他内容描述</a:t>
            </a:r>
            <a:endParaRPr lang="zh-CN" altLang="en-US" sz="1800" spc="-150">
              <a:latin typeface="+mj-ea"/>
              <a:ea typeface="+mj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17519" y="1848286"/>
            <a:ext cx="6314536" cy="5530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l"/>
            <a:r>
              <a:rPr lang="zh-CN" altLang="en-US" sz="1000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00">
              <a:latin typeface="+mn-ea"/>
              <a:ea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17519" y="3176754"/>
            <a:ext cx="6314536" cy="5530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l"/>
            <a:r>
              <a:rPr lang="zh-CN" altLang="en-US" sz="1000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00">
              <a:latin typeface="+mn-ea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35502" y="2659935"/>
            <a:ext cx="7272996" cy="1425582"/>
            <a:chOff x="1241409" y="2659935"/>
            <a:chExt cx="6211018" cy="142558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1241409" y="2659935"/>
              <a:ext cx="6211018" cy="0"/>
            </a:xfrm>
            <a:prstGeom prst="line">
              <a:avLst/>
            </a:prstGeom>
            <a:ln>
              <a:solidFill>
                <a:srgbClr val="F6E0C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1241409" y="4085517"/>
              <a:ext cx="6211018" cy="0"/>
            </a:xfrm>
            <a:prstGeom prst="line">
              <a:avLst/>
            </a:prstGeom>
            <a:ln>
              <a:solidFill>
                <a:srgbClr val="F6E0C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: 圆角 5"/>
          <p:cNvSpPr/>
          <p:nvPr/>
        </p:nvSpPr>
        <p:spPr>
          <a:xfrm>
            <a:off x="677174" y="1190625"/>
            <a:ext cx="7789652" cy="3683300"/>
          </a:xfrm>
          <a:prstGeom prst="roundRect">
            <a:avLst>
              <a:gd name="adj" fmla="val 3551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" y="0"/>
            <a:ext cx="9141292" cy="51435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61300" y="804991"/>
            <a:ext cx="7621399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ctr"/>
            <a:r>
              <a:rPr lang="zh-CN" altLang="en-US"/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55800" y="1699260"/>
            <a:ext cx="5208270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2400" spc="-150"/>
              <a:t>添加标题或其他描述</a:t>
            </a:r>
            <a:endParaRPr lang="zh-CN" altLang="en-US" sz="2400" spc="-150"/>
          </a:p>
          <a:p>
            <a:pPr algn="ctr"/>
            <a:r>
              <a:rPr lang="zh-CN" altLang="en-US" sz="1600" spc="-150"/>
              <a:t>此处添加标题或其他内容描述此处添加标题或其他内容描述</a:t>
            </a:r>
            <a:endParaRPr lang="zh-CN" altLang="en-US" sz="1600" spc="-150"/>
          </a:p>
        </p:txBody>
      </p:sp>
      <p:sp>
        <p:nvSpPr>
          <p:cNvPr id="23" name="文本框 22"/>
          <p:cNvSpPr txBox="1"/>
          <p:nvPr/>
        </p:nvSpPr>
        <p:spPr>
          <a:xfrm>
            <a:off x="1153391" y="2503021"/>
            <a:ext cx="6837218" cy="17875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ctr"/>
            <a:r>
              <a:rPr lang="zh-CN" altLang="en-US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r>
              <a:rPr lang="zh-CN" altLang="en-US">
                <a:latin typeface="+mn-ea"/>
                <a:ea typeface="+mn-ea"/>
                <a:sym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latin typeface="+mn-ea"/>
              <a:ea typeface="+mn-ea"/>
            </a:endParaRPr>
          </a:p>
          <a:p>
            <a:pPr algn="ctr"/>
            <a:r>
              <a:rPr lang="zh-CN" altLang="en-US">
                <a:latin typeface="+mn-ea"/>
                <a:ea typeface="+mn-ea"/>
                <a:sym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latin typeface="+mn-ea"/>
              <a:ea typeface="+mn-ea"/>
            </a:endParaRPr>
          </a:p>
          <a:p>
            <a:pPr algn="ctr"/>
            <a:endParaRPr lang="zh-CN" altLang="en-US">
              <a:latin typeface="+mn-ea"/>
              <a:ea typeface="+mn-ea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411061" y="1442905"/>
            <a:ext cx="8363823" cy="3108457"/>
          </a:xfrm>
          <a:prstGeom prst="roundRect">
            <a:avLst>
              <a:gd name="adj" fmla="val 8649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4" name="图片 133" descr="e7d195523061f1c09e9d68d7cf438b91ef959ecb14fc25d26BBA7F7DBC18E55DFF4014AF651F0BF2569D4B6C1DA7F1A4683A481403BD872FC687266AD13265C1DE7C373772FD8728ABDD69ADD03BFF5BE2862BC891DBB79E02DEC8D1F7831212DB0E8531AFF8A68C668B8D1A48C84C720FF8AF71D5AB087665D93940464850FEBC0EDA5CD59EC582B4FFF5A3939164AC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67"/>
          <a:stretch>
            <a:fillRect/>
          </a:stretch>
        </p:blipFill>
        <p:spPr>
          <a:xfrm>
            <a:off x="67112" y="4229100"/>
            <a:ext cx="9144000" cy="9144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3433"/>
            <a:ext cx="1782501" cy="139006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360246" y="3846653"/>
            <a:ext cx="442350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2400" spc="-150">
                <a:solidFill>
                  <a:schemeClr val="bg1"/>
                </a:solidFill>
              </a:rPr>
              <a:t>添加标题或其他内容</a:t>
            </a:r>
            <a:endParaRPr lang="zh-CN" altLang="en-US" sz="2400" spc="-150">
              <a:solidFill>
                <a:schemeClr val="bg1"/>
              </a:solidFill>
            </a:endParaRPr>
          </a:p>
          <a:p>
            <a:pPr algn="ctr"/>
            <a:r>
              <a:rPr lang="zh-CN" altLang="en-US" sz="1600" spc="-150">
                <a:solidFill>
                  <a:schemeClr val="bg1"/>
                </a:solidFill>
              </a:rPr>
              <a:t>此处添加标题或其他内容描述</a:t>
            </a:r>
            <a:r>
              <a:rPr lang="en-US" altLang="zh-CN" sz="1600" spc="-150">
                <a:solidFill>
                  <a:schemeClr val="bg1"/>
                </a:solidFill>
              </a:rPr>
              <a:t>,</a:t>
            </a:r>
            <a:r>
              <a:rPr lang="zh-CN" altLang="en-US" sz="1600" spc="-150">
                <a:solidFill>
                  <a:schemeClr val="bg1"/>
                </a:solidFill>
              </a:rPr>
              <a:t>添加标题或其他内容</a:t>
            </a:r>
            <a:endParaRPr lang="zh-CN" altLang="en-US" sz="1600" spc="-150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13829" y="1222810"/>
            <a:ext cx="6916342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ctr"/>
            <a:r>
              <a:rPr lang="zh-CN" altLang="en-US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38103" y="1884473"/>
            <a:ext cx="8652553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ctr"/>
            <a:r>
              <a:rPr lang="zh-CN" altLang="en-US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38078" y="4486784"/>
            <a:ext cx="8667845" cy="897240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8000">
                <a:schemeClr val="accent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5" name="椭圆 54"/>
          <p:cNvSpPr/>
          <p:nvPr/>
        </p:nvSpPr>
        <p:spPr>
          <a:xfrm>
            <a:off x="1572323" y="4415347"/>
            <a:ext cx="5999355" cy="62101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6" name="椭圆 55"/>
          <p:cNvSpPr/>
          <p:nvPr/>
        </p:nvSpPr>
        <p:spPr>
          <a:xfrm>
            <a:off x="3391812" y="4551363"/>
            <a:ext cx="2360375" cy="334672"/>
          </a:xfrm>
          <a:prstGeom prst="ellipse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7" name="椭圆 56"/>
          <p:cNvSpPr/>
          <p:nvPr/>
        </p:nvSpPr>
        <p:spPr>
          <a:xfrm>
            <a:off x="2262449" y="4486784"/>
            <a:ext cx="4619102" cy="478140"/>
          </a:xfrm>
          <a:prstGeom prst="ellipse">
            <a:avLst/>
          </a:prstGeom>
          <a:noFill/>
          <a:ln w="95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8" name="椭圆 57"/>
          <p:cNvSpPr/>
          <p:nvPr/>
        </p:nvSpPr>
        <p:spPr>
          <a:xfrm>
            <a:off x="569332" y="4312158"/>
            <a:ext cx="8005337" cy="828662"/>
          </a:xfrm>
          <a:prstGeom prst="ellipse">
            <a:avLst/>
          </a:prstGeom>
          <a:noFill/>
          <a:ln w="95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8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cxnSp>
        <p:nvCxnSpPr>
          <p:cNvPr id="59" name="直接连接符 58"/>
          <p:cNvCxnSpPr/>
          <p:nvPr/>
        </p:nvCxnSpPr>
        <p:spPr>
          <a:xfrm flipV="1">
            <a:off x="1398845" y="3253076"/>
            <a:ext cx="0" cy="1666429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2562891" y="3344106"/>
            <a:ext cx="0" cy="1290623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>
                    <a:alpha val="3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1702101" y="4045897"/>
            <a:ext cx="106545" cy="670440"/>
            <a:chOff x="3817634" y="4816000"/>
            <a:chExt cx="142060" cy="893920"/>
          </a:xfrm>
        </p:grpSpPr>
        <p:cxnSp>
          <p:nvCxnSpPr>
            <p:cNvPr id="65" name="直接连接符 64"/>
            <p:cNvCxnSpPr/>
            <p:nvPr/>
          </p:nvCxnSpPr>
          <p:spPr>
            <a:xfrm flipV="1">
              <a:off x="3887042" y="4952455"/>
              <a:ext cx="0" cy="757465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accent1">
                      <a:alpha val="43000"/>
                    </a:schemeClr>
                  </a:gs>
                  <a:gs pos="89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椭圆 65"/>
            <p:cNvSpPr/>
            <p:nvPr/>
          </p:nvSpPr>
          <p:spPr>
            <a:xfrm>
              <a:off x="3817634" y="4816000"/>
              <a:ext cx="142060" cy="14206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cxnSp>
        <p:nvCxnSpPr>
          <p:cNvPr id="67" name="直接连接符 66"/>
          <p:cNvCxnSpPr/>
          <p:nvPr/>
        </p:nvCxnSpPr>
        <p:spPr>
          <a:xfrm flipV="1">
            <a:off x="5021314" y="3549314"/>
            <a:ext cx="0" cy="124168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3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/>
          <p:cNvGrpSpPr/>
          <p:nvPr/>
        </p:nvGrpSpPr>
        <p:grpSpPr>
          <a:xfrm>
            <a:off x="7573784" y="3860547"/>
            <a:ext cx="106545" cy="672821"/>
            <a:chOff x="10098378" y="4492739"/>
            <a:chExt cx="142060" cy="897095"/>
          </a:xfrm>
        </p:grpSpPr>
        <p:cxnSp>
          <p:nvCxnSpPr>
            <p:cNvPr id="69" name="直接连接符 68"/>
            <p:cNvCxnSpPr/>
            <p:nvPr/>
          </p:nvCxnSpPr>
          <p:spPr>
            <a:xfrm flipV="1">
              <a:off x="10169408" y="4632369"/>
              <a:ext cx="0" cy="757465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89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椭圆 69"/>
            <p:cNvSpPr/>
            <p:nvPr/>
          </p:nvSpPr>
          <p:spPr>
            <a:xfrm>
              <a:off x="10098378" y="4492739"/>
              <a:ext cx="142060" cy="14206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7" name="梯形 6"/>
          <p:cNvSpPr/>
          <p:nvPr/>
        </p:nvSpPr>
        <p:spPr>
          <a:xfrm flipV="1">
            <a:off x="2847441" y="2393819"/>
            <a:ext cx="3438784" cy="2287683"/>
          </a:xfrm>
          <a:prstGeom prst="trapezoid">
            <a:avLst/>
          </a:prstGeom>
          <a:gradFill flip="none" rotWithShape="1">
            <a:gsLst>
              <a:gs pos="66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3701659" y="2927561"/>
            <a:ext cx="1804182" cy="1243511"/>
          </a:xfrm>
          <a:custGeom>
            <a:avLst/>
            <a:gdLst>
              <a:gd name="T0" fmla="*/ 413 w 695"/>
              <a:gd name="T1" fmla="*/ 62 h 478"/>
              <a:gd name="T2" fmla="*/ 289 w 695"/>
              <a:gd name="T3" fmla="*/ 62 h 478"/>
              <a:gd name="T4" fmla="*/ 95 w 695"/>
              <a:gd name="T5" fmla="*/ 307 h 478"/>
              <a:gd name="T6" fmla="*/ 66 w 695"/>
              <a:gd name="T7" fmla="*/ 412 h 478"/>
              <a:gd name="T8" fmla="*/ 60 w 695"/>
              <a:gd name="T9" fmla="*/ 322 h 478"/>
              <a:gd name="T10" fmla="*/ 30 w 695"/>
              <a:gd name="T11" fmla="*/ 412 h 478"/>
              <a:gd name="T12" fmla="*/ 26 w 695"/>
              <a:gd name="T13" fmla="*/ 230 h 478"/>
              <a:gd name="T14" fmla="*/ 0 w 695"/>
              <a:gd name="T15" fmla="*/ 289 h 478"/>
              <a:gd name="T16" fmla="*/ 26 w 695"/>
              <a:gd name="T17" fmla="*/ 183 h 478"/>
              <a:gd name="T18" fmla="*/ 83 w 695"/>
              <a:gd name="T19" fmla="*/ 194 h 478"/>
              <a:gd name="T20" fmla="*/ 95 w 695"/>
              <a:gd name="T21" fmla="*/ 307 h 478"/>
              <a:gd name="T22" fmla="*/ 104 w 695"/>
              <a:gd name="T23" fmla="*/ 136 h 478"/>
              <a:gd name="T24" fmla="*/ 92 w 695"/>
              <a:gd name="T25" fmla="*/ 165 h 478"/>
              <a:gd name="T26" fmla="*/ 22 w 695"/>
              <a:gd name="T27" fmla="*/ 136 h 478"/>
              <a:gd name="T28" fmla="*/ 600 w 695"/>
              <a:gd name="T29" fmla="*/ 307 h 478"/>
              <a:gd name="T30" fmla="*/ 629 w 695"/>
              <a:gd name="T31" fmla="*/ 412 h 478"/>
              <a:gd name="T32" fmla="*/ 635 w 695"/>
              <a:gd name="T33" fmla="*/ 322 h 478"/>
              <a:gd name="T34" fmla="*/ 665 w 695"/>
              <a:gd name="T35" fmla="*/ 412 h 478"/>
              <a:gd name="T36" fmla="*/ 669 w 695"/>
              <a:gd name="T37" fmla="*/ 230 h 478"/>
              <a:gd name="T38" fmla="*/ 695 w 695"/>
              <a:gd name="T39" fmla="*/ 289 h 478"/>
              <a:gd name="T40" fmla="*/ 670 w 695"/>
              <a:gd name="T41" fmla="*/ 183 h 478"/>
              <a:gd name="T42" fmla="*/ 612 w 695"/>
              <a:gd name="T43" fmla="*/ 194 h 478"/>
              <a:gd name="T44" fmla="*/ 600 w 695"/>
              <a:gd name="T45" fmla="*/ 307 h 478"/>
              <a:gd name="T46" fmla="*/ 591 w 695"/>
              <a:gd name="T47" fmla="*/ 136 h 478"/>
              <a:gd name="T48" fmla="*/ 603 w 695"/>
              <a:gd name="T49" fmla="*/ 165 h 478"/>
              <a:gd name="T50" fmla="*/ 673 w 695"/>
              <a:gd name="T51" fmla="*/ 136 h 478"/>
              <a:gd name="T52" fmla="*/ 465 w 695"/>
              <a:gd name="T53" fmla="*/ 320 h 478"/>
              <a:gd name="T54" fmla="*/ 501 w 695"/>
              <a:gd name="T55" fmla="*/ 451 h 478"/>
              <a:gd name="T56" fmla="*/ 509 w 695"/>
              <a:gd name="T57" fmla="*/ 339 h 478"/>
              <a:gd name="T58" fmla="*/ 546 w 695"/>
              <a:gd name="T59" fmla="*/ 451 h 478"/>
              <a:gd name="T60" fmla="*/ 551 w 695"/>
              <a:gd name="T61" fmla="*/ 224 h 478"/>
              <a:gd name="T62" fmla="*/ 584 w 695"/>
              <a:gd name="T63" fmla="*/ 298 h 478"/>
              <a:gd name="T64" fmla="*/ 552 w 695"/>
              <a:gd name="T65" fmla="*/ 166 h 478"/>
              <a:gd name="T66" fmla="*/ 481 w 695"/>
              <a:gd name="T67" fmla="*/ 180 h 478"/>
              <a:gd name="T68" fmla="*/ 465 w 695"/>
              <a:gd name="T69" fmla="*/ 321 h 478"/>
              <a:gd name="T70" fmla="*/ 406 w 695"/>
              <a:gd name="T71" fmla="*/ 292 h 478"/>
              <a:gd name="T72" fmla="*/ 399 w 695"/>
              <a:gd name="T73" fmla="*/ 203 h 478"/>
              <a:gd name="T74" fmla="*/ 355 w 695"/>
              <a:gd name="T75" fmla="*/ 478 h 478"/>
              <a:gd name="T76" fmla="*/ 346 w 695"/>
              <a:gd name="T77" fmla="*/ 343 h 478"/>
              <a:gd name="T78" fmla="*/ 302 w 695"/>
              <a:gd name="T79" fmla="*/ 478 h 478"/>
              <a:gd name="T80" fmla="*/ 295 w 695"/>
              <a:gd name="T81" fmla="*/ 203 h 478"/>
              <a:gd name="T82" fmla="*/ 255 w 695"/>
              <a:gd name="T83" fmla="*/ 292 h 478"/>
              <a:gd name="T84" fmla="*/ 294 w 695"/>
              <a:gd name="T85" fmla="*/ 132 h 478"/>
              <a:gd name="T86" fmla="*/ 446 w 695"/>
              <a:gd name="T87" fmla="*/ 171 h 478"/>
              <a:gd name="T88" fmla="*/ 406 w 695"/>
              <a:gd name="T89" fmla="*/ 292 h 478"/>
              <a:gd name="T90" fmla="*/ 232 w 695"/>
              <a:gd name="T91" fmla="*/ 451 h 478"/>
              <a:gd name="T92" fmla="*/ 196 w 695"/>
              <a:gd name="T93" fmla="*/ 339 h 478"/>
              <a:gd name="T94" fmla="*/ 189 w 695"/>
              <a:gd name="T95" fmla="*/ 451 h 478"/>
              <a:gd name="T96" fmla="*/ 152 w 695"/>
              <a:gd name="T97" fmla="*/ 224 h 478"/>
              <a:gd name="T98" fmla="*/ 146 w 695"/>
              <a:gd name="T99" fmla="*/ 298 h 478"/>
              <a:gd name="T100" fmla="*/ 114 w 695"/>
              <a:gd name="T101" fmla="*/ 198 h 478"/>
              <a:gd name="T102" fmla="*/ 218 w 695"/>
              <a:gd name="T103" fmla="*/ 166 h 478"/>
              <a:gd name="T104" fmla="*/ 217 w 695"/>
              <a:gd name="T105" fmla="*/ 321 h 478"/>
              <a:gd name="T106" fmla="*/ 232 w 695"/>
              <a:gd name="T107" fmla="*/ 320 h 478"/>
              <a:gd name="T108" fmla="*/ 244 w 695"/>
              <a:gd name="T109" fmla="*/ 107 h 478"/>
              <a:gd name="T110" fmla="*/ 230 w 695"/>
              <a:gd name="T111" fmla="*/ 143 h 478"/>
              <a:gd name="T112" fmla="*/ 142 w 695"/>
              <a:gd name="T113" fmla="*/ 107 h 478"/>
              <a:gd name="T114" fmla="*/ 505 w 695"/>
              <a:gd name="T115" fmla="*/ 56 h 478"/>
              <a:gd name="T116" fmla="*/ 464 w 695"/>
              <a:gd name="T117" fmla="*/ 138 h 478"/>
              <a:gd name="T118" fmla="*/ 504 w 695"/>
              <a:gd name="T119" fmla="*/ 158 h 478"/>
              <a:gd name="T120" fmla="*/ 505 w 695"/>
              <a:gd name="T121" fmla="*/ 56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95" h="478">
                <a:moveTo>
                  <a:pt x="351" y="0"/>
                </a:moveTo>
                <a:cubicBezTo>
                  <a:pt x="386" y="0"/>
                  <a:pt x="413" y="28"/>
                  <a:pt x="413" y="62"/>
                </a:cubicBezTo>
                <a:cubicBezTo>
                  <a:pt x="413" y="96"/>
                  <a:pt x="386" y="124"/>
                  <a:pt x="351" y="124"/>
                </a:cubicBezTo>
                <a:cubicBezTo>
                  <a:pt x="317" y="124"/>
                  <a:pt x="289" y="96"/>
                  <a:pt x="289" y="62"/>
                </a:cubicBezTo>
                <a:cubicBezTo>
                  <a:pt x="289" y="28"/>
                  <a:pt x="317" y="0"/>
                  <a:pt x="351" y="0"/>
                </a:cubicBezTo>
                <a:close/>
                <a:moveTo>
                  <a:pt x="95" y="307"/>
                </a:moveTo>
                <a:cubicBezTo>
                  <a:pt x="95" y="412"/>
                  <a:pt x="95" y="412"/>
                  <a:pt x="95" y="412"/>
                </a:cubicBezTo>
                <a:cubicBezTo>
                  <a:pt x="66" y="412"/>
                  <a:pt x="66" y="412"/>
                  <a:pt x="66" y="412"/>
                </a:cubicBezTo>
                <a:cubicBezTo>
                  <a:pt x="66" y="322"/>
                  <a:pt x="66" y="322"/>
                  <a:pt x="66" y="322"/>
                </a:cubicBezTo>
                <a:cubicBezTo>
                  <a:pt x="60" y="322"/>
                  <a:pt x="60" y="322"/>
                  <a:pt x="60" y="322"/>
                </a:cubicBezTo>
                <a:cubicBezTo>
                  <a:pt x="60" y="412"/>
                  <a:pt x="60" y="412"/>
                  <a:pt x="60" y="412"/>
                </a:cubicBezTo>
                <a:cubicBezTo>
                  <a:pt x="30" y="412"/>
                  <a:pt x="30" y="412"/>
                  <a:pt x="30" y="412"/>
                </a:cubicBezTo>
                <a:cubicBezTo>
                  <a:pt x="30" y="230"/>
                  <a:pt x="30" y="230"/>
                  <a:pt x="30" y="230"/>
                </a:cubicBezTo>
                <a:cubicBezTo>
                  <a:pt x="26" y="230"/>
                  <a:pt x="26" y="230"/>
                  <a:pt x="26" y="230"/>
                </a:cubicBezTo>
                <a:cubicBezTo>
                  <a:pt x="26" y="289"/>
                  <a:pt x="26" y="289"/>
                  <a:pt x="26" y="289"/>
                </a:cubicBezTo>
                <a:cubicBezTo>
                  <a:pt x="0" y="289"/>
                  <a:pt x="0" y="289"/>
                  <a:pt x="0" y="289"/>
                </a:cubicBezTo>
                <a:cubicBezTo>
                  <a:pt x="0" y="208"/>
                  <a:pt x="0" y="208"/>
                  <a:pt x="0" y="208"/>
                </a:cubicBezTo>
                <a:cubicBezTo>
                  <a:pt x="0" y="194"/>
                  <a:pt x="12" y="183"/>
                  <a:pt x="26" y="183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3" y="186"/>
                  <a:pt x="83" y="190"/>
                  <a:pt x="83" y="194"/>
                </a:cubicBezTo>
                <a:cubicBezTo>
                  <a:pt x="83" y="307"/>
                  <a:pt x="83" y="307"/>
                  <a:pt x="83" y="307"/>
                </a:cubicBezTo>
                <a:lnTo>
                  <a:pt x="95" y="307"/>
                </a:lnTo>
                <a:close/>
                <a:moveTo>
                  <a:pt x="63" y="95"/>
                </a:moveTo>
                <a:cubicBezTo>
                  <a:pt x="86" y="95"/>
                  <a:pt x="104" y="114"/>
                  <a:pt x="104" y="136"/>
                </a:cubicBezTo>
                <a:cubicBezTo>
                  <a:pt x="104" y="146"/>
                  <a:pt x="101" y="154"/>
                  <a:pt x="96" y="161"/>
                </a:cubicBezTo>
                <a:cubicBezTo>
                  <a:pt x="95" y="162"/>
                  <a:pt x="94" y="164"/>
                  <a:pt x="92" y="165"/>
                </a:cubicBezTo>
                <a:cubicBezTo>
                  <a:pt x="85" y="173"/>
                  <a:pt x="75" y="177"/>
                  <a:pt x="63" y="177"/>
                </a:cubicBezTo>
                <a:cubicBezTo>
                  <a:pt x="40" y="177"/>
                  <a:pt x="22" y="159"/>
                  <a:pt x="22" y="136"/>
                </a:cubicBezTo>
                <a:cubicBezTo>
                  <a:pt x="22" y="114"/>
                  <a:pt x="40" y="95"/>
                  <a:pt x="63" y="95"/>
                </a:cubicBezTo>
                <a:close/>
                <a:moveTo>
                  <a:pt x="600" y="307"/>
                </a:moveTo>
                <a:cubicBezTo>
                  <a:pt x="600" y="412"/>
                  <a:pt x="600" y="412"/>
                  <a:pt x="600" y="412"/>
                </a:cubicBezTo>
                <a:cubicBezTo>
                  <a:pt x="629" y="412"/>
                  <a:pt x="629" y="412"/>
                  <a:pt x="629" y="412"/>
                </a:cubicBezTo>
                <a:cubicBezTo>
                  <a:pt x="629" y="322"/>
                  <a:pt x="629" y="322"/>
                  <a:pt x="629" y="322"/>
                </a:cubicBezTo>
                <a:cubicBezTo>
                  <a:pt x="635" y="322"/>
                  <a:pt x="635" y="322"/>
                  <a:pt x="635" y="322"/>
                </a:cubicBezTo>
                <a:cubicBezTo>
                  <a:pt x="635" y="412"/>
                  <a:pt x="635" y="412"/>
                  <a:pt x="635" y="412"/>
                </a:cubicBezTo>
                <a:cubicBezTo>
                  <a:pt x="665" y="412"/>
                  <a:pt x="665" y="412"/>
                  <a:pt x="665" y="412"/>
                </a:cubicBezTo>
                <a:cubicBezTo>
                  <a:pt x="665" y="230"/>
                  <a:pt x="665" y="230"/>
                  <a:pt x="665" y="230"/>
                </a:cubicBezTo>
                <a:cubicBezTo>
                  <a:pt x="669" y="230"/>
                  <a:pt x="669" y="230"/>
                  <a:pt x="669" y="230"/>
                </a:cubicBezTo>
                <a:cubicBezTo>
                  <a:pt x="669" y="289"/>
                  <a:pt x="669" y="289"/>
                  <a:pt x="669" y="289"/>
                </a:cubicBezTo>
                <a:cubicBezTo>
                  <a:pt x="695" y="289"/>
                  <a:pt x="695" y="289"/>
                  <a:pt x="695" y="289"/>
                </a:cubicBezTo>
                <a:cubicBezTo>
                  <a:pt x="695" y="208"/>
                  <a:pt x="695" y="208"/>
                  <a:pt x="695" y="208"/>
                </a:cubicBezTo>
                <a:cubicBezTo>
                  <a:pt x="695" y="194"/>
                  <a:pt x="684" y="183"/>
                  <a:pt x="670" y="183"/>
                </a:cubicBezTo>
                <a:cubicBezTo>
                  <a:pt x="611" y="183"/>
                  <a:pt x="611" y="183"/>
                  <a:pt x="611" y="183"/>
                </a:cubicBezTo>
                <a:cubicBezTo>
                  <a:pt x="612" y="186"/>
                  <a:pt x="612" y="190"/>
                  <a:pt x="612" y="194"/>
                </a:cubicBezTo>
                <a:cubicBezTo>
                  <a:pt x="612" y="307"/>
                  <a:pt x="612" y="307"/>
                  <a:pt x="612" y="307"/>
                </a:cubicBezTo>
                <a:lnTo>
                  <a:pt x="600" y="307"/>
                </a:lnTo>
                <a:close/>
                <a:moveTo>
                  <a:pt x="632" y="95"/>
                </a:moveTo>
                <a:cubicBezTo>
                  <a:pt x="609" y="95"/>
                  <a:pt x="591" y="114"/>
                  <a:pt x="591" y="136"/>
                </a:cubicBezTo>
                <a:cubicBezTo>
                  <a:pt x="591" y="146"/>
                  <a:pt x="594" y="154"/>
                  <a:pt x="599" y="161"/>
                </a:cubicBezTo>
                <a:cubicBezTo>
                  <a:pt x="600" y="162"/>
                  <a:pt x="602" y="164"/>
                  <a:pt x="603" y="165"/>
                </a:cubicBezTo>
                <a:cubicBezTo>
                  <a:pt x="610" y="173"/>
                  <a:pt x="620" y="177"/>
                  <a:pt x="632" y="177"/>
                </a:cubicBezTo>
                <a:cubicBezTo>
                  <a:pt x="655" y="177"/>
                  <a:pt x="673" y="159"/>
                  <a:pt x="673" y="136"/>
                </a:cubicBezTo>
                <a:cubicBezTo>
                  <a:pt x="673" y="114"/>
                  <a:pt x="655" y="95"/>
                  <a:pt x="632" y="95"/>
                </a:cubicBezTo>
                <a:close/>
                <a:moveTo>
                  <a:pt x="465" y="320"/>
                </a:moveTo>
                <a:cubicBezTo>
                  <a:pt x="465" y="451"/>
                  <a:pt x="465" y="451"/>
                  <a:pt x="465" y="451"/>
                </a:cubicBezTo>
                <a:cubicBezTo>
                  <a:pt x="501" y="451"/>
                  <a:pt x="501" y="451"/>
                  <a:pt x="501" y="451"/>
                </a:cubicBezTo>
                <a:cubicBezTo>
                  <a:pt x="501" y="339"/>
                  <a:pt x="501" y="339"/>
                  <a:pt x="501" y="339"/>
                </a:cubicBezTo>
                <a:cubicBezTo>
                  <a:pt x="509" y="339"/>
                  <a:pt x="509" y="339"/>
                  <a:pt x="509" y="339"/>
                </a:cubicBezTo>
                <a:cubicBezTo>
                  <a:pt x="509" y="451"/>
                  <a:pt x="509" y="451"/>
                  <a:pt x="509" y="451"/>
                </a:cubicBezTo>
                <a:cubicBezTo>
                  <a:pt x="546" y="451"/>
                  <a:pt x="546" y="451"/>
                  <a:pt x="546" y="451"/>
                </a:cubicBezTo>
                <a:cubicBezTo>
                  <a:pt x="546" y="224"/>
                  <a:pt x="546" y="224"/>
                  <a:pt x="546" y="224"/>
                </a:cubicBezTo>
                <a:cubicBezTo>
                  <a:pt x="551" y="224"/>
                  <a:pt x="551" y="224"/>
                  <a:pt x="551" y="224"/>
                </a:cubicBezTo>
                <a:cubicBezTo>
                  <a:pt x="551" y="298"/>
                  <a:pt x="551" y="298"/>
                  <a:pt x="551" y="298"/>
                </a:cubicBezTo>
                <a:cubicBezTo>
                  <a:pt x="584" y="298"/>
                  <a:pt x="584" y="298"/>
                  <a:pt x="584" y="298"/>
                </a:cubicBezTo>
                <a:cubicBezTo>
                  <a:pt x="584" y="198"/>
                  <a:pt x="584" y="198"/>
                  <a:pt x="584" y="198"/>
                </a:cubicBezTo>
                <a:cubicBezTo>
                  <a:pt x="584" y="180"/>
                  <a:pt x="570" y="166"/>
                  <a:pt x="552" y="166"/>
                </a:cubicBezTo>
                <a:cubicBezTo>
                  <a:pt x="479" y="166"/>
                  <a:pt x="479" y="166"/>
                  <a:pt x="479" y="166"/>
                </a:cubicBezTo>
                <a:cubicBezTo>
                  <a:pt x="480" y="170"/>
                  <a:pt x="481" y="175"/>
                  <a:pt x="481" y="180"/>
                </a:cubicBezTo>
                <a:cubicBezTo>
                  <a:pt x="481" y="321"/>
                  <a:pt x="481" y="321"/>
                  <a:pt x="481" y="321"/>
                </a:cubicBezTo>
                <a:cubicBezTo>
                  <a:pt x="465" y="321"/>
                  <a:pt x="465" y="321"/>
                  <a:pt x="465" y="321"/>
                </a:cubicBezTo>
                <a:cubicBezTo>
                  <a:pt x="465" y="320"/>
                  <a:pt x="465" y="320"/>
                  <a:pt x="465" y="320"/>
                </a:cubicBezTo>
                <a:close/>
                <a:moveTo>
                  <a:pt x="406" y="292"/>
                </a:moveTo>
                <a:cubicBezTo>
                  <a:pt x="406" y="203"/>
                  <a:pt x="406" y="203"/>
                  <a:pt x="406" y="203"/>
                </a:cubicBezTo>
                <a:cubicBezTo>
                  <a:pt x="399" y="203"/>
                  <a:pt x="399" y="203"/>
                  <a:pt x="399" y="203"/>
                </a:cubicBezTo>
                <a:cubicBezTo>
                  <a:pt x="399" y="478"/>
                  <a:pt x="399" y="478"/>
                  <a:pt x="399" y="478"/>
                </a:cubicBezTo>
                <a:cubicBezTo>
                  <a:pt x="355" y="478"/>
                  <a:pt x="355" y="478"/>
                  <a:pt x="355" y="478"/>
                </a:cubicBezTo>
                <a:cubicBezTo>
                  <a:pt x="355" y="343"/>
                  <a:pt x="355" y="343"/>
                  <a:pt x="355" y="343"/>
                </a:cubicBezTo>
                <a:cubicBezTo>
                  <a:pt x="346" y="343"/>
                  <a:pt x="346" y="343"/>
                  <a:pt x="346" y="343"/>
                </a:cubicBezTo>
                <a:cubicBezTo>
                  <a:pt x="346" y="478"/>
                  <a:pt x="346" y="478"/>
                  <a:pt x="346" y="478"/>
                </a:cubicBezTo>
                <a:cubicBezTo>
                  <a:pt x="302" y="478"/>
                  <a:pt x="302" y="478"/>
                  <a:pt x="302" y="478"/>
                </a:cubicBezTo>
                <a:cubicBezTo>
                  <a:pt x="302" y="203"/>
                  <a:pt x="302" y="203"/>
                  <a:pt x="302" y="203"/>
                </a:cubicBezTo>
                <a:cubicBezTo>
                  <a:pt x="295" y="203"/>
                  <a:pt x="295" y="203"/>
                  <a:pt x="295" y="203"/>
                </a:cubicBezTo>
                <a:cubicBezTo>
                  <a:pt x="295" y="292"/>
                  <a:pt x="295" y="292"/>
                  <a:pt x="295" y="292"/>
                </a:cubicBezTo>
                <a:cubicBezTo>
                  <a:pt x="255" y="292"/>
                  <a:pt x="255" y="292"/>
                  <a:pt x="255" y="292"/>
                </a:cubicBezTo>
                <a:cubicBezTo>
                  <a:pt x="255" y="171"/>
                  <a:pt x="255" y="171"/>
                  <a:pt x="255" y="171"/>
                </a:cubicBezTo>
                <a:cubicBezTo>
                  <a:pt x="255" y="149"/>
                  <a:pt x="273" y="132"/>
                  <a:pt x="294" y="132"/>
                </a:cubicBezTo>
                <a:cubicBezTo>
                  <a:pt x="407" y="132"/>
                  <a:pt x="407" y="132"/>
                  <a:pt x="407" y="132"/>
                </a:cubicBezTo>
                <a:cubicBezTo>
                  <a:pt x="428" y="132"/>
                  <a:pt x="446" y="150"/>
                  <a:pt x="446" y="171"/>
                </a:cubicBezTo>
                <a:cubicBezTo>
                  <a:pt x="446" y="292"/>
                  <a:pt x="446" y="292"/>
                  <a:pt x="446" y="292"/>
                </a:cubicBezTo>
                <a:cubicBezTo>
                  <a:pt x="406" y="292"/>
                  <a:pt x="406" y="292"/>
                  <a:pt x="406" y="292"/>
                </a:cubicBezTo>
                <a:close/>
                <a:moveTo>
                  <a:pt x="232" y="320"/>
                </a:moveTo>
                <a:cubicBezTo>
                  <a:pt x="232" y="451"/>
                  <a:pt x="232" y="451"/>
                  <a:pt x="232" y="451"/>
                </a:cubicBezTo>
                <a:cubicBezTo>
                  <a:pt x="196" y="451"/>
                  <a:pt x="196" y="451"/>
                  <a:pt x="196" y="451"/>
                </a:cubicBezTo>
                <a:cubicBezTo>
                  <a:pt x="196" y="339"/>
                  <a:pt x="196" y="339"/>
                  <a:pt x="196" y="339"/>
                </a:cubicBezTo>
                <a:cubicBezTo>
                  <a:pt x="189" y="339"/>
                  <a:pt x="189" y="339"/>
                  <a:pt x="189" y="339"/>
                </a:cubicBezTo>
                <a:cubicBezTo>
                  <a:pt x="189" y="451"/>
                  <a:pt x="189" y="451"/>
                  <a:pt x="189" y="451"/>
                </a:cubicBezTo>
                <a:cubicBezTo>
                  <a:pt x="152" y="451"/>
                  <a:pt x="152" y="451"/>
                  <a:pt x="152" y="451"/>
                </a:cubicBezTo>
                <a:cubicBezTo>
                  <a:pt x="152" y="224"/>
                  <a:pt x="152" y="224"/>
                  <a:pt x="152" y="224"/>
                </a:cubicBezTo>
                <a:cubicBezTo>
                  <a:pt x="146" y="224"/>
                  <a:pt x="146" y="224"/>
                  <a:pt x="146" y="224"/>
                </a:cubicBezTo>
                <a:cubicBezTo>
                  <a:pt x="146" y="298"/>
                  <a:pt x="146" y="298"/>
                  <a:pt x="146" y="298"/>
                </a:cubicBezTo>
                <a:cubicBezTo>
                  <a:pt x="114" y="298"/>
                  <a:pt x="114" y="298"/>
                  <a:pt x="114" y="298"/>
                </a:cubicBezTo>
                <a:cubicBezTo>
                  <a:pt x="114" y="198"/>
                  <a:pt x="114" y="198"/>
                  <a:pt x="114" y="198"/>
                </a:cubicBezTo>
                <a:cubicBezTo>
                  <a:pt x="114" y="180"/>
                  <a:pt x="128" y="166"/>
                  <a:pt x="146" y="166"/>
                </a:cubicBezTo>
                <a:cubicBezTo>
                  <a:pt x="218" y="166"/>
                  <a:pt x="218" y="166"/>
                  <a:pt x="218" y="166"/>
                </a:cubicBezTo>
                <a:cubicBezTo>
                  <a:pt x="217" y="170"/>
                  <a:pt x="217" y="175"/>
                  <a:pt x="217" y="180"/>
                </a:cubicBezTo>
                <a:cubicBezTo>
                  <a:pt x="217" y="321"/>
                  <a:pt x="217" y="321"/>
                  <a:pt x="217" y="321"/>
                </a:cubicBezTo>
                <a:cubicBezTo>
                  <a:pt x="232" y="321"/>
                  <a:pt x="232" y="321"/>
                  <a:pt x="232" y="321"/>
                </a:cubicBezTo>
                <a:cubicBezTo>
                  <a:pt x="232" y="320"/>
                  <a:pt x="232" y="320"/>
                  <a:pt x="232" y="320"/>
                </a:cubicBezTo>
                <a:close/>
                <a:moveTo>
                  <a:pt x="193" y="56"/>
                </a:moveTo>
                <a:cubicBezTo>
                  <a:pt x="222" y="56"/>
                  <a:pt x="244" y="79"/>
                  <a:pt x="244" y="107"/>
                </a:cubicBezTo>
                <a:cubicBezTo>
                  <a:pt x="244" y="119"/>
                  <a:pt x="241" y="129"/>
                  <a:pt x="234" y="138"/>
                </a:cubicBezTo>
                <a:cubicBezTo>
                  <a:pt x="233" y="139"/>
                  <a:pt x="231" y="141"/>
                  <a:pt x="230" y="143"/>
                </a:cubicBezTo>
                <a:cubicBezTo>
                  <a:pt x="220" y="152"/>
                  <a:pt x="208" y="158"/>
                  <a:pt x="194" y="158"/>
                </a:cubicBezTo>
                <a:cubicBezTo>
                  <a:pt x="165" y="158"/>
                  <a:pt x="142" y="135"/>
                  <a:pt x="142" y="107"/>
                </a:cubicBezTo>
                <a:cubicBezTo>
                  <a:pt x="142" y="79"/>
                  <a:pt x="165" y="56"/>
                  <a:pt x="193" y="56"/>
                </a:cubicBezTo>
                <a:close/>
                <a:moveTo>
                  <a:pt x="505" y="56"/>
                </a:moveTo>
                <a:cubicBezTo>
                  <a:pt x="476" y="56"/>
                  <a:pt x="454" y="79"/>
                  <a:pt x="454" y="107"/>
                </a:cubicBezTo>
                <a:cubicBezTo>
                  <a:pt x="454" y="119"/>
                  <a:pt x="457" y="129"/>
                  <a:pt x="464" y="138"/>
                </a:cubicBezTo>
                <a:cubicBezTo>
                  <a:pt x="465" y="139"/>
                  <a:pt x="467" y="141"/>
                  <a:pt x="468" y="143"/>
                </a:cubicBezTo>
                <a:cubicBezTo>
                  <a:pt x="478" y="152"/>
                  <a:pt x="490" y="158"/>
                  <a:pt x="504" y="158"/>
                </a:cubicBezTo>
                <a:cubicBezTo>
                  <a:pt x="533" y="158"/>
                  <a:pt x="556" y="135"/>
                  <a:pt x="556" y="107"/>
                </a:cubicBezTo>
                <a:cubicBezTo>
                  <a:pt x="556" y="79"/>
                  <a:pt x="533" y="56"/>
                  <a:pt x="505" y="56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4000"/>
                </a:scheme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8" y="0"/>
            <a:ext cx="9144000" cy="5143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9"/>
          <a:stretch>
            <a:fillRect/>
          </a:stretch>
        </p:blipFill>
        <p:spPr>
          <a:xfrm>
            <a:off x="0" y="1477108"/>
            <a:ext cx="3763107" cy="3666392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4047490" y="1588135"/>
            <a:ext cx="4123690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2400">
                <a:sym typeface="+mn-ea"/>
              </a:rPr>
              <a:t>添加标题或其他内容描述</a:t>
            </a:r>
            <a:endParaRPr lang="zh-CN" altLang="en-US" sz="2400"/>
          </a:p>
          <a:p>
            <a:r>
              <a:rPr lang="zh-CN" altLang="en-US" sz="1600" spc="-150"/>
              <a:t>添加标题或其他内容描述，添加标题或其他内容</a:t>
            </a:r>
            <a:endParaRPr lang="zh-CN" altLang="en-US" sz="1600" spc="-150"/>
          </a:p>
        </p:txBody>
      </p:sp>
      <p:sp>
        <p:nvSpPr>
          <p:cNvPr id="23" name="文本框 22"/>
          <p:cNvSpPr txBox="1"/>
          <p:nvPr/>
        </p:nvSpPr>
        <p:spPr>
          <a:xfrm>
            <a:off x="4076043" y="2324799"/>
            <a:ext cx="4499193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>
              <a:lnSpc>
                <a:spcPct val="200000"/>
              </a:lnSpc>
            </a:pPr>
            <a:r>
              <a:rPr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r>
              <a:rPr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50531" y="1107768"/>
            <a:ext cx="27038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第四部分</a:t>
            </a:r>
            <a:endParaRPr lang="zh-CN" altLang="en-US" sz="40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04967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5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6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5634328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5468" y="1838960"/>
            <a:ext cx="533400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点击此处编辑标题</a:t>
            </a:r>
            <a:endParaRPr lang="zh-CN" altLang="en-US" sz="44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69770" y="2718435"/>
            <a:ext cx="5065395" cy="81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>
                <a:solidFill>
                  <a:srgbClr val="F6E0CB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050">
              <a:solidFill>
                <a:srgbClr val="F6E0CB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570004" y="306813"/>
            <a:ext cx="4027489" cy="272361"/>
            <a:chOff x="2633773" y="316861"/>
            <a:chExt cx="3867667" cy="261553"/>
          </a:xfrm>
        </p:grpSpPr>
        <p:grpSp>
          <p:nvGrpSpPr>
            <p:cNvPr id="52" name="组合 51"/>
            <p:cNvGrpSpPr/>
            <p:nvPr/>
          </p:nvGrpSpPr>
          <p:grpSpPr>
            <a:xfrm>
              <a:off x="2633773" y="336958"/>
              <a:ext cx="711069" cy="241456"/>
              <a:chOff x="2933338" y="278673"/>
              <a:chExt cx="871964" cy="296091"/>
            </a:xfrm>
            <a:gradFill>
              <a:gsLst>
                <a:gs pos="0">
                  <a:srgbClr val="F6E0CB"/>
                </a:gs>
                <a:gs pos="100000">
                  <a:srgbClr val="E29B60"/>
                </a:gs>
              </a:gsLst>
              <a:lin ang="5400000" scaled="1"/>
            </a:gradFill>
          </p:grpSpPr>
          <p:sp>
            <p:nvSpPr>
              <p:cNvPr id="53" name="星形: 五角 52"/>
              <p:cNvSpPr/>
              <p:nvPr/>
            </p:nvSpPr>
            <p:spPr>
              <a:xfrm>
                <a:off x="3509211" y="278673"/>
                <a:ext cx="296091" cy="296091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  <p:sp>
            <p:nvSpPr>
              <p:cNvPr id="54" name="星形: 五角 53"/>
              <p:cNvSpPr/>
              <p:nvPr/>
            </p:nvSpPr>
            <p:spPr>
              <a:xfrm>
                <a:off x="3191955" y="332399"/>
                <a:ext cx="188639" cy="188639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  <p:sp>
            <p:nvSpPr>
              <p:cNvPr id="55" name="星形: 五角 54"/>
              <p:cNvSpPr/>
              <p:nvPr/>
            </p:nvSpPr>
            <p:spPr>
              <a:xfrm>
                <a:off x="2933338" y="365994"/>
                <a:ext cx="121448" cy="121448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 flipH="1">
              <a:off x="5828788" y="316861"/>
              <a:ext cx="672651" cy="241456"/>
              <a:chOff x="2905670" y="278673"/>
              <a:chExt cx="824854" cy="296091"/>
            </a:xfrm>
            <a:gradFill>
              <a:gsLst>
                <a:gs pos="0">
                  <a:srgbClr val="F6E0CB"/>
                </a:gs>
                <a:gs pos="100000">
                  <a:srgbClr val="E29B60"/>
                </a:gs>
              </a:gsLst>
              <a:lin ang="5400000" scaled="1"/>
            </a:gradFill>
          </p:grpSpPr>
          <p:sp>
            <p:nvSpPr>
              <p:cNvPr id="57" name="星形: 五角 56"/>
              <p:cNvSpPr/>
              <p:nvPr/>
            </p:nvSpPr>
            <p:spPr>
              <a:xfrm>
                <a:off x="3434433" y="278673"/>
                <a:ext cx="296091" cy="296091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  <p:sp>
            <p:nvSpPr>
              <p:cNvPr id="58" name="星形: 五角 57"/>
              <p:cNvSpPr/>
              <p:nvPr/>
            </p:nvSpPr>
            <p:spPr>
              <a:xfrm>
                <a:off x="3126898" y="332399"/>
                <a:ext cx="188639" cy="188639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  <p:sp>
            <p:nvSpPr>
              <p:cNvPr id="59" name="星形: 五角 58"/>
              <p:cNvSpPr/>
              <p:nvPr/>
            </p:nvSpPr>
            <p:spPr>
              <a:xfrm>
                <a:off x="2905670" y="365994"/>
                <a:ext cx="121448" cy="121448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</p:grpSp>
      </p:grpSp>
      <p:sp>
        <p:nvSpPr>
          <p:cNvPr id="60" name="文本框 59"/>
          <p:cNvSpPr txBox="1"/>
          <p:nvPr/>
        </p:nvSpPr>
        <p:spPr>
          <a:xfrm>
            <a:off x="901337" y="739281"/>
            <a:ext cx="7341325" cy="2527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6E0CB"/>
                </a:solidFill>
              </a:rPr>
              <a:t>此处添加详细文本描述，建议与标题相关并符合整体语言风格，语言描述尽量简洁生动。</a:t>
            </a:r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6625" y="1838054"/>
            <a:ext cx="4655271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>
                <a:solidFill>
                  <a:srgbClr val="BB1718"/>
                </a:solidFill>
              </a:rPr>
              <a:t>此处添加标题或其他内容描述</a:t>
            </a:r>
            <a:endParaRPr lang="zh-CN" altLang="en-US" sz="2800">
              <a:solidFill>
                <a:srgbClr val="BB1718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97094" y="2404139"/>
            <a:ext cx="4729248" cy="154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165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165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274320" y="1367155"/>
            <a:ext cx="8595995" cy="3105785"/>
          </a:xfrm>
          <a:prstGeom prst="rect">
            <a:avLst/>
          </a:prstGeom>
          <a:solidFill>
            <a:srgbClr val="F6E0CB"/>
          </a:solidFill>
          <a:ln>
            <a:solidFill>
              <a:srgbClr val="FFEBA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901337" y="739281"/>
            <a:ext cx="7341325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6E0CB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11393" y="1682297"/>
            <a:ext cx="39116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solidFill>
                  <a:srgbClr val="C82C2D"/>
                </a:solidFill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solidFill>
                <a:srgbClr val="C82C2D"/>
              </a:solidFill>
              <a:latin typeface="+mj-ea"/>
              <a:ea typeface="+mj-ea"/>
            </a:endParaRPr>
          </a:p>
          <a:p>
            <a:r>
              <a:rPr lang="zh-CN" altLang="en-US" sz="1600" spc="-150">
                <a:solidFill>
                  <a:srgbClr val="C82C2D"/>
                </a:solidFill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solidFill>
                <a:srgbClr val="C82C2D"/>
              </a:solidFill>
              <a:latin typeface="+mj-ea"/>
              <a:ea typeface="+mj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11393" y="2436658"/>
            <a:ext cx="3873137" cy="1753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0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此处添加详细文本描述，建议与标题相关并符合整体语言风格，语言描述尽量简洁生动。尽量将每页幻灯片的字数控制在200字以内。</a:t>
            </a: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48045" y="1690924"/>
            <a:ext cx="39116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solidFill>
                  <a:srgbClr val="C82C2D"/>
                </a:solidFill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solidFill>
                <a:srgbClr val="C82C2D"/>
              </a:solidFill>
              <a:latin typeface="+mj-ea"/>
              <a:ea typeface="+mj-ea"/>
            </a:endParaRPr>
          </a:p>
          <a:p>
            <a:r>
              <a:rPr lang="zh-CN" altLang="en-US" sz="1600" spc="-150">
                <a:solidFill>
                  <a:srgbClr val="C82C2D"/>
                </a:solidFill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solidFill>
                <a:srgbClr val="C82C2D"/>
              </a:solidFill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572000" y="1802920"/>
            <a:ext cx="0" cy="2355012"/>
          </a:xfrm>
          <a:prstGeom prst="line">
            <a:avLst/>
          </a:prstGeom>
          <a:ln>
            <a:solidFill>
              <a:srgbClr val="C82C2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67188" y="2427768"/>
            <a:ext cx="3873137" cy="1753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0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此处添加详细文本描述，建议与标题相关并符合整体语言风格，语言描述尽量简洁生动。尽量将每页幻灯片的字数控制在200字以内。</a:t>
            </a: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19178" y="387350"/>
            <a:ext cx="8505645" cy="4368800"/>
          </a:xfrm>
          <a:prstGeom prst="rect">
            <a:avLst/>
          </a:prstGeom>
          <a:solidFill>
            <a:srgbClr val="F6E0CB"/>
          </a:solidFill>
          <a:ln>
            <a:solidFill>
              <a:srgbClr val="FFEBA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stCxn id="29" idx="0"/>
          </p:cNvCxnSpPr>
          <p:nvPr/>
        </p:nvCxnSpPr>
        <p:spPr>
          <a:xfrm>
            <a:off x="4042142" y="634382"/>
            <a:ext cx="0" cy="3900296"/>
          </a:xfrm>
          <a:prstGeom prst="straightConnector1">
            <a:avLst/>
          </a:prstGeom>
          <a:ln>
            <a:solidFill>
              <a:srgbClr val="A408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43331" y="634382"/>
            <a:ext cx="197621" cy="197621"/>
          </a:xfrm>
          <a:prstGeom prst="ellipse">
            <a:avLst/>
          </a:prstGeom>
          <a:gradFill>
            <a:gsLst>
              <a:gs pos="0">
                <a:srgbClr val="BB1718"/>
              </a:gs>
              <a:gs pos="100000">
                <a:srgbClr val="A40809"/>
              </a:gs>
            </a:gsLst>
            <a:lin ang="162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148787" y="854685"/>
            <a:ext cx="4076122" cy="575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48787" y="558800"/>
            <a:ext cx="2815803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600">
                <a:solidFill>
                  <a:srgbClr val="BB1718"/>
                </a:solidFill>
              </a:rPr>
              <a:t>此处添加标题或其他内容描述</a:t>
            </a:r>
            <a:endParaRPr lang="zh-CN" altLang="en-US" sz="1600">
              <a:solidFill>
                <a:srgbClr val="BB1718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3943331" y="1908033"/>
            <a:ext cx="197621" cy="197621"/>
          </a:xfrm>
          <a:prstGeom prst="ellipse">
            <a:avLst/>
          </a:prstGeom>
          <a:gradFill>
            <a:gsLst>
              <a:gs pos="0">
                <a:srgbClr val="BB1718"/>
              </a:gs>
              <a:gs pos="100000">
                <a:srgbClr val="A40809"/>
              </a:gs>
            </a:gsLst>
            <a:lin ang="162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148787" y="2101564"/>
            <a:ext cx="4076122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148787" y="1826258"/>
            <a:ext cx="4766613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>
                <a:solidFill>
                  <a:srgbClr val="BB1718"/>
                </a:solidFill>
              </a:rPr>
              <a:t>此处添加标题或其他内容描述</a:t>
            </a:r>
            <a:endParaRPr lang="zh-CN" altLang="en-US">
              <a:solidFill>
                <a:srgbClr val="BB1718"/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943331" y="3494352"/>
            <a:ext cx="197621" cy="197621"/>
          </a:xfrm>
          <a:prstGeom prst="ellipse">
            <a:avLst/>
          </a:prstGeom>
          <a:gradFill>
            <a:gsLst>
              <a:gs pos="0">
                <a:srgbClr val="BB1718"/>
              </a:gs>
              <a:gs pos="100000">
                <a:srgbClr val="A40809"/>
              </a:gs>
            </a:gsLst>
            <a:lin ang="162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48787" y="3702920"/>
            <a:ext cx="4076122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148787" y="3444656"/>
            <a:ext cx="392802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>
                <a:solidFill>
                  <a:srgbClr val="BB1718"/>
                </a:solidFill>
              </a:rPr>
              <a:t>此处添加标题或其他内容描述</a:t>
            </a:r>
            <a:endParaRPr lang="zh-CN" altLang="en-US">
              <a:solidFill>
                <a:srgbClr val="BB1718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5156" y="1242766"/>
            <a:ext cx="2778607" cy="1076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spc="-30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3200"/>
              <a:t>添加标题或其他内容描述</a:t>
            </a:r>
            <a:endParaRPr lang="zh-CN" altLang="en-US" sz="32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5" y="2301122"/>
            <a:ext cx="2645229" cy="26452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07440" y="910590"/>
            <a:ext cx="6982460" cy="1679575"/>
            <a:chOff x="1152594" y="745307"/>
            <a:chExt cx="6284595" cy="1679575"/>
          </a:xfrm>
        </p:grpSpPr>
        <p:sp>
          <p:nvSpPr>
            <p:cNvPr id="6" name="文本框 5"/>
            <p:cNvSpPr txBox="1"/>
            <p:nvPr/>
          </p:nvSpPr>
          <p:spPr>
            <a:xfrm>
              <a:off x="1152594" y="1318077"/>
              <a:ext cx="6284595" cy="1106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600" spc="-300">
                  <a:ln w="38100">
                    <a:noFill/>
                  </a:ln>
                  <a:gradFill>
                    <a:gsLst>
                      <a:gs pos="0">
                        <a:srgbClr val="FEEBA5"/>
                      </a:gs>
                      <a:gs pos="100000">
                        <a:srgbClr val="E29B6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不忘初心 方得始终</a:t>
              </a:r>
              <a:endParaRPr lang="zh-CN" altLang="en-US" sz="66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6656" y="745307"/>
              <a:ext cx="2536471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150000"/>
                </a:lnSpc>
                <a:defRPr sz="105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dist"/>
              <a:r>
                <a:rPr lang="zh-CN" altLang="en-US" sz="1400" b="1">
                  <a:gradFill>
                    <a:gsLst>
                      <a:gs pos="0">
                        <a:srgbClr val="F6E0CB"/>
                      </a:gs>
                      <a:gs pos="100000">
                        <a:srgbClr val="E29B60"/>
                      </a:gs>
                    </a:gsLst>
                    <a:lin ang="5400000" scaled="1"/>
                  </a:gradFill>
                </a:rPr>
                <a:t>此处添加详细文本描述</a:t>
              </a:r>
              <a:endParaRPr lang="zh-CN" altLang="en-US" sz="1400" b="1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2487930" y="2576195"/>
            <a:ext cx="4344670" cy="337185"/>
          </a:xfrm>
          <a:prstGeom prst="rect">
            <a:avLst/>
          </a:prstGeom>
          <a:noFill/>
          <a:ln w="19050">
            <a:solidFill>
              <a:srgbClr val="FFEBA9">
                <a:alpha val="51000"/>
              </a:srgbClr>
            </a:solidFill>
          </a:ln>
        </p:spPr>
        <p:txBody>
          <a:bodyPr wrap="square" rtlCol="0">
            <a:spAutoFit/>
          </a:bodyPr>
          <a:p>
            <a:pPr algn="dist"/>
            <a:r>
              <a:rPr lang="zh-CN" altLang="en-US" sz="16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此处添加你的副标题或其他内容描述</a:t>
            </a:r>
            <a:endParaRPr lang="zh-CN" altLang="en-US" sz="16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8" name="矩形: 圆角 11"/>
          <p:cNvSpPr/>
          <p:nvPr/>
        </p:nvSpPr>
        <p:spPr>
          <a:xfrm>
            <a:off x="3810664" y="4492821"/>
            <a:ext cx="1522672" cy="275818"/>
          </a:xfrm>
          <a:prstGeom prst="roundRect">
            <a:avLst>
              <a:gd name="adj" fmla="val 50000"/>
            </a:avLst>
          </a:prstGeom>
          <a:solidFill>
            <a:srgbClr val="FFE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dist">
              <a:lnSpc>
                <a:spcPct val="110000"/>
              </a:lnSpc>
            </a:pPr>
            <a:r>
              <a:rPr lang="zh-CN" altLang="en-US" sz="1200">
                <a:solidFill>
                  <a:srgbClr val="C82C2D"/>
                </a:solidFill>
                <a:latin typeface="+mj-lt"/>
              </a:rPr>
              <a:t>汇报人：稻壳儿</a:t>
            </a:r>
            <a:endParaRPr lang="zh-CN" altLang="en-US" sz="1200">
              <a:solidFill>
                <a:srgbClr val="C82C2D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3" name="文本框 42"/>
          <p:cNvSpPr txBox="1"/>
          <p:nvPr/>
        </p:nvSpPr>
        <p:spPr>
          <a:xfrm>
            <a:off x="501015" y="1719580"/>
            <a:ext cx="108839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中文｜字体名称</a:t>
            </a:r>
            <a:endParaRPr lang="zh-CN" altLang="en-US" sz="60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563245" y="2199640"/>
            <a:ext cx="2294890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0" y="410051"/>
            <a:ext cx="5423059" cy="350996"/>
            <a:chOff x="0" y="861"/>
            <a:chExt cx="11387" cy="737"/>
          </a:xfrm>
        </p:grpSpPr>
        <p:sp>
          <p:nvSpPr>
            <p:cNvPr id="47" name="矩形 46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66" y="869"/>
              <a:ext cx="6631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稻壳儿</a:t>
              </a:r>
              <a:r>
                <a:rPr lang="en-US" altLang="zh-CN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PPT</a:t>
              </a:r>
              <a:r>
                <a:rPr lang="zh-CN" altLang="en-US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模板使用说明</a:t>
              </a:r>
              <a:endParaRPr lang="zh-CN" altLang="en-US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5474" y="1013"/>
              <a:ext cx="591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</a:rPr>
                <a:t>（本页为说明页，用户使用模板时可删除本页内容）</a:t>
              </a:r>
              <a:endParaRPr lang="zh-CN" altLang="en-US" sz="9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88156" y="1052513"/>
            <a:ext cx="1550194" cy="506730"/>
            <a:chOff x="1166" y="2210"/>
            <a:chExt cx="3255" cy="1064"/>
          </a:xfrm>
        </p:grpSpPr>
        <p:sp>
          <p:nvSpPr>
            <p:cNvPr id="51" name="文本框 50"/>
            <p:cNvSpPr txBox="1"/>
            <p:nvPr/>
          </p:nvSpPr>
          <p:spPr>
            <a:xfrm>
              <a:off x="1166" y="2210"/>
              <a:ext cx="1555" cy="1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7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思源黑体 CN Bold" panose="020B0800000000000000" charset="-122"/>
                </a:rPr>
                <a:t>01</a:t>
              </a:r>
              <a:endParaRPr lang="en-US" sz="27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思源黑体 CN Bold" panose="020B0800000000000000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135" y="2404"/>
              <a:ext cx="2286" cy="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Microsoft YaHei Bold" panose="020B0503020204020204" charset="-122"/>
                </a:rPr>
                <a:t>字体说明</a:t>
              </a:r>
              <a:endPara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Microsoft YaHei Bold" panose="020B0503020204020204" charset="-122"/>
              </a:endParaRP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473393" y="4344353"/>
            <a:ext cx="2473643" cy="45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【说明】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fontAlgn="auto">
              <a:lnSpc>
                <a:spcPct val="150000"/>
              </a:lnSpc>
            </a:pPr>
            <a:r>
              <a:rPr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模板中使用的字体仅限于个人学习、研究或欣赏目的使用，  如需商用请您自行向版权方购买、获取商用版权。</a:t>
            </a:r>
            <a:endParaRPr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360420" y="1052513"/>
            <a:ext cx="1575911" cy="506730"/>
            <a:chOff x="1213" y="2210"/>
            <a:chExt cx="3309" cy="1064"/>
          </a:xfrm>
        </p:grpSpPr>
        <p:sp>
          <p:nvSpPr>
            <p:cNvPr id="55" name="文本框 54"/>
            <p:cNvSpPr txBox="1"/>
            <p:nvPr/>
          </p:nvSpPr>
          <p:spPr>
            <a:xfrm>
              <a:off x="1213" y="2210"/>
              <a:ext cx="1555" cy="1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7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思源黑体 CN Bold" panose="020B0800000000000000" charset="-122"/>
                </a:rPr>
                <a:t>02</a:t>
              </a:r>
              <a:endParaRPr lang="en-US" sz="27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思源黑体 CN Bold" panose="020B0800000000000000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2236" y="2404"/>
              <a:ext cx="2286" cy="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Microsoft YaHei Bold" panose="020B0503020204020204" charset="-122"/>
                </a:rPr>
                <a:t>素材说明</a:t>
              </a:r>
              <a:endPara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Microsoft YaHei Bold" panose="020B050302020402020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360420" y="1609725"/>
            <a:ext cx="2423160" cy="571976"/>
            <a:chOff x="7197" y="3533"/>
            <a:chExt cx="5088" cy="1201"/>
          </a:xfrm>
        </p:grpSpPr>
        <p:sp>
          <p:nvSpPr>
            <p:cNvPr id="60" name="文本框 59"/>
            <p:cNvSpPr txBox="1"/>
            <p:nvPr/>
          </p:nvSpPr>
          <p:spPr>
            <a:xfrm>
              <a:off x="7197" y="3533"/>
              <a:ext cx="1287" cy="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75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</a:rPr>
                <a:t>图片：</a:t>
              </a:r>
              <a:endParaRPr lang="zh-CN" altLang="en-US" sz="75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197" y="3977"/>
              <a:ext cx="5088" cy="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60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模板中使用的素材</a:t>
              </a:r>
              <a:r>
                <a:rPr lang="en-US" altLang="zh-CN" sz="60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/</a:t>
              </a:r>
              <a:r>
                <a:rPr lang="zh-CN" altLang="en-US" sz="60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插画等为设计师本人原创设计，版权归设计师本人所有。</a:t>
              </a:r>
              <a:endParaRPr lang="zh-CN" altLang="en-US" sz="6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218396" y="1052513"/>
            <a:ext cx="2439829" cy="3274219"/>
            <a:chOff x="13198" y="2210"/>
            <a:chExt cx="5123" cy="6875"/>
          </a:xfrm>
        </p:grpSpPr>
        <p:grpSp>
          <p:nvGrpSpPr>
            <p:cNvPr id="66" name="组合 65"/>
            <p:cNvGrpSpPr/>
            <p:nvPr/>
          </p:nvGrpSpPr>
          <p:grpSpPr>
            <a:xfrm>
              <a:off x="13198" y="2210"/>
              <a:ext cx="3309" cy="1064"/>
              <a:chOff x="1213" y="2210"/>
              <a:chExt cx="3309" cy="1064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1213" y="2210"/>
                <a:ext cx="1555" cy="1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700" b="1">
                    <a:solidFill>
                      <a:srgbClr val="FF2832"/>
                    </a:solidFill>
                    <a:latin typeface="黑体" panose="02010609060101010101" charset="-122"/>
                    <a:ea typeface="黑体" panose="02010609060101010101" charset="-122"/>
                    <a:cs typeface="思源黑体 CN Bold" panose="020B0800000000000000" charset="-122"/>
                  </a:rPr>
                  <a:t>03</a:t>
                </a:r>
                <a:endParaRPr lang="en-US" sz="27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思源黑体 CN Bold" panose="020B0800000000000000" charset="-122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2236" y="2404"/>
                <a:ext cx="2286" cy="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500" b="1">
                    <a:solidFill>
                      <a:srgbClr val="222222"/>
                    </a:solidFill>
                    <a:latin typeface="黑体" panose="02010609060101010101" charset="-122"/>
                    <a:ea typeface="黑体" panose="02010609060101010101" charset="-122"/>
                    <a:cs typeface="Microsoft YaHei Bold" panose="020B0503020204020204" charset="-122"/>
                  </a:rPr>
                  <a:t>母版说明</a:t>
                </a:r>
                <a:endParaRPr lang="zh-CN" altLang="en-US" sz="15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Microsoft YaHei Bold" panose="020B0503020204020204" charset="-122"/>
                </a:endParaRPr>
              </a:p>
            </p:txBody>
          </p:sp>
        </p:grpSp>
        <p:sp>
          <p:nvSpPr>
            <p:cNvPr id="72" name="文本框 71"/>
            <p:cNvSpPr txBox="1"/>
            <p:nvPr/>
          </p:nvSpPr>
          <p:spPr>
            <a:xfrm>
              <a:off x="13233" y="3478"/>
              <a:ext cx="5088" cy="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ts val="1300"/>
                </a:lnSpc>
              </a:pPr>
              <a:r>
                <a:rPr lang="zh-CN" altLang="en-US" sz="60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使用本套PPT模板时，若在操作界面鼠标不可选取的内容，可以在幻灯片母版中进行查看和编辑，具体操作如下：</a:t>
              </a:r>
              <a:endParaRPr lang="zh-CN" altLang="en-US" sz="6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3199" y="4314"/>
              <a:ext cx="5088" cy="1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 fontAlgn="auto">
                <a:lnSpc>
                  <a:spcPts val="1400"/>
                </a:lnSpc>
              </a:pPr>
              <a:r>
                <a:rPr lang="zh-CN" altLang="en-US" sz="6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1、点击【视图】</a:t>
              </a:r>
              <a:endParaRPr lang="zh-CN" altLang="en-US" sz="6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lvl="0" algn="l" fontAlgn="auto">
                <a:lnSpc>
                  <a:spcPts val="1400"/>
                </a:lnSpc>
              </a:pPr>
              <a:r>
                <a:rPr lang="zh-CN" altLang="en-US" sz="6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2、选择【幻灯片母版】，即可查看/编辑母版内容</a:t>
              </a:r>
              <a:endParaRPr lang="zh-CN" altLang="en-US" sz="6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lvl="0" algn="l" fontAlgn="auto">
                <a:lnSpc>
                  <a:spcPts val="1400"/>
                </a:lnSpc>
              </a:pPr>
              <a:r>
                <a:rPr lang="zh-CN" altLang="en-US" sz="6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3、查看/编辑完成后，点击【关闭】即可</a:t>
              </a:r>
              <a:endParaRPr lang="zh-CN" altLang="en-US" sz="6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pic>
          <p:nvPicPr>
            <p:cNvPr id="74" name="图片 73" descr="母版说明配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347" y="5578"/>
              <a:ext cx="4825" cy="3507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443230" y="2413000"/>
            <a:ext cx="108839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英文｜字体名称</a:t>
            </a:r>
            <a:endParaRPr lang="zh-CN" altLang="en-US" sz="60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05460" y="2893060"/>
            <a:ext cx="2294890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91490" y="1888965"/>
            <a:ext cx="23679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汉仪大宋简</a:t>
            </a: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86728" y="2597784"/>
            <a:ext cx="23679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ea typeface="黑体" panose="02010609060101010101" charset="-122"/>
                <a:cs typeface="+mn-ea"/>
                <a:sym typeface="+mn-ea"/>
              </a:rPr>
              <a:t>汉仪旗黑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ea typeface="黑体" panose="02010609060101010101" charset="-122"/>
                <a:cs typeface="+mn-ea"/>
                <a:sym typeface="+mn-ea"/>
              </a:rPr>
              <a:t>-45S </a:t>
            </a:r>
            <a:endParaRPr kumimoji="0" lang="en-US" altLang="zh-CN" sz="15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+mn-ea"/>
              <a:ea typeface="黑体" panose="02010609060101010101" charset="-122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Office 主题​​">
  <a:themeElements>
    <a:clrScheme name="2党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B0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汉仪">
      <a:majorFont>
        <a:latin typeface="Century Gothic"/>
        <a:ea typeface="汉仪大宋简"/>
        <a:cs typeface=""/>
      </a:majorFont>
      <a:minorFont>
        <a:latin typeface="Calibri Light"/>
        <a:ea typeface="汉仪旗黑-45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建党百年党史学习教育</Template>
  <TotalTime>0</TotalTime>
  <Words>5550</Words>
  <Application>WPS 演示</Application>
  <PresentationFormat>全屏显示(16:9)</PresentationFormat>
  <Paragraphs>382</Paragraphs>
  <Slides>25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4" baseType="lpstr">
      <vt:lpstr>Arial</vt:lpstr>
      <vt:lpstr>宋体</vt:lpstr>
      <vt:lpstr>Wingdings</vt:lpstr>
      <vt:lpstr>演示镇魂行楷</vt:lpstr>
      <vt:lpstr>微软雅黑</vt:lpstr>
      <vt:lpstr>Roboto Regular</vt:lpstr>
      <vt:lpstr>思源黑体 CN Regular</vt:lpstr>
      <vt:lpstr>思源黑体 CN Normal</vt:lpstr>
      <vt:lpstr>黑体</vt:lpstr>
      <vt:lpstr>思源黑体 CN Bold</vt:lpstr>
      <vt:lpstr>Microsoft YaHei Bold</vt:lpstr>
      <vt:lpstr>汉仪大宋简</vt:lpstr>
      <vt:lpstr>汉仪旗黑-45S</vt:lpstr>
      <vt:lpstr>Century Gothic</vt:lpstr>
      <vt:lpstr>Calibri Light</vt:lpstr>
      <vt:lpstr>等线</vt:lpstr>
      <vt:lpstr>Calibri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kingsoft</cp:lastModifiedBy>
  <cp:revision>14</cp:revision>
  <dcterms:created xsi:type="dcterms:W3CDTF">2021-10-30T11:48:00Z</dcterms:created>
  <dcterms:modified xsi:type="dcterms:W3CDTF">2021-11-17T09:52:09Z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2052-11.1.0.10390</vt:lpwstr>
  </property>
  <property fmtid="{D5CDD505-2E9C-101B-9397-08002B2CF9AE}" pid="3" name="KSOTemplateUUID">
    <vt:lpwstr>v1.0_mb_+jKQv8ypYnbQqd5gY9vi+w==</vt:lpwstr>
  </property>
  <property fmtid="{D5CDD505-2E9C-101B-9397-08002B2CF9AE}" pid="4" name="ICV">
    <vt:lpwstr>476FEFE7F8AD46EBB8D8464749C50CAF</vt:lpwstr>
  </property>
</Properties>
</file>