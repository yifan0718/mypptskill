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5.svg" ContentType="image/svg+xml"/>
  <Override PartName="/ppt/media/image29.svg" ContentType="image/svg+xml"/>
  <Override PartName="/ppt/media/image31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docProps/thumbnail.jpeg" ContentType="image/jpeg"/>
</Types>
</file>

<file path=_rels/.rels><?xml version='1.0' encoding='UTF-8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4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4"/>
  </p:notesMasterIdLst>
  <p:handoutMasterIdLst>
    <p:handoutMasterId r:id="rId23"/>
  </p:handoutMasterIdLst>
  <p:sldIdLst>
    <p:sldId id="267" r:id="rId3"/>
    <p:sldId id="260" r:id="rId5"/>
    <p:sldId id="259" r:id="rId6"/>
    <p:sldId id="275" r:id="rId7"/>
    <p:sldId id="261" r:id="rId8"/>
    <p:sldId id="290" r:id="rId9"/>
    <p:sldId id="277" r:id="rId10"/>
    <p:sldId id="278" r:id="rId11"/>
    <p:sldId id="279" r:id="rId12"/>
    <p:sldId id="280" r:id="rId13"/>
    <p:sldId id="281" r:id="rId14"/>
    <p:sldId id="282" r:id="rId15"/>
    <p:sldId id="283" r:id="rId16"/>
    <p:sldId id="284" r:id="rId17"/>
    <p:sldId id="285" r:id="rId18"/>
    <p:sldId id="286" r:id="rId19"/>
    <p:sldId id="287" r:id="rId20"/>
    <p:sldId id="288" r:id="rId21"/>
    <p:sldId id="262" r:id="rId22"/>
  </p:sldIdLst>
  <p:sldSz cx="12192000" cy="6858000"/>
  <p:notesSz cx="6858000" cy="9144000"/>
  <p:custDataLst>
    <p:tags r:id="rId3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3767" userDrawn="1">
          <p15:clr>
            <a:srgbClr val="A4A3A4"/>
          </p15:clr>
        </p15:guide>
        <p15:guide id="3" pos="240" userDrawn="1">
          <p15:clr>
            <a:srgbClr val="A4A3A4"/>
          </p15:clr>
        </p15:guide>
        <p15:guide id="4" pos="7469" userDrawn="1">
          <p15:clr>
            <a:srgbClr val="A4A3A4"/>
          </p15:clr>
        </p15:guide>
        <p15:guide id="5" orient="horz" pos="178" userDrawn="1">
          <p15:clr>
            <a:srgbClr val="A4A3A4"/>
          </p15:clr>
        </p15:guide>
        <p15:guide id="6" orient="horz" pos="4140" userDrawn="1">
          <p15:clr>
            <a:srgbClr val="A4A3A4"/>
          </p15:clr>
        </p15:guide>
        <p15:guide id="7" pos="57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5BE1"/>
    <a:srgbClr val="69F436"/>
    <a:srgbClr val="37EAF3"/>
    <a:srgbClr val="F1E769"/>
    <a:srgbClr val="000000"/>
    <a:srgbClr val="F27049"/>
    <a:srgbClr val="32384D"/>
    <a:srgbClr val="F9EDE7"/>
    <a:srgbClr val="F1D0C1"/>
    <a:srgbClr val="F6B67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restored" preferSingleView="0" vertBarState="restored">
    <p:restoredLeft sz="18000" autoAdjust="0"/>
    <p:restoredTop sz="90000"/>
  </p:normalViewPr>
  <p:slideViewPr>
    <p:cSldViewPr snapToGrid="0" showGuides="1">
      <p:cViewPr varScale="1">
        <p:scale>
          <a:sx n="96" d="100"/>
          <a:sy n="96" d="100"/>
        </p:scale>
        <p:origin x="96" y="294"/>
      </p:cViewPr>
      <p:guideLst>
        <p:guide orient="horz" pos="2148"/>
        <p:guide pos="3767"/>
        <p:guide pos="240"/>
        <p:guide pos="7469"/>
        <p:guide orient="horz" pos="178"/>
        <p:guide orient="horz" pos="4140"/>
        <p:guide pos="57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?>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gs" Target="tags/tag388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4" Type="http://schemas.openxmlformats.org/officeDocument/2006/relationships/presProps" Target="presProps.xml"/><Relationship Id="rId23" Type="http://schemas.openxmlformats.org/officeDocument/2006/relationships/handoutMaster" Target="handoutMasters/handoutMaster1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Relationship Id="rId2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思源黑体 CN Medium" panose="020B0600000000000000" charset="-122"/>
                <a:ea typeface="思源黑体 CN Medium" panose="020B0600000000000000" charset="-122"/>
              </a:rPr>
            </a:fld>
            <a:endParaRPr lang="zh-CN" altLang="en-US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思源黑体 CN Medium" panose="020B0600000000000000" charset="-122"/>
                <a:ea typeface="思源黑体 CN Medium" panose="020B0600000000000000" charset="-122"/>
              </a:rPr>
            </a:fld>
            <a:endParaRPr lang="zh-CN" altLang="en-US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 Medium" panose="020B0600000000000000" charset="-122"/>
                <a:ea typeface="思源黑体 CN Medium" panose="020B06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 Medium" panose="020B0600000000000000" charset="-122"/>
                <a:ea typeface="思源黑体 CN Medium" panose="020B0600000000000000" charset="-122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 Medium" panose="020B0600000000000000" charset="-122"/>
                <a:ea typeface="思源黑体 CN Medium" panose="020B06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 Medium" panose="020B0600000000000000" charset="-122"/>
                <a:ea typeface="思源黑体 CN Medium" panose="020B0600000000000000" charset="-122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 Medium" panose="020B0600000000000000" charset="-122"/>
        <a:ea typeface="思源黑体 CN Medium" panose="020B0600000000000000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 Medium" panose="020B0600000000000000" charset="-122"/>
        <a:ea typeface="思源黑体 CN Medium" panose="020B0600000000000000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 Medium" panose="020B0600000000000000" charset="-122"/>
        <a:ea typeface="思源黑体 CN Medium" panose="020B0600000000000000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 Medium" panose="020B0600000000000000" charset="-122"/>
        <a:ea typeface="思源黑体 CN Medium" panose="020B0600000000000000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 Medium" panose="020B0600000000000000" charset="-122"/>
        <a:ea typeface="思源黑体 CN Medium" panose="020B0600000000000000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思源黑体 CN Medium" panose="020B0600000000000000" charset="-122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思源黑体 CN Medium" panose="020B0600000000000000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思源黑体 CN Medium" panose="020B0600000000000000" charset="-122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思源黑体 CN Medium" panose="020B0600000000000000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思源黑体 CN Medium" panose="020B0600000000000000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思源黑体 CN Medium" panose="020B0600000000000000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思源黑体 CN Medium" panose="020B0600000000000000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Medium" panose="020B0600000000000000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思源黑体 CN Medium" panose="020B0600000000000000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7.svg"/><Relationship Id="rId7" Type="http://schemas.openxmlformats.org/officeDocument/2006/relationships/image" Target="../media/image6.png"/><Relationship Id="rId6" Type="http://schemas.openxmlformats.org/officeDocument/2006/relationships/tags" Target="../tags/tag1.xml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microsoft.com/office/2007/relationships/hdphoto" Target="../media/image2.wdp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3" Type="http://schemas.openxmlformats.org/officeDocument/2006/relationships/notesSlide" Target="../notesSlides/notesSlide2.xml"/><Relationship Id="rId32" Type="http://schemas.openxmlformats.org/officeDocument/2006/relationships/slideLayout" Target="../slideLayouts/slideLayout2.xml"/><Relationship Id="rId31" Type="http://schemas.openxmlformats.org/officeDocument/2006/relationships/image" Target="../media/image11.svg"/><Relationship Id="rId30" Type="http://schemas.openxmlformats.org/officeDocument/2006/relationships/image" Target="../media/image10.png"/><Relationship Id="rId3" Type="http://schemas.openxmlformats.org/officeDocument/2006/relationships/tags" Target="../tags/tag2.xml"/><Relationship Id="rId29" Type="http://schemas.openxmlformats.org/officeDocument/2006/relationships/tags" Target="../tags/tag25.xml"/><Relationship Id="rId28" Type="http://schemas.openxmlformats.org/officeDocument/2006/relationships/tags" Target="../tags/tag24.xml"/><Relationship Id="rId27" Type="http://schemas.openxmlformats.org/officeDocument/2006/relationships/tags" Target="../tags/tag23.xml"/><Relationship Id="rId26" Type="http://schemas.openxmlformats.org/officeDocument/2006/relationships/tags" Target="../tags/tag22.xml"/><Relationship Id="rId25" Type="http://schemas.openxmlformats.org/officeDocument/2006/relationships/tags" Target="../tags/tag21.xml"/><Relationship Id="rId24" Type="http://schemas.openxmlformats.org/officeDocument/2006/relationships/tags" Target="../tags/tag20.xml"/><Relationship Id="rId23" Type="http://schemas.openxmlformats.org/officeDocument/2006/relationships/tags" Target="../tags/tag19.xml"/><Relationship Id="rId22" Type="http://schemas.openxmlformats.org/officeDocument/2006/relationships/tags" Target="../tags/tag18.xml"/><Relationship Id="rId21" Type="http://schemas.openxmlformats.org/officeDocument/2006/relationships/tags" Target="../tags/tag17.xml"/><Relationship Id="rId20" Type="http://schemas.openxmlformats.org/officeDocument/2006/relationships/tags" Target="../tags/tag16.xml"/><Relationship Id="rId2" Type="http://schemas.microsoft.com/office/2007/relationships/hdphoto" Target="../media/image2.wdp"/><Relationship Id="rId19" Type="http://schemas.openxmlformats.org/officeDocument/2006/relationships/tags" Target="../tags/tag15.xml"/><Relationship Id="rId18" Type="http://schemas.openxmlformats.org/officeDocument/2006/relationships/tags" Target="../tags/tag14.xml"/><Relationship Id="rId17" Type="http://schemas.openxmlformats.org/officeDocument/2006/relationships/tags" Target="../tags/tag13.xml"/><Relationship Id="rId16" Type="http://schemas.openxmlformats.org/officeDocument/2006/relationships/tags" Target="../tags/tag12.xml"/><Relationship Id="rId15" Type="http://schemas.openxmlformats.org/officeDocument/2006/relationships/tags" Target="../tags/tag11.xml"/><Relationship Id="rId14" Type="http://schemas.openxmlformats.org/officeDocument/2006/relationships/image" Target="../media/image5.png"/><Relationship Id="rId13" Type="http://schemas.openxmlformats.org/officeDocument/2006/relationships/image" Target="../media/image9.svg"/><Relationship Id="rId12" Type="http://schemas.openxmlformats.org/officeDocument/2006/relationships/image" Target="../media/image8.png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image" Target="../media/image7.svg"/><Relationship Id="rId7" Type="http://schemas.openxmlformats.org/officeDocument/2006/relationships/image" Target="../media/image6.png"/><Relationship Id="rId6" Type="http://schemas.openxmlformats.org/officeDocument/2006/relationships/tags" Target="../tags/tag28.xml"/><Relationship Id="rId5" Type="http://schemas.openxmlformats.org/officeDocument/2006/relationships/image" Target="../media/image5.png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microsoft.com/office/2007/relationships/hdphoto" Target="../media/image2.wdp"/><Relationship Id="rId19" Type="http://schemas.openxmlformats.org/officeDocument/2006/relationships/notesSlide" Target="../notesSlides/notesSlide3.xml"/><Relationship Id="rId18" Type="http://schemas.openxmlformats.org/officeDocument/2006/relationships/slideLayout" Target="../slideLayouts/slideLayout1.xml"/><Relationship Id="rId17" Type="http://schemas.openxmlformats.org/officeDocument/2006/relationships/tags" Target="../tags/tag34.xml"/><Relationship Id="rId16" Type="http://schemas.openxmlformats.org/officeDocument/2006/relationships/tags" Target="../tags/tag33.xml"/><Relationship Id="rId15" Type="http://schemas.openxmlformats.org/officeDocument/2006/relationships/tags" Target="../tags/tag32.xml"/><Relationship Id="rId14" Type="http://schemas.openxmlformats.org/officeDocument/2006/relationships/image" Target="../media/image11.svg"/><Relationship Id="rId13" Type="http://schemas.openxmlformats.org/officeDocument/2006/relationships/image" Target="../media/image10.png"/><Relationship Id="rId12" Type="http://schemas.openxmlformats.org/officeDocument/2006/relationships/tags" Target="../tags/tag31.xml"/><Relationship Id="rId11" Type="http://schemas.openxmlformats.org/officeDocument/2006/relationships/image" Target="../media/image12.png"/><Relationship Id="rId10" Type="http://schemas.openxmlformats.org/officeDocument/2006/relationships/tags" Target="../tags/tag30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6.svg"/><Relationship Id="rId8" Type="http://schemas.openxmlformats.org/officeDocument/2006/relationships/image" Target="../media/image15.png"/><Relationship Id="rId7" Type="http://schemas.openxmlformats.org/officeDocument/2006/relationships/image" Target="../media/image14.svg"/><Relationship Id="rId6" Type="http://schemas.openxmlformats.org/officeDocument/2006/relationships/image" Target="../media/image13.png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3" Type="http://schemas.openxmlformats.org/officeDocument/2006/relationships/notesSlide" Target="../notesSlides/notesSlide4.xml"/><Relationship Id="rId32" Type="http://schemas.openxmlformats.org/officeDocument/2006/relationships/slideLayout" Target="../slideLayouts/slideLayout2.xml"/><Relationship Id="rId31" Type="http://schemas.openxmlformats.org/officeDocument/2006/relationships/image" Target="../media/image25.svg"/><Relationship Id="rId30" Type="http://schemas.openxmlformats.org/officeDocument/2006/relationships/image" Target="../media/image24.png"/><Relationship Id="rId3" Type="http://schemas.openxmlformats.org/officeDocument/2006/relationships/tags" Target="../tags/tag35.xml"/><Relationship Id="rId29" Type="http://schemas.openxmlformats.org/officeDocument/2006/relationships/image" Target="../media/image23.jpeg"/><Relationship Id="rId28" Type="http://schemas.openxmlformats.org/officeDocument/2006/relationships/tags" Target="../tags/tag49.xml"/><Relationship Id="rId27" Type="http://schemas.openxmlformats.org/officeDocument/2006/relationships/tags" Target="../tags/tag48.xml"/><Relationship Id="rId26" Type="http://schemas.openxmlformats.org/officeDocument/2006/relationships/tags" Target="../tags/tag47.xml"/><Relationship Id="rId25" Type="http://schemas.openxmlformats.org/officeDocument/2006/relationships/tags" Target="../tags/tag46.xml"/><Relationship Id="rId24" Type="http://schemas.openxmlformats.org/officeDocument/2006/relationships/tags" Target="../tags/tag45.xml"/><Relationship Id="rId23" Type="http://schemas.openxmlformats.org/officeDocument/2006/relationships/tags" Target="../tags/tag44.xml"/><Relationship Id="rId22" Type="http://schemas.openxmlformats.org/officeDocument/2006/relationships/tags" Target="../tags/tag43.xml"/><Relationship Id="rId21" Type="http://schemas.openxmlformats.org/officeDocument/2006/relationships/tags" Target="../tags/tag42.xml"/><Relationship Id="rId20" Type="http://schemas.openxmlformats.org/officeDocument/2006/relationships/tags" Target="../tags/tag41.xml"/><Relationship Id="rId2" Type="http://schemas.microsoft.com/office/2007/relationships/hdphoto" Target="../media/image2.wdp"/><Relationship Id="rId19" Type="http://schemas.openxmlformats.org/officeDocument/2006/relationships/tags" Target="../tags/tag40.xml"/><Relationship Id="rId18" Type="http://schemas.openxmlformats.org/officeDocument/2006/relationships/image" Target="../media/image12.png"/><Relationship Id="rId17" Type="http://schemas.openxmlformats.org/officeDocument/2006/relationships/tags" Target="../tags/tag39.xml"/><Relationship Id="rId16" Type="http://schemas.openxmlformats.org/officeDocument/2006/relationships/image" Target="../media/image22.svg"/><Relationship Id="rId15" Type="http://schemas.openxmlformats.org/officeDocument/2006/relationships/image" Target="../media/image21.png"/><Relationship Id="rId14" Type="http://schemas.openxmlformats.org/officeDocument/2006/relationships/tags" Target="../tags/tag38.xml"/><Relationship Id="rId13" Type="http://schemas.openxmlformats.org/officeDocument/2006/relationships/image" Target="../media/image20.svg"/><Relationship Id="rId12" Type="http://schemas.openxmlformats.org/officeDocument/2006/relationships/image" Target="../media/image19.png"/><Relationship Id="rId11" Type="http://schemas.openxmlformats.org/officeDocument/2006/relationships/image" Target="../media/image18.svg"/><Relationship Id="rId10" Type="http://schemas.openxmlformats.org/officeDocument/2006/relationships/image" Target="../media/image17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6.xml"/><Relationship Id="rId8" Type="http://schemas.openxmlformats.org/officeDocument/2006/relationships/tags" Target="../tags/tag55.xml"/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8" Type="http://schemas.openxmlformats.org/officeDocument/2006/relationships/notesSlide" Target="../notesSlides/notesSlide5.xml"/><Relationship Id="rId27" Type="http://schemas.openxmlformats.org/officeDocument/2006/relationships/slideLayout" Target="../slideLayouts/slideLayout2.xml"/><Relationship Id="rId26" Type="http://schemas.openxmlformats.org/officeDocument/2006/relationships/tags" Target="../tags/tag70.xml"/><Relationship Id="rId25" Type="http://schemas.openxmlformats.org/officeDocument/2006/relationships/tags" Target="../tags/tag69.xml"/><Relationship Id="rId24" Type="http://schemas.openxmlformats.org/officeDocument/2006/relationships/tags" Target="../tags/tag68.xml"/><Relationship Id="rId23" Type="http://schemas.openxmlformats.org/officeDocument/2006/relationships/tags" Target="../tags/tag67.xml"/><Relationship Id="rId22" Type="http://schemas.openxmlformats.org/officeDocument/2006/relationships/tags" Target="../tags/tag66.xml"/><Relationship Id="rId21" Type="http://schemas.openxmlformats.org/officeDocument/2006/relationships/tags" Target="../tags/tag65.xml"/><Relationship Id="rId20" Type="http://schemas.openxmlformats.org/officeDocument/2006/relationships/tags" Target="../tags/tag64.xml"/><Relationship Id="rId2" Type="http://schemas.microsoft.com/office/2007/relationships/hdphoto" Target="../media/image2.wdp"/><Relationship Id="rId19" Type="http://schemas.openxmlformats.org/officeDocument/2006/relationships/tags" Target="../tags/tag63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image" Target="../media/image12.png"/><Relationship Id="rId13" Type="http://schemas.openxmlformats.org/officeDocument/2006/relationships/tags" Target="../tags/tag58.xml"/><Relationship Id="rId12" Type="http://schemas.openxmlformats.org/officeDocument/2006/relationships/image" Target="../media/image22.svg"/><Relationship Id="rId11" Type="http://schemas.openxmlformats.org/officeDocument/2006/relationships/image" Target="../media/image21.png"/><Relationship Id="rId10" Type="http://schemas.openxmlformats.org/officeDocument/2006/relationships/tags" Target="../tags/tag5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image" Target="../media/image22.svg"/><Relationship Id="rId7" Type="http://schemas.openxmlformats.org/officeDocument/2006/relationships/image" Target="../media/image21.png"/><Relationship Id="rId6" Type="http://schemas.openxmlformats.org/officeDocument/2006/relationships/tags" Target="../tags/tag74.xml"/><Relationship Id="rId5" Type="http://schemas.openxmlformats.org/officeDocument/2006/relationships/tags" Target="../tags/tag73.xml"/><Relationship Id="rId40" Type="http://schemas.openxmlformats.org/officeDocument/2006/relationships/notesSlide" Target="../notesSlides/notesSlide6.xml"/><Relationship Id="rId4" Type="http://schemas.openxmlformats.org/officeDocument/2006/relationships/tags" Target="../tags/tag72.xml"/><Relationship Id="rId39" Type="http://schemas.openxmlformats.org/officeDocument/2006/relationships/slideLayout" Target="../slideLayouts/slideLayout2.xml"/><Relationship Id="rId38" Type="http://schemas.openxmlformats.org/officeDocument/2006/relationships/tags" Target="../tags/tag102.xml"/><Relationship Id="rId37" Type="http://schemas.openxmlformats.org/officeDocument/2006/relationships/tags" Target="../tags/tag101.xml"/><Relationship Id="rId36" Type="http://schemas.openxmlformats.org/officeDocument/2006/relationships/tags" Target="../tags/tag100.xml"/><Relationship Id="rId35" Type="http://schemas.openxmlformats.org/officeDocument/2006/relationships/tags" Target="../tags/tag99.xml"/><Relationship Id="rId34" Type="http://schemas.openxmlformats.org/officeDocument/2006/relationships/tags" Target="../tags/tag98.xml"/><Relationship Id="rId33" Type="http://schemas.openxmlformats.org/officeDocument/2006/relationships/tags" Target="../tags/tag97.xml"/><Relationship Id="rId32" Type="http://schemas.openxmlformats.org/officeDocument/2006/relationships/tags" Target="../tags/tag96.xml"/><Relationship Id="rId31" Type="http://schemas.openxmlformats.org/officeDocument/2006/relationships/tags" Target="../tags/tag95.xml"/><Relationship Id="rId30" Type="http://schemas.openxmlformats.org/officeDocument/2006/relationships/tags" Target="../tags/tag94.xml"/><Relationship Id="rId3" Type="http://schemas.openxmlformats.org/officeDocument/2006/relationships/tags" Target="../tags/tag71.xml"/><Relationship Id="rId29" Type="http://schemas.openxmlformats.org/officeDocument/2006/relationships/image" Target="../media/image5.png"/><Relationship Id="rId28" Type="http://schemas.openxmlformats.org/officeDocument/2006/relationships/tags" Target="../tags/tag93.xml"/><Relationship Id="rId27" Type="http://schemas.openxmlformats.org/officeDocument/2006/relationships/tags" Target="../tags/tag92.xml"/><Relationship Id="rId26" Type="http://schemas.openxmlformats.org/officeDocument/2006/relationships/tags" Target="../tags/tag91.xml"/><Relationship Id="rId25" Type="http://schemas.openxmlformats.org/officeDocument/2006/relationships/tags" Target="../tags/tag90.xml"/><Relationship Id="rId24" Type="http://schemas.openxmlformats.org/officeDocument/2006/relationships/tags" Target="../tags/tag89.xml"/><Relationship Id="rId23" Type="http://schemas.openxmlformats.org/officeDocument/2006/relationships/tags" Target="../tags/tag88.xml"/><Relationship Id="rId22" Type="http://schemas.openxmlformats.org/officeDocument/2006/relationships/tags" Target="../tags/tag87.xml"/><Relationship Id="rId21" Type="http://schemas.openxmlformats.org/officeDocument/2006/relationships/tags" Target="../tags/tag86.xml"/><Relationship Id="rId20" Type="http://schemas.openxmlformats.org/officeDocument/2006/relationships/tags" Target="../tags/tag85.xml"/><Relationship Id="rId2" Type="http://schemas.microsoft.com/office/2007/relationships/hdphoto" Target="../media/image2.wdp"/><Relationship Id="rId19" Type="http://schemas.openxmlformats.org/officeDocument/2006/relationships/tags" Target="../tags/tag84.xml"/><Relationship Id="rId18" Type="http://schemas.openxmlformats.org/officeDocument/2006/relationships/tags" Target="../tags/tag83.xml"/><Relationship Id="rId17" Type="http://schemas.openxmlformats.org/officeDocument/2006/relationships/tags" Target="../tags/tag82.xml"/><Relationship Id="rId16" Type="http://schemas.openxmlformats.org/officeDocument/2006/relationships/tags" Target="../tags/tag81.xml"/><Relationship Id="rId15" Type="http://schemas.openxmlformats.org/officeDocument/2006/relationships/tags" Target="../tags/tag80.xml"/><Relationship Id="rId14" Type="http://schemas.openxmlformats.org/officeDocument/2006/relationships/tags" Target="../tags/tag79.xml"/><Relationship Id="rId13" Type="http://schemas.openxmlformats.org/officeDocument/2006/relationships/tags" Target="../tags/tag78.xml"/><Relationship Id="rId12" Type="http://schemas.openxmlformats.org/officeDocument/2006/relationships/tags" Target="../tags/tag77.xml"/><Relationship Id="rId11" Type="http://schemas.openxmlformats.org/officeDocument/2006/relationships/tags" Target="../tags/tag76.xml"/><Relationship Id="rId10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06.xml"/><Relationship Id="rId8" Type="http://schemas.openxmlformats.org/officeDocument/2006/relationships/image" Target="../media/image7.svg"/><Relationship Id="rId7" Type="http://schemas.openxmlformats.org/officeDocument/2006/relationships/image" Target="../media/image6.png"/><Relationship Id="rId6" Type="http://schemas.openxmlformats.org/officeDocument/2006/relationships/tags" Target="../tags/tag105.xml"/><Relationship Id="rId5" Type="http://schemas.openxmlformats.org/officeDocument/2006/relationships/image" Target="../media/image5.png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2" Type="http://schemas.openxmlformats.org/officeDocument/2006/relationships/notesSlide" Target="../notesSlides/notesSlide7.xml"/><Relationship Id="rId21" Type="http://schemas.openxmlformats.org/officeDocument/2006/relationships/slideLayout" Target="../slideLayouts/slideLayout1.xml"/><Relationship Id="rId20" Type="http://schemas.openxmlformats.org/officeDocument/2006/relationships/tags" Target="../tags/tag114.xml"/><Relationship Id="rId2" Type="http://schemas.microsoft.com/office/2007/relationships/hdphoto" Target="../media/image2.wdp"/><Relationship Id="rId19" Type="http://schemas.openxmlformats.org/officeDocument/2006/relationships/tags" Target="../tags/tag113.xml"/><Relationship Id="rId18" Type="http://schemas.openxmlformats.org/officeDocument/2006/relationships/tags" Target="../tags/tag112.xml"/><Relationship Id="rId17" Type="http://schemas.openxmlformats.org/officeDocument/2006/relationships/image" Target="../media/image12.png"/><Relationship Id="rId16" Type="http://schemas.openxmlformats.org/officeDocument/2006/relationships/tags" Target="../tags/tag111.xml"/><Relationship Id="rId15" Type="http://schemas.openxmlformats.org/officeDocument/2006/relationships/tags" Target="../tags/tag110.xml"/><Relationship Id="rId14" Type="http://schemas.openxmlformats.org/officeDocument/2006/relationships/tags" Target="../tags/tag109.xml"/><Relationship Id="rId13" Type="http://schemas.openxmlformats.org/officeDocument/2006/relationships/tags" Target="../tags/tag108.xml"/><Relationship Id="rId12" Type="http://schemas.openxmlformats.org/officeDocument/2006/relationships/image" Target="../media/image11.svg"/><Relationship Id="rId11" Type="http://schemas.openxmlformats.org/officeDocument/2006/relationships/image" Target="../media/image10.png"/><Relationship Id="rId10" Type="http://schemas.openxmlformats.org/officeDocument/2006/relationships/tags" Target="../tags/tag107.xml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png"/><Relationship Id="rId8" Type="http://schemas.openxmlformats.org/officeDocument/2006/relationships/tags" Target="../tags/tag118.xml"/><Relationship Id="rId7" Type="http://schemas.openxmlformats.org/officeDocument/2006/relationships/tags" Target="../tags/tag117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tags" Target="../tags/tag116.xml"/><Relationship Id="rId3" Type="http://schemas.openxmlformats.org/officeDocument/2006/relationships/tags" Target="../tags/tag115.xml"/><Relationship Id="rId2" Type="http://schemas.microsoft.com/office/2007/relationships/hdphoto" Target="../media/image2.wdp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29.sv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31.svg"/><Relationship Id="rId8" Type="http://schemas.openxmlformats.org/officeDocument/2006/relationships/image" Target="../media/image30.png"/><Relationship Id="rId7" Type="http://schemas.openxmlformats.org/officeDocument/2006/relationships/tags" Target="../tags/tag121.xml"/><Relationship Id="rId6" Type="http://schemas.openxmlformats.org/officeDocument/2006/relationships/image" Target="../media/image12.png"/><Relationship Id="rId5" Type="http://schemas.openxmlformats.org/officeDocument/2006/relationships/image" Target="../media/image21.png"/><Relationship Id="rId4" Type="http://schemas.openxmlformats.org/officeDocument/2006/relationships/tags" Target="../tags/tag120.xml"/><Relationship Id="rId3" Type="http://schemas.openxmlformats.org/officeDocument/2006/relationships/tags" Target="../tags/tag119.xml"/><Relationship Id="rId2" Type="http://schemas.microsoft.com/office/2007/relationships/hdphoto" Target="../media/image2.wdp"/><Relationship Id="rId14" Type="http://schemas.openxmlformats.org/officeDocument/2006/relationships/notesSlide" Target="../notesSlides/notesSlide9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24.xml"/><Relationship Id="rId11" Type="http://schemas.openxmlformats.org/officeDocument/2006/relationships/tags" Target="../tags/tag123.xml"/><Relationship Id="rId10" Type="http://schemas.openxmlformats.org/officeDocument/2006/relationships/tags" Target="../tags/tag122.xml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31.xml"/><Relationship Id="rId8" Type="http://schemas.openxmlformats.org/officeDocument/2006/relationships/tags" Target="../tags/tag130.xml"/><Relationship Id="rId7" Type="http://schemas.openxmlformats.org/officeDocument/2006/relationships/tags" Target="../tags/tag129.xml"/><Relationship Id="rId6" Type="http://schemas.openxmlformats.org/officeDocument/2006/relationships/tags" Target="../tags/tag128.xml"/><Relationship Id="rId5" Type="http://schemas.openxmlformats.org/officeDocument/2006/relationships/tags" Target="../tags/tag127.xml"/><Relationship Id="rId4" Type="http://schemas.openxmlformats.org/officeDocument/2006/relationships/tags" Target="../tags/tag126.xml"/><Relationship Id="rId31" Type="http://schemas.openxmlformats.org/officeDocument/2006/relationships/notesSlide" Target="../notesSlides/notesSlide10.xml"/><Relationship Id="rId30" Type="http://schemas.openxmlformats.org/officeDocument/2006/relationships/slideLayout" Target="../slideLayouts/slideLayout2.xml"/><Relationship Id="rId3" Type="http://schemas.openxmlformats.org/officeDocument/2006/relationships/tags" Target="../tags/tag125.xml"/><Relationship Id="rId29" Type="http://schemas.openxmlformats.org/officeDocument/2006/relationships/tags" Target="../tags/tag147.xml"/><Relationship Id="rId28" Type="http://schemas.openxmlformats.org/officeDocument/2006/relationships/tags" Target="../tags/tag146.xml"/><Relationship Id="rId27" Type="http://schemas.openxmlformats.org/officeDocument/2006/relationships/image" Target="../media/image33.jpeg"/><Relationship Id="rId26" Type="http://schemas.openxmlformats.org/officeDocument/2006/relationships/image" Target="../media/image32.jpeg"/><Relationship Id="rId25" Type="http://schemas.openxmlformats.org/officeDocument/2006/relationships/tags" Target="../tags/tag145.xml"/><Relationship Id="rId24" Type="http://schemas.openxmlformats.org/officeDocument/2006/relationships/tags" Target="../tags/tag144.xml"/><Relationship Id="rId23" Type="http://schemas.openxmlformats.org/officeDocument/2006/relationships/tags" Target="../tags/tag143.xml"/><Relationship Id="rId22" Type="http://schemas.openxmlformats.org/officeDocument/2006/relationships/tags" Target="../tags/tag142.xml"/><Relationship Id="rId21" Type="http://schemas.openxmlformats.org/officeDocument/2006/relationships/tags" Target="../tags/tag141.xml"/><Relationship Id="rId20" Type="http://schemas.openxmlformats.org/officeDocument/2006/relationships/tags" Target="../tags/tag140.xml"/><Relationship Id="rId2" Type="http://schemas.microsoft.com/office/2007/relationships/hdphoto" Target="../media/image2.wdp"/><Relationship Id="rId19" Type="http://schemas.openxmlformats.org/officeDocument/2006/relationships/tags" Target="../tags/tag139.xml"/><Relationship Id="rId18" Type="http://schemas.openxmlformats.org/officeDocument/2006/relationships/tags" Target="../tags/tag138.xml"/><Relationship Id="rId17" Type="http://schemas.openxmlformats.org/officeDocument/2006/relationships/tags" Target="../tags/tag137.xml"/><Relationship Id="rId16" Type="http://schemas.openxmlformats.org/officeDocument/2006/relationships/tags" Target="../tags/tag136.xml"/><Relationship Id="rId15" Type="http://schemas.openxmlformats.org/officeDocument/2006/relationships/image" Target="../media/image12.png"/><Relationship Id="rId14" Type="http://schemas.openxmlformats.org/officeDocument/2006/relationships/tags" Target="../tags/tag135.xml"/><Relationship Id="rId13" Type="http://schemas.openxmlformats.org/officeDocument/2006/relationships/image" Target="../media/image21.png"/><Relationship Id="rId12" Type="http://schemas.openxmlformats.org/officeDocument/2006/relationships/tags" Target="../tags/tag134.xml"/><Relationship Id="rId11" Type="http://schemas.openxmlformats.org/officeDocument/2006/relationships/tags" Target="../tags/tag133.xml"/><Relationship Id="rId10" Type="http://schemas.openxmlformats.org/officeDocument/2006/relationships/tags" Target="../tags/tag13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52.xml"/><Relationship Id="rId8" Type="http://schemas.openxmlformats.org/officeDocument/2006/relationships/tags" Target="../tags/tag151.xml"/><Relationship Id="rId7" Type="http://schemas.openxmlformats.org/officeDocument/2006/relationships/image" Target="../media/image6.png"/><Relationship Id="rId6" Type="http://schemas.openxmlformats.org/officeDocument/2006/relationships/tags" Target="../tags/tag150.xml"/><Relationship Id="rId5" Type="http://schemas.openxmlformats.org/officeDocument/2006/relationships/image" Target="../media/image5.png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0" Type="http://schemas.openxmlformats.org/officeDocument/2006/relationships/notesSlide" Target="../notesSlides/notesSlide11.xml"/><Relationship Id="rId2" Type="http://schemas.microsoft.com/office/2007/relationships/hdphoto" Target="../media/image2.wdp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159.xml"/><Relationship Id="rId17" Type="http://schemas.openxmlformats.org/officeDocument/2006/relationships/tags" Target="../tags/tag158.xml"/><Relationship Id="rId16" Type="http://schemas.openxmlformats.org/officeDocument/2006/relationships/tags" Target="../tags/tag157.xml"/><Relationship Id="rId15" Type="http://schemas.openxmlformats.org/officeDocument/2006/relationships/tags" Target="../tags/tag156.xml"/><Relationship Id="rId14" Type="http://schemas.openxmlformats.org/officeDocument/2006/relationships/tags" Target="../tags/tag155.xml"/><Relationship Id="rId13" Type="http://schemas.openxmlformats.org/officeDocument/2006/relationships/tags" Target="../tags/tag154.xml"/><Relationship Id="rId12" Type="http://schemas.openxmlformats.org/officeDocument/2006/relationships/image" Target="../media/image10.png"/><Relationship Id="rId11" Type="http://schemas.openxmlformats.org/officeDocument/2006/relationships/tags" Target="../tags/tag153.xml"/><Relationship Id="rId10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165.xml"/><Relationship Id="rId8" Type="http://schemas.openxmlformats.org/officeDocument/2006/relationships/image" Target="../media/image21.png"/><Relationship Id="rId7" Type="http://schemas.openxmlformats.org/officeDocument/2006/relationships/tags" Target="../tags/tag164.xml"/><Relationship Id="rId6" Type="http://schemas.openxmlformats.org/officeDocument/2006/relationships/tags" Target="../tags/tag163.xml"/><Relationship Id="rId5" Type="http://schemas.openxmlformats.org/officeDocument/2006/relationships/tags" Target="../tags/tag162.xml"/><Relationship Id="rId4" Type="http://schemas.openxmlformats.org/officeDocument/2006/relationships/tags" Target="../tags/tag161.xml"/><Relationship Id="rId37" Type="http://schemas.openxmlformats.org/officeDocument/2006/relationships/notesSlide" Target="../notesSlides/notesSlide12.xml"/><Relationship Id="rId36" Type="http://schemas.openxmlformats.org/officeDocument/2006/relationships/slideLayout" Target="../slideLayouts/slideLayout2.xml"/><Relationship Id="rId35" Type="http://schemas.openxmlformats.org/officeDocument/2006/relationships/tags" Target="../tags/tag187.xml"/><Relationship Id="rId34" Type="http://schemas.openxmlformats.org/officeDocument/2006/relationships/tags" Target="../tags/tag186.xml"/><Relationship Id="rId33" Type="http://schemas.openxmlformats.org/officeDocument/2006/relationships/tags" Target="../tags/tag185.xml"/><Relationship Id="rId32" Type="http://schemas.openxmlformats.org/officeDocument/2006/relationships/tags" Target="../tags/tag184.xml"/><Relationship Id="rId31" Type="http://schemas.openxmlformats.org/officeDocument/2006/relationships/tags" Target="../tags/tag183.xml"/><Relationship Id="rId30" Type="http://schemas.openxmlformats.org/officeDocument/2006/relationships/tags" Target="../tags/tag182.xml"/><Relationship Id="rId3" Type="http://schemas.openxmlformats.org/officeDocument/2006/relationships/tags" Target="../tags/tag160.xml"/><Relationship Id="rId29" Type="http://schemas.openxmlformats.org/officeDocument/2006/relationships/tags" Target="../tags/tag181.xml"/><Relationship Id="rId28" Type="http://schemas.openxmlformats.org/officeDocument/2006/relationships/tags" Target="../tags/tag180.xml"/><Relationship Id="rId27" Type="http://schemas.openxmlformats.org/officeDocument/2006/relationships/tags" Target="../tags/tag179.xml"/><Relationship Id="rId26" Type="http://schemas.openxmlformats.org/officeDocument/2006/relationships/image" Target="../media/image36.jpeg"/><Relationship Id="rId25" Type="http://schemas.openxmlformats.org/officeDocument/2006/relationships/image" Target="../media/image35.jpeg"/><Relationship Id="rId24" Type="http://schemas.openxmlformats.org/officeDocument/2006/relationships/image" Target="../media/image34.jpeg"/><Relationship Id="rId23" Type="http://schemas.openxmlformats.org/officeDocument/2006/relationships/tags" Target="../tags/tag178.xml"/><Relationship Id="rId22" Type="http://schemas.openxmlformats.org/officeDocument/2006/relationships/tags" Target="../tags/tag177.xml"/><Relationship Id="rId21" Type="http://schemas.openxmlformats.org/officeDocument/2006/relationships/tags" Target="../tags/tag176.xml"/><Relationship Id="rId20" Type="http://schemas.openxmlformats.org/officeDocument/2006/relationships/tags" Target="../tags/tag175.xml"/><Relationship Id="rId2" Type="http://schemas.microsoft.com/office/2007/relationships/hdphoto" Target="../media/image2.wdp"/><Relationship Id="rId19" Type="http://schemas.openxmlformats.org/officeDocument/2006/relationships/tags" Target="../tags/tag174.xml"/><Relationship Id="rId18" Type="http://schemas.openxmlformats.org/officeDocument/2006/relationships/tags" Target="../tags/tag173.xml"/><Relationship Id="rId17" Type="http://schemas.openxmlformats.org/officeDocument/2006/relationships/tags" Target="../tags/tag172.xml"/><Relationship Id="rId16" Type="http://schemas.openxmlformats.org/officeDocument/2006/relationships/tags" Target="../tags/tag171.xml"/><Relationship Id="rId15" Type="http://schemas.openxmlformats.org/officeDocument/2006/relationships/tags" Target="../tags/tag170.xml"/><Relationship Id="rId14" Type="http://schemas.openxmlformats.org/officeDocument/2006/relationships/tags" Target="../tags/tag169.xml"/><Relationship Id="rId13" Type="http://schemas.openxmlformats.org/officeDocument/2006/relationships/tags" Target="../tags/tag168.xml"/><Relationship Id="rId12" Type="http://schemas.openxmlformats.org/officeDocument/2006/relationships/tags" Target="../tags/tag167.xml"/><Relationship Id="rId11" Type="http://schemas.openxmlformats.org/officeDocument/2006/relationships/tags" Target="../tags/tag166.xml"/><Relationship Id="rId10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94.xml"/><Relationship Id="rId8" Type="http://schemas.openxmlformats.org/officeDocument/2006/relationships/tags" Target="../tags/tag193.xml"/><Relationship Id="rId7" Type="http://schemas.openxmlformats.org/officeDocument/2006/relationships/tags" Target="../tags/tag192.xml"/><Relationship Id="rId6" Type="http://schemas.openxmlformats.org/officeDocument/2006/relationships/tags" Target="../tags/tag191.xml"/><Relationship Id="rId5" Type="http://schemas.openxmlformats.org/officeDocument/2006/relationships/tags" Target="../tags/tag190.xml"/><Relationship Id="rId4" Type="http://schemas.openxmlformats.org/officeDocument/2006/relationships/tags" Target="../tags/tag189.xml"/><Relationship Id="rId37" Type="http://schemas.openxmlformats.org/officeDocument/2006/relationships/notesSlide" Target="../notesSlides/notesSlide13.xml"/><Relationship Id="rId36" Type="http://schemas.openxmlformats.org/officeDocument/2006/relationships/slideLayout" Target="../slideLayouts/slideLayout2.xml"/><Relationship Id="rId35" Type="http://schemas.openxmlformats.org/officeDocument/2006/relationships/tags" Target="../tags/tag214.xml"/><Relationship Id="rId34" Type="http://schemas.openxmlformats.org/officeDocument/2006/relationships/tags" Target="../tags/tag213.xml"/><Relationship Id="rId33" Type="http://schemas.openxmlformats.org/officeDocument/2006/relationships/tags" Target="../tags/tag212.xml"/><Relationship Id="rId32" Type="http://schemas.openxmlformats.org/officeDocument/2006/relationships/tags" Target="../tags/tag211.xml"/><Relationship Id="rId31" Type="http://schemas.openxmlformats.org/officeDocument/2006/relationships/tags" Target="../tags/tag210.xml"/><Relationship Id="rId30" Type="http://schemas.openxmlformats.org/officeDocument/2006/relationships/tags" Target="../tags/tag209.xml"/><Relationship Id="rId3" Type="http://schemas.openxmlformats.org/officeDocument/2006/relationships/tags" Target="../tags/tag188.xml"/><Relationship Id="rId29" Type="http://schemas.openxmlformats.org/officeDocument/2006/relationships/tags" Target="../tags/tag208.xml"/><Relationship Id="rId28" Type="http://schemas.openxmlformats.org/officeDocument/2006/relationships/tags" Target="../tags/tag207.xml"/><Relationship Id="rId27" Type="http://schemas.openxmlformats.org/officeDocument/2006/relationships/tags" Target="../tags/tag206.xml"/><Relationship Id="rId26" Type="http://schemas.openxmlformats.org/officeDocument/2006/relationships/tags" Target="../tags/tag205.xml"/><Relationship Id="rId25" Type="http://schemas.openxmlformats.org/officeDocument/2006/relationships/image" Target="../media/image21.png"/><Relationship Id="rId24" Type="http://schemas.openxmlformats.org/officeDocument/2006/relationships/image" Target="../media/image12.png"/><Relationship Id="rId23" Type="http://schemas.openxmlformats.org/officeDocument/2006/relationships/tags" Target="../tags/tag204.xml"/><Relationship Id="rId22" Type="http://schemas.openxmlformats.org/officeDocument/2006/relationships/tags" Target="../tags/tag203.xml"/><Relationship Id="rId21" Type="http://schemas.openxmlformats.org/officeDocument/2006/relationships/tags" Target="../tags/tag202.xml"/><Relationship Id="rId20" Type="http://schemas.openxmlformats.org/officeDocument/2006/relationships/tags" Target="../tags/tag201.xml"/><Relationship Id="rId2" Type="http://schemas.microsoft.com/office/2007/relationships/hdphoto" Target="../media/image2.wdp"/><Relationship Id="rId19" Type="http://schemas.openxmlformats.org/officeDocument/2006/relationships/tags" Target="../tags/tag200.xml"/><Relationship Id="rId18" Type="http://schemas.openxmlformats.org/officeDocument/2006/relationships/tags" Target="../tags/tag199.xml"/><Relationship Id="rId17" Type="http://schemas.openxmlformats.org/officeDocument/2006/relationships/tags" Target="../tags/tag198.xml"/><Relationship Id="rId16" Type="http://schemas.openxmlformats.org/officeDocument/2006/relationships/image" Target="../media/image40.svg"/><Relationship Id="rId15" Type="http://schemas.openxmlformats.org/officeDocument/2006/relationships/image" Target="../media/image39.png"/><Relationship Id="rId14" Type="http://schemas.openxmlformats.org/officeDocument/2006/relationships/tags" Target="../tags/tag197.xml"/><Relationship Id="rId13" Type="http://schemas.openxmlformats.org/officeDocument/2006/relationships/tags" Target="../tags/tag196.xml"/><Relationship Id="rId12" Type="http://schemas.openxmlformats.org/officeDocument/2006/relationships/image" Target="../media/image38.svg"/><Relationship Id="rId11" Type="http://schemas.openxmlformats.org/officeDocument/2006/relationships/image" Target="../media/image37.png"/><Relationship Id="rId10" Type="http://schemas.openxmlformats.org/officeDocument/2006/relationships/tags" Target="../tags/tag195.xml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19.xml"/><Relationship Id="rId8" Type="http://schemas.openxmlformats.org/officeDocument/2006/relationships/tags" Target="../tags/tag218.xml"/><Relationship Id="rId7" Type="http://schemas.openxmlformats.org/officeDocument/2006/relationships/image" Target="../media/image12.png"/><Relationship Id="rId6" Type="http://schemas.openxmlformats.org/officeDocument/2006/relationships/tags" Target="../tags/tag217.xml"/><Relationship Id="rId5" Type="http://schemas.openxmlformats.org/officeDocument/2006/relationships/image" Target="../media/image21.png"/><Relationship Id="rId43" Type="http://schemas.openxmlformats.org/officeDocument/2006/relationships/notesSlide" Target="../notesSlides/notesSlide14.xml"/><Relationship Id="rId42" Type="http://schemas.openxmlformats.org/officeDocument/2006/relationships/slideLayout" Target="../slideLayouts/slideLayout2.xml"/><Relationship Id="rId41" Type="http://schemas.openxmlformats.org/officeDocument/2006/relationships/tags" Target="../tags/tag251.xml"/><Relationship Id="rId40" Type="http://schemas.openxmlformats.org/officeDocument/2006/relationships/tags" Target="../tags/tag250.xml"/><Relationship Id="rId4" Type="http://schemas.openxmlformats.org/officeDocument/2006/relationships/tags" Target="../tags/tag216.xml"/><Relationship Id="rId39" Type="http://schemas.openxmlformats.org/officeDocument/2006/relationships/tags" Target="../tags/tag249.xml"/><Relationship Id="rId38" Type="http://schemas.openxmlformats.org/officeDocument/2006/relationships/tags" Target="../tags/tag248.xml"/><Relationship Id="rId37" Type="http://schemas.openxmlformats.org/officeDocument/2006/relationships/tags" Target="../tags/tag247.xml"/><Relationship Id="rId36" Type="http://schemas.openxmlformats.org/officeDocument/2006/relationships/tags" Target="../tags/tag246.xml"/><Relationship Id="rId35" Type="http://schemas.openxmlformats.org/officeDocument/2006/relationships/tags" Target="../tags/tag245.xml"/><Relationship Id="rId34" Type="http://schemas.openxmlformats.org/officeDocument/2006/relationships/tags" Target="../tags/tag244.xml"/><Relationship Id="rId33" Type="http://schemas.openxmlformats.org/officeDocument/2006/relationships/tags" Target="../tags/tag243.xml"/><Relationship Id="rId32" Type="http://schemas.openxmlformats.org/officeDocument/2006/relationships/tags" Target="../tags/tag242.xml"/><Relationship Id="rId31" Type="http://schemas.openxmlformats.org/officeDocument/2006/relationships/tags" Target="../tags/tag241.xml"/><Relationship Id="rId30" Type="http://schemas.openxmlformats.org/officeDocument/2006/relationships/tags" Target="../tags/tag240.xml"/><Relationship Id="rId3" Type="http://schemas.openxmlformats.org/officeDocument/2006/relationships/tags" Target="../tags/tag215.xml"/><Relationship Id="rId29" Type="http://schemas.openxmlformats.org/officeDocument/2006/relationships/tags" Target="../tags/tag239.xml"/><Relationship Id="rId28" Type="http://schemas.openxmlformats.org/officeDocument/2006/relationships/tags" Target="../tags/tag238.xml"/><Relationship Id="rId27" Type="http://schemas.openxmlformats.org/officeDocument/2006/relationships/tags" Target="../tags/tag237.xml"/><Relationship Id="rId26" Type="http://schemas.openxmlformats.org/officeDocument/2006/relationships/tags" Target="../tags/tag236.xml"/><Relationship Id="rId25" Type="http://schemas.openxmlformats.org/officeDocument/2006/relationships/tags" Target="../tags/tag235.xml"/><Relationship Id="rId24" Type="http://schemas.openxmlformats.org/officeDocument/2006/relationships/tags" Target="../tags/tag234.xml"/><Relationship Id="rId23" Type="http://schemas.openxmlformats.org/officeDocument/2006/relationships/tags" Target="../tags/tag233.xml"/><Relationship Id="rId22" Type="http://schemas.openxmlformats.org/officeDocument/2006/relationships/tags" Target="../tags/tag232.xml"/><Relationship Id="rId21" Type="http://schemas.openxmlformats.org/officeDocument/2006/relationships/tags" Target="../tags/tag231.xml"/><Relationship Id="rId20" Type="http://schemas.openxmlformats.org/officeDocument/2006/relationships/tags" Target="../tags/tag230.xml"/><Relationship Id="rId2" Type="http://schemas.microsoft.com/office/2007/relationships/hdphoto" Target="../media/image2.wdp"/><Relationship Id="rId19" Type="http://schemas.openxmlformats.org/officeDocument/2006/relationships/tags" Target="../tags/tag229.xml"/><Relationship Id="rId18" Type="http://schemas.openxmlformats.org/officeDocument/2006/relationships/tags" Target="../tags/tag228.xml"/><Relationship Id="rId17" Type="http://schemas.openxmlformats.org/officeDocument/2006/relationships/tags" Target="../tags/tag227.xml"/><Relationship Id="rId16" Type="http://schemas.openxmlformats.org/officeDocument/2006/relationships/tags" Target="../tags/tag226.xml"/><Relationship Id="rId15" Type="http://schemas.openxmlformats.org/officeDocument/2006/relationships/tags" Target="../tags/tag225.xml"/><Relationship Id="rId14" Type="http://schemas.openxmlformats.org/officeDocument/2006/relationships/tags" Target="../tags/tag224.xml"/><Relationship Id="rId13" Type="http://schemas.openxmlformats.org/officeDocument/2006/relationships/tags" Target="../tags/tag223.xml"/><Relationship Id="rId12" Type="http://schemas.openxmlformats.org/officeDocument/2006/relationships/tags" Target="../tags/tag222.xml"/><Relationship Id="rId11" Type="http://schemas.openxmlformats.org/officeDocument/2006/relationships/tags" Target="../tags/tag221.xml"/><Relationship Id="rId10" Type="http://schemas.openxmlformats.org/officeDocument/2006/relationships/tags" Target="../tags/tag220.xml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56.xml"/><Relationship Id="rId8" Type="http://schemas.openxmlformats.org/officeDocument/2006/relationships/tags" Target="../tags/tag255.xml"/><Relationship Id="rId7" Type="http://schemas.openxmlformats.org/officeDocument/2006/relationships/image" Target="../media/image6.png"/><Relationship Id="rId6" Type="http://schemas.openxmlformats.org/officeDocument/2006/relationships/tags" Target="../tags/tag254.xml"/><Relationship Id="rId5" Type="http://schemas.openxmlformats.org/officeDocument/2006/relationships/image" Target="../media/image5.png"/><Relationship Id="rId4" Type="http://schemas.openxmlformats.org/officeDocument/2006/relationships/tags" Target="../tags/tag253.xml"/><Relationship Id="rId3" Type="http://schemas.openxmlformats.org/officeDocument/2006/relationships/tags" Target="../tags/tag252.xml"/><Relationship Id="rId20" Type="http://schemas.openxmlformats.org/officeDocument/2006/relationships/notesSlide" Target="../notesSlides/notesSlide15.xml"/><Relationship Id="rId2" Type="http://schemas.microsoft.com/office/2007/relationships/hdphoto" Target="../media/image2.wdp"/><Relationship Id="rId19" Type="http://schemas.openxmlformats.org/officeDocument/2006/relationships/slideLayout" Target="../slideLayouts/slideLayout1.xml"/><Relationship Id="rId18" Type="http://schemas.openxmlformats.org/officeDocument/2006/relationships/tags" Target="../tags/tag263.xml"/><Relationship Id="rId17" Type="http://schemas.openxmlformats.org/officeDocument/2006/relationships/tags" Target="../tags/tag262.xml"/><Relationship Id="rId16" Type="http://schemas.openxmlformats.org/officeDocument/2006/relationships/tags" Target="../tags/tag261.xml"/><Relationship Id="rId15" Type="http://schemas.openxmlformats.org/officeDocument/2006/relationships/tags" Target="../tags/tag260.xml"/><Relationship Id="rId14" Type="http://schemas.openxmlformats.org/officeDocument/2006/relationships/tags" Target="../tags/tag259.xml"/><Relationship Id="rId13" Type="http://schemas.openxmlformats.org/officeDocument/2006/relationships/tags" Target="../tags/tag258.xml"/><Relationship Id="rId12" Type="http://schemas.openxmlformats.org/officeDocument/2006/relationships/image" Target="../media/image10.png"/><Relationship Id="rId11" Type="http://schemas.openxmlformats.org/officeDocument/2006/relationships/tags" Target="../tags/tag257.xml"/><Relationship Id="rId10" Type="http://schemas.openxmlformats.org/officeDocument/2006/relationships/image" Target="../media/image1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4.svg"/><Relationship Id="rId8" Type="http://schemas.openxmlformats.org/officeDocument/2006/relationships/image" Target="../media/image43.png"/><Relationship Id="rId7" Type="http://schemas.openxmlformats.org/officeDocument/2006/relationships/tags" Target="../tags/tag266.xml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tags" Target="../tags/tag265.xml"/><Relationship Id="rId34" Type="http://schemas.openxmlformats.org/officeDocument/2006/relationships/notesSlide" Target="../notesSlides/notesSlide16.xml"/><Relationship Id="rId33" Type="http://schemas.openxmlformats.org/officeDocument/2006/relationships/slideLayout" Target="../slideLayouts/slideLayout2.xml"/><Relationship Id="rId32" Type="http://schemas.openxmlformats.org/officeDocument/2006/relationships/tags" Target="../tags/tag287.xml"/><Relationship Id="rId31" Type="http://schemas.openxmlformats.org/officeDocument/2006/relationships/tags" Target="../tags/tag286.xml"/><Relationship Id="rId30" Type="http://schemas.openxmlformats.org/officeDocument/2006/relationships/tags" Target="../tags/tag285.xml"/><Relationship Id="rId3" Type="http://schemas.openxmlformats.org/officeDocument/2006/relationships/tags" Target="../tags/tag264.xml"/><Relationship Id="rId29" Type="http://schemas.openxmlformats.org/officeDocument/2006/relationships/tags" Target="../tags/tag284.xml"/><Relationship Id="rId28" Type="http://schemas.openxmlformats.org/officeDocument/2006/relationships/tags" Target="../tags/tag283.xml"/><Relationship Id="rId27" Type="http://schemas.openxmlformats.org/officeDocument/2006/relationships/tags" Target="../tags/tag282.xml"/><Relationship Id="rId26" Type="http://schemas.openxmlformats.org/officeDocument/2006/relationships/tags" Target="../tags/tag281.xml"/><Relationship Id="rId25" Type="http://schemas.openxmlformats.org/officeDocument/2006/relationships/tags" Target="../tags/tag280.xml"/><Relationship Id="rId24" Type="http://schemas.openxmlformats.org/officeDocument/2006/relationships/tags" Target="../tags/tag279.xml"/><Relationship Id="rId23" Type="http://schemas.openxmlformats.org/officeDocument/2006/relationships/tags" Target="../tags/tag278.xml"/><Relationship Id="rId22" Type="http://schemas.openxmlformats.org/officeDocument/2006/relationships/tags" Target="../tags/tag277.xml"/><Relationship Id="rId21" Type="http://schemas.openxmlformats.org/officeDocument/2006/relationships/tags" Target="../tags/tag276.xml"/><Relationship Id="rId20" Type="http://schemas.openxmlformats.org/officeDocument/2006/relationships/tags" Target="../tags/tag275.xml"/><Relationship Id="rId2" Type="http://schemas.microsoft.com/office/2007/relationships/hdphoto" Target="../media/image2.wdp"/><Relationship Id="rId19" Type="http://schemas.openxmlformats.org/officeDocument/2006/relationships/tags" Target="../tags/tag274.xml"/><Relationship Id="rId18" Type="http://schemas.openxmlformats.org/officeDocument/2006/relationships/tags" Target="../tags/tag273.xml"/><Relationship Id="rId17" Type="http://schemas.openxmlformats.org/officeDocument/2006/relationships/image" Target="../media/image21.png"/><Relationship Id="rId16" Type="http://schemas.openxmlformats.org/officeDocument/2006/relationships/tags" Target="../tags/tag272.xml"/><Relationship Id="rId15" Type="http://schemas.openxmlformats.org/officeDocument/2006/relationships/tags" Target="../tags/tag271.xml"/><Relationship Id="rId14" Type="http://schemas.openxmlformats.org/officeDocument/2006/relationships/tags" Target="../tags/tag270.xml"/><Relationship Id="rId13" Type="http://schemas.openxmlformats.org/officeDocument/2006/relationships/tags" Target="../tags/tag269.xml"/><Relationship Id="rId12" Type="http://schemas.openxmlformats.org/officeDocument/2006/relationships/tags" Target="../tags/tag268.xml"/><Relationship Id="rId11" Type="http://schemas.openxmlformats.org/officeDocument/2006/relationships/image" Target="../media/image12.png"/><Relationship Id="rId10" Type="http://schemas.openxmlformats.org/officeDocument/2006/relationships/tags" Target="../tags/tag267.xml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292.xml"/><Relationship Id="rId8" Type="http://schemas.openxmlformats.org/officeDocument/2006/relationships/tags" Target="../tags/tag291.xml"/><Relationship Id="rId7" Type="http://schemas.openxmlformats.org/officeDocument/2006/relationships/image" Target="../media/image12.png"/><Relationship Id="rId6" Type="http://schemas.openxmlformats.org/officeDocument/2006/relationships/tags" Target="../tags/tag290.xml"/><Relationship Id="rId5" Type="http://schemas.openxmlformats.org/officeDocument/2006/relationships/image" Target="../media/image21.png"/><Relationship Id="rId43" Type="http://schemas.openxmlformats.org/officeDocument/2006/relationships/notesSlide" Target="../notesSlides/notesSlide17.xml"/><Relationship Id="rId42" Type="http://schemas.openxmlformats.org/officeDocument/2006/relationships/slideLayout" Target="../slideLayouts/slideLayout2.xml"/><Relationship Id="rId41" Type="http://schemas.openxmlformats.org/officeDocument/2006/relationships/image" Target="../media/image40.svg"/><Relationship Id="rId40" Type="http://schemas.openxmlformats.org/officeDocument/2006/relationships/image" Target="../media/image39.png"/><Relationship Id="rId4" Type="http://schemas.openxmlformats.org/officeDocument/2006/relationships/tags" Target="../tags/tag289.xml"/><Relationship Id="rId39" Type="http://schemas.openxmlformats.org/officeDocument/2006/relationships/tags" Target="../tags/tag320.xml"/><Relationship Id="rId38" Type="http://schemas.openxmlformats.org/officeDocument/2006/relationships/image" Target="../media/image38.svg"/><Relationship Id="rId37" Type="http://schemas.openxmlformats.org/officeDocument/2006/relationships/image" Target="../media/image37.png"/><Relationship Id="rId36" Type="http://schemas.openxmlformats.org/officeDocument/2006/relationships/tags" Target="../tags/tag319.xml"/><Relationship Id="rId35" Type="http://schemas.openxmlformats.org/officeDocument/2006/relationships/tags" Target="../tags/tag318.xml"/><Relationship Id="rId34" Type="http://schemas.openxmlformats.org/officeDocument/2006/relationships/tags" Target="../tags/tag317.xml"/><Relationship Id="rId33" Type="http://schemas.openxmlformats.org/officeDocument/2006/relationships/tags" Target="../tags/tag316.xml"/><Relationship Id="rId32" Type="http://schemas.openxmlformats.org/officeDocument/2006/relationships/tags" Target="../tags/tag315.xml"/><Relationship Id="rId31" Type="http://schemas.openxmlformats.org/officeDocument/2006/relationships/tags" Target="../tags/tag314.xml"/><Relationship Id="rId30" Type="http://schemas.openxmlformats.org/officeDocument/2006/relationships/tags" Target="../tags/tag313.xml"/><Relationship Id="rId3" Type="http://schemas.openxmlformats.org/officeDocument/2006/relationships/tags" Target="../tags/tag288.xml"/><Relationship Id="rId29" Type="http://schemas.openxmlformats.org/officeDocument/2006/relationships/tags" Target="../tags/tag312.xml"/><Relationship Id="rId28" Type="http://schemas.openxmlformats.org/officeDocument/2006/relationships/tags" Target="../tags/tag311.xml"/><Relationship Id="rId27" Type="http://schemas.openxmlformats.org/officeDocument/2006/relationships/tags" Target="../tags/tag310.xml"/><Relationship Id="rId26" Type="http://schemas.openxmlformats.org/officeDocument/2006/relationships/tags" Target="../tags/tag309.xml"/><Relationship Id="rId25" Type="http://schemas.openxmlformats.org/officeDocument/2006/relationships/tags" Target="../tags/tag308.xml"/><Relationship Id="rId24" Type="http://schemas.openxmlformats.org/officeDocument/2006/relationships/tags" Target="../tags/tag307.xml"/><Relationship Id="rId23" Type="http://schemas.openxmlformats.org/officeDocument/2006/relationships/tags" Target="../tags/tag306.xml"/><Relationship Id="rId22" Type="http://schemas.openxmlformats.org/officeDocument/2006/relationships/tags" Target="../tags/tag305.xml"/><Relationship Id="rId21" Type="http://schemas.openxmlformats.org/officeDocument/2006/relationships/tags" Target="../tags/tag304.xml"/><Relationship Id="rId20" Type="http://schemas.openxmlformats.org/officeDocument/2006/relationships/tags" Target="../tags/tag303.xml"/><Relationship Id="rId2" Type="http://schemas.microsoft.com/office/2007/relationships/hdphoto" Target="../media/image2.wdp"/><Relationship Id="rId19" Type="http://schemas.openxmlformats.org/officeDocument/2006/relationships/tags" Target="../tags/tag302.xml"/><Relationship Id="rId18" Type="http://schemas.openxmlformats.org/officeDocument/2006/relationships/tags" Target="../tags/tag301.xml"/><Relationship Id="rId17" Type="http://schemas.openxmlformats.org/officeDocument/2006/relationships/tags" Target="../tags/tag300.xml"/><Relationship Id="rId16" Type="http://schemas.openxmlformats.org/officeDocument/2006/relationships/tags" Target="../tags/tag299.xml"/><Relationship Id="rId15" Type="http://schemas.openxmlformats.org/officeDocument/2006/relationships/tags" Target="../tags/tag298.xml"/><Relationship Id="rId14" Type="http://schemas.openxmlformats.org/officeDocument/2006/relationships/tags" Target="../tags/tag297.xml"/><Relationship Id="rId13" Type="http://schemas.openxmlformats.org/officeDocument/2006/relationships/tags" Target="../tags/tag296.xml"/><Relationship Id="rId12" Type="http://schemas.openxmlformats.org/officeDocument/2006/relationships/tags" Target="../tags/tag295.xml"/><Relationship Id="rId11" Type="http://schemas.openxmlformats.org/officeDocument/2006/relationships/tags" Target="../tags/tag294.xml"/><Relationship Id="rId10" Type="http://schemas.openxmlformats.org/officeDocument/2006/relationships/tags" Target="../tags/tag293.xml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325.xml"/><Relationship Id="rId8" Type="http://schemas.openxmlformats.org/officeDocument/2006/relationships/tags" Target="../tags/tag324.xml"/><Relationship Id="rId7" Type="http://schemas.openxmlformats.org/officeDocument/2006/relationships/image" Target="../media/image12.png"/><Relationship Id="rId6" Type="http://schemas.openxmlformats.org/officeDocument/2006/relationships/tags" Target="../tags/tag323.xml"/><Relationship Id="rId51" Type="http://schemas.openxmlformats.org/officeDocument/2006/relationships/notesSlide" Target="../notesSlides/notesSlide18.xml"/><Relationship Id="rId50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9" Type="http://schemas.openxmlformats.org/officeDocument/2006/relationships/tags" Target="../tags/tag365.xml"/><Relationship Id="rId48" Type="http://schemas.openxmlformats.org/officeDocument/2006/relationships/tags" Target="../tags/tag364.xml"/><Relationship Id="rId47" Type="http://schemas.openxmlformats.org/officeDocument/2006/relationships/tags" Target="../tags/tag363.xml"/><Relationship Id="rId46" Type="http://schemas.openxmlformats.org/officeDocument/2006/relationships/tags" Target="../tags/tag362.xml"/><Relationship Id="rId45" Type="http://schemas.openxmlformats.org/officeDocument/2006/relationships/tags" Target="../tags/tag361.xml"/><Relationship Id="rId44" Type="http://schemas.openxmlformats.org/officeDocument/2006/relationships/tags" Target="../tags/tag360.xml"/><Relationship Id="rId43" Type="http://schemas.openxmlformats.org/officeDocument/2006/relationships/tags" Target="../tags/tag359.xml"/><Relationship Id="rId42" Type="http://schemas.openxmlformats.org/officeDocument/2006/relationships/tags" Target="../tags/tag358.xml"/><Relationship Id="rId41" Type="http://schemas.openxmlformats.org/officeDocument/2006/relationships/tags" Target="../tags/tag357.xml"/><Relationship Id="rId40" Type="http://schemas.openxmlformats.org/officeDocument/2006/relationships/tags" Target="../tags/tag356.xml"/><Relationship Id="rId4" Type="http://schemas.openxmlformats.org/officeDocument/2006/relationships/tags" Target="../tags/tag322.xml"/><Relationship Id="rId39" Type="http://schemas.openxmlformats.org/officeDocument/2006/relationships/tags" Target="../tags/tag355.xml"/><Relationship Id="rId38" Type="http://schemas.openxmlformats.org/officeDocument/2006/relationships/tags" Target="../tags/tag354.xml"/><Relationship Id="rId37" Type="http://schemas.openxmlformats.org/officeDocument/2006/relationships/tags" Target="../tags/tag353.xml"/><Relationship Id="rId36" Type="http://schemas.openxmlformats.org/officeDocument/2006/relationships/tags" Target="../tags/tag352.xml"/><Relationship Id="rId35" Type="http://schemas.openxmlformats.org/officeDocument/2006/relationships/tags" Target="../tags/tag351.xml"/><Relationship Id="rId34" Type="http://schemas.openxmlformats.org/officeDocument/2006/relationships/tags" Target="../tags/tag350.xml"/><Relationship Id="rId33" Type="http://schemas.openxmlformats.org/officeDocument/2006/relationships/tags" Target="../tags/tag349.xml"/><Relationship Id="rId32" Type="http://schemas.openxmlformats.org/officeDocument/2006/relationships/tags" Target="../tags/tag348.xml"/><Relationship Id="rId31" Type="http://schemas.openxmlformats.org/officeDocument/2006/relationships/tags" Target="../tags/tag347.xml"/><Relationship Id="rId30" Type="http://schemas.openxmlformats.org/officeDocument/2006/relationships/tags" Target="../tags/tag346.xml"/><Relationship Id="rId3" Type="http://schemas.openxmlformats.org/officeDocument/2006/relationships/tags" Target="../tags/tag321.xml"/><Relationship Id="rId29" Type="http://schemas.openxmlformats.org/officeDocument/2006/relationships/tags" Target="../tags/tag345.xml"/><Relationship Id="rId28" Type="http://schemas.openxmlformats.org/officeDocument/2006/relationships/tags" Target="../tags/tag344.xml"/><Relationship Id="rId27" Type="http://schemas.openxmlformats.org/officeDocument/2006/relationships/tags" Target="../tags/tag343.xml"/><Relationship Id="rId26" Type="http://schemas.openxmlformats.org/officeDocument/2006/relationships/tags" Target="../tags/tag342.xml"/><Relationship Id="rId25" Type="http://schemas.openxmlformats.org/officeDocument/2006/relationships/tags" Target="../tags/tag341.xml"/><Relationship Id="rId24" Type="http://schemas.openxmlformats.org/officeDocument/2006/relationships/tags" Target="../tags/tag340.xml"/><Relationship Id="rId23" Type="http://schemas.openxmlformats.org/officeDocument/2006/relationships/tags" Target="../tags/tag339.xml"/><Relationship Id="rId22" Type="http://schemas.openxmlformats.org/officeDocument/2006/relationships/tags" Target="../tags/tag338.xml"/><Relationship Id="rId21" Type="http://schemas.openxmlformats.org/officeDocument/2006/relationships/tags" Target="../tags/tag337.xml"/><Relationship Id="rId20" Type="http://schemas.openxmlformats.org/officeDocument/2006/relationships/tags" Target="../tags/tag336.xml"/><Relationship Id="rId2" Type="http://schemas.microsoft.com/office/2007/relationships/hdphoto" Target="../media/image2.wdp"/><Relationship Id="rId19" Type="http://schemas.openxmlformats.org/officeDocument/2006/relationships/tags" Target="../tags/tag335.xml"/><Relationship Id="rId18" Type="http://schemas.openxmlformats.org/officeDocument/2006/relationships/tags" Target="../tags/tag334.xml"/><Relationship Id="rId17" Type="http://schemas.openxmlformats.org/officeDocument/2006/relationships/tags" Target="../tags/tag333.xml"/><Relationship Id="rId16" Type="http://schemas.openxmlformats.org/officeDocument/2006/relationships/tags" Target="../tags/tag332.xml"/><Relationship Id="rId15" Type="http://schemas.openxmlformats.org/officeDocument/2006/relationships/tags" Target="../tags/tag331.xml"/><Relationship Id="rId14" Type="http://schemas.openxmlformats.org/officeDocument/2006/relationships/tags" Target="../tags/tag330.xml"/><Relationship Id="rId13" Type="http://schemas.openxmlformats.org/officeDocument/2006/relationships/tags" Target="../tags/tag329.xml"/><Relationship Id="rId12" Type="http://schemas.openxmlformats.org/officeDocument/2006/relationships/tags" Target="../tags/tag328.xml"/><Relationship Id="rId11" Type="http://schemas.openxmlformats.org/officeDocument/2006/relationships/tags" Target="../tags/tag327.xml"/><Relationship Id="rId10" Type="http://schemas.openxmlformats.org/officeDocument/2006/relationships/tags" Target="../tags/tag326.xml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371.xml"/><Relationship Id="rId8" Type="http://schemas.openxmlformats.org/officeDocument/2006/relationships/tags" Target="../tags/tag370.xml"/><Relationship Id="rId7" Type="http://schemas.openxmlformats.org/officeDocument/2006/relationships/tags" Target="../tags/tag369.xml"/><Relationship Id="rId6" Type="http://schemas.openxmlformats.org/officeDocument/2006/relationships/image" Target="../media/image3.png"/><Relationship Id="rId5" Type="http://schemas.openxmlformats.org/officeDocument/2006/relationships/tags" Target="../tags/tag368.xml"/><Relationship Id="rId4" Type="http://schemas.openxmlformats.org/officeDocument/2006/relationships/tags" Target="../tags/tag367.xml"/><Relationship Id="rId3" Type="http://schemas.openxmlformats.org/officeDocument/2006/relationships/tags" Target="../tags/tag366.xml"/><Relationship Id="rId28" Type="http://schemas.openxmlformats.org/officeDocument/2006/relationships/slideLayout" Target="../slideLayouts/slideLayout2.xml"/><Relationship Id="rId27" Type="http://schemas.openxmlformats.org/officeDocument/2006/relationships/tags" Target="../tags/tag387.xml"/><Relationship Id="rId26" Type="http://schemas.openxmlformats.org/officeDocument/2006/relationships/image" Target="../media/image6.png"/><Relationship Id="rId25" Type="http://schemas.openxmlformats.org/officeDocument/2006/relationships/tags" Target="../tags/tag386.xml"/><Relationship Id="rId24" Type="http://schemas.openxmlformats.org/officeDocument/2006/relationships/image" Target="../media/image5.png"/><Relationship Id="rId23" Type="http://schemas.openxmlformats.org/officeDocument/2006/relationships/tags" Target="../tags/tag385.xml"/><Relationship Id="rId22" Type="http://schemas.openxmlformats.org/officeDocument/2006/relationships/tags" Target="../tags/tag384.xml"/><Relationship Id="rId21" Type="http://schemas.openxmlformats.org/officeDocument/2006/relationships/tags" Target="../tags/tag383.xml"/><Relationship Id="rId20" Type="http://schemas.openxmlformats.org/officeDocument/2006/relationships/tags" Target="../tags/tag382.xml"/><Relationship Id="rId2" Type="http://schemas.microsoft.com/office/2007/relationships/hdphoto" Target="../media/image2.wdp"/><Relationship Id="rId19" Type="http://schemas.openxmlformats.org/officeDocument/2006/relationships/tags" Target="../tags/tag381.xml"/><Relationship Id="rId18" Type="http://schemas.openxmlformats.org/officeDocument/2006/relationships/tags" Target="../tags/tag380.xml"/><Relationship Id="rId17" Type="http://schemas.openxmlformats.org/officeDocument/2006/relationships/tags" Target="../tags/tag379.xml"/><Relationship Id="rId16" Type="http://schemas.openxmlformats.org/officeDocument/2006/relationships/tags" Target="../tags/tag378.xml"/><Relationship Id="rId15" Type="http://schemas.openxmlformats.org/officeDocument/2006/relationships/tags" Target="../tags/tag377.xml"/><Relationship Id="rId14" Type="http://schemas.openxmlformats.org/officeDocument/2006/relationships/tags" Target="../tags/tag376.xml"/><Relationship Id="rId13" Type="http://schemas.openxmlformats.org/officeDocument/2006/relationships/tags" Target="../tags/tag375.xml"/><Relationship Id="rId12" Type="http://schemas.openxmlformats.org/officeDocument/2006/relationships/tags" Target="../tags/tag374.xml"/><Relationship Id="rId11" Type="http://schemas.openxmlformats.org/officeDocument/2006/relationships/tags" Target="../tags/tag373.xml"/><Relationship Id="rId10" Type="http://schemas.openxmlformats.org/officeDocument/2006/relationships/tags" Target="../tags/tag372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487432" y="616226"/>
            <a:ext cx="11370365" cy="595777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37" t="1090" r="2240" b="-1090"/>
          <a:stretch>
            <a:fillRect/>
          </a:stretch>
        </p:blipFill>
        <p:spPr>
          <a:xfrm rot="16200000">
            <a:off x="2951675" y="-2279558"/>
            <a:ext cx="6059920" cy="11226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2" name="任意多边形: 形状 1"/>
          <p:cNvSpPr/>
          <p:nvPr/>
        </p:nvSpPr>
        <p:spPr>
          <a:xfrm>
            <a:off x="592468" y="5689600"/>
            <a:ext cx="419035" cy="439526"/>
          </a:xfrm>
          <a:custGeom>
            <a:avLst/>
            <a:gdLst>
              <a:gd name="connsiteX0" fmla="*/ 0 w 673100"/>
              <a:gd name="connsiteY0" fmla="*/ 0 h 622300"/>
              <a:gd name="connsiteX1" fmla="*/ 0 w 673100"/>
              <a:gd name="connsiteY1" fmla="*/ 622300 h 622300"/>
              <a:gd name="connsiteX2" fmla="*/ 673100 w 673100"/>
              <a:gd name="connsiteY2" fmla="*/ 622300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3100" h="622300">
                <a:moveTo>
                  <a:pt x="0" y="0"/>
                </a:moveTo>
                <a:lnTo>
                  <a:pt x="0" y="622300"/>
                </a:lnTo>
                <a:lnTo>
                  <a:pt x="673100" y="62230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grpSp>
        <p:nvGrpSpPr>
          <p:cNvPr id="50" name="组合 49"/>
          <p:cNvGrpSpPr/>
          <p:nvPr/>
        </p:nvGrpSpPr>
        <p:grpSpPr>
          <a:xfrm>
            <a:off x="11339195" y="296545"/>
            <a:ext cx="323850" cy="6071870"/>
            <a:chOff x="11339195" y="296545"/>
            <a:chExt cx="323850" cy="6071870"/>
          </a:xfrm>
        </p:grpSpPr>
        <p:sp>
          <p:nvSpPr>
            <p:cNvPr id="6" name="矩形 5"/>
            <p:cNvSpPr/>
            <p:nvPr/>
          </p:nvSpPr>
          <p:spPr>
            <a:xfrm>
              <a:off x="11339195" y="296545"/>
              <a:ext cx="323850" cy="605992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11339195" y="1091565"/>
              <a:ext cx="323850" cy="2801620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11339195" y="296545"/>
              <a:ext cx="323850" cy="435610"/>
              <a:chOff x="11550650" y="389101"/>
              <a:chExt cx="360000" cy="435848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11550650" y="389101"/>
                <a:ext cx="360000" cy="435848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0" name="等腰三角形 9"/>
              <p:cNvSpPr/>
              <p:nvPr/>
            </p:nvSpPr>
            <p:spPr>
              <a:xfrm>
                <a:off x="11609594" y="502667"/>
                <a:ext cx="242112" cy="208717"/>
              </a:xfrm>
              <a:prstGeom prst="triangle">
                <a:avLst/>
              </a:prstGeom>
              <a:solidFill>
                <a:srgbClr val="000000"/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  <p:grpSp>
          <p:nvGrpSpPr>
            <p:cNvPr id="12" name="组合 11"/>
            <p:cNvGrpSpPr/>
            <p:nvPr/>
          </p:nvGrpSpPr>
          <p:grpSpPr>
            <a:xfrm flipV="1">
              <a:off x="11339195" y="5932805"/>
              <a:ext cx="323850" cy="435610"/>
              <a:chOff x="11550650" y="389101"/>
              <a:chExt cx="360000" cy="435848"/>
            </a:xfrm>
          </p:grpSpPr>
          <p:sp>
            <p:nvSpPr>
              <p:cNvPr id="13" name="矩形 12"/>
              <p:cNvSpPr/>
              <p:nvPr/>
            </p:nvSpPr>
            <p:spPr>
              <a:xfrm>
                <a:off x="11550650" y="389101"/>
                <a:ext cx="360000" cy="435848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4" name="等腰三角形 13"/>
              <p:cNvSpPr/>
              <p:nvPr/>
            </p:nvSpPr>
            <p:spPr>
              <a:xfrm>
                <a:off x="11609594" y="502667"/>
                <a:ext cx="242112" cy="208717"/>
              </a:xfrm>
              <a:prstGeom prst="triangle">
                <a:avLst/>
              </a:prstGeom>
              <a:solidFill>
                <a:srgbClr val="000000"/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  <p:grpSp>
          <p:nvGrpSpPr>
            <p:cNvPr id="72" name="组合 71"/>
            <p:cNvGrpSpPr/>
            <p:nvPr/>
          </p:nvGrpSpPr>
          <p:grpSpPr>
            <a:xfrm>
              <a:off x="11403965" y="1231900"/>
              <a:ext cx="194310" cy="132715"/>
              <a:chOff x="6591300" y="-1003300"/>
              <a:chExt cx="266700" cy="190500"/>
            </a:xfrm>
          </p:grpSpPr>
          <p:cxnSp>
            <p:nvCxnSpPr>
              <p:cNvPr id="73" name="直接连接符 72"/>
              <p:cNvCxnSpPr/>
              <p:nvPr/>
            </p:nvCxnSpPr>
            <p:spPr>
              <a:xfrm>
                <a:off x="6591300" y="-1003300"/>
                <a:ext cx="266700" cy="0"/>
              </a:xfrm>
              <a:prstGeom prst="line">
                <a:avLst/>
              </a:prstGeom>
              <a:ln w="25400" cap="rnd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接连接符 73"/>
              <p:cNvCxnSpPr/>
              <p:nvPr/>
            </p:nvCxnSpPr>
            <p:spPr>
              <a:xfrm>
                <a:off x="6591300" y="-908050"/>
                <a:ext cx="266700" cy="0"/>
              </a:xfrm>
              <a:prstGeom prst="line">
                <a:avLst/>
              </a:prstGeom>
              <a:ln w="25400" cap="rnd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接连接符 74"/>
              <p:cNvCxnSpPr/>
              <p:nvPr/>
            </p:nvCxnSpPr>
            <p:spPr>
              <a:xfrm>
                <a:off x="6591300" y="-812800"/>
                <a:ext cx="266700" cy="0"/>
              </a:xfrm>
              <a:prstGeom prst="line">
                <a:avLst/>
              </a:prstGeom>
              <a:ln w="25400" cap="rnd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22" name="组合 21"/>
          <p:cNvGrpSpPr/>
          <p:nvPr/>
        </p:nvGrpSpPr>
        <p:grpSpPr>
          <a:xfrm>
            <a:off x="869315" y="628015"/>
            <a:ext cx="9718040" cy="532130"/>
            <a:chOff x="1369" y="989"/>
            <a:chExt cx="15304" cy="838"/>
          </a:xfrm>
        </p:grpSpPr>
        <p:sp>
          <p:nvSpPr>
            <p:cNvPr id="30" name="文本框 29"/>
            <p:cNvSpPr txBox="1"/>
            <p:nvPr/>
          </p:nvSpPr>
          <p:spPr>
            <a:xfrm>
              <a:off x="1369" y="1197"/>
              <a:ext cx="2190" cy="4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en-US" altLang="zh-CN" sz="1400" b="1" dirty="0">
                  <a:latin typeface="思源黑体 CN Bold" panose="020B0800000000000000" charset="-122"/>
                  <a:ea typeface="思源黑体 CN Bold" panose="020B0800000000000000" charset="-122"/>
                </a:rPr>
                <a:t>YOUR LOGO</a:t>
              </a:r>
              <a:endParaRPr lang="en-US" altLang="zh-CN" sz="1400" b="1" dirty="0"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  <p:cxnSp>
          <p:nvCxnSpPr>
            <p:cNvPr id="35" name="直接箭头连接符 34"/>
            <p:cNvCxnSpPr/>
            <p:nvPr/>
          </p:nvCxnSpPr>
          <p:spPr>
            <a:xfrm>
              <a:off x="5111" y="1402"/>
              <a:ext cx="7697" cy="0"/>
            </a:xfrm>
            <a:prstGeom prst="straightConnector1">
              <a:avLst/>
            </a:prstGeom>
            <a:ln w="19050">
              <a:solidFill>
                <a:srgbClr val="32384D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8" name="组合 17"/>
            <p:cNvGrpSpPr/>
            <p:nvPr/>
          </p:nvGrpSpPr>
          <p:grpSpPr>
            <a:xfrm>
              <a:off x="3462" y="1240"/>
              <a:ext cx="1313" cy="361"/>
              <a:chOff x="2008157" y="787386"/>
              <a:chExt cx="834069" cy="229408"/>
            </a:xfrm>
            <a:solidFill>
              <a:schemeClr val="tx1"/>
            </a:solidFill>
          </p:grpSpPr>
          <p:pic>
            <p:nvPicPr>
              <p:cNvPr id="15" name="图形 14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008157" y="787386"/>
                <a:ext cx="229408" cy="229408"/>
              </a:xfrm>
              <a:prstGeom prst="rect">
                <a:avLst/>
              </a:prstGeom>
            </p:spPr>
          </p:pic>
          <p:pic>
            <p:nvPicPr>
              <p:cNvPr id="16" name="图形 15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310487" y="787386"/>
                <a:ext cx="229408" cy="229408"/>
              </a:xfrm>
              <a:prstGeom prst="rect">
                <a:avLst/>
              </a:prstGeom>
            </p:spPr>
          </p:pic>
          <p:pic>
            <p:nvPicPr>
              <p:cNvPr id="17" name="图形 16"/>
              <p:cNvPicPr>
                <a:picLocks noChangeAspect="1"/>
              </p:cNvPicPr>
              <p:nvPr/>
            </p:nvPicPr>
            <p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2612818" y="787386"/>
                <a:ext cx="229408" cy="229408"/>
              </a:xfrm>
              <a:prstGeom prst="rect">
                <a:avLst/>
              </a:prstGeom>
            </p:spPr>
          </p:pic>
        </p:grpSp>
        <p:grpSp>
          <p:nvGrpSpPr>
            <p:cNvPr id="7" name="组合 6"/>
            <p:cNvGrpSpPr/>
            <p:nvPr/>
          </p:nvGrpSpPr>
          <p:grpSpPr>
            <a:xfrm>
              <a:off x="13541" y="989"/>
              <a:ext cx="3133" cy="839"/>
              <a:chOff x="8598467" y="628001"/>
              <a:chExt cx="1989685" cy="532878"/>
            </a:xfrm>
          </p:grpSpPr>
          <p:grpSp>
            <p:nvGrpSpPr>
              <p:cNvPr id="38" name="组合 37"/>
              <p:cNvGrpSpPr/>
              <p:nvPr/>
            </p:nvGrpSpPr>
            <p:grpSpPr>
              <a:xfrm>
                <a:off x="8598467" y="628001"/>
                <a:ext cx="1989685" cy="532878"/>
                <a:chOff x="9493250" y="5211004"/>
                <a:chExt cx="1904628" cy="510098"/>
              </a:xfrm>
            </p:grpSpPr>
            <p:sp>
              <p:nvSpPr>
                <p:cNvPr id="39" name="椭圆 38"/>
                <p:cNvSpPr/>
                <p:nvPr/>
              </p:nvSpPr>
              <p:spPr>
                <a:xfrm>
                  <a:off x="9493250" y="5211004"/>
                  <a:ext cx="1904628" cy="51009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>
                    <a:latin typeface="思源黑体 CN Heavy" panose="020B0A00000000000000" charset="-122"/>
                    <a:ea typeface="思源黑体 CN Heavy" panose="020B0A00000000000000" charset="-122"/>
                  </a:endParaRPr>
                </a:p>
              </p:txBody>
            </p:sp>
            <p:grpSp>
              <p:nvGrpSpPr>
                <p:cNvPr id="40" name="组合 39"/>
                <p:cNvGrpSpPr/>
                <p:nvPr/>
              </p:nvGrpSpPr>
              <p:grpSpPr>
                <a:xfrm>
                  <a:off x="9607327" y="5437887"/>
                  <a:ext cx="1663775" cy="56332"/>
                  <a:chOff x="9610725" y="5437887"/>
                  <a:chExt cx="1663775" cy="56332"/>
                </a:xfrm>
              </p:grpSpPr>
              <p:sp>
                <p:nvSpPr>
                  <p:cNvPr id="41" name="椭圆 40"/>
                  <p:cNvSpPr/>
                  <p:nvPr/>
                </p:nvSpPr>
                <p:spPr>
                  <a:xfrm>
                    <a:off x="9610725" y="5437887"/>
                    <a:ext cx="56332" cy="56332"/>
                  </a:xfrm>
                  <a:prstGeom prst="ellipse">
                    <a:avLst/>
                  </a:prstGeom>
                  <a:solidFill>
                    <a:schemeClr val="tx1">
                      <a:lumMod val="95000"/>
                      <a:lumOff val="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dirty="0">
                      <a:latin typeface="思源黑体 CN Heavy" panose="020B0A00000000000000" charset="-122"/>
                      <a:ea typeface="思源黑体 CN Heavy" panose="020B0A00000000000000" charset="-122"/>
                    </a:endParaRPr>
                  </a:p>
                </p:txBody>
              </p:sp>
              <p:sp>
                <p:nvSpPr>
                  <p:cNvPr id="42" name="椭圆 41"/>
                  <p:cNvSpPr/>
                  <p:nvPr/>
                </p:nvSpPr>
                <p:spPr>
                  <a:xfrm>
                    <a:off x="11218168" y="5437887"/>
                    <a:ext cx="56332" cy="56332"/>
                  </a:xfrm>
                  <a:prstGeom prst="ellipse">
                    <a:avLst/>
                  </a:prstGeom>
                  <a:solidFill>
                    <a:schemeClr val="tx1">
                      <a:lumMod val="95000"/>
                      <a:lumOff val="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>
                      <a:latin typeface="思源黑体 CN Heavy" panose="020B0A00000000000000" charset="-122"/>
                      <a:ea typeface="思源黑体 CN Heavy" panose="020B0A00000000000000" charset="-122"/>
                    </a:endParaRPr>
                  </a:p>
                </p:txBody>
              </p:sp>
            </p:grpSp>
          </p:grpSp>
          <p:sp>
            <p:nvSpPr>
              <p:cNvPr id="37" name="文本框 36"/>
              <p:cNvSpPr txBox="1"/>
              <p:nvPr/>
            </p:nvSpPr>
            <p:spPr>
              <a:xfrm>
                <a:off x="8808422" y="733679"/>
                <a:ext cx="1569774" cy="3215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b="1" dirty="0">
                    <a:latin typeface="思源黑体 CN Heavy" panose="020B0A00000000000000" charset="-122"/>
                    <a:ea typeface="思源黑体 CN Heavy" panose="020B0A00000000000000" charset="-122"/>
                  </a:rPr>
                  <a:t>20XX/01/01</a:t>
                </a:r>
                <a:endParaRPr lang="en-US" altLang="zh-CN" sz="1400" b="1" dirty="0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</p:grpSp>
      <p:sp>
        <p:nvSpPr>
          <p:cNvPr id="3" name="文本框 2"/>
          <p:cNvSpPr txBox="1"/>
          <p:nvPr/>
        </p:nvSpPr>
        <p:spPr>
          <a:xfrm>
            <a:off x="1176655" y="3712845"/>
            <a:ext cx="509016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单击此处添加副标题内容</a:t>
            </a:r>
            <a:endParaRPr lang="zh-CN" altLang="en-US" sz="20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176655" y="1933575"/>
            <a:ext cx="5090160" cy="17532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400" b="1" dirty="0">
                <a:effectLst/>
                <a:latin typeface="思源黑体 CN Heavy" panose="020B0A00000000000000" charset="-122"/>
                <a:ea typeface="思源黑体 CN Heavy" panose="020B0A00000000000000" charset="-122"/>
              </a:rPr>
              <a:t>蓝灰酸性</a:t>
            </a:r>
            <a:endParaRPr lang="zh-CN" altLang="en-US" sz="5400" b="1" dirty="0">
              <a:effectLst/>
              <a:latin typeface="思源黑体 CN Heavy" panose="020B0A00000000000000" charset="-122"/>
              <a:ea typeface="思源黑体 CN Heavy" panose="020B0A00000000000000" charset="-122"/>
            </a:endParaRPr>
          </a:p>
          <a:p>
            <a:r>
              <a:rPr lang="zh-CN" altLang="en-US" sz="5400" b="1" dirty="0">
                <a:effectLst/>
                <a:latin typeface="思源黑体 CN Heavy" panose="020B0A00000000000000" charset="-122"/>
                <a:ea typeface="思源黑体 CN Heavy" panose="020B0A00000000000000" charset="-122"/>
              </a:rPr>
              <a:t>季度工作</a:t>
            </a:r>
            <a:r>
              <a:rPr lang="zh-CN" altLang="en-US" sz="5400" b="1" dirty="0">
                <a:effectLst/>
                <a:latin typeface="思源黑体 CN Heavy" panose="020B0A00000000000000" charset="-122"/>
                <a:ea typeface="思源黑体 CN Heavy" panose="020B0A00000000000000" charset="-122"/>
              </a:rPr>
              <a:t>总结</a:t>
            </a:r>
            <a:endParaRPr lang="zh-CN" altLang="en-US" sz="5400" b="1" dirty="0">
              <a:effectLst/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19" name="圆角矩形 18"/>
          <p:cNvSpPr/>
          <p:nvPr/>
        </p:nvSpPr>
        <p:spPr>
          <a:xfrm flipH="1">
            <a:off x="1290320" y="4525645"/>
            <a:ext cx="2131060" cy="445770"/>
          </a:xfrm>
          <a:prstGeom prst="roundRect">
            <a:avLst>
              <a:gd name="adj" fmla="val 0"/>
            </a:avLst>
          </a:prstGeom>
          <a:solidFill>
            <a:srgbClr val="435BE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b="1" dirty="0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汇报人：稻小壳</a:t>
            </a:r>
            <a:endParaRPr lang="zh-CN" altLang="en-US" sz="1400" b="1" dirty="0">
              <a:solidFill>
                <a:schemeClr val="bg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cxnSp>
        <p:nvCxnSpPr>
          <p:cNvPr id="78" name="直接连接符 77"/>
          <p:cNvCxnSpPr/>
          <p:nvPr/>
        </p:nvCxnSpPr>
        <p:spPr>
          <a:xfrm>
            <a:off x="1280111" y="5896748"/>
            <a:ext cx="8098593" cy="0"/>
          </a:xfrm>
          <a:prstGeom prst="line">
            <a:avLst/>
          </a:prstGeom>
          <a:ln w="19050">
            <a:solidFill>
              <a:srgbClr val="32384D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箭头: V 形 80"/>
          <p:cNvSpPr/>
          <p:nvPr/>
        </p:nvSpPr>
        <p:spPr>
          <a:xfrm flipH="1">
            <a:off x="749300" y="5809615"/>
            <a:ext cx="173355" cy="173355"/>
          </a:xfrm>
          <a:prstGeom prst="chevron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82" name="箭头: V 形 81"/>
          <p:cNvSpPr/>
          <p:nvPr/>
        </p:nvSpPr>
        <p:spPr>
          <a:xfrm flipH="1">
            <a:off x="903605" y="5809615"/>
            <a:ext cx="173355" cy="173355"/>
          </a:xfrm>
          <a:prstGeom prst="chevron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 rot="5400000">
            <a:off x="10206990" y="5255895"/>
            <a:ext cx="259080" cy="1281430"/>
            <a:chOff x="5734194" y="1638444"/>
            <a:chExt cx="745589" cy="3685737"/>
          </a:xfrm>
        </p:grpSpPr>
        <p:sp>
          <p:nvSpPr>
            <p:cNvPr id="53" name="任意多边形: 形状 52"/>
            <p:cNvSpPr/>
            <p:nvPr/>
          </p:nvSpPr>
          <p:spPr>
            <a:xfrm>
              <a:off x="5734194" y="1638444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56" name="任意多边形: 形状 55"/>
            <p:cNvSpPr/>
            <p:nvPr/>
          </p:nvSpPr>
          <p:spPr>
            <a:xfrm>
              <a:off x="6106989" y="2007018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57" name="任意多边形: 形状 56"/>
            <p:cNvSpPr/>
            <p:nvPr/>
          </p:nvSpPr>
          <p:spPr>
            <a:xfrm>
              <a:off x="5734194" y="2375592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60" name="任意多边形: 形状 59"/>
            <p:cNvSpPr/>
            <p:nvPr/>
          </p:nvSpPr>
          <p:spPr>
            <a:xfrm>
              <a:off x="6106989" y="2744166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61" name="任意多边形: 形状 60"/>
            <p:cNvSpPr/>
            <p:nvPr/>
          </p:nvSpPr>
          <p:spPr>
            <a:xfrm>
              <a:off x="5734194" y="3112739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64" name="任意多边形: 形状 63"/>
            <p:cNvSpPr/>
            <p:nvPr/>
          </p:nvSpPr>
          <p:spPr>
            <a:xfrm>
              <a:off x="6106989" y="3481313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65" name="任意多边形: 形状 64"/>
            <p:cNvSpPr/>
            <p:nvPr/>
          </p:nvSpPr>
          <p:spPr>
            <a:xfrm>
              <a:off x="5734194" y="3849887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68" name="任意多边形: 形状 67"/>
            <p:cNvSpPr/>
            <p:nvPr/>
          </p:nvSpPr>
          <p:spPr>
            <a:xfrm>
              <a:off x="6106989" y="4218461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69" name="任意多边形: 形状 68"/>
            <p:cNvSpPr/>
            <p:nvPr/>
          </p:nvSpPr>
          <p:spPr>
            <a:xfrm>
              <a:off x="5734194" y="4587034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76" name="任意多边形: 形状 75"/>
            <p:cNvSpPr/>
            <p:nvPr/>
          </p:nvSpPr>
          <p:spPr>
            <a:xfrm>
              <a:off x="6106989" y="4955608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  <p:pic>
        <p:nvPicPr>
          <p:cNvPr id="24" name="图片 23" descr="未标题-1"/>
          <p:cNvPicPr>
            <a:picLocks noChangeAspect="1"/>
          </p:cNvPicPr>
          <p:nvPr/>
        </p:nvPicPr>
        <p:blipFill>
          <a:blip r:embed="rId5"/>
          <a:srcRect l="20180" t="72343" r="59917" b="3104"/>
          <a:stretch>
            <a:fillRect/>
          </a:stretch>
        </p:blipFill>
        <p:spPr>
          <a:xfrm flipH="1">
            <a:off x="6510020" y="4010025"/>
            <a:ext cx="2705100" cy="1682750"/>
          </a:xfrm>
          <a:prstGeom prst="rect">
            <a:avLst/>
          </a:prstGeom>
        </p:spPr>
      </p:pic>
      <p:pic>
        <p:nvPicPr>
          <p:cNvPr id="25" name="图形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9080" y="1643380"/>
            <a:ext cx="1895475" cy="2042795"/>
          </a:xfrm>
          <a:prstGeom prst="rect">
            <a:avLst/>
          </a:prstGeom>
        </p:spPr>
      </p:pic>
      <p:pic>
        <p:nvPicPr>
          <p:cNvPr id="21" name="图片 20" descr="未标题-1"/>
          <p:cNvPicPr>
            <a:picLocks noChangeAspect="1"/>
          </p:cNvPicPr>
          <p:nvPr/>
        </p:nvPicPr>
        <p:blipFill>
          <a:blip r:embed="rId5"/>
          <a:srcRect l="27917" r="43958" b="44010"/>
          <a:stretch>
            <a:fillRect/>
          </a:stretch>
        </p:blipFill>
        <p:spPr>
          <a:xfrm flipH="1">
            <a:off x="7007225" y="1628775"/>
            <a:ext cx="3822700" cy="383730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矩形 32"/>
          <p:cNvSpPr/>
          <p:nvPr/>
        </p:nvSpPr>
        <p:spPr>
          <a:xfrm>
            <a:off x="635601" y="1010315"/>
            <a:ext cx="11188166" cy="556352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37" r="2240"/>
          <a:stretch>
            <a:fillRect/>
          </a:stretch>
        </p:blipFill>
        <p:spPr>
          <a:xfrm rot="16200000">
            <a:off x="2982975" y="-2292693"/>
            <a:ext cx="6059920" cy="11226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grpSp>
        <p:nvGrpSpPr>
          <p:cNvPr id="106" name="组合 105"/>
          <p:cNvGrpSpPr/>
          <p:nvPr/>
        </p:nvGrpSpPr>
        <p:grpSpPr>
          <a:xfrm>
            <a:off x="394185" y="278049"/>
            <a:ext cx="11244850" cy="324000"/>
            <a:chOff x="368785" y="290749"/>
            <a:chExt cx="11244850" cy="324000"/>
          </a:xfrm>
        </p:grpSpPr>
        <p:sp>
          <p:nvSpPr>
            <p:cNvPr id="21" name="矩形 20"/>
            <p:cNvSpPr/>
            <p:nvPr/>
          </p:nvSpPr>
          <p:spPr>
            <a:xfrm rot="16200000">
              <a:off x="5816510" y="-5156976"/>
              <a:ext cx="324000" cy="1121944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22" name="矩形 21"/>
            <p:cNvSpPr/>
            <p:nvPr/>
          </p:nvSpPr>
          <p:spPr>
            <a:xfrm rot="16200000">
              <a:off x="2402600" y="-947932"/>
              <a:ext cx="324000" cy="280136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grpSp>
          <p:nvGrpSpPr>
            <p:cNvPr id="23" name="组合 22"/>
            <p:cNvGrpSpPr/>
            <p:nvPr/>
          </p:nvGrpSpPr>
          <p:grpSpPr>
            <a:xfrm rot="16200000">
              <a:off x="424713" y="234825"/>
              <a:ext cx="324000" cy="435848"/>
              <a:chOff x="11550650" y="389101"/>
              <a:chExt cx="360000" cy="435848"/>
            </a:xfrm>
          </p:grpSpPr>
          <p:sp>
            <p:nvSpPr>
              <p:cNvPr id="31" name="矩形 30"/>
              <p:cNvSpPr/>
              <p:nvPr/>
            </p:nvSpPr>
            <p:spPr>
              <a:xfrm>
                <a:off x="11550650" y="389101"/>
                <a:ext cx="360000" cy="435848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32" name="等腰三角形 31"/>
              <p:cNvSpPr/>
              <p:nvPr/>
            </p:nvSpPr>
            <p:spPr>
              <a:xfrm>
                <a:off x="11609594" y="502667"/>
                <a:ext cx="242112" cy="208717"/>
              </a:xfrm>
              <a:prstGeom prst="triangle">
                <a:avLst/>
              </a:prstGeom>
              <a:solidFill>
                <a:srgbClr val="000000"/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  <p:grpSp>
          <p:nvGrpSpPr>
            <p:cNvPr id="24" name="组合 23"/>
            <p:cNvGrpSpPr/>
            <p:nvPr/>
          </p:nvGrpSpPr>
          <p:grpSpPr>
            <a:xfrm rot="16200000" flipV="1">
              <a:off x="11233711" y="234825"/>
              <a:ext cx="324000" cy="435848"/>
              <a:chOff x="11550650" y="389101"/>
              <a:chExt cx="360000" cy="435848"/>
            </a:xfrm>
          </p:grpSpPr>
          <p:sp>
            <p:nvSpPr>
              <p:cNvPr id="29" name="矩形 28"/>
              <p:cNvSpPr/>
              <p:nvPr/>
            </p:nvSpPr>
            <p:spPr>
              <a:xfrm>
                <a:off x="11550650" y="389101"/>
                <a:ext cx="360000" cy="435848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30" name="等腰三角形 29"/>
              <p:cNvSpPr/>
              <p:nvPr/>
            </p:nvSpPr>
            <p:spPr>
              <a:xfrm>
                <a:off x="11609594" y="502667"/>
                <a:ext cx="242112" cy="208717"/>
              </a:xfrm>
              <a:prstGeom prst="triangle">
                <a:avLst/>
              </a:prstGeom>
              <a:solidFill>
                <a:srgbClr val="000000"/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 rot="16200000">
              <a:off x="1311205" y="386248"/>
              <a:ext cx="149527" cy="133001"/>
              <a:chOff x="6591300" y="-1003300"/>
              <a:chExt cx="266700" cy="190500"/>
            </a:xfrm>
          </p:grpSpPr>
          <p:cxnSp>
            <p:nvCxnSpPr>
              <p:cNvPr id="40" name="直接连接符 39"/>
              <p:cNvCxnSpPr/>
              <p:nvPr/>
            </p:nvCxnSpPr>
            <p:spPr>
              <a:xfrm>
                <a:off x="6591300" y="-1003300"/>
                <a:ext cx="266700" cy="0"/>
              </a:xfrm>
              <a:prstGeom prst="line">
                <a:avLst/>
              </a:prstGeom>
              <a:ln w="25400" cap="rnd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/>
              <p:nvPr/>
            </p:nvCxnSpPr>
            <p:spPr>
              <a:xfrm>
                <a:off x="6591300" y="-908050"/>
                <a:ext cx="266700" cy="0"/>
              </a:xfrm>
              <a:prstGeom prst="line">
                <a:avLst/>
              </a:prstGeom>
              <a:ln w="25400" cap="rnd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直接连接符 41"/>
              <p:cNvCxnSpPr/>
              <p:nvPr/>
            </p:nvCxnSpPr>
            <p:spPr>
              <a:xfrm>
                <a:off x="6591300" y="-812800"/>
                <a:ext cx="266700" cy="0"/>
              </a:xfrm>
              <a:prstGeom prst="line">
                <a:avLst/>
              </a:prstGeom>
              <a:ln w="25400" cap="rnd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1" name="矩形 80"/>
          <p:cNvSpPr/>
          <p:nvPr/>
        </p:nvSpPr>
        <p:spPr>
          <a:xfrm>
            <a:off x="5339526" y="1515624"/>
            <a:ext cx="5725160" cy="74549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5339526" y="2544324"/>
            <a:ext cx="5725160" cy="74549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5339526" y="3572389"/>
            <a:ext cx="5725160" cy="74549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84" name="矩形 83"/>
          <p:cNvSpPr/>
          <p:nvPr/>
        </p:nvSpPr>
        <p:spPr>
          <a:xfrm>
            <a:off x="5339526" y="4601089"/>
            <a:ext cx="5725160" cy="74549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72" name="项标题"/>
          <p:cNvSpPr txBox="1"/>
          <p:nvPr>
            <p:custDataLst>
              <p:tags r:id="rId3"/>
            </p:custDataLst>
          </p:nvPr>
        </p:nvSpPr>
        <p:spPr>
          <a:xfrm>
            <a:off x="6614600" y="1635736"/>
            <a:ext cx="4208896" cy="504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本季度工作</a:t>
            </a:r>
            <a:r>
              <a:rPr lang="zh-CN" alt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概述</a:t>
            </a:r>
            <a:endParaRPr lang="zh-CN" altLang="en-US" sz="2000" b="1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66" name="项标题"/>
          <p:cNvSpPr txBox="1"/>
          <p:nvPr>
            <p:custDataLst>
              <p:tags r:id="rId4"/>
            </p:custDataLst>
          </p:nvPr>
        </p:nvSpPr>
        <p:spPr>
          <a:xfrm>
            <a:off x="6614600" y="2665110"/>
            <a:ext cx="4208896" cy="504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重点工作介绍</a:t>
            </a:r>
            <a:endParaRPr lang="zh-CN" altLang="en-US" sz="2000" b="1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60" name="项标题"/>
          <p:cNvSpPr txBox="1"/>
          <p:nvPr>
            <p:custDataLst>
              <p:tags r:id="rId5"/>
            </p:custDataLst>
          </p:nvPr>
        </p:nvSpPr>
        <p:spPr>
          <a:xfrm>
            <a:off x="6614600" y="3694484"/>
            <a:ext cx="4208896" cy="504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工作中不足之</a:t>
            </a:r>
            <a:r>
              <a:rPr lang="zh-CN" alt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处</a:t>
            </a:r>
            <a:endParaRPr lang="zh-CN" altLang="en-US" sz="2000" b="1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54" name="项标题"/>
          <p:cNvSpPr txBox="1"/>
          <p:nvPr>
            <p:custDataLst>
              <p:tags r:id="rId6"/>
            </p:custDataLst>
          </p:nvPr>
        </p:nvSpPr>
        <p:spPr>
          <a:xfrm>
            <a:off x="6614600" y="4723858"/>
            <a:ext cx="4208896" cy="504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/>
          </a:bodyPr>
          <a:lstStyle/>
          <a:p>
            <a:pPr algn="r">
              <a:lnSpc>
                <a:spcPct val="100000"/>
              </a:lnSpc>
            </a:pPr>
            <a:r>
              <a:rPr lang="zh-CN" alt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后期工作</a:t>
            </a:r>
            <a:r>
              <a:rPr lang="zh-CN" altLang="en-US" sz="2000" b="1" spc="3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规划</a:t>
            </a:r>
            <a:endParaRPr lang="zh-CN" altLang="en-US" sz="2000" b="1" spc="300" dirty="0">
              <a:solidFill>
                <a:schemeClr val="tx1">
                  <a:lumMod val="95000"/>
                  <a:lumOff val="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87" name="任意多边形: 形状 86"/>
          <p:cNvSpPr/>
          <p:nvPr/>
        </p:nvSpPr>
        <p:spPr>
          <a:xfrm>
            <a:off x="592468" y="5689600"/>
            <a:ext cx="419035" cy="439526"/>
          </a:xfrm>
          <a:custGeom>
            <a:avLst/>
            <a:gdLst>
              <a:gd name="connsiteX0" fmla="*/ 0 w 673100"/>
              <a:gd name="connsiteY0" fmla="*/ 0 h 622300"/>
              <a:gd name="connsiteX1" fmla="*/ 0 w 673100"/>
              <a:gd name="connsiteY1" fmla="*/ 622300 h 622300"/>
              <a:gd name="connsiteX2" fmla="*/ 673100 w 673100"/>
              <a:gd name="connsiteY2" fmla="*/ 622300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3100" h="622300">
                <a:moveTo>
                  <a:pt x="0" y="0"/>
                </a:moveTo>
                <a:lnTo>
                  <a:pt x="0" y="622300"/>
                </a:lnTo>
                <a:lnTo>
                  <a:pt x="673100" y="62230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71" name="序号"/>
          <p:cNvSpPr txBox="1"/>
          <p:nvPr>
            <p:custDataLst>
              <p:tags r:id="rId7"/>
            </p:custDataLst>
          </p:nvPr>
        </p:nvSpPr>
        <p:spPr>
          <a:xfrm>
            <a:off x="5485130" y="1604645"/>
            <a:ext cx="805815" cy="61722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ln w="12700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01</a:t>
            </a:r>
            <a:endParaRPr lang="en-US" sz="3600" b="1" dirty="0">
              <a:ln w="12700">
                <a:solidFill>
                  <a:srgbClr val="000000"/>
                </a:solidFill>
              </a:ln>
              <a:solidFill>
                <a:srgbClr val="435BE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65" name="序号"/>
          <p:cNvSpPr txBox="1"/>
          <p:nvPr>
            <p:custDataLst>
              <p:tags r:id="rId8"/>
            </p:custDataLst>
          </p:nvPr>
        </p:nvSpPr>
        <p:spPr>
          <a:xfrm>
            <a:off x="5485130" y="2629535"/>
            <a:ext cx="805815" cy="61722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ln w="12700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02</a:t>
            </a:r>
            <a:endParaRPr lang="en-US" sz="3600" b="1" dirty="0">
              <a:ln w="12700">
                <a:solidFill>
                  <a:srgbClr val="000000"/>
                </a:solidFill>
              </a:ln>
              <a:solidFill>
                <a:srgbClr val="435BE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59" name="序号"/>
          <p:cNvSpPr txBox="1"/>
          <p:nvPr>
            <p:custDataLst>
              <p:tags r:id="rId9"/>
            </p:custDataLst>
          </p:nvPr>
        </p:nvSpPr>
        <p:spPr>
          <a:xfrm>
            <a:off x="5485130" y="3655060"/>
            <a:ext cx="805815" cy="61722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ln w="12700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03</a:t>
            </a:r>
            <a:endParaRPr lang="en-US" sz="3600" b="1" dirty="0">
              <a:ln w="12700">
                <a:solidFill>
                  <a:srgbClr val="000000"/>
                </a:solidFill>
              </a:ln>
              <a:solidFill>
                <a:srgbClr val="435BE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53" name="序号"/>
          <p:cNvSpPr txBox="1"/>
          <p:nvPr>
            <p:custDataLst>
              <p:tags r:id="rId10"/>
            </p:custDataLst>
          </p:nvPr>
        </p:nvSpPr>
        <p:spPr>
          <a:xfrm>
            <a:off x="5485130" y="4679950"/>
            <a:ext cx="805815" cy="61722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rmAutofit lnSpcReduction="10000"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ln w="12700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04</a:t>
            </a:r>
            <a:endParaRPr lang="en-US" sz="3600" b="1" dirty="0">
              <a:ln w="12700">
                <a:solidFill>
                  <a:srgbClr val="000000"/>
                </a:solidFill>
              </a:ln>
              <a:solidFill>
                <a:srgbClr val="435BE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pic>
        <p:nvPicPr>
          <p:cNvPr id="25" name="图形 8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440180" y="2124075"/>
            <a:ext cx="2688590" cy="2896870"/>
          </a:xfrm>
          <a:prstGeom prst="rect">
            <a:avLst/>
          </a:prstGeom>
        </p:spPr>
      </p:pic>
      <p:sp>
        <p:nvSpPr>
          <p:cNvPr id="45" name="文本框 44"/>
          <p:cNvSpPr txBox="1"/>
          <p:nvPr/>
        </p:nvSpPr>
        <p:spPr>
          <a:xfrm>
            <a:off x="1719580" y="2877820"/>
            <a:ext cx="2129790" cy="82994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>
              <a:buClrTx/>
              <a:buSzTx/>
              <a:buFontTx/>
            </a:pPr>
            <a:r>
              <a:rPr lang="zh-CN" altLang="en-US" sz="480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思源黑体 CN Heavy" panose="020B0A00000000000000" charset="-122"/>
                <a:ea typeface="思源黑体 CN Heavy" panose="020B0A00000000000000" charset="-122"/>
              </a:rPr>
              <a:t>目录</a:t>
            </a:r>
            <a:endParaRPr lang="zh-CN" altLang="en-US" sz="4800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86" name="文本框 85"/>
          <p:cNvSpPr txBox="1"/>
          <p:nvPr/>
        </p:nvSpPr>
        <p:spPr>
          <a:xfrm>
            <a:off x="1719580" y="3710940"/>
            <a:ext cx="2129790" cy="460375"/>
          </a:xfrm>
          <a:prstGeom prst="rect">
            <a:avLst/>
          </a:prstGeom>
          <a:noFill/>
        </p:spPr>
        <p:txBody>
          <a:bodyPr vert="horz" wrap="square">
            <a:spAutoFit/>
          </a:bodyPr>
          <a:lstStyle/>
          <a:p>
            <a:pPr algn="ctr"/>
            <a:r>
              <a:rPr lang="en-US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CONTENTS</a:t>
            </a:r>
            <a:endParaRPr lang="en-US" altLang="zh-CN" sz="2400" b="1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pic>
        <p:nvPicPr>
          <p:cNvPr id="13" name="图片 12" descr="未标题-1"/>
          <p:cNvPicPr>
            <a:picLocks noChangeAspect="1"/>
          </p:cNvPicPr>
          <p:nvPr/>
        </p:nvPicPr>
        <p:blipFill>
          <a:blip r:embed="rId14"/>
          <a:srcRect l="81036" t="4730" r="2417" b="68033"/>
          <a:stretch>
            <a:fillRect/>
          </a:stretch>
        </p:blipFill>
        <p:spPr>
          <a:xfrm>
            <a:off x="3321050" y="2026920"/>
            <a:ext cx="1015365" cy="843280"/>
          </a:xfrm>
          <a:prstGeom prst="rect">
            <a:avLst/>
          </a:prstGeom>
        </p:spPr>
      </p:pic>
      <p:sp>
        <p:nvSpPr>
          <p:cNvPr id="114" name="任意多边形: 形状 113"/>
          <p:cNvSpPr/>
          <p:nvPr>
            <p:custDataLst>
              <p:tags r:id="rId15"/>
            </p:custDataLst>
          </p:nvPr>
        </p:nvSpPr>
        <p:spPr>
          <a:xfrm>
            <a:off x="1964055" y="4476750"/>
            <a:ext cx="394970" cy="394970"/>
          </a:xfrm>
          <a:custGeom>
            <a:avLst/>
            <a:gdLst>
              <a:gd name="connsiteX0" fmla="*/ 24741 w 57742"/>
              <a:gd name="connsiteY0" fmla="*/ 312 h 57742"/>
              <a:gd name="connsiteX1" fmla="*/ 57431 w 57742"/>
              <a:gd name="connsiteY1" fmla="*/ 24742 h 57742"/>
              <a:gd name="connsiteX2" fmla="*/ 33001 w 57742"/>
              <a:gd name="connsiteY2" fmla="*/ 57431 h 57742"/>
              <a:gd name="connsiteX3" fmla="*/ 312 w 57742"/>
              <a:gd name="connsiteY3" fmla="*/ 33001 h 57742"/>
              <a:gd name="connsiteX4" fmla="*/ 24741 w 57742"/>
              <a:gd name="connsiteY4" fmla="*/ 312 h 57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742" h="57742">
                <a:moveTo>
                  <a:pt x="24741" y="312"/>
                </a:moveTo>
                <a:cubicBezTo>
                  <a:pt x="40563" y="-2015"/>
                  <a:pt x="55221" y="8921"/>
                  <a:pt x="57431" y="24742"/>
                </a:cubicBezTo>
                <a:cubicBezTo>
                  <a:pt x="59757" y="40563"/>
                  <a:pt x="48822" y="55221"/>
                  <a:pt x="33001" y="57431"/>
                </a:cubicBezTo>
                <a:cubicBezTo>
                  <a:pt x="17180" y="59758"/>
                  <a:pt x="2522" y="48822"/>
                  <a:pt x="312" y="33001"/>
                </a:cubicBezTo>
                <a:cubicBezTo>
                  <a:pt x="-2015" y="17180"/>
                  <a:pt x="8921" y="2522"/>
                  <a:pt x="24741" y="312"/>
                </a:cubicBezTo>
                <a:close/>
              </a:path>
            </a:pathLst>
          </a:custGeom>
          <a:solidFill>
            <a:srgbClr val="4C5BDD"/>
          </a:solidFill>
          <a:ln w="1162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cxnSp>
        <p:nvCxnSpPr>
          <p:cNvPr id="78" name="直接连接符 77"/>
          <p:cNvCxnSpPr/>
          <p:nvPr>
            <p:custDataLst>
              <p:tags r:id="rId16"/>
            </p:custDataLst>
          </p:nvPr>
        </p:nvCxnSpPr>
        <p:spPr>
          <a:xfrm>
            <a:off x="1280111" y="5896748"/>
            <a:ext cx="8098593" cy="0"/>
          </a:xfrm>
          <a:prstGeom prst="line">
            <a:avLst/>
          </a:prstGeom>
          <a:ln w="19050">
            <a:solidFill>
              <a:srgbClr val="32384D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组合 35"/>
          <p:cNvGrpSpPr/>
          <p:nvPr/>
        </p:nvGrpSpPr>
        <p:grpSpPr>
          <a:xfrm>
            <a:off x="749300" y="5809615"/>
            <a:ext cx="327025" cy="172720"/>
            <a:chOff x="1180" y="9149"/>
            <a:chExt cx="515" cy="272"/>
          </a:xfrm>
        </p:grpSpPr>
        <p:sp>
          <p:nvSpPr>
            <p:cNvPr id="26" name="箭头: V 形 80"/>
            <p:cNvSpPr/>
            <p:nvPr>
              <p:custDataLst>
                <p:tags r:id="rId17"/>
              </p:custDataLst>
            </p:nvPr>
          </p:nvSpPr>
          <p:spPr>
            <a:xfrm flipH="1">
              <a:off x="1180" y="9149"/>
              <a:ext cx="273" cy="273"/>
            </a:xfrm>
            <a:prstGeom prst="chevron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27" name="箭头: V 形 81"/>
            <p:cNvSpPr/>
            <p:nvPr>
              <p:custDataLst>
                <p:tags r:id="rId18"/>
              </p:custDataLst>
            </p:nvPr>
          </p:nvSpPr>
          <p:spPr>
            <a:xfrm flipH="1">
              <a:off x="1423" y="9149"/>
              <a:ext cx="273" cy="273"/>
            </a:xfrm>
            <a:prstGeom prst="chevron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  <p:grpSp>
        <p:nvGrpSpPr>
          <p:cNvPr id="52" name="组合 51"/>
          <p:cNvGrpSpPr/>
          <p:nvPr/>
        </p:nvGrpSpPr>
        <p:grpSpPr>
          <a:xfrm rot="5400000">
            <a:off x="10206990" y="5255895"/>
            <a:ext cx="259080" cy="1281430"/>
            <a:chOff x="5734194" y="1638444"/>
            <a:chExt cx="745589" cy="3685737"/>
          </a:xfrm>
        </p:grpSpPr>
        <p:sp>
          <p:nvSpPr>
            <p:cNvPr id="28" name="任意多边形: 形状 52"/>
            <p:cNvSpPr/>
            <p:nvPr>
              <p:custDataLst>
                <p:tags r:id="rId19"/>
              </p:custDataLst>
            </p:nvPr>
          </p:nvSpPr>
          <p:spPr>
            <a:xfrm>
              <a:off x="5734194" y="1638444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56" name="任意多边形: 形状 55"/>
            <p:cNvSpPr/>
            <p:nvPr>
              <p:custDataLst>
                <p:tags r:id="rId20"/>
              </p:custDataLst>
            </p:nvPr>
          </p:nvSpPr>
          <p:spPr>
            <a:xfrm>
              <a:off x="6106989" y="2007018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57" name="任意多边形: 形状 56"/>
            <p:cNvSpPr/>
            <p:nvPr>
              <p:custDataLst>
                <p:tags r:id="rId21"/>
              </p:custDataLst>
            </p:nvPr>
          </p:nvSpPr>
          <p:spPr>
            <a:xfrm>
              <a:off x="5734194" y="2375592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34" name="任意多边形: 形状 59"/>
            <p:cNvSpPr/>
            <p:nvPr>
              <p:custDataLst>
                <p:tags r:id="rId22"/>
              </p:custDataLst>
            </p:nvPr>
          </p:nvSpPr>
          <p:spPr>
            <a:xfrm>
              <a:off x="6106989" y="2744166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61" name="任意多边形: 形状 60"/>
            <p:cNvSpPr/>
            <p:nvPr>
              <p:custDataLst>
                <p:tags r:id="rId23"/>
              </p:custDataLst>
            </p:nvPr>
          </p:nvSpPr>
          <p:spPr>
            <a:xfrm>
              <a:off x="5734194" y="3112739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64" name="任意多边形: 形状 63"/>
            <p:cNvSpPr/>
            <p:nvPr>
              <p:custDataLst>
                <p:tags r:id="rId24"/>
              </p:custDataLst>
            </p:nvPr>
          </p:nvSpPr>
          <p:spPr>
            <a:xfrm>
              <a:off x="6106989" y="3481313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35" name="任意多边形: 形状 64"/>
            <p:cNvSpPr/>
            <p:nvPr>
              <p:custDataLst>
                <p:tags r:id="rId25"/>
              </p:custDataLst>
            </p:nvPr>
          </p:nvSpPr>
          <p:spPr>
            <a:xfrm>
              <a:off x="5734194" y="3849887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68" name="任意多边形: 形状 67"/>
            <p:cNvSpPr/>
            <p:nvPr>
              <p:custDataLst>
                <p:tags r:id="rId26"/>
              </p:custDataLst>
            </p:nvPr>
          </p:nvSpPr>
          <p:spPr>
            <a:xfrm>
              <a:off x="6106989" y="4218461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69" name="任意多边形: 形状 68"/>
            <p:cNvSpPr/>
            <p:nvPr>
              <p:custDataLst>
                <p:tags r:id="rId27"/>
              </p:custDataLst>
            </p:nvPr>
          </p:nvSpPr>
          <p:spPr>
            <a:xfrm>
              <a:off x="5734194" y="4587034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76" name="任意多边形: 形状 75"/>
            <p:cNvSpPr/>
            <p:nvPr>
              <p:custDataLst>
                <p:tags r:id="rId28"/>
              </p:custDataLst>
            </p:nvPr>
          </p:nvSpPr>
          <p:spPr>
            <a:xfrm>
              <a:off x="6106989" y="4955608"/>
              <a:ext cx="372794" cy="368573"/>
            </a:xfrm>
            <a:custGeom>
              <a:avLst/>
              <a:gdLst>
                <a:gd name="connsiteX0" fmla="*/ 0 w 372794"/>
                <a:gd name="connsiteY0" fmla="*/ 0 h 368573"/>
                <a:gd name="connsiteX1" fmla="*/ 372794 w 372794"/>
                <a:gd name="connsiteY1" fmla="*/ 0 h 368573"/>
                <a:gd name="connsiteX2" fmla="*/ 372794 w 372794"/>
                <a:gd name="connsiteY2" fmla="*/ 368574 h 368573"/>
                <a:gd name="connsiteX3" fmla="*/ 0 w 372794"/>
                <a:gd name="connsiteY3" fmla="*/ 368574 h 3685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2794" h="368573">
                  <a:moveTo>
                    <a:pt x="0" y="0"/>
                  </a:moveTo>
                  <a:lnTo>
                    <a:pt x="372794" y="0"/>
                  </a:lnTo>
                  <a:lnTo>
                    <a:pt x="372794" y="368574"/>
                  </a:lnTo>
                  <a:lnTo>
                    <a:pt x="0" y="368574"/>
                  </a:lnTo>
                  <a:close/>
                </a:path>
              </a:pathLst>
            </a:custGeom>
            <a:solidFill>
              <a:schemeClr val="tx1">
                <a:lumMod val="95000"/>
                <a:lumOff val="5000"/>
              </a:schemeClr>
            </a:solidFill>
            <a:ln w="12700" cap="flat">
              <a:solidFill>
                <a:srgbClr val="000000"/>
              </a:solidFill>
              <a:prstDash val="solid"/>
              <a:miter/>
            </a:ln>
          </p:spPr>
          <p:txBody>
            <a:bodyPr rtlCol="0" anchor="ctr"/>
            <a:p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  <p:pic>
        <p:nvPicPr>
          <p:cNvPr id="37" name="图形 10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194435" y="2577465"/>
            <a:ext cx="718820" cy="690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487432" y="616226"/>
            <a:ext cx="11370365" cy="59577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37" t="837" r="2240" b="-837"/>
          <a:stretch>
            <a:fillRect/>
          </a:stretch>
        </p:blipFill>
        <p:spPr>
          <a:xfrm rot="16200000">
            <a:off x="2951675" y="-2279558"/>
            <a:ext cx="6059920" cy="11226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6" name="矩形 5"/>
          <p:cNvSpPr/>
          <p:nvPr/>
        </p:nvSpPr>
        <p:spPr>
          <a:xfrm>
            <a:off x="11339032" y="284001"/>
            <a:ext cx="324000" cy="6084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339032" y="1079134"/>
            <a:ext cx="324000" cy="280136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11339032" y="284004"/>
            <a:ext cx="324000" cy="435848"/>
            <a:chOff x="11550650" y="389101"/>
            <a:chExt cx="360000" cy="435848"/>
          </a:xfrm>
        </p:grpSpPr>
        <p:sp>
          <p:nvSpPr>
            <p:cNvPr id="8" name="矩形 7"/>
            <p:cNvSpPr/>
            <p:nvPr/>
          </p:nvSpPr>
          <p:spPr>
            <a:xfrm>
              <a:off x="11550650" y="389101"/>
              <a:ext cx="360000" cy="43584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609594" y="502667"/>
              <a:ext cx="242112" cy="208717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flipV="1">
            <a:off x="11339032" y="5932717"/>
            <a:ext cx="324000" cy="435848"/>
            <a:chOff x="11550650" y="389101"/>
            <a:chExt cx="360000" cy="435848"/>
          </a:xfrm>
        </p:grpSpPr>
        <p:sp>
          <p:nvSpPr>
            <p:cNvPr id="13" name="矩形 12"/>
            <p:cNvSpPr/>
            <p:nvPr/>
          </p:nvSpPr>
          <p:spPr>
            <a:xfrm>
              <a:off x="11550650" y="389101"/>
              <a:ext cx="360000" cy="43584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/>
            <p:cNvSpPr/>
            <p:nvPr/>
          </p:nvSpPr>
          <p:spPr>
            <a:xfrm>
              <a:off x="11609594" y="502667"/>
              <a:ext cx="242112" cy="208717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任意多边形: 形状 1"/>
          <p:cNvSpPr/>
          <p:nvPr/>
        </p:nvSpPr>
        <p:spPr>
          <a:xfrm>
            <a:off x="592468" y="5689600"/>
            <a:ext cx="419035" cy="439526"/>
          </a:xfrm>
          <a:custGeom>
            <a:avLst/>
            <a:gdLst>
              <a:gd name="connsiteX0" fmla="*/ 0 w 673100"/>
              <a:gd name="connsiteY0" fmla="*/ 0 h 622300"/>
              <a:gd name="connsiteX1" fmla="*/ 0 w 673100"/>
              <a:gd name="connsiteY1" fmla="*/ 622300 h 622300"/>
              <a:gd name="connsiteX2" fmla="*/ 673100 w 673100"/>
              <a:gd name="connsiteY2" fmla="*/ 622300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3100" h="622300">
                <a:moveTo>
                  <a:pt x="0" y="0"/>
                </a:moveTo>
                <a:lnTo>
                  <a:pt x="0" y="622300"/>
                </a:lnTo>
                <a:lnTo>
                  <a:pt x="673100" y="62230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69060" y="2832735"/>
            <a:ext cx="5366385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400" b="1" dirty="0">
                <a:effectLst/>
                <a:latin typeface="思源黑体 CN Heavy" panose="020B0A00000000000000" charset="-122"/>
                <a:ea typeface="思源黑体 CN Heavy" panose="020B0A00000000000000" charset="-122"/>
              </a:rPr>
              <a:t>本季度工作概述</a:t>
            </a:r>
            <a:endParaRPr lang="zh-CN" altLang="en-US" sz="5400" b="1" dirty="0">
              <a:effectLst/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18" name="序号"/>
          <p:cNvSpPr txBox="1"/>
          <p:nvPr>
            <p:custDataLst>
              <p:tags r:id="rId3"/>
            </p:custDataLst>
          </p:nvPr>
        </p:nvSpPr>
        <p:spPr>
          <a:xfrm>
            <a:off x="1435735" y="1705198"/>
            <a:ext cx="1448963" cy="107911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sz="8000" b="1" dirty="0">
                <a:ln w="15875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01</a:t>
            </a:r>
            <a:endParaRPr lang="en-US" sz="8000" b="1" dirty="0">
              <a:ln w="15875">
                <a:solidFill>
                  <a:srgbClr val="000000"/>
                </a:solidFill>
              </a:ln>
              <a:solidFill>
                <a:srgbClr val="435BE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577585" y="522100"/>
            <a:ext cx="332768" cy="332768"/>
            <a:chOff x="540482" y="490150"/>
            <a:chExt cx="439526" cy="439526"/>
          </a:xfrm>
        </p:grpSpPr>
        <p:sp>
          <p:nvSpPr>
            <p:cNvPr id="24" name="矩形 23"/>
            <p:cNvSpPr/>
            <p:nvPr/>
          </p:nvSpPr>
          <p:spPr>
            <a:xfrm>
              <a:off x="577189" y="526857"/>
              <a:ext cx="366112" cy="3661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乘号 45"/>
            <p:cNvSpPr/>
            <p:nvPr/>
          </p:nvSpPr>
          <p:spPr>
            <a:xfrm>
              <a:off x="540482" y="490150"/>
              <a:ext cx="439526" cy="439526"/>
            </a:xfrm>
            <a:prstGeom prst="mathMultiply">
              <a:avLst>
                <a:gd name="adj1" fmla="val 430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50" name="直接箭头连接符 49"/>
          <p:cNvCxnSpPr/>
          <p:nvPr/>
        </p:nvCxnSpPr>
        <p:spPr>
          <a:xfrm>
            <a:off x="1208415" y="688484"/>
            <a:ext cx="8622665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组合 55"/>
          <p:cNvGrpSpPr/>
          <p:nvPr/>
        </p:nvGrpSpPr>
        <p:grpSpPr>
          <a:xfrm>
            <a:off x="11403953" y="1219465"/>
            <a:ext cx="194157" cy="133001"/>
            <a:chOff x="6591300" y="-1003300"/>
            <a:chExt cx="266700" cy="190500"/>
          </a:xfrm>
        </p:grpSpPr>
        <p:cxnSp>
          <p:nvCxnSpPr>
            <p:cNvPr id="57" name="直接连接符 56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图片 14" descr="未标题-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80875" t="3729" r="2260" b="68870"/>
          <a:stretch>
            <a:fillRect/>
          </a:stretch>
        </p:blipFill>
        <p:spPr>
          <a:xfrm>
            <a:off x="9683115" y="1410970"/>
            <a:ext cx="870585" cy="713105"/>
          </a:xfrm>
          <a:prstGeom prst="rect">
            <a:avLst/>
          </a:prstGeom>
        </p:spPr>
      </p:pic>
      <p:sp>
        <p:nvSpPr>
          <p:cNvPr id="16" name="椭圆 15"/>
          <p:cNvSpPr/>
          <p:nvPr/>
        </p:nvSpPr>
        <p:spPr>
          <a:xfrm>
            <a:off x="7128510" y="5342255"/>
            <a:ext cx="3437255" cy="69596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形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3730" y="3581400"/>
            <a:ext cx="950595" cy="1025525"/>
          </a:xfrm>
          <a:prstGeom prst="rect">
            <a:avLst/>
          </a:prstGeom>
        </p:spPr>
      </p:pic>
      <p:pic>
        <p:nvPicPr>
          <p:cNvPr id="17" name="图形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59320" y="2917190"/>
            <a:ext cx="1699895" cy="1831975"/>
          </a:xfrm>
          <a:prstGeom prst="rect">
            <a:avLst/>
          </a:prstGeom>
        </p:spPr>
      </p:pic>
      <p:pic>
        <p:nvPicPr>
          <p:cNvPr id="7" name="图片 6" descr="未标题-2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l="42500" t="28230" r="39036"/>
          <a:stretch>
            <a:fillRect/>
          </a:stretch>
        </p:blipFill>
        <p:spPr>
          <a:xfrm flipH="1">
            <a:off x="6683375" y="1383030"/>
            <a:ext cx="3752850" cy="4640580"/>
          </a:xfrm>
          <a:prstGeom prst="rect">
            <a:avLst/>
          </a:prstGeom>
        </p:spPr>
      </p:pic>
      <p:pic>
        <p:nvPicPr>
          <p:cNvPr id="21" name="图形 1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069830" y="2566035"/>
            <a:ext cx="678815" cy="652145"/>
          </a:xfrm>
          <a:prstGeom prst="rect">
            <a:avLst/>
          </a:prstGeom>
        </p:spPr>
      </p:pic>
      <p:grpSp>
        <p:nvGrpSpPr>
          <p:cNvPr id="80" name="组合 79"/>
          <p:cNvGrpSpPr/>
          <p:nvPr/>
        </p:nvGrpSpPr>
        <p:grpSpPr>
          <a:xfrm flipH="1">
            <a:off x="3706524" y="2032300"/>
            <a:ext cx="328241" cy="173667"/>
            <a:chOff x="6172200" y="4442732"/>
            <a:chExt cx="494945" cy="261867"/>
          </a:xfrm>
        </p:grpSpPr>
        <p:sp>
          <p:nvSpPr>
            <p:cNvPr id="81" name="箭头: V 形 80"/>
            <p:cNvSpPr/>
            <p:nvPr>
              <p:custDataLst>
                <p:tags r:id="rId15"/>
              </p:custDataLst>
            </p:nvPr>
          </p:nvSpPr>
          <p:spPr>
            <a:xfrm flipH="1">
              <a:off x="6172200" y="4442732"/>
              <a:ext cx="261867" cy="261867"/>
            </a:xfrm>
            <a:prstGeom prst="chevron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82" name="箭头: V 形 81"/>
            <p:cNvSpPr/>
            <p:nvPr>
              <p:custDataLst>
                <p:tags r:id="rId16"/>
              </p:custDataLst>
            </p:nvPr>
          </p:nvSpPr>
          <p:spPr>
            <a:xfrm flipH="1">
              <a:off x="6405278" y="4442732"/>
              <a:ext cx="261867" cy="261867"/>
            </a:xfrm>
            <a:prstGeom prst="chevron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  <p:sp>
        <p:nvSpPr>
          <p:cNvPr id="30" name="文本框 29"/>
          <p:cNvSpPr txBox="1"/>
          <p:nvPr>
            <p:custDataLst>
              <p:tags r:id="rId17"/>
            </p:custDataLst>
          </p:nvPr>
        </p:nvSpPr>
        <p:spPr>
          <a:xfrm>
            <a:off x="9950450" y="554355"/>
            <a:ext cx="1077595" cy="2755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r">
              <a:buClrTx/>
              <a:buSzTx/>
              <a:buFontTx/>
            </a:pPr>
            <a:r>
              <a:rPr lang="en-US" altLang="zh-CN" sz="1200" b="1" dirty="0">
                <a:latin typeface="思源黑体 CN Bold" panose="020B0800000000000000" charset="-122"/>
                <a:ea typeface="思源黑体 CN Bold" panose="020B0800000000000000" charset="-122"/>
              </a:rPr>
              <a:t>YOUR LOGO</a:t>
            </a:r>
            <a:endParaRPr lang="en-US" altLang="zh-CN" sz="1200" b="1" dirty="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369060" y="3876675"/>
            <a:ext cx="5341620" cy="1099820"/>
            <a:chOff x="2156" y="6595"/>
            <a:chExt cx="8412" cy="1732"/>
          </a:xfrm>
        </p:grpSpPr>
        <p:sp>
          <p:nvSpPr>
            <p:cNvPr id="3" name="文本框 2"/>
            <p:cNvSpPr txBox="1"/>
            <p:nvPr/>
          </p:nvSpPr>
          <p:spPr>
            <a:xfrm>
              <a:off x="2156" y="6595"/>
              <a:ext cx="3171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</a:rPr>
                <a:t>添加副标题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2156" y="7311"/>
              <a:ext cx="8412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fontAlgn="auto">
                <a:lnSpc>
                  <a:spcPct val="150000"/>
                </a:lnSpc>
                <a:spcAft>
                  <a:spcPts val="1000"/>
                </a:spcAft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单击此处输入你的正文，文字是您思想的提炼，根据需要可酌情增减文字，以便观者可以准确理解您所传达的信息。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endParaRPr>
            </a:p>
          </p:txBody>
        </p:sp>
        <p:cxnSp>
          <p:nvCxnSpPr>
            <p:cNvPr id="27" name="直接连接符 26"/>
            <p:cNvCxnSpPr/>
            <p:nvPr/>
          </p:nvCxnSpPr>
          <p:spPr>
            <a:xfrm>
              <a:off x="5597" y="6909"/>
              <a:ext cx="447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627360" y="1367154"/>
            <a:ext cx="1196340" cy="520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15" t="-903" r="5797" b="903"/>
          <a:stretch>
            <a:fillRect/>
          </a:stretch>
        </p:blipFill>
        <p:spPr>
          <a:xfrm rot="16200000">
            <a:off x="3284220" y="-1570990"/>
            <a:ext cx="5203825" cy="1106106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7" name="矩形 6"/>
          <p:cNvSpPr/>
          <p:nvPr/>
        </p:nvSpPr>
        <p:spPr>
          <a:xfrm rot="16200000">
            <a:off x="5630545" y="-4966494"/>
            <a:ext cx="918210" cy="1146746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 rot="16200000">
            <a:off x="228600" y="422116"/>
            <a:ext cx="920115" cy="690245"/>
          </a:xfrm>
          <a:prstGeom prst="rect">
            <a:avLst/>
          </a:prstGeom>
          <a:solidFill>
            <a:srgbClr val="435BE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189844" y="497205"/>
            <a:ext cx="9664065" cy="664845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本季度工作概述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008380" y="2837180"/>
            <a:ext cx="4924425" cy="1881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  <a:p>
            <a:pPr indent="0"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您的正文已经简明扼要，字字珠玑，但信息却错综复杂，需要用更多的文字来表述；但请您尽可能提炼思想的精髓，否则容易造成观者的阅读压力，适得其反。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429334" y="700738"/>
            <a:ext cx="194157" cy="133001"/>
            <a:chOff x="6591300" y="-1003300"/>
            <a:chExt cx="266700" cy="190500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 flipH="1">
            <a:off x="594360" y="665480"/>
            <a:ext cx="274320" cy="235585"/>
            <a:chOff x="837" y="950"/>
            <a:chExt cx="714" cy="517"/>
          </a:xfrm>
        </p:grpSpPr>
        <p:sp>
          <p:nvSpPr>
            <p:cNvPr id="18" name="等腰三角形 17"/>
            <p:cNvSpPr/>
            <p:nvPr/>
          </p:nvSpPr>
          <p:spPr>
            <a:xfrm rot="16200000">
              <a:off x="826" y="961"/>
              <a:ext cx="516" cy="494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等腰三角形 1"/>
            <p:cNvSpPr/>
            <p:nvPr/>
          </p:nvSpPr>
          <p:spPr>
            <a:xfrm rot="16200000">
              <a:off x="1046" y="962"/>
              <a:ext cx="516" cy="494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" name="矩形 7"/>
          <p:cNvSpPr/>
          <p:nvPr/>
        </p:nvSpPr>
        <p:spPr>
          <a:xfrm>
            <a:off x="1008380" y="2501900"/>
            <a:ext cx="3465830" cy="127000"/>
          </a:xfrm>
          <a:prstGeom prst="rect">
            <a:avLst/>
          </a:prstGeom>
          <a:solidFill>
            <a:schemeClr val="bg1">
              <a:lumMod val="8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标题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008380" y="2110740"/>
            <a:ext cx="3651885" cy="6648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本季度工作概述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6510020" y="2379980"/>
            <a:ext cx="4177030" cy="33185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5" name="组合 34"/>
          <p:cNvGrpSpPr/>
          <p:nvPr/>
        </p:nvGrpSpPr>
        <p:grpSpPr>
          <a:xfrm>
            <a:off x="1086485" y="5052060"/>
            <a:ext cx="3861435" cy="738505"/>
            <a:chOff x="1711" y="7796"/>
            <a:chExt cx="6366" cy="1218"/>
          </a:xfrm>
        </p:grpSpPr>
        <p:sp>
          <p:nvSpPr>
            <p:cNvPr id="13" name="椭圆 12"/>
            <p:cNvSpPr/>
            <p:nvPr/>
          </p:nvSpPr>
          <p:spPr>
            <a:xfrm>
              <a:off x="1711" y="7796"/>
              <a:ext cx="1219" cy="1219"/>
            </a:xfrm>
            <a:prstGeom prst="ellipse">
              <a:avLst/>
            </a:prstGeom>
            <a:solidFill>
              <a:srgbClr val="435BE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3427" y="7796"/>
              <a:ext cx="1219" cy="121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5143" y="7796"/>
              <a:ext cx="1219" cy="1219"/>
            </a:xfrm>
            <a:prstGeom prst="ellipse">
              <a:avLst/>
            </a:prstGeom>
            <a:solidFill>
              <a:srgbClr val="435BE1"/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6859" y="7796"/>
              <a:ext cx="1219" cy="1219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pic>
          <p:nvPicPr>
            <p:cNvPr id="31" name="图片 30" descr="32313538313534373b32313538313534363bcda8d6aa"/>
            <p:cNvPicPr>
              <a:picLocks noChangeAspect="1"/>
            </p:cNvPicPr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988" y="8080"/>
              <a:ext cx="652" cy="652"/>
            </a:xfrm>
            <a:prstGeom prst="rect">
              <a:avLst/>
            </a:prstGeom>
          </p:spPr>
        </p:pic>
        <p:pic>
          <p:nvPicPr>
            <p:cNvPr id="32" name="图片 31" descr="32313538313534373b32313538313534333bbcc6bbae"/>
            <p:cNvPicPr>
              <a:picLocks noChangeAspect="1"/>
            </p:cNvPicPr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3706" y="8080"/>
              <a:ext cx="652" cy="652"/>
            </a:xfrm>
            <a:prstGeom prst="rect">
              <a:avLst/>
            </a:prstGeom>
          </p:spPr>
        </p:pic>
        <p:pic>
          <p:nvPicPr>
            <p:cNvPr id="33" name="图片 32" descr="32313538313534373b32313538313533333bbdb1b1ad"/>
            <p:cNvPicPr>
              <a:picLocks noChangeAspect="1"/>
            </p:cNvPicPr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424" y="8080"/>
              <a:ext cx="652" cy="652"/>
            </a:xfrm>
            <a:prstGeom prst="rect">
              <a:avLst/>
            </a:prstGeom>
          </p:spPr>
        </p:pic>
        <p:pic>
          <p:nvPicPr>
            <p:cNvPr id="34" name="图片 33" descr="32313538313534373b32313538313532383bbacfd7f7"/>
            <p:cNvPicPr>
              <a:picLocks noChangeAspect="1"/>
            </p:cNvPicPr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7142" y="8080"/>
              <a:ext cx="652" cy="652"/>
            </a:xfrm>
            <a:prstGeom prst="rect">
              <a:avLst/>
            </a:prstGeom>
          </p:spPr>
        </p:pic>
      </p:grpSp>
      <p:grpSp>
        <p:nvGrpSpPr>
          <p:cNvPr id="58" name="组合 57"/>
          <p:cNvGrpSpPr/>
          <p:nvPr/>
        </p:nvGrpSpPr>
        <p:grpSpPr>
          <a:xfrm>
            <a:off x="9940925" y="5409565"/>
            <a:ext cx="1900555" cy="1167130"/>
            <a:chOff x="15655" y="8519"/>
            <a:chExt cx="2993" cy="1838"/>
          </a:xfrm>
        </p:grpSpPr>
        <p:pic>
          <p:nvPicPr>
            <p:cNvPr id="39" name="图形 24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 rot="5400000">
              <a:off x="17138" y="9705"/>
              <a:ext cx="222" cy="438"/>
            </a:xfrm>
            <a:prstGeom prst="rect">
              <a:avLst/>
            </a:prstGeom>
          </p:spPr>
        </p:pic>
        <p:pic>
          <p:nvPicPr>
            <p:cNvPr id="40" name="图片 39" descr="未标题-2"/>
            <p:cNvPicPr>
              <a:picLocks noChangeAspect="1"/>
            </p:cNvPicPr>
            <p:nvPr>
              <p:custDataLst>
                <p:tags r:id="rId17"/>
              </p:custDataLst>
            </p:nvPr>
          </p:nvPicPr>
          <p:blipFill>
            <a:blip r:embed="rId18"/>
            <a:srcRect l="61573" t="60734" r="31964" b="9170"/>
            <a:stretch>
              <a:fillRect/>
            </a:stretch>
          </p:blipFill>
          <p:spPr>
            <a:xfrm>
              <a:off x="17408" y="8519"/>
              <a:ext cx="1241" cy="183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65" h="1974">
                  <a:moveTo>
                    <a:pt x="0" y="0"/>
                  </a:moveTo>
                  <a:lnTo>
                    <a:pt x="1665" y="0"/>
                  </a:lnTo>
                  <a:lnTo>
                    <a:pt x="1665" y="1974"/>
                  </a:lnTo>
                  <a:lnTo>
                    <a:pt x="0" y="1974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grpSp>
          <p:nvGrpSpPr>
            <p:cNvPr id="54" name="组合 53"/>
            <p:cNvGrpSpPr/>
            <p:nvPr/>
          </p:nvGrpSpPr>
          <p:grpSpPr>
            <a:xfrm rot="5400000">
              <a:off x="16109" y="9355"/>
              <a:ext cx="230" cy="1138"/>
              <a:chOff x="5734194" y="1638444"/>
              <a:chExt cx="745589" cy="3685737"/>
            </a:xfrm>
          </p:grpSpPr>
          <p:sp>
            <p:nvSpPr>
              <p:cNvPr id="55" name="任意多边形: 形状 52"/>
              <p:cNvSpPr/>
              <p:nvPr>
                <p:custDataLst>
                  <p:tags r:id="rId19"/>
                </p:custDataLst>
              </p:nvPr>
            </p:nvSpPr>
            <p:spPr>
              <a:xfrm>
                <a:off x="5734194" y="163844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6" name="任意多边形: 形状 55"/>
              <p:cNvSpPr/>
              <p:nvPr>
                <p:custDataLst>
                  <p:tags r:id="rId20"/>
                </p:custDataLst>
              </p:nvPr>
            </p:nvSpPr>
            <p:spPr>
              <a:xfrm>
                <a:off x="6106989" y="200701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7" name="任意多边形: 形状 56"/>
              <p:cNvSpPr/>
              <p:nvPr>
                <p:custDataLst>
                  <p:tags r:id="rId21"/>
                </p:custDataLst>
              </p:nvPr>
            </p:nvSpPr>
            <p:spPr>
              <a:xfrm>
                <a:off x="5734194" y="2375592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0" name="任意多边形: 形状 59"/>
              <p:cNvSpPr/>
              <p:nvPr>
                <p:custDataLst>
                  <p:tags r:id="rId22"/>
                </p:custDataLst>
              </p:nvPr>
            </p:nvSpPr>
            <p:spPr>
              <a:xfrm>
                <a:off x="6106989" y="2744166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1" name="任意多边形: 形状 60"/>
              <p:cNvSpPr/>
              <p:nvPr>
                <p:custDataLst>
                  <p:tags r:id="rId23"/>
                </p:custDataLst>
              </p:nvPr>
            </p:nvSpPr>
            <p:spPr>
              <a:xfrm>
                <a:off x="5734194" y="3112739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4" name="任意多边形: 形状 63"/>
              <p:cNvSpPr/>
              <p:nvPr>
                <p:custDataLst>
                  <p:tags r:id="rId24"/>
                </p:custDataLst>
              </p:nvPr>
            </p:nvSpPr>
            <p:spPr>
              <a:xfrm>
                <a:off x="6106989" y="3481313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5" name="任意多边形: 形状 64"/>
              <p:cNvSpPr/>
              <p:nvPr>
                <p:custDataLst>
                  <p:tags r:id="rId25"/>
                </p:custDataLst>
              </p:nvPr>
            </p:nvSpPr>
            <p:spPr>
              <a:xfrm>
                <a:off x="5734194" y="3849887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8" name="任意多边形: 形状 67"/>
              <p:cNvSpPr/>
              <p:nvPr>
                <p:custDataLst>
                  <p:tags r:id="rId26"/>
                </p:custDataLst>
              </p:nvPr>
            </p:nvSpPr>
            <p:spPr>
              <a:xfrm>
                <a:off x="6106989" y="4218461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9" name="任意多边形: 形状 68"/>
              <p:cNvSpPr/>
              <p:nvPr>
                <p:custDataLst>
                  <p:tags r:id="rId27"/>
                </p:custDataLst>
              </p:nvPr>
            </p:nvSpPr>
            <p:spPr>
              <a:xfrm>
                <a:off x="5734194" y="458703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76" name="任意多边形: 形状 75"/>
              <p:cNvSpPr/>
              <p:nvPr>
                <p:custDataLst>
                  <p:tags r:id="rId28"/>
                </p:custDataLst>
              </p:nvPr>
            </p:nvSpPr>
            <p:spPr>
              <a:xfrm>
                <a:off x="6106989" y="495560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</p:grpSp>
      <p:pic>
        <p:nvPicPr>
          <p:cNvPr id="42" name="图片 41" descr="autumn-mott-rodeheaver-8441-unsplash"/>
          <p:cNvPicPr>
            <a:picLocks noChangeAspect="1"/>
          </p:cNvPicPr>
          <p:nvPr/>
        </p:nvPicPr>
        <p:blipFill>
          <a:blip r:embed="rId29"/>
          <a:srcRect l="6333" t="40667" r="1736" b="10944"/>
          <a:stretch>
            <a:fillRect/>
          </a:stretch>
        </p:blipFill>
        <p:spPr>
          <a:xfrm>
            <a:off x="6665595" y="2181860"/>
            <a:ext cx="4203065" cy="33185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619" h="5226">
                <a:moveTo>
                  <a:pt x="0" y="0"/>
                </a:moveTo>
                <a:lnTo>
                  <a:pt x="6619" y="0"/>
                </a:lnTo>
                <a:lnTo>
                  <a:pt x="6619" y="5226"/>
                </a:lnTo>
                <a:lnTo>
                  <a:pt x="0" y="5226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43" name="矩形 42"/>
          <p:cNvSpPr/>
          <p:nvPr/>
        </p:nvSpPr>
        <p:spPr>
          <a:xfrm>
            <a:off x="6656705" y="4913630"/>
            <a:ext cx="715010" cy="588010"/>
          </a:xfrm>
          <a:prstGeom prst="rect">
            <a:avLst/>
          </a:prstGeom>
          <a:solidFill>
            <a:srgbClr val="435BE1"/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46" name="组合 45"/>
          <p:cNvGrpSpPr/>
          <p:nvPr/>
        </p:nvGrpSpPr>
        <p:grpSpPr>
          <a:xfrm>
            <a:off x="6868795" y="5108575"/>
            <a:ext cx="311150" cy="198755"/>
            <a:chOff x="10546" y="7934"/>
            <a:chExt cx="809" cy="516"/>
          </a:xfrm>
        </p:grpSpPr>
        <p:pic>
          <p:nvPicPr>
            <p:cNvPr id="44" name="图片 43" descr="343732303738313b343732313339313bd0a1d3da"/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0546" y="7934"/>
              <a:ext cx="516" cy="516"/>
            </a:xfrm>
            <a:prstGeom prst="rect">
              <a:avLst/>
            </a:prstGeom>
          </p:spPr>
        </p:pic>
        <p:pic>
          <p:nvPicPr>
            <p:cNvPr id="45" name="图片 44" descr="343732303738313b343732313339313bd0a1d3da"/>
            <p:cNvPicPr>
              <a:picLocks noChangeAspect="1"/>
            </p:cNvPicPr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10839" y="7934"/>
              <a:ext cx="516" cy="51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627360" y="1357629"/>
            <a:ext cx="1196340" cy="520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15" t="-903" r="5797" b="903"/>
          <a:stretch>
            <a:fillRect/>
          </a:stretch>
        </p:blipFill>
        <p:spPr>
          <a:xfrm rot="16200000">
            <a:off x="3284220" y="-1570990"/>
            <a:ext cx="5203825" cy="1106106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7" name="矩形 6"/>
          <p:cNvSpPr/>
          <p:nvPr/>
        </p:nvSpPr>
        <p:spPr>
          <a:xfrm rot="16200000">
            <a:off x="5669280" y="-4976019"/>
            <a:ext cx="918210" cy="1146746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 rot="16200000">
            <a:off x="228600" y="422116"/>
            <a:ext cx="920115" cy="690245"/>
          </a:xfrm>
          <a:prstGeom prst="rect">
            <a:avLst/>
          </a:prstGeom>
          <a:solidFill>
            <a:srgbClr val="435BE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189844" y="497205"/>
            <a:ext cx="9664065" cy="664845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本季度工作概述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5453380" y="3257550"/>
            <a:ext cx="5250180" cy="2563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fontAlgn="auto">
              <a:lnSpc>
                <a:spcPct val="150000"/>
              </a:lnSpc>
              <a:spcAft>
                <a:spcPts val="1000"/>
              </a:spcAft>
              <a:buAutoNum type="arabicPeriod"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  <a:p>
            <a:pPr marL="342900" indent="-342900" fontAlgn="auto">
              <a:lnSpc>
                <a:spcPct val="150000"/>
              </a:lnSpc>
              <a:spcAft>
                <a:spcPts val="1000"/>
              </a:spcAft>
              <a:buAutoNum type="arabicPeriod"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单击此处输入你的正文，文字是您思想的提炼，为了最终演示发布的良好效果，请尽量言简意赅的阐述观点；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  <a:p>
            <a:pPr marL="342900" indent="-342900" fontAlgn="auto">
              <a:lnSpc>
                <a:spcPct val="150000"/>
              </a:lnSpc>
              <a:spcAft>
                <a:spcPts val="1000"/>
              </a:spcAft>
              <a:buAutoNum type="arabicPeriod"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您的正文已经简明扼要，字字珠玑，但信息却错综复杂，需要用更多的文字来表述；但请您尽可能提炼思想的精髓，否则容易造成观者的阅读压力，适得其反。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429334" y="700738"/>
            <a:ext cx="194157" cy="133001"/>
            <a:chOff x="6591300" y="-1003300"/>
            <a:chExt cx="266700" cy="190500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/>
          <p:cNvGrpSpPr/>
          <p:nvPr/>
        </p:nvGrpSpPr>
        <p:grpSpPr>
          <a:xfrm flipH="1">
            <a:off x="594360" y="665480"/>
            <a:ext cx="274320" cy="235585"/>
            <a:chOff x="837" y="950"/>
            <a:chExt cx="714" cy="517"/>
          </a:xfrm>
        </p:grpSpPr>
        <p:sp>
          <p:nvSpPr>
            <p:cNvPr id="8" name="等腰三角形 7"/>
            <p:cNvSpPr/>
            <p:nvPr>
              <p:custDataLst>
                <p:tags r:id="rId4"/>
              </p:custDataLst>
            </p:nvPr>
          </p:nvSpPr>
          <p:spPr>
            <a:xfrm rot="16200000">
              <a:off x="826" y="961"/>
              <a:ext cx="516" cy="494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等腰三角形 8"/>
            <p:cNvSpPr/>
            <p:nvPr>
              <p:custDataLst>
                <p:tags r:id="rId5"/>
              </p:custDataLst>
            </p:nvPr>
          </p:nvSpPr>
          <p:spPr>
            <a:xfrm rot="16200000">
              <a:off x="1046" y="962"/>
              <a:ext cx="516" cy="494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8" name="椭圆 27"/>
          <p:cNvSpPr/>
          <p:nvPr>
            <p:custDataLst>
              <p:tags r:id="rId6"/>
            </p:custDataLst>
          </p:nvPr>
        </p:nvSpPr>
        <p:spPr>
          <a:xfrm>
            <a:off x="2929890" y="2038985"/>
            <a:ext cx="1638300" cy="1710690"/>
          </a:xfrm>
          <a:prstGeom prst="ellipse">
            <a:avLst/>
          </a:prstGeom>
          <a:solidFill>
            <a:schemeClr val="bg1">
              <a:lumMod val="85000"/>
            </a:schemeClr>
          </a:solidFill>
          <a:ln w="15875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3188018" y="2294890"/>
            <a:ext cx="112204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3600" b="1" dirty="0"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435BE1"/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工作</a:t>
            </a:r>
            <a:endParaRPr lang="zh-CN" altLang="en-US" sz="3600" b="1" dirty="0">
              <a:ln w="12700"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435BE1"/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  <a:p>
            <a:r>
              <a:rPr lang="zh-CN" altLang="en-US" sz="3600" b="1" dirty="0"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</a:ln>
                <a:solidFill>
                  <a:srgbClr val="435BE1"/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概述</a:t>
            </a:r>
            <a:endParaRPr lang="zh-CN" altLang="en-US" sz="3600" b="1" dirty="0">
              <a:ln w="12700">
                <a:solidFill>
                  <a:schemeClr val="tx1">
                    <a:lumMod val="95000"/>
                    <a:lumOff val="5000"/>
                  </a:schemeClr>
                </a:solidFill>
              </a:ln>
              <a:solidFill>
                <a:srgbClr val="435BE1"/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180" name="矩形 179"/>
          <p:cNvSpPr/>
          <p:nvPr>
            <p:custDataLst>
              <p:tags r:id="rId7"/>
            </p:custDataLst>
          </p:nvPr>
        </p:nvSpPr>
        <p:spPr>
          <a:xfrm>
            <a:off x="5591810" y="2806700"/>
            <a:ext cx="3465830" cy="127000"/>
          </a:xfrm>
          <a:prstGeom prst="rect">
            <a:avLst/>
          </a:prstGeom>
          <a:solidFill>
            <a:schemeClr val="bg1">
              <a:lumMod val="8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1" name="标题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5591810" y="2415540"/>
            <a:ext cx="3651885" cy="6648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本季度工作概述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182" name="椭圆 181"/>
          <p:cNvSpPr/>
          <p:nvPr>
            <p:custDataLst>
              <p:tags r:id="rId9"/>
            </p:custDataLst>
          </p:nvPr>
        </p:nvSpPr>
        <p:spPr>
          <a:xfrm>
            <a:off x="967740" y="2901315"/>
            <a:ext cx="1483360" cy="148336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183" name="组合 182"/>
          <p:cNvGrpSpPr/>
          <p:nvPr/>
        </p:nvGrpSpPr>
        <p:grpSpPr>
          <a:xfrm>
            <a:off x="9940925" y="5409565"/>
            <a:ext cx="1900555" cy="1167130"/>
            <a:chOff x="15655" y="8519"/>
            <a:chExt cx="2993" cy="1838"/>
          </a:xfrm>
        </p:grpSpPr>
        <p:pic>
          <p:nvPicPr>
            <p:cNvPr id="184" name="图形 24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 rot="5400000">
              <a:off x="17138" y="9705"/>
              <a:ext cx="222" cy="438"/>
            </a:xfrm>
            <a:prstGeom prst="rect">
              <a:avLst/>
            </a:prstGeom>
          </p:spPr>
        </p:pic>
        <p:pic>
          <p:nvPicPr>
            <p:cNvPr id="185" name="图片 184" descr="未标题-2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/>
            <a:srcRect l="61573" t="60734" r="31964" b="9170"/>
            <a:stretch>
              <a:fillRect/>
            </a:stretch>
          </p:blipFill>
          <p:spPr>
            <a:xfrm>
              <a:off x="17408" y="8519"/>
              <a:ext cx="1241" cy="183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65" h="1974">
                  <a:moveTo>
                    <a:pt x="0" y="0"/>
                  </a:moveTo>
                  <a:lnTo>
                    <a:pt x="1665" y="0"/>
                  </a:lnTo>
                  <a:lnTo>
                    <a:pt x="1665" y="1974"/>
                  </a:lnTo>
                  <a:lnTo>
                    <a:pt x="0" y="1974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grpSp>
          <p:nvGrpSpPr>
            <p:cNvPr id="186" name="组合 185"/>
            <p:cNvGrpSpPr/>
            <p:nvPr/>
          </p:nvGrpSpPr>
          <p:grpSpPr>
            <a:xfrm rot="5400000">
              <a:off x="16109" y="9355"/>
              <a:ext cx="230" cy="1138"/>
              <a:chOff x="5734194" y="1638444"/>
              <a:chExt cx="745589" cy="3685737"/>
            </a:xfrm>
          </p:grpSpPr>
          <p:sp>
            <p:nvSpPr>
              <p:cNvPr id="187" name="任意多边形: 形状 52"/>
              <p:cNvSpPr/>
              <p:nvPr>
                <p:custDataLst>
                  <p:tags r:id="rId15"/>
                </p:custDataLst>
              </p:nvPr>
            </p:nvSpPr>
            <p:spPr>
              <a:xfrm>
                <a:off x="5734194" y="163844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88" name="任意多边形: 形状 55"/>
              <p:cNvSpPr/>
              <p:nvPr>
                <p:custDataLst>
                  <p:tags r:id="rId16"/>
                </p:custDataLst>
              </p:nvPr>
            </p:nvSpPr>
            <p:spPr>
              <a:xfrm>
                <a:off x="6106989" y="200701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89" name="任意多边形: 形状 56"/>
              <p:cNvSpPr/>
              <p:nvPr>
                <p:custDataLst>
                  <p:tags r:id="rId17"/>
                </p:custDataLst>
              </p:nvPr>
            </p:nvSpPr>
            <p:spPr>
              <a:xfrm>
                <a:off x="5734194" y="2375592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90" name="任意多边形: 形状 59"/>
              <p:cNvSpPr/>
              <p:nvPr>
                <p:custDataLst>
                  <p:tags r:id="rId18"/>
                </p:custDataLst>
              </p:nvPr>
            </p:nvSpPr>
            <p:spPr>
              <a:xfrm>
                <a:off x="6106989" y="2744166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91" name="任意多边形: 形状 60"/>
              <p:cNvSpPr/>
              <p:nvPr>
                <p:custDataLst>
                  <p:tags r:id="rId19"/>
                </p:custDataLst>
              </p:nvPr>
            </p:nvSpPr>
            <p:spPr>
              <a:xfrm>
                <a:off x="5734194" y="3112739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92" name="任意多边形: 形状 63"/>
              <p:cNvSpPr/>
              <p:nvPr>
                <p:custDataLst>
                  <p:tags r:id="rId20"/>
                </p:custDataLst>
              </p:nvPr>
            </p:nvSpPr>
            <p:spPr>
              <a:xfrm>
                <a:off x="6106989" y="3481313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93" name="任意多边形: 形状 64"/>
              <p:cNvSpPr/>
              <p:nvPr>
                <p:custDataLst>
                  <p:tags r:id="rId21"/>
                </p:custDataLst>
              </p:nvPr>
            </p:nvSpPr>
            <p:spPr>
              <a:xfrm>
                <a:off x="5734194" y="3849887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94" name="任意多边形: 形状 67"/>
              <p:cNvSpPr/>
              <p:nvPr>
                <p:custDataLst>
                  <p:tags r:id="rId22"/>
                </p:custDataLst>
              </p:nvPr>
            </p:nvSpPr>
            <p:spPr>
              <a:xfrm>
                <a:off x="6106989" y="4218461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95" name="任意多边形: 形状 68"/>
              <p:cNvSpPr/>
              <p:nvPr>
                <p:custDataLst>
                  <p:tags r:id="rId23"/>
                </p:custDataLst>
              </p:nvPr>
            </p:nvSpPr>
            <p:spPr>
              <a:xfrm>
                <a:off x="5734194" y="458703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96" name="任意多边形: 形状 75"/>
              <p:cNvSpPr/>
              <p:nvPr>
                <p:custDataLst>
                  <p:tags r:id="rId24"/>
                </p:custDataLst>
              </p:nvPr>
            </p:nvSpPr>
            <p:spPr>
              <a:xfrm>
                <a:off x="6106989" y="495560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</p:grpSp>
      <p:sp>
        <p:nvSpPr>
          <p:cNvPr id="16" name="椭圆 15"/>
          <p:cNvSpPr/>
          <p:nvPr>
            <p:custDataLst>
              <p:tags r:id="rId25"/>
            </p:custDataLst>
          </p:nvPr>
        </p:nvSpPr>
        <p:spPr>
          <a:xfrm>
            <a:off x="1032510" y="5328285"/>
            <a:ext cx="3437255" cy="69596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26" descr="未标题-2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14"/>
          <a:srcRect l="17127" t="25789" r="59125"/>
          <a:stretch>
            <a:fillRect/>
          </a:stretch>
        </p:blipFill>
        <p:spPr>
          <a:xfrm flipH="1">
            <a:off x="919480" y="2339340"/>
            <a:ext cx="3512185" cy="34912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627360" y="1357629"/>
            <a:ext cx="1196340" cy="520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15" t="-903" r="5797" b="903"/>
          <a:stretch>
            <a:fillRect/>
          </a:stretch>
        </p:blipFill>
        <p:spPr>
          <a:xfrm rot="16200000">
            <a:off x="3284220" y="-1570990"/>
            <a:ext cx="5203825" cy="1106106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7" name="矩形 6"/>
          <p:cNvSpPr/>
          <p:nvPr/>
        </p:nvSpPr>
        <p:spPr>
          <a:xfrm rot="16200000">
            <a:off x="5669280" y="-4976019"/>
            <a:ext cx="918210" cy="1146746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 rot="16200000">
            <a:off x="228600" y="422116"/>
            <a:ext cx="920115" cy="690245"/>
          </a:xfrm>
          <a:prstGeom prst="rect">
            <a:avLst/>
          </a:prstGeom>
          <a:solidFill>
            <a:srgbClr val="435BE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189844" y="497205"/>
            <a:ext cx="9664065" cy="664845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本季度工作概述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429334" y="700738"/>
            <a:ext cx="194157" cy="133001"/>
            <a:chOff x="6591300" y="-1003300"/>
            <a:chExt cx="266700" cy="190500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" name="组合 5"/>
          <p:cNvGrpSpPr/>
          <p:nvPr/>
        </p:nvGrpSpPr>
        <p:grpSpPr>
          <a:xfrm flipH="1">
            <a:off x="594360" y="665480"/>
            <a:ext cx="274320" cy="235585"/>
            <a:chOff x="837" y="950"/>
            <a:chExt cx="714" cy="517"/>
          </a:xfrm>
        </p:grpSpPr>
        <p:sp>
          <p:nvSpPr>
            <p:cNvPr id="8" name="等腰三角形 7"/>
            <p:cNvSpPr/>
            <p:nvPr>
              <p:custDataLst>
                <p:tags r:id="rId4"/>
              </p:custDataLst>
            </p:nvPr>
          </p:nvSpPr>
          <p:spPr>
            <a:xfrm rot="16200000">
              <a:off x="826" y="961"/>
              <a:ext cx="516" cy="494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等腰三角形 8"/>
            <p:cNvSpPr/>
            <p:nvPr>
              <p:custDataLst>
                <p:tags r:id="rId5"/>
              </p:custDataLst>
            </p:nvPr>
          </p:nvSpPr>
          <p:spPr>
            <a:xfrm rot="16200000">
              <a:off x="1046" y="962"/>
              <a:ext cx="516" cy="494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83" name="组合 182"/>
          <p:cNvGrpSpPr/>
          <p:nvPr/>
        </p:nvGrpSpPr>
        <p:grpSpPr>
          <a:xfrm>
            <a:off x="9940925" y="5409565"/>
            <a:ext cx="1900555" cy="1167130"/>
            <a:chOff x="15655" y="8519"/>
            <a:chExt cx="2993" cy="1838"/>
          </a:xfrm>
        </p:grpSpPr>
        <p:pic>
          <p:nvPicPr>
            <p:cNvPr id="184" name="图形 24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5400000">
              <a:off x="17138" y="9705"/>
              <a:ext cx="222" cy="438"/>
            </a:xfrm>
            <a:prstGeom prst="rect">
              <a:avLst/>
            </a:prstGeom>
          </p:spPr>
        </p:pic>
        <p:pic>
          <p:nvPicPr>
            <p:cNvPr id="185" name="图片 184" descr="未标题-2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rcRect l="61573" t="60734" r="31964" b="9170"/>
            <a:stretch>
              <a:fillRect/>
            </a:stretch>
          </p:blipFill>
          <p:spPr>
            <a:xfrm>
              <a:off x="17408" y="8519"/>
              <a:ext cx="1241" cy="183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65" h="1974">
                  <a:moveTo>
                    <a:pt x="0" y="0"/>
                  </a:moveTo>
                  <a:lnTo>
                    <a:pt x="1665" y="0"/>
                  </a:lnTo>
                  <a:lnTo>
                    <a:pt x="1665" y="1974"/>
                  </a:lnTo>
                  <a:lnTo>
                    <a:pt x="0" y="1974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grpSp>
          <p:nvGrpSpPr>
            <p:cNvPr id="186" name="组合 185"/>
            <p:cNvGrpSpPr/>
            <p:nvPr/>
          </p:nvGrpSpPr>
          <p:grpSpPr>
            <a:xfrm rot="5400000">
              <a:off x="16109" y="9355"/>
              <a:ext cx="230" cy="1138"/>
              <a:chOff x="5734194" y="1638444"/>
              <a:chExt cx="745589" cy="3685737"/>
            </a:xfrm>
          </p:grpSpPr>
          <p:sp>
            <p:nvSpPr>
              <p:cNvPr id="187" name="任意多边形: 形状 52"/>
              <p:cNvSpPr/>
              <p:nvPr>
                <p:custDataLst>
                  <p:tags r:id="rId11"/>
                </p:custDataLst>
              </p:nvPr>
            </p:nvSpPr>
            <p:spPr>
              <a:xfrm>
                <a:off x="5734194" y="163844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88" name="任意多边形: 形状 55"/>
              <p:cNvSpPr/>
              <p:nvPr>
                <p:custDataLst>
                  <p:tags r:id="rId12"/>
                </p:custDataLst>
              </p:nvPr>
            </p:nvSpPr>
            <p:spPr>
              <a:xfrm>
                <a:off x="6106989" y="200701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89" name="任意多边形: 形状 56"/>
              <p:cNvSpPr/>
              <p:nvPr>
                <p:custDataLst>
                  <p:tags r:id="rId13"/>
                </p:custDataLst>
              </p:nvPr>
            </p:nvSpPr>
            <p:spPr>
              <a:xfrm>
                <a:off x="5734194" y="2375592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90" name="任意多边形: 形状 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6106989" y="2744166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91" name="任意多边形: 形状 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5734194" y="3112739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92" name="任意多边形: 形状 63"/>
              <p:cNvSpPr/>
              <p:nvPr>
                <p:custDataLst>
                  <p:tags r:id="rId16"/>
                </p:custDataLst>
              </p:nvPr>
            </p:nvSpPr>
            <p:spPr>
              <a:xfrm>
                <a:off x="6106989" y="3481313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93" name="任意多边形: 形状 64"/>
              <p:cNvSpPr/>
              <p:nvPr>
                <p:custDataLst>
                  <p:tags r:id="rId17"/>
                </p:custDataLst>
              </p:nvPr>
            </p:nvSpPr>
            <p:spPr>
              <a:xfrm>
                <a:off x="5734194" y="3849887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94" name="任意多边形: 形状 67"/>
              <p:cNvSpPr/>
              <p:nvPr>
                <p:custDataLst>
                  <p:tags r:id="rId18"/>
                </p:custDataLst>
              </p:nvPr>
            </p:nvSpPr>
            <p:spPr>
              <a:xfrm>
                <a:off x="6106989" y="4218461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95" name="任意多边形: 形状 68"/>
              <p:cNvSpPr/>
              <p:nvPr>
                <p:custDataLst>
                  <p:tags r:id="rId19"/>
                </p:custDataLst>
              </p:nvPr>
            </p:nvSpPr>
            <p:spPr>
              <a:xfrm>
                <a:off x="5734194" y="458703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96" name="任意多边形: 形状 75"/>
              <p:cNvSpPr/>
              <p:nvPr>
                <p:custDataLst>
                  <p:tags r:id="rId20"/>
                </p:custDataLst>
              </p:nvPr>
            </p:nvSpPr>
            <p:spPr>
              <a:xfrm>
                <a:off x="6106989" y="495560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</p:grpSp>
      <p:sp>
        <p:nvSpPr>
          <p:cNvPr id="71" name="矩形 70"/>
          <p:cNvSpPr/>
          <p:nvPr>
            <p:custDataLst>
              <p:tags r:id="rId21"/>
            </p:custDataLst>
          </p:nvPr>
        </p:nvSpPr>
        <p:spPr>
          <a:xfrm>
            <a:off x="1572260" y="1962150"/>
            <a:ext cx="3790315" cy="397129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25" name="组合 24"/>
          <p:cNvGrpSpPr/>
          <p:nvPr/>
        </p:nvGrpSpPr>
        <p:grpSpPr>
          <a:xfrm>
            <a:off x="1950720" y="2073910"/>
            <a:ext cx="656590" cy="257810"/>
            <a:chOff x="3072" y="3266"/>
            <a:chExt cx="1432" cy="562"/>
          </a:xfrm>
        </p:grpSpPr>
        <p:sp>
          <p:nvSpPr>
            <p:cNvPr id="119" name="任意多边形: 形状 118"/>
            <p:cNvSpPr/>
            <p:nvPr>
              <p:custDataLst>
                <p:tags r:id="rId22"/>
              </p:custDataLst>
            </p:nvPr>
          </p:nvSpPr>
          <p:spPr>
            <a:xfrm>
              <a:off x="3862" y="3266"/>
              <a:ext cx="642" cy="562"/>
            </a:xfrm>
            <a:custGeom>
              <a:avLst/>
              <a:gdLst>
                <a:gd name="connsiteX0" fmla="*/ 0 w 407479"/>
                <a:gd name="connsiteY0" fmla="*/ 0 h 356711"/>
                <a:gd name="connsiteX1" fmla="*/ 407479 w 407479"/>
                <a:gd name="connsiteY1" fmla="*/ 0 h 356711"/>
                <a:gd name="connsiteX2" fmla="*/ 407479 w 407479"/>
                <a:gd name="connsiteY2" fmla="*/ 356711 h 356711"/>
                <a:gd name="connsiteX3" fmla="*/ 0 w 407479"/>
                <a:gd name="connsiteY3" fmla="*/ 356711 h 356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7479" h="356711">
                  <a:moveTo>
                    <a:pt x="0" y="0"/>
                  </a:moveTo>
                  <a:lnTo>
                    <a:pt x="407479" y="0"/>
                  </a:lnTo>
                  <a:lnTo>
                    <a:pt x="407479" y="356711"/>
                  </a:lnTo>
                  <a:lnTo>
                    <a:pt x="0" y="356711"/>
                  </a:ln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22221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任意多边形: 形状 119"/>
            <p:cNvSpPr/>
            <p:nvPr>
              <p:custDataLst>
                <p:tags r:id="rId23"/>
              </p:custDataLst>
            </p:nvPr>
          </p:nvSpPr>
          <p:spPr>
            <a:xfrm>
              <a:off x="3072" y="3266"/>
              <a:ext cx="642" cy="562"/>
            </a:xfrm>
            <a:custGeom>
              <a:avLst/>
              <a:gdLst>
                <a:gd name="connsiteX0" fmla="*/ 0 w 407479"/>
                <a:gd name="connsiteY0" fmla="*/ 0 h 356711"/>
                <a:gd name="connsiteX1" fmla="*/ 407480 w 407479"/>
                <a:gd name="connsiteY1" fmla="*/ 0 h 356711"/>
                <a:gd name="connsiteX2" fmla="*/ 407480 w 407479"/>
                <a:gd name="connsiteY2" fmla="*/ 356711 h 356711"/>
                <a:gd name="connsiteX3" fmla="*/ 0 w 407479"/>
                <a:gd name="connsiteY3" fmla="*/ 356711 h 356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7479" h="356711">
                  <a:moveTo>
                    <a:pt x="0" y="0"/>
                  </a:moveTo>
                  <a:lnTo>
                    <a:pt x="407480" y="0"/>
                  </a:lnTo>
                  <a:lnTo>
                    <a:pt x="407480" y="356711"/>
                  </a:lnTo>
                  <a:lnTo>
                    <a:pt x="0" y="356711"/>
                  </a:ln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22221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任意多边形: 形状 120"/>
            <p:cNvSpPr/>
            <p:nvPr>
              <p:custDataLst>
                <p:tags r:id="rId24"/>
              </p:custDataLst>
            </p:nvPr>
          </p:nvSpPr>
          <p:spPr>
            <a:xfrm>
              <a:off x="3262" y="3394"/>
              <a:ext cx="261" cy="306"/>
            </a:xfrm>
            <a:custGeom>
              <a:avLst/>
              <a:gdLst>
                <a:gd name="connsiteX0" fmla="*/ 165545 w 165544"/>
                <a:gd name="connsiteY0" fmla="*/ 0 h 194309"/>
                <a:gd name="connsiteX1" fmla="*/ 0 w 165544"/>
                <a:gd name="connsiteY1" fmla="*/ 97155 h 194309"/>
                <a:gd name="connsiteX2" fmla="*/ 165545 w 165544"/>
                <a:gd name="connsiteY2" fmla="*/ 194310 h 194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544" h="194309">
                  <a:moveTo>
                    <a:pt x="165545" y="0"/>
                  </a:moveTo>
                  <a:lnTo>
                    <a:pt x="0" y="97155"/>
                  </a:lnTo>
                  <a:lnTo>
                    <a:pt x="165545" y="194310"/>
                  </a:lnTo>
                </a:path>
              </a:pathLst>
            </a:custGeom>
            <a:noFill/>
            <a:ln w="19050" cap="rnd">
              <a:solidFill>
                <a:srgbClr val="222221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任意多边形: 形状 121"/>
            <p:cNvSpPr/>
            <p:nvPr>
              <p:custDataLst>
                <p:tags r:id="rId25"/>
              </p:custDataLst>
            </p:nvPr>
          </p:nvSpPr>
          <p:spPr>
            <a:xfrm>
              <a:off x="4067" y="3391"/>
              <a:ext cx="263" cy="309"/>
            </a:xfrm>
            <a:custGeom>
              <a:avLst/>
              <a:gdLst>
                <a:gd name="connsiteX0" fmla="*/ 0 w 166973"/>
                <a:gd name="connsiteY0" fmla="*/ 195929 h 195929"/>
                <a:gd name="connsiteX1" fmla="*/ 166973 w 166973"/>
                <a:gd name="connsiteY1" fmla="*/ 98012 h 195929"/>
                <a:gd name="connsiteX2" fmla="*/ 0 w 166973"/>
                <a:gd name="connsiteY2" fmla="*/ 0 h 195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6973" h="195929">
                  <a:moveTo>
                    <a:pt x="0" y="195929"/>
                  </a:moveTo>
                  <a:lnTo>
                    <a:pt x="166973" y="98012"/>
                  </a:ln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222221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10" name="文本框 9"/>
          <p:cNvSpPr txBox="1"/>
          <p:nvPr>
            <p:custDataLst>
              <p:tags r:id="rId26"/>
            </p:custDataLst>
          </p:nvPr>
        </p:nvSpPr>
        <p:spPr>
          <a:xfrm>
            <a:off x="2252345" y="3392170"/>
            <a:ext cx="2909570" cy="16046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单击此处输入你的正文，文字是您思想的提炼，为了最终演示发布的良好效果，请尽量言简意赅的阐述观点；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  <a:p>
            <a:pPr indent="0"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根据需要可酌情增减文字，以便观者可以准确理解您所传达的信息。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2336800" y="2630805"/>
            <a:ext cx="2667000" cy="617855"/>
            <a:chOff x="4738" y="3070"/>
            <a:chExt cx="4373" cy="973"/>
          </a:xfrm>
        </p:grpSpPr>
        <p:sp>
          <p:nvSpPr>
            <p:cNvPr id="118" name="任意多边形: 形状 117"/>
            <p:cNvSpPr/>
            <p:nvPr>
              <p:custDataLst>
                <p:tags r:id="rId27"/>
              </p:custDataLst>
            </p:nvPr>
          </p:nvSpPr>
          <p:spPr>
            <a:xfrm>
              <a:off x="4738" y="3070"/>
              <a:ext cx="4316" cy="924"/>
            </a:xfrm>
            <a:custGeom>
              <a:avLst/>
              <a:gdLst>
                <a:gd name="connsiteX0" fmla="*/ 0 w 3576447"/>
                <a:gd name="connsiteY0" fmla="*/ 0 h 356711"/>
                <a:gd name="connsiteX1" fmla="*/ 3576447 w 3576447"/>
                <a:gd name="connsiteY1" fmla="*/ 0 h 356711"/>
                <a:gd name="connsiteX2" fmla="*/ 3576447 w 3576447"/>
                <a:gd name="connsiteY2" fmla="*/ 356711 h 356711"/>
                <a:gd name="connsiteX3" fmla="*/ 0 w 3576447"/>
                <a:gd name="connsiteY3" fmla="*/ 356711 h 356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6447" h="356711">
                  <a:moveTo>
                    <a:pt x="0" y="0"/>
                  </a:moveTo>
                  <a:lnTo>
                    <a:pt x="3576447" y="0"/>
                  </a:lnTo>
                  <a:lnTo>
                    <a:pt x="3576447" y="356711"/>
                  </a:lnTo>
                  <a:lnTo>
                    <a:pt x="0" y="356711"/>
                  </a:ln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22221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 sz="1600"/>
            </a:p>
          </p:txBody>
        </p:sp>
        <p:sp>
          <p:nvSpPr>
            <p:cNvPr id="34" name="标题"/>
            <p:cNvSpPr>
              <a:spLocks noGrp="1"/>
            </p:cNvSpPr>
            <p:nvPr>
              <p:custDataLst>
                <p:tags r:id="rId28"/>
              </p:custDataLst>
            </p:nvPr>
          </p:nvSpPr>
          <p:spPr>
            <a:xfrm>
              <a:off x="5017" y="3135"/>
              <a:ext cx="4094" cy="908"/>
            </a:xfrm>
            <a:prstGeom prst="rect">
              <a:avLst/>
            </a:prstGeom>
          </p:spPr>
          <p:txBody>
            <a:bodyPr vert="horz" lIns="91440" tIns="45720" rIns="91440" bIns="45720" rtlCol="0" anchor="ctr"/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zh-CN" alt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本季度工作概述</a:t>
              </a:r>
              <a:endPara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</p:grpSp>
      <p:pic>
        <p:nvPicPr>
          <p:cNvPr id="2" name="图片 1" descr="未标题-1"/>
          <p:cNvPicPr>
            <a:picLocks noChangeAspect="1"/>
          </p:cNvPicPr>
          <p:nvPr/>
        </p:nvPicPr>
        <p:blipFill>
          <a:blip r:embed="rId29"/>
          <a:srcRect l="56719" t="38556" r="21260" b="4834"/>
          <a:stretch>
            <a:fillRect/>
          </a:stretch>
        </p:blipFill>
        <p:spPr>
          <a:xfrm>
            <a:off x="779145" y="3832225"/>
            <a:ext cx="1435100" cy="1861185"/>
          </a:xfrm>
          <a:prstGeom prst="rect">
            <a:avLst/>
          </a:prstGeom>
        </p:spPr>
      </p:pic>
      <p:grpSp>
        <p:nvGrpSpPr>
          <p:cNvPr id="16" name="组合 15"/>
          <p:cNvGrpSpPr/>
          <p:nvPr/>
        </p:nvGrpSpPr>
        <p:grpSpPr>
          <a:xfrm>
            <a:off x="5678805" y="2011045"/>
            <a:ext cx="5225415" cy="1078230"/>
            <a:chOff x="1725" y="7415"/>
            <a:chExt cx="8229" cy="1698"/>
          </a:xfrm>
        </p:grpSpPr>
        <p:grpSp>
          <p:nvGrpSpPr>
            <p:cNvPr id="14" name="组合 13"/>
            <p:cNvGrpSpPr/>
            <p:nvPr/>
          </p:nvGrpSpPr>
          <p:grpSpPr>
            <a:xfrm>
              <a:off x="3392" y="7450"/>
              <a:ext cx="6562" cy="1629"/>
              <a:chOff x="2619" y="7154"/>
              <a:chExt cx="6562" cy="1629"/>
            </a:xfrm>
          </p:grpSpPr>
          <p:sp>
            <p:nvSpPr>
              <p:cNvPr id="116" name="文本框 115"/>
              <p:cNvSpPr txBox="1"/>
              <p:nvPr>
                <p:custDataLst>
                  <p:tags r:id="rId30"/>
                </p:custDataLst>
              </p:nvPr>
            </p:nvSpPr>
            <p:spPr>
              <a:xfrm>
                <a:off x="2619" y="7767"/>
                <a:ext cx="6562" cy="101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indent="0" algn="l" fontAlgn="auto">
                  <a:lnSpc>
                    <a:spcPct val="150000"/>
                  </a:lnSpc>
                  <a:spcAft>
                    <a:spcPts val="1000"/>
                  </a:spcAft>
                  <a:buNone/>
                </a:pP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sym typeface="+mn-ea"/>
                  </a:rPr>
                  <a:t>单击此处输入你的正文，文字是您思想的提炼，为了最终演示发布的良好效果，请尽量言简意赅的阐述观点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endParaRPr>
              </a:p>
            </p:txBody>
          </p:sp>
          <p:sp>
            <p:nvSpPr>
              <p:cNvPr id="12" name="文本框 11"/>
              <p:cNvSpPr txBox="1"/>
              <p:nvPr>
                <p:custDataLst>
                  <p:tags r:id="rId31"/>
                </p:custDataLst>
              </p:nvPr>
            </p:nvSpPr>
            <p:spPr>
              <a:xfrm>
                <a:off x="2619" y="7154"/>
                <a:ext cx="3166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:r>
                  <a:rPr lang="zh-CN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uFillTx/>
                    <a:latin typeface="思源黑体 CN Heavy" panose="020B0A00000000000000" charset="-122"/>
                    <a:ea typeface="思源黑体 CN Heavy" panose="020B0A00000000000000" charset="-122"/>
                    <a:sym typeface="+mn-ea"/>
                  </a:rPr>
                  <a:t>添加小</a:t>
                </a:r>
                <a:r>
                  <a:rPr lang="zh-CN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uFillTx/>
                    <a:latin typeface="思源黑体 CN Heavy" panose="020B0A00000000000000" charset="-122"/>
                    <a:ea typeface="思源黑体 CN Heavy" panose="020B0A00000000000000" charset="-122"/>
                    <a:sym typeface="+mn-ea"/>
                  </a:rPr>
                  <a:t>标题</a:t>
                </a:r>
                <a:endPara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endParaRPr>
              </a:p>
            </p:txBody>
          </p:sp>
        </p:grpSp>
        <p:sp>
          <p:nvSpPr>
            <p:cNvPr id="13" name="序号"/>
            <p:cNvSpPr txBox="1"/>
            <p:nvPr>
              <p:custDataLst>
                <p:tags r:id="rId32"/>
              </p:custDataLst>
            </p:nvPr>
          </p:nvSpPr>
          <p:spPr>
            <a:xfrm>
              <a:off x="1725" y="7415"/>
              <a:ext cx="1497" cy="169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indent="0" algn="ctr" fontAlgn="auto">
                <a:lnSpc>
                  <a:spcPct val="100000"/>
                </a:lnSpc>
                <a:buClrTx/>
                <a:buSzTx/>
                <a:buFontTx/>
              </a:pPr>
              <a:r>
                <a:rPr lang="en-US" sz="4400" b="1" dirty="0">
                  <a:ln w="12700">
                    <a:solidFill>
                      <a:srgbClr val="000000"/>
                    </a:solidFill>
                  </a:ln>
                  <a:solidFill>
                    <a:srgbClr val="435BE1"/>
                  </a:solidFill>
                  <a:latin typeface="思源黑体 CN Heavy" panose="020B0A00000000000000" charset="-122"/>
                  <a:ea typeface="思源黑体 CN Heavy" panose="020B0A00000000000000" charset="-122"/>
                </a:rPr>
                <a:t>01</a:t>
              </a:r>
              <a:endParaRPr lang="en-US" sz="4400" b="1" dirty="0">
                <a:ln w="12700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5678805" y="3409950"/>
            <a:ext cx="5225415" cy="1078230"/>
            <a:chOff x="1725" y="7415"/>
            <a:chExt cx="8229" cy="1698"/>
          </a:xfrm>
        </p:grpSpPr>
        <p:grpSp>
          <p:nvGrpSpPr>
            <p:cNvPr id="30" name="组合 29"/>
            <p:cNvGrpSpPr/>
            <p:nvPr/>
          </p:nvGrpSpPr>
          <p:grpSpPr>
            <a:xfrm>
              <a:off x="3392" y="7450"/>
              <a:ext cx="6562" cy="1629"/>
              <a:chOff x="2619" y="7154"/>
              <a:chExt cx="6562" cy="1629"/>
            </a:xfrm>
          </p:grpSpPr>
          <p:sp>
            <p:nvSpPr>
              <p:cNvPr id="31" name="文本框 30"/>
              <p:cNvSpPr txBox="1"/>
              <p:nvPr>
                <p:custDataLst>
                  <p:tags r:id="rId33"/>
                </p:custDataLst>
              </p:nvPr>
            </p:nvSpPr>
            <p:spPr>
              <a:xfrm>
                <a:off x="2619" y="7767"/>
                <a:ext cx="6562" cy="101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indent="0" algn="l" fontAlgn="auto">
                  <a:lnSpc>
                    <a:spcPct val="150000"/>
                  </a:lnSpc>
                  <a:spcAft>
                    <a:spcPts val="1000"/>
                  </a:spcAft>
                  <a:buNone/>
                </a:pP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sym typeface="+mn-ea"/>
                  </a:rPr>
                  <a:t>单击此处输入你的正文，文字是您思想的提炼，为了最终演示发布的良好效果，请尽量言简意赅的阐述观点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endParaRPr>
              </a:p>
            </p:txBody>
          </p:sp>
          <p:sp>
            <p:nvSpPr>
              <p:cNvPr id="32" name="文本框 31"/>
              <p:cNvSpPr txBox="1"/>
              <p:nvPr>
                <p:custDataLst>
                  <p:tags r:id="rId34"/>
                </p:custDataLst>
              </p:nvPr>
            </p:nvSpPr>
            <p:spPr>
              <a:xfrm>
                <a:off x="2619" y="7154"/>
                <a:ext cx="3166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:r>
                  <a:rPr lang="zh-CN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uFillTx/>
                    <a:latin typeface="思源黑体 CN Heavy" panose="020B0A00000000000000" charset="-122"/>
                    <a:ea typeface="思源黑体 CN Heavy" panose="020B0A00000000000000" charset="-122"/>
                    <a:sym typeface="+mn-ea"/>
                  </a:rPr>
                  <a:t>添加小</a:t>
                </a:r>
                <a:r>
                  <a:rPr lang="zh-CN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uFillTx/>
                    <a:latin typeface="思源黑体 CN Heavy" panose="020B0A00000000000000" charset="-122"/>
                    <a:ea typeface="思源黑体 CN Heavy" panose="020B0A00000000000000" charset="-122"/>
                    <a:sym typeface="+mn-ea"/>
                  </a:rPr>
                  <a:t>标题</a:t>
                </a:r>
                <a:endPara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endParaRPr>
              </a:p>
            </p:txBody>
          </p:sp>
        </p:grpSp>
        <p:sp>
          <p:nvSpPr>
            <p:cNvPr id="33" name="序号"/>
            <p:cNvSpPr txBox="1"/>
            <p:nvPr>
              <p:custDataLst>
                <p:tags r:id="rId35"/>
              </p:custDataLst>
            </p:nvPr>
          </p:nvSpPr>
          <p:spPr>
            <a:xfrm>
              <a:off x="1725" y="7415"/>
              <a:ext cx="1497" cy="169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indent="0" algn="ctr" fontAlgn="auto">
                <a:lnSpc>
                  <a:spcPct val="100000"/>
                </a:lnSpc>
                <a:buClrTx/>
                <a:buSzTx/>
                <a:buFontTx/>
              </a:pPr>
              <a:r>
                <a:rPr lang="en-US" sz="4400" b="1" dirty="0">
                  <a:ln w="12700">
                    <a:solidFill>
                      <a:srgbClr val="000000"/>
                    </a:solidFill>
                  </a:ln>
                  <a:solidFill>
                    <a:srgbClr val="435BE1"/>
                  </a:solidFill>
                  <a:latin typeface="思源黑体 CN Heavy" panose="020B0A00000000000000" charset="-122"/>
                  <a:ea typeface="思源黑体 CN Heavy" panose="020B0A00000000000000" charset="-122"/>
                </a:rPr>
                <a:t>02</a:t>
              </a:r>
              <a:endParaRPr lang="en-US" sz="4400" b="1" dirty="0">
                <a:ln w="12700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5678805" y="4808855"/>
            <a:ext cx="5225415" cy="1078230"/>
            <a:chOff x="1725" y="7415"/>
            <a:chExt cx="8229" cy="1698"/>
          </a:xfrm>
        </p:grpSpPr>
        <p:grpSp>
          <p:nvGrpSpPr>
            <p:cNvPr id="37" name="组合 36"/>
            <p:cNvGrpSpPr/>
            <p:nvPr/>
          </p:nvGrpSpPr>
          <p:grpSpPr>
            <a:xfrm>
              <a:off x="3392" y="7450"/>
              <a:ext cx="6562" cy="1629"/>
              <a:chOff x="2619" y="7154"/>
              <a:chExt cx="6562" cy="1629"/>
            </a:xfrm>
          </p:grpSpPr>
          <p:sp>
            <p:nvSpPr>
              <p:cNvPr id="38" name="文本框 37"/>
              <p:cNvSpPr txBox="1"/>
              <p:nvPr>
                <p:custDataLst>
                  <p:tags r:id="rId36"/>
                </p:custDataLst>
              </p:nvPr>
            </p:nvSpPr>
            <p:spPr>
              <a:xfrm>
                <a:off x="2619" y="7767"/>
                <a:ext cx="6562" cy="1016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indent="0" algn="l" fontAlgn="auto">
                  <a:lnSpc>
                    <a:spcPct val="150000"/>
                  </a:lnSpc>
                  <a:spcAft>
                    <a:spcPts val="1000"/>
                  </a:spcAft>
                  <a:buNone/>
                </a:pPr>
                <a:r>
                  <a:rPr lang="zh-CN" altLang="en-US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思源黑体 CN Medium" panose="020B0600000000000000" charset="-122"/>
                    <a:ea typeface="思源黑体 CN Medium" panose="020B0600000000000000" charset="-122"/>
                    <a:sym typeface="+mn-ea"/>
                  </a:rPr>
                  <a:t>单击此处输入你的正文，文字是您思想的提炼，为了最终演示发布的良好效果，请尽量言简意赅的阐述观点</a:t>
                </a:r>
                <a:endPara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endParaRPr>
              </a:p>
            </p:txBody>
          </p:sp>
          <p:sp>
            <p:nvSpPr>
              <p:cNvPr id="39" name="文本框 38"/>
              <p:cNvSpPr txBox="1"/>
              <p:nvPr>
                <p:custDataLst>
                  <p:tags r:id="rId37"/>
                </p:custDataLst>
              </p:nvPr>
            </p:nvSpPr>
            <p:spPr>
              <a:xfrm>
                <a:off x="2619" y="7154"/>
                <a:ext cx="3166" cy="580"/>
              </a:xfrm>
              <a:prstGeom prst="rect">
                <a:avLst/>
              </a:prstGeom>
              <a:noFill/>
            </p:spPr>
            <p:txBody>
              <a:bodyPr wrap="square" rtlCol="0" anchor="t">
                <a:spAutoFit/>
              </a:bodyPr>
              <a:p>
                <a:pPr algn="l"/>
                <a:r>
                  <a:rPr lang="zh-CN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uFillTx/>
                    <a:latin typeface="思源黑体 CN Heavy" panose="020B0A00000000000000" charset="-122"/>
                    <a:ea typeface="思源黑体 CN Heavy" panose="020B0A00000000000000" charset="-122"/>
                    <a:sym typeface="+mn-ea"/>
                  </a:rPr>
                  <a:t>添加小</a:t>
                </a:r>
                <a:r>
                  <a:rPr lang="zh-CN" altLang="en-US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uFillTx/>
                    <a:latin typeface="思源黑体 CN Heavy" panose="020B0A00000000000000" charset="-122"/>
                    <a:ea typeface="思源黑体 CN Heavy" panose="020B0A00000000000000" charset="-122"/>
                    <a:sym typeface="+mn-ea"/>
                  </a:rPr>
                  <a:t>标题</a:t>
                </a:r>
                <a:endPara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endParaRPr>
              </a:p>
            </p:txBody>
          </p:sp>
        </p:grpSp>
        <p:sp>
          <p:nvSpPr>
            <p:cNvPr id="40" name="序号"/>
            <p:cNvSpPr txBox="1"/>
            <p:nvPr>
              <p:custDataLst>
                <p:tags r:id="rId38"/>
              </p:custDataLst>
            </p:nvPr>
          </p:nvSpPr>
          <p:spPr>
            <a:xfrm>
              <a:off x="1725" y="7415"/>
              <a:ext cx="1497" cy="169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indent="0" algn="ctr" fontAlgn="auto">
                <a:lnSpc>
                  <a:spcPct val="100000"/>
                </a:lnSpc>
                <a:buClrTx/>
                <a:buSzTx/>
                <a:buFontTx/>
              </a:pPr>
              <a:r>
                <a:rPr lang="en-US" sz="4400" b="1" dirty="0">
                  <a:ln w="12700">
                    <a:solidFill>
                      <a:srgbClr val="000000"/>
                    </a:solidFill>
                  </a:ln>
                  <a:solidFill>
                    <a:srgbClr val="435BE1"/>
                  </a:solidFill>
                  <a:latin typeface="思源黑体 CN Heavy" panose="020B0A00000000000000" charset="-122"/>
                  <a:ea typeface="思源黑体 CN Heavy" panose="020B0A00000000000000" charset="-122"/>
                </a:rPr>
                <a:t>03</a:t>
              </a:r>
              <a:endParaRPr lang="en-US" sz="4400" b="1" dirty="0">
                <a:ln w="12700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  <p:pic>
        <p:nvPicPr>
          <p:cNvPr id="41" name="图片 40" descr="未标题-1"/>
          <p:cNvPicPr>
            <a:picLocks noChangeAspect="1"/>
          </p:cNvPicPr>
          <p:nvPr/>
        </p:nvPicPr>
        <p:blipFill>
          <a:blip r:embed="rId29"/>
          <a:srcRect l="58337" t="2020" r="24476" b="69635"/>
          <a:stretch>
            <a:fillRect/>
          </a:stretch>
        </p:blipFill>
        <p:spPr>
          <a:xfrm>
            <a:off x="2225040" y="5298440"/>
            <a:ext cx="1072515" cy="8921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487432" y="616226"/>
            <a:ext cx="11370365" cy="59577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37" t="837" r="2240" b="-837"/>
          <a:stretch>
            <a:fillRect/>
          </a:stretch>
        </p:blipFill>
        <p:spPr>
          <a:xfrm rot="16200000">
            <a:off x="2951675" y="-2279558"/>
            <a:ext cx="6059920" cy="11226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6" name="矩形 5"/>
          <p:cNvSpPr/>
          <p:nvPr/>
        </p:nvSpPr>
        <p:spPr>
          <a:xfrm>
            <a:off x="11339032" y="284001"/>
            <a:ext cx="324000" cy="6084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339032" y="1079134"/>
            <a:ext cx="324000" cy="280136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11339032" y="284004"/>
            <a:ext cx="324000" cy="435848"/>
            <a:chOff x="11550650" y="389101"/>
            <a:chExt cx="360000" cy="435848"/>
          </a:xfrm>
        </p:grpSpPr>
        <p:sp>
          <p:nvSpPr>
            <p:cNvPr id="8" name="矩形 7"/>
            <p:cNvSpPr/>
            <p:nvPr/>
          </p:nvSpPr>
          <p:spPr>
            <a:xfrm>
              <a:off x="11550650" y="389101"/>
              <a:ext cx="360000" cy="43584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609594" y="502667"/>
              <a:ext cx="242112" cy="208717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flipV="1">
            <a:off x="11339032" y="5932717"/>
            <a:ext cx="324000" cy="435848"/>
            <a:chOff x="11550650" y="389101"/>
            <a:chExt cx="360000" cy="435848"/>
          </a:xfrm>
        </p:grpSpPr>
        <p:sp>
          <p:nvSpPr>
            <p:cNvPr id="13" name="矩形 12"/>
            <p:cNvSpPr/>
            <p:nvPr/>
          </p:nvSpPr>
          <p:spPr>
            <a:xfrm>
              <a:off x="11550650" y="389101"/>
              <a:ext cx="360000" cy="43584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/>
            <p:cNvSpPr/>
            <p:nvPr/>
          </p:nvSpPr>
          <p:spPr>
            <a:xfrm>
              <a:off x="11609594" y="502667"/>
              <a:ext cx="242112" cy="208717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任意多边形: 形状 1"/>
          <p:cNvSpPr/>
          <p:nvPr/>
        </p:nvSpPr>
        <p:spPr>
          <a:xfrm>
            <a:off x="592468" y="5689600"/>
            <a:ext cx="419035" cy="439526"/>
          </a:xfrm>
          <a:custGeom>
            <a:avLst/>
            <a:gdLst>
              <a:gd name="connsiteX0" fmla="*/ 0 w 673100"/>
              <a:gd name="connsiteY0" fmla="*/ 0 h 622300"/>
              <a:gd name="connsiteX1" fmla="*/ 0 w 673100"/>
              <a:gd name="connsiteY1" fmla="*/ 622300 h 622300"/>
              <a:gd name="connsiteX2" fmla="*/ 673100 w 673100"/>
              <a:gd name="connsiteY2" fmla="*/ 622300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3100" h="622300">
                <a:moveTo>
                  <a:pt x="0" y="0"/>
                </a:moveTo>
                <a:lnTo>
                  <a:pt x="0" y="622300"/>
                </a:lnTo>
                <a:lnTo>
                  <a:pt x="673100" y="62230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69060" y="2832735"/>
            <a:ext cx="5366385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400" b="1" dirty="0">
                <a:effectLst/>
                <a:latin typeface="思源黑体 CN Heavy" panose="020B0A00000000000000" charset="-122"/>
                <a:ea typeface="思源黑体 CN Heavy" panose="020B0A00000000000000" charset="-122"/>
              </a:rPr>
              <a:t>重点工作介绍</a:t>
            </a:r>
            <a:endParaRPr lang="zh-CN" altLang="en-US" sz="5400" b="1" dirty="0">
              <a:effectLst/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18" name="序号"/>
          <p:cNvSpPr txBox="1"/>
          <p:nvPr>
            <p:custDataLst>
              <p:tags r:id="rId3"/>
            </p:custDataLst>
          </p:nvPr>
        </p:nvSpPr>
        <p:spPr>
          <a:xfrm>
            <a:off x="1435735" y="1705198"/>
            <a:ext cx="1448963" cy="107911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sz="8000" b="1" dirty="0">
                <a:ln w="15875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02</a:t>
            </a:r>
            <a:endParaRPr lang="en-US" sz="8000" b="1" dirty="0">
              <a:ln w="15875">
                <a:solidFill>
                  <a:srgbClr val="000000"/>
                </a:solidFill>
              </a:ln>
              <a:solidFill>
                <a:srgbClr val="435BE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577585" y="522100"/>
            <a:ext cx="332768" cy="332768"/>
            <a:chOff x="540482" y="490150"/>
            <a:chExt cx="439526" cy="439526"/>
          </a:xfrm>
        </p:grpSpPr>
        <p:sp>
          <p:nvSpPr>
            <p:cNvPr id="24" name="矩形 23"/>
            <p:cNvSpPr/>
            <p:nvPr/>
          </p:nvSpPr>
          <p:spPr>
            <a:xfrm>
              <a:off x="577189" y="526857"/>
              <a:ext cx="366112" cy="3661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乘号 45"/>
            <p:cNvSpPr/>
            <p:nvPr/>
          </p:nvSpPr>
          <p:spPr>
            <a:xfrm>
              <a:off x="540482" y="490150"/>
              <a:ext cx="439526" cy="439526"/>
            </a:xfrm>
            <a:prstGeom prst="mathMultiply">
              <a:avLst>
                <a:gd name="adj1" fmla="val 430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50" name="直接箭头连接符 49"/>
          <p:cNvCxnSpPr/>
          <p:nvPr/>
        </p:nvCxnSpPr>
        <p:spPr>
          <a:xfrm>
            <a:off x="1208415" y="688484"/>
            <a:ext cx="8622665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组合 55"/>
          <p:cNvGrpSpPr/>
          <p:nvPr/>
        </p:nvGrpSpPr>
        <p:grpSpPr>
          <a:xfrm>
            <a:off x="11403953" y="1219465"/>
            <a:ext cx="194157" cy="133001"/>
            <a:chOff x="6591300" y="-1003300"/>
            <a:chExt cx="266700" cy="190500"/>
          </a:xfrm>
        </p:grpSpPr>
        <p:cxnSp>
          <p:nvCxnSpPr>
            <p:cNvPr id="57" name="直接连接符 56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图片 14" descr="未标题-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80875" t="3729" r="2260" b="68870"/>
          <a:stretch>
            <a:fillRect/>
          </a:stretch>
        </p:blipFill>
        <p:spPr>
          <a:xfrm>
            <a:off x="9683115" y="1410970"/>
            <a:ext cx="870585" cy="713105"/>
          </a:xfrm>
          <a:prstGeom prst="rect">
            <a:avLst/>
          </a:prstGeom>
        </p:spPr>
      </p:pic>
      <p:sp>
        <p:nvSpPr>
          <p:cNvPr id="16" name="椭圆 15"/>
          <p:cNvSpPr/>
          <p:nvPr/>
        </p:nvSpPr>
        <p:spPr>
          <a:xfrm>
            <a:off x="7128510" y="5342255"/>
            <a:ext cx="3437255" cy="69596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形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3730" y="3581400"/>
            <a:ext cx="950595" cy="1025525"/>
          </a:xfrm>
          <a:prstGeom prst="rect">
            <a:avLst/>
          </a:prstGeom>
        </p:spPr>
      </p:pic>
      <p:pic>
        <p:nvPicPr>
          <p:cNvPr id="17" name="图形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59320" y="2917190"/>
            <a:ext cx="1699895" cy="1831975"/>
          </a:xfrm>
          <a:prstGeom prst="rect">
            <a:avLst/>
          </a:prstGeom>
        </p:spPr>
      </p:pic>
      <p:pic>
        <p:nvPicPr>
          <p:cNvPr id="21" name="图形 10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069830" y="2566035"/>
            <a:ext cx="678815" cy="652145"/>
          </a:xfrm>
          <a:prstGeom prst="rect">
            <a:avLst/>
          </a:prstGeom>
        </p:spPr>
      </p:pic>
      <p:grpSp>
        <p:nvGrpSpPr>
          <p:cNvPr id="80" name="组合 79"/>
          <p:cNvGrpSpPr/>
          <p:nvPr/>
        </p:nvGrpSpPr>
        <p:grpSpPr>
          <a:xfrm flipH="1">
            <a:off x="3706524" y="2032300"/>
            <a:ext cx="328241" cy="173667"/>
            <a:chOff x="6172200" y="4442732"/>
            <a:chExt cx="494945" cy="261867"/>
          </a:xfrm>
        </p:grpSpPr>
        <p:sp>
          <p:nvSpPr>
            <p:cNvPr id="81" name="箭头: V 形 80"/>
            <p:cNvSpPr/>
            <p:nvPr>
              <p:custDataLst>
                <p:tags r:id="rId13"/>
              </p:custDataLst>
            </p:nvPr>
          </p:nvSpPr>
          <p:spPr>
            <a:xfrm flipH="1">
              <a:off x="6172200" y="4442732"/>
              <a:ext cx="261867" cy="261867"/>
            </a:xfrm>
            <a:prstGeom prst="chevron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82" name="箭头: V 形 81"/>
            <p:cNvSpPr/>
            <p:nvPr>
              <p:custDataLst>
                <p:tags r:id="rId14"/>
              </p:custDataLst>
            </p:nvPr>
          </p:nvSpPr>
          <p:spPr>
            <a:xfrm flipH="1">
              <a:off x="6405278" y="4442732"/>
              <a:ext cx="261867" cy="261867"/>
            </a:xfrm>
            <a:prstGeom prst="chevron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  <p:sp>
        <p:nvSpPr>
          <p:cNvPr id="30" name="文本框 29"/>
          <p:cNvSpPr txBox="1"/>
          <p:nvPr>
            <p:custDataLst>
              <p:tags r:id="rId15"/>
            </p:custDataLst>
          </p:nvPr>
        </p:nvSpPr>
        <p:spPr>
          <a:xfrm>
            <a:off x="9950450" y="554355"/>
            <a:ext cx="1077595" cy="2755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r">
              <a:buClrTx/>
              <a:buSzTx/>
              <a:buFontTx/>
            </a:pPr>
            <a:r>
              <a:rPr lang="en-US" altLang="zh-CN" sz="1200" b="1" dirty="0">
                <a:latin typeface="思源黑体 CN Bold" panose="020B0800000000000000" charset="-122"/>
                <a:ea typeface="思源黑体 CN Bold" panose="020B0800000000000000" charset="-122"/>
              </a:rPr>
              <a:t>YOUR LOGO</a:t>
            </a:r>
            <a:endParaRPr lang="en-US" altLang="zh-CN" sz="1200" b="1" dirty="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pic>
        <p:nvPicPr>
          <p:cNvPr id="7" name="图片 6" descr="未标题-2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rcRect l="42500" t="28230" r="39036"/>
          <a:stretch>
            <a:fillRect/>
          </a:stretch>
        </p:blipFill>
        <p:spPr>
          <a:xfrm flipH="1">
            <a:off x="6683375" y="1383030"/>
            <a:ext cx="3752850" cy="4640580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>
            <a:off x="1369060" y="3876675"/>
            <a:ext cx="5341620" cy="1099820"/>
            <a:chOff x="2156" y="6595"/>
            <a:chExt cx="8412" cy="1732"/>
          </a:xfrm>
        </p:grpSpPr>
        <p:sp>
          <p:nvSpPr>
            <p:cNvPr id="22" name="文本框 21"/>
            <p:cNvSpPr txBox="1"/>
            <p:nvPr>
              <p:custDataLst>
                <p:tags r:id="rId18"/>
              </p:custDataLst>
            </p:nvPr>
          </p:nvSpPr>
          <p:spPr>
            <a:xfrm>
              <a:off x="2156" y="6595"/>
              <a:ext cx="3171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>
                <a:buClrTx/>
                <a:buSzTx/>
                <a:buFontTx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</a:rPr>
                <a:t>添加副标题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19"/>
              </p:custDataLst>
            </p:nvPr>
          </p:nvSpPr>
          <p:spPr>
            <a:xfrm>
              <a:off x="2156" y="7311"/>
              <a:ext cx="8412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fontAlgn="auto">
                <a:lnSpc>
                  <a:spcPct val="150000"/>
                </a:lnSpc>
                <a:spcAft>
                  <a:spcPts val="1000"/>
                </a:spcAft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单击此处输入你的正文，文字是您思想的提炼，根据需要可酌情增减文字，以便观者可以准确理解您所传达的信息。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endParaRPr>
            </a:p>
          </p:txBody>
        </p:sp>
        <p:cxnSp>
          <p:nvCxnSpPr>
            <p:cNvPr id="27" name="直接连接符 26"/>
            <p:cNvCxnSpPr/>
            <p:nvPr>
              <p:custDataLst>
                <p:tags r:id="rId20"/>
              </p:custDataLst>
            </p:nvPr>
          </p:nvCxnSpPr>
          <p:spPr>
            <a:xfrm>
              <a:off x="5597" y="6909"/>
              <a:ext cx="447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627360" y="1367154"/>
            <a:ext cx="1196340" cy="520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15" t="-903" r="5797" b="903"/>
          <a:stretch>
            <a:fillRect/>
          </a:stretch>
        </p:blipFill>
        <p:spPr>
          <a:xfrm rot="16200000">
            <a:off x="3284220" y="-1570990"/>
            <a:ext cx="5203825" cy="1106106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7" name="矩形 6"/>
          <p:cNvSpPr/>
          <p:nvPr/>
        </p:nvSpPr>
        <p:spPr>
          <a:xfrm rot="16200000">
            <a:off x="5630545" y="-4966494"/>
            <a:ext cx="918210" cy="1146746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 rot="16200000">
            <a:off x="228600" y="422116"/>
            <a:ext cx="920115" cy="690245"/>
          </a:xfrm>
          <a:prstGeom prst="rect">
            <a:avLst/>
          </a:prstGeom>
          <a:solidFill>
            <a:srgbClr val="435BE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189844" y="497205"/>
            <a:ext cx="9664065" cy="664845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重点工作介绍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612005" y="1946275"/>
            <a:ext cx="6344285" cy="13271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  <a:p>
            <a:pPr indent="0"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您的正文已经简明扼要，字字珠玑，但信息却错综复杂，需要用更多的文字来表述；但请您尽可能提炼思想的精髓，否则容易造成观者的阅读压力，适得其反。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429334" y="700738"/>
            <a:ext cx="194157" cy="133001"/>
            <a:chOff x="6591300" y="-1003300"/>
            <a:chExt cx="266700" cy="190500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 flipH="1">
            <a:off x="594360" y="665480"/>
            <a:ext cx="274320" cy="235585"/>
            <a:chOff x="837" y="950"/>
            <a:chExt cx="714" cy="517"/>
          </a:xfrm>
        </p:grpSpPr>
        <p:sp>
          <p:nvSpPr>
            <p:cNvPr id="18" name="等腰三角形 17"/>
            <p:cNvSpPr/>
            <p:nvPr/>
          </p:nvSpPr>
          <p:spPr>
            <a:xfrm rot="16200000">
              <a:off x="826" y="961"/>
              <a:ext cx="516" cy="494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等腰三角形 1"/>
            <p:cNvSpPr/>
            <p:nvPr/>
          </p:nvSpPr>
          <p:spPr>
            <a:xfrm rot="16200000">
              <a:off x="1046" y="962"/>
              <a:ext cx="516" cy="494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8" name="矩形 7"/>
          <p:cNvSpPr/>
          <p:nvPr/>
        </p:nvSpPr>
        <p:spPr>
          <a:xfrm>
            <a:off x="1008380" y="2807970"/>
            <a:ext cx="2918460" cy="127000"/>
          </a:xfrm>
          <a:prstGeom prst="rect">
            <a:avLst/>
          </a:prstGeom>
          <a:solidFill>
            <a:schemeClr val="bg1">
              <a:lumMod val="8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1017905" y="2015490"/>
            <a:ext cx="287909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此处添加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  <a:p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您的标题文本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30" name="矩形 29"/>
          <p:cNvSpPr/>
          <p:nvPr>
            <p:custDataLst>
              <p:tags r:id="rId4"/>
            </p:custDataLst>
          </p:nvPr>
        </p:nvSpPr>
        <p:spPr>
          <a:xfrm>
            <a:off x="9260205" y="3670935"/>
            <a:ext cx="1706880" cy="2232025"/>
          </a:xfrm>
          <a:prstGeom prst="rect">
            <a:avLst/>
          </a:prstGeom>
          <a:solidFill>
            <a:srgbClr val="435BE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0" name="文本框 99"/>
          <p:cNvSpPr txBox="1"/>
          <p:nvPr/>
        </p:nvSpPr>
        <p:spPr>
          <a:xfrm>
            <a:off x="1009650" y="2942590"/>
            <a:ext cx="2896870" cy="4140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l">
              <a:lnSpc>
                <a:spcPct val="150000"/>
              </a:lnSpc>
              <a:spcAft>
                <a:spcPts val="1000"/>
              </a:spcAft>
              <a:buClrTx/>
              <a:buSzTx/>
              <a:buFontTx/>
            </a:pPr>
            <a:r>
              <a:rPr lang="zh-CN" altLang="en-US" sz="1400" b="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单击此处添加小标题内容</a:t>
            </a:r>
            <a:endParaRPr lang="zh-CN" altLang="en-US" sz="1400" b="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pic>
        <p:nvPicPr>
          <p:cNvPr id="40" name="图片 39" descr="mael-pavageau-513634-unsplash"/>
          <p:cNvPicPr>
            <a:picLocks noChangeAspect="1"/>
          </p:cNvPicPr>
          <p:nvPr/>
        </p:nvPicPr>
        <p:blipFill>
          <a:blip r:embed="rId5"/>
          <a:srcRect l="1099" t="7453" r="3970" b="60680"/>
          <a:stretch>
            <a:fillRect/>
          </a:stretch>
        </p:blipFill>
        <p:spPr>
          <a:xfrm>
            <a:off x="5142548" y="3670935"/>
            <a:ext cx="3947795" cy="19875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217" h="3130">
                <a:moveTo>
                  <a:pt x="0" y="0"/>
                </a:moveTo>
                <a:lnTo>
                  <a:pt x="6217" y="0"/>
                </a:lnTo>
                <a:lnTo>
                  <a:pt x="6217" y="3130"/>
                </a:lnTo>
                <a:lnTo>
                  <a:pt x="0" y="313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41" name="图片 40" descr="rawpixel-623440-unsplash"/>
          <p:cNvPicPr>
            <a:picLocks noChangeAspect="1"/>
          </p:cNvPicPr>
          <p:nvPr/>
        </p:nvPicPr>
        <p:blipFill>
          <a:blip r:embed="rId6">
            <a:lum bright="6000" contrast="12000"/>
          </a:blip>
          <a:srcRect l="11900" t="15298" r="11592" b="25709"/>
          <a:stretch>
            <a:fillRect/>
          </a:stretch>
        </p:blipFill>
        <p:spPr>
          <a:xfrm>
            <a:off x="1020128" y="3670935"/>
            <a:ext cx="3947795" cy="19875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217" h="3130">
                <a:moveTo>
                  <a:pt x="0" y="0"/>
                </a:moveTo>
                <a:lnTo>
                  <a:pt x="6217" y="0"/>
                </a:lnTo>
                <a:lnTo>
                  <a:pt x="6217" y="3130"/>
                </a:lnTo>
                <a:lnTo>
                  <a:pt x="0" y="313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36" name="矩形 35"/>
          <p:cNvSpPr/>
          <p:nvPr>
            <p:custDataLst>
              <p:tags r:id="rId7"/>
            </p:custDataLst>
          </p:nvPr>
        </p:nvSpPr>
        <p:spPr>
          <a:xfrm>
            <a:off x="1006300" y="5364480"/>
            <a:ext cx="3956400" cy="53784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矩形 36"/>
          <p:cNvSpPr/>
          <p:nvPr>
            <p:custDataLst>
              <p:tags r:id="rId8"/>
            </p:custDataLst>
          </p:nvPr>
        </p:nvSpPr>
        <p:spPr>
          <a:xfrm>
            <a:off x="5128720" y="5364480"/>
            <a:ext cx="3956400" cy="53784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2" name="文本框 41"/>
          <p:cNvSpPr txBox="1"/>
          <p:nvPr/>
        </p:nvSpPr>
        <p:spPr>
          <a:xfrm>
            <a:off x="1833880" y="5449253"/>
            <a:ext cx="2301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添加小标题</a:t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5956300" y="5449253"/>
            <a:ext cx="2301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tx1">
                    <a:lumMod val="95000"/>
                    <a:lumOff val="5000"/>
                  </a:schemeClr>
                </a:solidFill>
                <a:latin typeface="思源黑体 CN Bold" panose="020B0800000000000000" charset="-122"/>
                <a:ea typeface="思源黑体 CN Bold" panose="020B0800000000000000" charset="-122"/>
              </a:rPr>
              <a:t>添加小标题</a:t>
            </a:r>
            <a:endParaRPr lang="zh-CN" altLang="en-US">
              <a:solidFill>
                <a:schemeClr val="tx1">
                  <a:lumMod val="95000"/>
                  <a:lumOff val="5000"/>
                </a:schemeClr>
              </a:solidFill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pic>
        <p:nvPicPr>
          <p:cNvPr id="44" name="图片 43" descr="32313538313534373b32313538313533343bb9a4d7f7bcc6bbae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734550" y="4407853"/>
            <a:ext cx="758190" cy="75819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627360" y="1367154"/>
            <a:ext cx="1196340" cy="520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15" t="-903" r="5797" b="903"/>
          <a:stretch>
            <a:fillRect/>
          </a:stretch>
        </p:blipFill>
        <p:spPr>
          <a:xfrm rot="16200000">
            <a:off x="3284220" y="-1570990"/>
            <a:ext cx="5203825" cy="1106106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46" name="椭圆 45"/>
          <p:cNvSpPr/>
          <p:nvPr>
            <p:custDataLst>
              <p:tags r:id="rId3"/>
            </p:custDataLst>
          </p:nvPr>
        </p:nvSpPr>
        <p:spPr>
          <a:xfrm>
            <a:off x="7620000" y="2600960"/>
            <a:ext cx="2635250" cy="2635250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 rot="16200000">
            <a:off x="5630545" y="-4966494"/>
            <a:ext cx="918210" cy="1146746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 rot="16200000">
            <a:off x="228600" y="422116"/>
            <a:ext cx="920115" cy="690245"/>
          </a:xfrm>
          <a:prstGeom prst="rect">
            <a:avLst/>
          </a:prstGeom>
          <a:solidFill>
            <a:srgbClr val="435BE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1189844" y="497205"/>
            <a:ext cx="9664065" cy="664845"/>
          </a:xfrm>
        </p:spPr>
        <p:txBody>
          <a:bodyPr>
            <a:normAutofit/>
          </a:bodyPr>
          <a:lstStyle/>
          <a:p>
            <a:pPr defTabSz="914400">
              <a:tabLst>
                <a:tab pos="8774430" algn="l"/>
              </a:tabLst>
            </a:pP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重点工作介绍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429334" y="700738"/>
            <a:ext cx="194157" cy="133001"/>
            <a:chOff x="6591300" y="-1003300"/>
            <a:chExt cx="266700" cy="190500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 flipH="1">
            <a:off x="594360" y="665480"/>
            <a:ext cx="274320" cy="235585"/>
            <a:chOff x="837" y="950"/>
            <a:chExt cx="714" cy="517"/>
          </a:xfrm>
        </p:grpSpPr>
        <p:sp>
          <p:nvSpPr>
            <p:cNvPr id="18" name="等腰三角形 17"/>
            <p:cNvSpPr/>
            <p:nvPr/>
          </p:nvSpPr>
          <p:spPr>
            <a:xfrm rot="16200000">
              <a:off x="826" y="961"/>
              <a:ext cx="516" cy="494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等腰三角形 1"/>
            <p:cNvSpPr/>
            <p:nvPr/>
          </p:nvSpPr>
          <p:spPr>
            <a:xfrm rot="16200000">
              <a:off x="1046" y="962"/>
              <a:ext cx="516" cy="494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0814050" y="5409565"/>
            <a:ext cx="1027430" cy="1167130"/>
            <a:chOff x="17030" y="8519"/>
            <a:chExt cx="1618" cy="1838"/>
          </a:xfrm>
        </p:grpSpPr>
        <p:pic>
          <p:nvPicPr>
            <p:cNvPr id="25" name="图形 2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 rot="5400000">
              <a:off x="17138" y="9717"/>
              <a:ext cx="222" cy="438"/>
            </a:xfrm>
            <a:prstGeom prst="rect">
              <a:avLst/>
            </a:prstGeom>
          </p:spPr>
        </p:pic>
        <p:pic>
          <p:nvPicPr>
            <p:cNvPr id="9" name="图片 8" descr="未标题-2"/>
            <p:cNvPicPr>
              <a:picLocks noChangeAspect="1"/>
            </p:cNvPicPr>
            <p:nvPr/>
          </p:nvPicPr>
          <p:blipFill>
            <a:blip r:embed="rId6"/>
            <a:srcRect l="61573" t="60734" r="31964" b="9170"/>
            <a:stretch>
              <a:fillRect/>
            </a:stretch>
          </p:blipFill>
          <p:spPr>
            <a:xfrm>
              <a:off x="17408" y="8519"/>
              <a:ext cx="1241" cy="183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65" h="1974">
                  <a:moveTo>
                    <a:pt x="0" y="0"/>
                  </a:moveTo>
                  <a:lnTo>
                    <a:pt x="1665" y="0"/>
                  </a:lnTo>
                  <a:lnTo>
                    <a:pt x="1665" y="1974"/>
                  </a:lnTo>
                  <a:lnTo>
                    <a:pt x="0" y="1974"/>
                  </a:lnTo>
                  <a:lnTo>
                    <a:pt x="0" y="0"/>
                  </a:lnTo>
                  <a:close/>
                </a:path>
              </a:pathLst>
            </a:custGeom>
          </p:spPr>
        </p:pic>
      </p:grpSp>
      <p:grpSp>
        <p:nvGrpSpPr>
          <p:cNvPr id="38" name="组合 37"/>
          <p:cNvGrpSpPr/>
          <p:nvPr/>
        </p:nvGrpSpPr>
        <p:grpSpPr>
          <a:xfrm>
            <a:off x="6218555" y="1908810"/>
            <a:ext cx="4356735" cy="3980180"/>
            <a:chOff x="9608" y="3006"/>
            <a:chExt cx="6861" cy="6268"/>
          </a:xfrm>
        </p:grpSpPr>
        <p:sp>
          <p:nvSpPr>
            <p:cNvPr id="15" name="弧形 14"/>
            <p:cNvSpPr/>
            <p:nvPr/>
          </p:nvSpPr>
          <p:spPr>
            <a:xfrm flipH="1">
              <a:off x="10201" y="3006"/>
              <a:ext cx="6268" cy="6268"/>
            </a:xfrm>
            <a:prstGeom prst="arc">
              <a:avLst>
                <a:gd name="adj1" fmla="val 16200000"/>
                <a:gd name="adj2" fmla="val 5488801"/>
              </a:avLst>
            </a:prstGeom>
            <a:ln w="15875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grpSp>
          <p:nvGrpSpPr>
            <p:cNvPr id="29" name="组合 28"/>
            <p:cNvGrpSpPr/>
            <p:nvPr/>
          </p:nvGrpSpPr>
          <p:grpSpPr>
            <a:xfrm>
              <a:off x="11260" y="4065"/>
              <a:ext cx="4150" cy="4150"/>
              <a:chOff x="10945" y="3926"/>
              <a:chExt cx="4674" cy="4674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10945" y="3926"/>
                <a:ext cx="4674" cy="4674"/>
              </a:xfrm>
              <a:prstGeom prst="ellipse">
                <a:avLst/>
              </a:prstGeom>
              <a:solidFill>
                <a:srgbClr val="435BE1"/>
              </a:solidFill>
              <a:ln>
                <a:solidFill>
                  <a:schemeClr val="tx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/>
              </a:p>
            </p:txBody>
          </p:sp>
          <p:pic>
            <p:nvPicPr>
              <p:cNvPr id="27" name="图形 14"/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rcRect b="7975"/>
              <a:stretch>
                <a:fillRect/>
              </a:stretch>
            </p:blipFill>
            <p:spPr>
              <a:xfrm>
                <a:off x="11526" y="4304"/>
                <a:ext cx="3449" cy="4281"/>
              </a:xfrm>
              <a:custGeom>
                <a:avLst/>
                <a:gdLst/>
                <a:ahLst/>
                <a:cxnLst>
                  <a:cxn ang="3">
                    <a:pos x="hc" y="t"/>
                  </a:cxn>
                  <a:cxn ang="cd2">
                    <a:pos x="l" y="vc"/>
                  </a:cxn>
                  <a:cxn ang="cd4">
                    <a:pos x="hc" y="b"/>
                  </a:cxn>
                  <a:cxn ang="0">
                    <a:pos x="r" y="vc"/>
                  </a:cxn>
                </a:cxnLst>
                <a:rect l="l" t="t" r="r" b="b"/>
                <a:pathLst>
                  <a:path w="3449" h="4281">
                    <a:moveTo>
                      <a:pt x="0" y="395"/>
                    </a:moveTo>
                    <a:cubicBezTo>
                      <a:pt x="133" y="245"/>
                      <a:pt x="285" y="112"/>
                      <a:pt x="452" y="0"/>
                    </a:cubicBezTo>
                    <a:lnTo>
                      <a:pt x="3048" y="0"/>
                    </a:lnTo>
                    <a:cubicBezTo>
                      <a:pt x="3194" y="98"/>
                      <a:pt x="3329" y="212"/>
                      <a:pt x="3449" y="339"/>
                    </a:cubicBezTo>
                    <a:lnTo>
                      <a:pt x="3449" y="3549"/>
                    </a:lnTo>
                    <a:cubicBezTo>
                      <a:pt x="3023" y="4000"/>
                      <a:pt x="2419" y="4281"/>
                      <a:pt x="1750" y="4281"/>
                    </a:cubicBezTo>
                    <a:cubicBezTo>
                      <a:pt x="1053" y="4281"/>
                      <a:pt x="428" y="3976"/>
                      <a:pt x="0" y="3493"/>
                    </a:cubicBezTo>
                    <a:lnTo>
                      <a:pt x="0" y="395"/>
                    </a:lnTo>
                    <a:close/>
                  </a:path>
                </a:pathLst>
              </a:custGeom>
            </p:spPr>
          </p:pic>
        </p:grpSp>
        <p:sp>
          <p:nvSpPr>
            <p:cNvPr id="6" name="椭圆 5"/>
            <p:cNvSpPr/>
            <p:nvPr/>
          </p:nvSpPr>
          <p:spPr>
            <a:xfrm>
              <a:off x="10613" y="3695"/>
              <a:ext cx="880" cy="880"/>
            </a:xfrm>
            <a:prstGeom prst="ellipse">
              <a:avLst/>
            </a:prstGeom>
            <a:solidFill>
              <a:srgbClr val="435BE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0613" y="7797"/>
              <a:ext cx="880" cy="880"/>
            </a:xfrm>
            <a:prstGeom prst="ellipse">
              <a:avLst/>
            </a:prstGeom>
            <a:solidFill>
              <a:srgbClr val="435BE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9765" y="5746"/>
              <a:ext cx="880" cy="880"/>
            </a:xfrm>
            <a:prstGeom prst="ellipse">
              <a:avLst/>
            </a:prstGeom>
            <a:solidFill>
              <a:srgbClr val="435BE1"/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0456" y="3695"/>
              <a:ext cx="880" cy="8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0456" y="7797"/>
              <a:ext cx="880" cy="8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9608" y="5746"/>
              <a:ext cx="880" cy="88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3" name="文本框 42"/>
          <p:cNvSpPr txBox="1"/>
          <p:nvPr/>
        </p:nvSpPr>
        <p:spPr>
          <a:xfrm>
            <a:off x="6753225" y="2418715"/>
            <a:ext cx="5511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latin typeface="思源黑体 CN Heavy" panose="020B0A00000000000000" charset="-122"/>
                <a:ea typeface="思源黑体 CN Heavy" panose="020B0A00000000000000" charset="-122"/>
              </a:rPr>
              <a:t>01</a:t>
            </a:r>
            <a:endParaRPr lang="en-US" altLang="zh-CN" sz="2000" b="1"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6762115" y="5026660"/>
            <a:ext cx="5511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latin typeface="思源黑体 CN Heavy" panose="020B0A00000000000000" charset="-122"/>
                <a:ea typeface="思源黑体 CN Heavy" panose="020B0A00000000000000" charset="-122"/>
              </a:rPr>
              <a:t>03</a:t>
            </a:r>
            <a:endParaRPr lang="en-US" altLang="zh-CN" sz="2000" b="1"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6204585" y="3721735"/>
            <a:ext cx="5511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2000" b="1">
                <a:latin typeface="思源黑体 CN Heavy" panose="020B0A00000000000000" charset="-122"/>
                <a:ea typeface="思源黑体 CN Heavy" panose="020B0A00000000000000" charset="-122"/>
              </a:rPr>
              <a:t>02</a:t>
            </a:r>
            <a:endParaRPr lang="en-US" altLang="zh-CN" sz="2000" b="1"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9474200" y="2119630"/>
            <a:ext cx="1491615" cy="3543300"/>
          </a:xfrm>
          <a:prstGeom prst="rect">
            <a:avLst/>
          </a:prstGeom>
          <a:noFill/>
        </p:spPr>
        <p:txBody>
          <a:bodyPr vert="vert" wrap="square" rtlCol="0" anchor="t">
            <a:noAutofit/>
          </a:bodyPr>
          <a:p>
            <a:pPr indent="0" algn="dist" fontAlgn="auto">
              <a:lnSpc>
                <a:spcPct val="150000"/>
              </a:lnSpc>
            </a:pPr>
            <a:r>
              <a:rPr lang="zh-CN" altLang="en-US" sz="1200" cap="all">
                <a:solidFill>
                  <a:schemeClr val="tx1"/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</a:rPr>
              <a:t>Presentation </a:t>
            </a:r>
            <a:endParaRPr lang="zh-CN" altLang="en-US" sz="1200" cap="all">
              <a:solidFill>
                <a:schemeClr val="tx1"/>
              </a:solidFill>
              <a:uFillTx/>
              <a:latin typeface="思源黑体 CN Heavy" panose="020B0A00000000000000" charset="-122"/>
              <a:ea typeface="思源黑体 CN Heavy" panose="020B0A00000000000000" charset="-122"/>
            </a:endParaRPr>
          </a:p>
          <a:p>
            <a:pPr indent="0" algn="dist" fontAlgn="auto">
              <a:lnSpc>
                <a:spcPct val="150000"/>
              </a:lnSpc>
            </a:pPr>
            <a:r>
              <a:rPr lang="zh-CN" altLang="en-US" sz="1200" cap="all">
                <a:solidFill>
                  <a:schemeClr val="tx1"/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</a:rPr>
              <a:t>of </a:t>
            </a:r>
            <a:endParaRPr lang="zh-CN" altLang="en-US" sz="1200" cap="all">
              <a:solidFill>
                <a:schemeClr val="tx1"/>
              </a:solidFill>
              <a:uFillTx/>
              <a:latin typeface="思源黑体 CN Heavy" panose="020B0A00000000000000" charset="-122"/>
              <a:ea typeface="思源黑体 CN Heavy" panose="020B0A00000000000000" charset="-122"/>
            </a:endParaRPr>
          </a:p>
          <a:p>
            <a:pPr indent="0" algn="dist" fontAlgn="auto">
              <a:lnSpc>
                <a:spcPct val="150000"/>
              </a:lnSpc>
            </a:pPr>
            <a:r>
              <a:rPr lang="zh-CN" altLang="en-US" sz="1200" cap="all">
                <a:solidFill>
                  <a:schemeClr val="tx1"/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</a:rPr>
              <a:t>key </a:t>
            </a:r>
            <a:endParaRPr lang="zh-CN" altLang="en-US" sz="1200" cap="all">
              <a:solidFill>
                <a:schemeClr val="tx1"/>
              </a:solidFill>
              <a:uFillTx/>
              <a:latin typeface="思源黑体 CN Heavy" panose="020B0A00000000000000" charset="-122"/>
              <a:ea typeface="思源黑体 CN Heavy" panose="020B0A00000000000000" charset="-122"/>
            </a:endParaRPr>
          </a:p>
          <a:p>
            <a:pPr indent="0" algn="dist" fontAlgn="auto">
              <a:lnSpc>
                <a:spcPct val="150000"/>
              </a:lnSpc>
            </a:pPr>
            <a:r>
              <a:rPr lang="zh-CN" altLang="en-US" sz="1200" cap="all">
                <a:solidFill>
                  <a:schemeClr val="tx1"/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</a:rPr>
              <a:t>work</a:t>
            </a:r>
            <a:endParaRPr lang="zh-CN" altLang="en-US" sz="1200" cap="all">
              <a:solidFill>
                <a:schemeClr val="tx1"/>
              </a:solidFill>
              <a:uFillTx/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759460" y="3386455"/>
            <a:ext cx="4667250" cy="999490"/>
            <a:chOff x="1550" y="5294"/>
            <a:chExt cx="7350" cy="1574"/>
          </a:xfrm>
        </p:grpSpPr>
        <p:sp>
          <p:nvSpPr>
            <p:cNvPr id="41" name="文本框 40"/>
            <p:cNvSpPr txBox="1"/>
            <p:nvPr>
              <p:custDataLst>
                <p:tags r:id="rId10"/>
              </p:custDataLst>
            </p:nvPr>
          </p:nvSpPr>
          <p:spPr>
            <a:xfrm>
              <a:off x="1550" y="5852"/>
              <a:ext cx="7350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r" fontAlgn="auto">
                <a:lnSpc>
                  <a:spcPct val="150000"/>
                </a:lnSpc>
                <a:spcAft>
                  <a:spcPts val="1000"/>
                </a:spcAft>
                <a:buNone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单击此处输入你的正文，文字是您思想的提炼，为了最终演示发布的良好效果，请尽量言简意赅的阐述观点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endParaRPr>
            </a:p>
          </p:txBody>
        </p:sp>
        <p:sp>
          <p:nvSpPr>
            <p:cNvPr id="48" name="文本框 47"/>
            <p:cNvSpPr txBox="1"/>
            <p:nvPr/>
          </p:nvSpPr>
          <p:spPr>
            <a:xfrm>
              <a:off x="4743" y="5294"/>
              <a:ext cx="4157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r"/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重点工作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1327150" y="2040255"/>
            <a:ext cx="4667250" cy="999490"/>
            <a:chOff x="1550" y="5294"/>
            <a:chExt cx="7350" cy="1574"/>
          </a:xfrm>
        </p:grpSpPr>
        <p:sp>
          <p:nvSpPr>
            <p:cNvPr id="51" name="文本框 50"/>
            <p:cNvSpPr txBox="1"/>
            <p:nvPr>
              <p:custDataLst>
                <p:tags r:id="rId11"/>
              </p:custDataLst>
            </p:nvPr>
          </p:nvSpPr>
          <p:spPr>
            <a:xfrm>
              <a:off x="1550" y="5852"/>
              <a:ext cx="7350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r" fontAlgn="auto">
                <a:lnSpc>
                  <a:spcPct val="150000"/>
                </a:lnSpc>
                <a:spcAft>
                  <a:spcPts val="1000"/>
                </a:spcAft>
                <a:buNone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单击此处输入你的正文，文字是您思想的提炼，为了最终演示发布的良好效果，请尽量言简意赅的阐述观点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endParaRPr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4743" y="5294"/>
              <a:ext cx="4157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r"/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重点工作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</p:grpSp>
      <p:grpSp>
        <p:nvGrpSpPr>
          <p:cNvPr id="53" name="组合 52"/>
          <p:cNvGrpSpPr/>
          <p:nvPr/>
        </p:nvGrpSpPr>
        <p:grpSpPr>
          <a:xfrm>
            <a:off x="1327150" y="4732655"/>
            <a:ext cx="4667250" cy="999490"/>
            <a:chOff x="1550" y="5294"/>
            <a:chExt cx="7350" cy="1574"/>
          </a:xfrm>
        </p:grpSpPr>
        <p:sp>
          <p:nvSpPr>
            <p:cNvPr id="54" name="文本框 53"/>
            <p:cNvSpPr txBox="1"/>
            <p:nvPr>
              <p:custDataLst>
                <p:tags r:id="rId12"/>
              </p:custDataLst>
            </p:nvPr>
          </p:nvSpPr>
          <p:spPr>
            <a:xfrm>
              <a:off x="1550" y="5852"/>
              <a:ext cx="7350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r" fontAlgn="auto">
                <a:lnSpc>
                  <a:spcPct val="150000"/>
                </a:lnSpc>
                <a:spcAft>
                  <a:spcPts val="1000"/>
                </a:spcAft>
                <a:buNone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单击此处输入你的正文，文字是您思想的提炼，为了最终演示发布的良好效果，请尽量言简意赅的阐述观点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endParaRPr>
            </a:p>
          </p:txBody>
        </p:sp>
        <p:sp>
          <p:nvSpPr>
            <p:cNvPr id="55" name="文本框 54"/>
            <p:cNvSpPr txBox="1"/>
            <p:nvPr/>
          </p:nvSpPr>
          <p:spPr>
            <a:xfrm>
              <a:off x="4743" y="5294"/>
              <a:ext cx="4157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r"/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重点工作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627360" y="1367154"/>
            <a:ext cx="1196340" cy="520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15" t="-903" r="5797" b="903"/>
          <a:stretch>
            <a:fillRect/>
          </a:stretch>
        </p:blipFill>
        <p:spPr>
          <a:xfrm rot="16200000">
            <a:off x="3284220" y="-1570990"/>
            <a:ext cx="5203825" cy="1106106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59" name="矩形 58"/>
          <p:cNvSpPr/>
          <p:nvPr>
            <p:custDataLst>
              <p:tags r:id="rId3"/>
            </p:custDataLst>
          </p:nvPr>
        </p:nvSpPr>
        <p:spPr>
          <a:xfrm flipH="1">
            <a:off x="6007735" y="4021455"/>
            <a:ext cx="697230" cy="1801495"/>
          </a:xfrm>
          <a:prstGeom prst="rect">
            <a:avLst/>
          </a:prstGeom>
          <a:solidFill>
            <a:srgbClr val="435BE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2" name="矩形 61"/>
          <p:cNvSpPr/>
          <p:nvPr>
            <p:custDataLst>
              <p:tags r:id="rId4"/>
            </p:custDataLst>
          </p:nvPr>
        </p:nvSpPr>
        <p:spPr>
          <a:xfrm>
            <a:off x="5029200" y="1778000"/>
            <a:ext cx="697230" cy="1801495"/>
          </a:xfrm>
          <a:prstGeom prst="rect">
            <a:avLst/>
          </a:prstGeom>
          <a:solidFill>
            <a:srgbClr val="435BE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 rot="16200000">
            <a:off x="5630545" y="-4966494"/>
            <a:ext cx="918210" cy="1146746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 rot="16200000">
            <a:off x="228600" y="422116"/>
            <a:ext cx="920115" cy="690245"/>
          </a:xfrm>
          <a:prstGeom prst="rect">
            <a:avLst/>
          </a:prstGeom>
          <a:solidFill>
            <a:srgbClr val="435BE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1189844" y="497205"/>
            <a:ext cx="9664065" cy="664845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重点工作介绍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429334" y="700738"/>
            <a:ext cx="194157" cy="133001"/>
            <a:chOff x="6591300" y="-1003300"/>
            <a:chExt cx="266700" cy="190500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 flipH="1">
            <a:off x="594360" y="665480"/>
            <a:ext cx="274320" cy="235585"/>
            <a:chOff x="837" y="950"/>
            <a:chExt cx="714" cy="517"/>
          </a:xfrm>
        </p:grpSpPr>
        <p:sp>
          <p:nvSpPr>
            <p:cNvPr id="18" name="等腰三角形 17"/>
            <p:cNvSpPr/>
            <p:nvPr/>
          </p:nvSpPr>
          <p:spPr>
            <a:xfrm rot="16200000">
              <a:off x="826" y="961"/>
              <a:ext cx="516" cy="494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等腰三角形 1"/>
            <p:cNvSpPr/>
            <p:nvPr/>
          </p:nvSpPr>
          <p:spPr>
            <a:xfrm rot="16200000">
              <a:off x="1046" y="962"/>
              <a:ext cx="516" cy="494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226175" y="2060893"/>
            <a:ext cx="4667250" cy="1353820"/>
            <a:chOff x="9045" y="6467"/>
            <a:chExt cx="7350" cy="2132"/>
          </a:xfrm>
        </p:grpSpPr>
        <p:sp>
          <p:nvSpPr>
            <p:cNvPr id="20" name="文本框 19"/>
            <p:cNvSpPr txBox="1"/>
            <p:nvPr>
              <p:custDataLst>
                <p:tags r:id="rId6"/>
              </p:custDataLst>
            </p:nvPr>
          </p:nvSpPr>
          <p:spPr>
            <a:xfrm>
              <a:off x="9045" y="7147"/>
              <a:ext cx="7350" cy="145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 fontAlgn="auto">
                <a:lnSpc>
                  <a:spcPct val="150000"/>
                </a:lnSpc>
                <a:spcAft>
                  <a:spcPts val="1000"/>
                </a:spcAft>
                <a:buNone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单击此处输入你的正文，文字是您思想的提炼，为了最终演示发布的良好效果，请尽量言简意赅的阐述观点；根据需要可酌情增减文字，以便观者可以准确理解您所传达的信息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7"/>
              </p:custDataLst>
            </p:nvPr>
          </p:nvSpPr>
          <p:spPr>
            <a:xfrm>
              <a:off x="9045" y="6467"/>
              <a:ext cx="4157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/>
              <a:r>
                <a:rPr lang="zh-CN" alt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重点工作情况介绍</a:t>
              </a:r>
              <a:endPara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 rot="0" flipH="1">
            <a:off x="831215" y="4176395"/>
            <a:ext cx="4667250" cy="1353820"/>
            <a:chOff x="9045" y="6467"/>
            <a:chExt cx="7350" cy="2132"/>
          </a:xfrm>
        </p:grpSpPr>
        <p:sp>
          <p:nvSpPr>
            <p:cNvPr id="10" name="文本框 9"/>
            <p:cNvSpPr txBox="1"/>
            <p:nvPr>
              <p:custDataLst>
                <p:tags r:id="rId8"/>
              </p:custDataLst>
            </p:nvPr>
          </p:nvSpPr>
          <p:spPr>
            <a:xfrm>
              <a:off x="9045" y="7147"/>
              <a:ext cx="7350" cy="145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r" fontAlgn="auto">
                <a:lnSpc>
                  <a:spcPct val="150000"/>
                </a:lnSpc>
                <a:spcAft>
                  <a:spcPts val="1000"/>
                </a:spcAft>
                <a:buNone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单击此处输入你的正文，文字是您思想的提炼，为了最终演示发布的良好效果，请尽量言简意赅的阐述观点；根据需要可酌情增减文字，以便观者可以准确理解您所传达的信息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9"/>
              </p:custDataLst>
            </p:nvPr>
          </p:nvSpPr>
          <p:spPr>
            <a:xfrm>
              <a:off x="9045" y="6467"/>
              <a:ext cx="4157" cy="628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r"/>
              <a:r>
                <a:rPr lang="zh-CN" altLang="en-US" sz="2000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重点工作情况介绍</a:t>
              </a:r>
              <a:endParaRPr lang="zh-CN" altLang="en-US" sz="20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</p:grpSp>
      <p:sp>
        <p:nvSpPr>
          <p:cNvPr id="30" name="矩形 29"/>
          <p:cNvSpPr/>
          <p:nvPr>
            <p:custDataLst>
              <p:tags r:id="rId10"/>
            </p:custDataLst>
          </p:nvPr>
        </p:nvSpPr>
        <p:spPr>
          <a:xfrm flipH="1">
            <a:off x="6076315" y="3952240"/>
            <a:ext cx="697230" cy="180149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9" name="矩形 38"/>
          <p:cNvSpPr/>
          <p:nvPr>
            <p:custDataLst>
              <p:tags r:id="rId11"/>
            </p:custDataLst>
          </p:nvPr>
        </p:nvSpPr>
        <p:spPr>
          <a:xfrm>
            <a:off x="4950460" y="1837055"/>
            <a:ext cx="697230" cy="1801495"/>
          </a:xfrm>
          <a:prstGeom prst="rect">
            <a:avLst/>
          </a:prstGeom>
          <a:solidFill>
            <a:schemeClr val="bg1">
              <a:lumMod val="8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58" name="组合 57"/>
          <p:cNvGrpSpPr/>
          <p:nvPr/>
        </p:nvGrpSpPr>
        <p:grpSpPr>
          <a:xfrm>
            <a:off x="9940925" y="5409565"/>
            <a:ext cx="1900555" cy="1167130"/>
            <a:chOff x="15655" y="8519"/>
            <a:chExt cx="2993" cy="1838"/>
          </a:xfrm>
        </p:grpSpPr>
        <p:pic>
          <p:nvPicPr>
            <p:cNvPr id="49" name="图形 24"/>
            <p:cNvPicPr>
              <a:picLocks noChangeAspect="1"/>
            </p:cNvPicPr>
            <p:nvPr>
              <p:custDataLst>
                <p:tags r:id="rId12"/>
              </p:custDataLst>
            </p:nvPr>
          </p:nvPicPr>
          <p:blipFill>
            <a:blip r:embed="rId13"/>
            <a:stretch>
              <a:fillRect/>
            </a:stretch>
          </p:blipFill>
          <p:spPr>
            <a:xfrm rot="5400000">
              <a:off x="17138" y="9705"/>
              <a:ext cx="222" cy="438"/>
            </a:xfrm>
            <a:prstGeom prst="rect">
              <a:avLst/>
            </a:prstGeom>
          </p:spPr>
        </p:pic>
        <p:pic>
          <p:nvPicPr>
            <p:cNvPr id="50" name="图片 49" descr="未标题-2"/>
            <p:cNvPicPr>
              <a:picLocks noChangeAspect="1"/>
            </p:cNvPicPr>
            <p:nvPr>
              <p:custDataLst>
                <p:tags r:id="rId14"/>
              </p:custDataLst>
            </p:nvPr>
          </p:nvPicPr>
          <p:blipFill>
            <a:blip r:embed="rId15"/>
            <a:srcRect l="61573" t="60734" r="31964" b="9170"/>
            <a:stretch>
              <a:fillRect/>
            </a:stretch>
          </p:blipFill>
          <p:spPr>
            <a:xfrm>
              <a:off x="17408" y="8519"/>
              <a:ext cx="1241" cy="183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65" h="1974">
                  <a:moveTo>
                    <a:pt x="0" y="0"/>
                  </a:moveTo>
                  <a:lnTo>
                    <a:pt x="1665" y="0"/>
                  </a:lnTo>
                  <a:lnTo>
                    <a:pt x="1665" y="1974"/>
                  </a:lnTo>
                  <a:lnTo>
                    <a:pt x="0" y="1974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grpSp>
          <p:nvGrpSpPr>
            <p:cNvPr id="54" name="组合 53"/>
            <p:cNvGrpSpPr/>
            <p:nvPr/>
          </p:nvGrpSpPr>
          <p:grpSpPr>
            <a:xfrm rot="5400000">
              <a:off x="16109" y="9355"/>
              <a:ext cx="230" cy="1138"/>
              <a:chOff x="5734194" y="1638444"/>
              <a:chExt cx="745589" cy="3685737"/>
            </a:xfrm>
          </p:grpSpPr>
          <p:sp>
            <p:nvSpPr>
              <p:cNvPr id="55" name="任意多边形: 形状 52"/>
              <p:cNvSpPr/>
              <p:nvPr>
                <p:custDataLst>
                  <p:tags r:id="rId16"/>
                </p:custDataLst>
              </p:nvPr>
            </p:nvSpPr>
            <p:spPr>
              <a:xfrm>
                <a:off x="5734194" y="163844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6" name="任意多边形: 形状 55"/>
              <p:cNvSpPr/>
              <p:nvPr>
                <p:custDataLst>
                  <p:tags r:id="rId17"/>
                </p:custDataLst>
              </p:nvPr>
            </p:nvSpPr>
            <p:spPr>
              <a:xfrm>
                <a:off x="6106989" y="200701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7" name="任意多边形: 形状 56"/>
              <p:cNvSpPr/>
              <p:nvPr>
                <p:custDataLst>
                  <p:tags r:id="rId18"/>
                </p:custDataLst>
              </p:nvPr>
            </p:nvSpPr>
            <p:spPr>
              <a:xfrm>
                <a:off x="5734194" y="2375592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0" name="任意多边形: 形状 59"/>
              <p:cNvSpPr/>
              <p:nvPr>
                <p:custDataLst>
                  <p:tags r:id="rId19"/>
                </p:custDataLst>
              </p:nvPr>
            </p:nvSpPr>
            <p:spPr>
              <a:xfrm>
                <a:off x="6106989" y="2744166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1" name="任意多边形: 形状 60"/>
              <p:cNvSpPr/>
              <p:nvPr>
                <p:custDataLst>
                  <p:tags r:id="rId20"/>
                </p:custDataLst>
              </p:nvPr>
            </p:nvSpPr>
            <p:spPr>
              <a:xfrm>
                <a:off x="5734194" y="3112739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4" name="任意多边形: 形状 63"/>
              <p:cNvSpPr/>
              <p:nvPr>
                <p:custDataLst>
                  <p:tags r:id="rId21"/>
                </p:custDataLst>
              </p:nvPr>
            </p:nvSpPr>
            <p:spPr>
              <a:xfrm>
                <a:off x="6106989" y="3481313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5" name="任意多边形: 形状 64"/>
              <p:cNvSpPr/>
              <p:nvPr>
                <p:custDataLst>
                  <p:tags r:id="rId22"/>
                </p:custDataLst>
              </p:nvPr>
            </p:nvSpPr>
            <p:spPr>
              <a:xfrm>
                <a:off x="5734194" y="3849887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8" name="任意多边形: 形状 67"/>
              <p:cNvSpPr/>
              <p:nvPr>
                <p:custDataLst>
                  <p:tags r:id="rId23"/>
                </p:custDataLst>
              </p:nvPr>
            </p:nvSpPr>
            <p:spPr>
              <a:xfrm>
                <a:off x="6106989" y="4218461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9" name="任意多边形: 形状 68"/>
              <p:cNvSpPr/>
              <p:nvPr>
                <p:custDataLst>
                  <p:tags r:id="rId24"/>
                </p:custDataLst>
              </p:nvPr>
            </p:nvSpPr>
            <p:spPr>
              <a:xfrm>
                <a:off x="5734194" y="458703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76" name="任意多边形: 形状 75"/>
              <p:cNvSpPr/>
              <p:nvPr>
                <p:custDataLst>
                  <p:tags r:id="rId25"/>
                </p:custDataLst>
              </p:nvPr>
            </p:nvSpPr>
            <p:spPr>
              <a:xfrm>
                <a:off x="6106989" y="495560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</p:grpSp>
      <p:sp>
        <p:nvSpPr>
          <p:cNvPr id="51" name="文本框 50"/>
          <p:cNvSpPr txBox="1"/>
          <p:nvPr/>
        </p:nvSpPr>
        <p:spPr>
          <a:xfrm>
            <a:off x="5069205" y="2262823"/>
            <a:ext cx="459740" cy="9499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 algn="ctr"/>
            <a:r>
              <a:rPr lang="zh-CN" altLang="en-US">
                <a:latin typeface="思源黑体 CN Heavy" panose="020B0A00000000000000" charset="-122"/>
                <a:ea typeface="思源黑体 CN Heavy" panose="020B0A00000000000000" charset="-122"/>
              </a:rPr>
              <a:t>关键字</a:t>
            </a:r>
            <a:endParaRPr lang="zh-CN" altLang="en-US"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6195060" y="4378008"/>
            <a:ext cx="459740" cy="94996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p>
            <a:pPr algn="ctr"/>
            <a:r>
              <a:rPr lang="zh-CN" altLang="en-US">
                <a:latin typeface="思源黑体 CN Heavy" panose="020B0A00000000000000" charset="-122"/>
                <a:ea typeface="思源黑体 CN Heavy" panose="020B0A00000000000000" charset="-122"/>
              </a:rPr>
              <a:t>关键字</a:t>
            </a:r>
            <a:endParaRPr lang="zh-CN" altLang="en-US"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pic>
        <p:nvPicPr>
          <p:cNvPr id="63" name="图片 62" descr="rawpixel-620230-unsplash"/>
          <p:cNvPicPr>
            <a:picLocks noChangeAspect="1"/>
          </p:cNvPicPr>
          <p:nvPr/>
        </p:nvPicPr>
        <p:blipFill>
          <a:blip r:embed="rId26"/>
          <a:srcRect l="5341" t="24000" r="6110" b="9637"/>
          <a:stretch>
            <a:fillRect/>
          </a:stretch>
        </p:blipFill>
        <p:spPr>
          <a:xfrm>
            <a:off x="887730" y="1837055"/>
            <a:ext cx="3947795" cy="18014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217" h="2837">
                <a:moveTo>
                  <a:pt x="0" y="0"/>
                </a:moveTo>
                <a:lnTo>
                  <a:pt x="6217" y="0"/>
                </a:lnTo>
                <a:lnTo>
                  <a:pt x="6217" y="2837"/>
                </a:lnTo>
                <a:lnTo>
                  <a:pt x="0" y="2837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66" name="图片 65" descr="rawpixel-570904-unsplash"/>
          <p:cNvPicPr>
            <a:picLocks noChangeAspect="1"/>
          </p:cNvPicPr>
          <p:nvPr/>
        </p:nvPicPr>
        <p:blipFill>
          <a:blip r:embed="rId27"/>
          <a:srcRect l="15449" t="15306" r="7836" b="32186"/>
          <a:stretch>
            <a:fillRect/>
          </a:stretch>
        </p:blipFill>
        <p:spPr>
          <a:xfrm>
            <a:off x="6888480" y="3952240"/>
            <a:ext cx="3947795" cy="18014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217" h="2837">
                <a:moveTo>
                  <a:pt x="6217" y="0"/>
                </a:moveTo>
                <a:lnTo>
                  <a:pt x="0" y="0"/>
                </a:lnTo>
                <a:lnTo>
                  <a:pt x="0" y="2837"/>
                </a:lnTo>
                <a:lnTo>
                  <a:pt x="6217" y="2837"/>
                </a:lnTo>
                <a:lnTo>
                  <a:pt x="6217" y="0"/>
                </a:lnTo>
                <a:close/>
              </a:path>
            </a:pathLst>
          </a:cu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120" name="序号"/>
          <p:cNvSpPr txBox="1"/>
          <p:nvPr>
            <p:custDataLst>
              <p:tags r:id="rId28"/>
            </p:custDataLst>
          </p:nvPr>
        </p:nvSpPr>
        <p:spPr>
          <a:xfrm>
            <a:off x="869315" y="2779395"/>
            <a:ext cx="1028700" cy="1078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indent="0" algn="ctr" fontAlgn="auto">
              <a:lnSpc>
                <a:spcPct val="100000"/>
              </a:lnSpc>
              <a:buClrTx/>
              <a:buSzTx/>
              <a:buFontTx/>
            </a:pPr>
            <a:r>
              <a:rPr lang="en-US" sz="4400" b="1" dirty="0">
                <a:ln w="12700">
                  <a:solidFill>
                    <a:srgbClr val="000000"/>
                  </a:solidFill>
                </a:ln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01</a:t>
            </a:r>
            <a:endParaRPr lang="en-US" sz="4400" b="1" dirty="0">
              <a:ln w="12700">
                <a:solidFill>
                  <a:srgbClr val="000000"/>
                </a:solidFill>
              </a:ln>
              <a:solidFill>
                <a:schemeClr val="bg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67" name="序号"/>
          <p:cNvSpPr txBox="1"/>
          <p:nvPr>
            <p:custDataLst>
              <p:tags r:id="rId29"/>
            </p:custDataLst>
          </p:nvPr>
        </p:nvSpPr>
        <p:spPr>
          <a:xfrm>
            <a:off x="9800590" y="4858385"/>
            <a:ext cx="1028700" cy="1078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indent="0" algn="ctr" fontAlgn="auto">
              <a:lnSpc>
                <a:spcPct val="100000"/>
              </a:lnSpc>
              <a:buClrTx/>
              <a:buSzTx/>
              <a:buFontTx/>
            </a:pPr>
            <a:r>
              <a:rPr lang="en-US" sz="4400" b="1" dirty="0">
                <a:ln w="12700">
                  <a:solidFill>
                    <a:srgbClr val="000000"/>
                  </a:solidFill>
                </a:ln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02</a:t>
            </a:r>
            <a:endParaRPr lang="en-US" sz="4400" b="1" dirty="0">
              <a:ln w="12700">
                <a:solidFill>
                  <a:srgbClr val="000000"/>
                </a:solidFill>
              </a:ln>
              <a:solidFill>
                <a:schemeClr val="bg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487432" y="616226"/>
            <a:ext cx="11370365" cy="59577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37" t="837" r="2240" b="-837"/>
          <a:stretch>
            <a:fillRect/>
          </a:stretch>
        </p:blipFill>
        <p:spPr>
          <a:xfrm rot="16200000">
            <a:off x="2951675" y="-2279558"/>
            <a:ext cx="6059920" cy="11226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6" name="矩形 5"/>
          <p:cNvSpPr/>
          <p:nvPr/>
        </p:nvSpPr>
        <p:spPr>
          <a:xfrm>
            <a:off x="11339032" y="284001"/>
            <a:ext cx="324000" cy="6084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339032" y="1079134"/>
            <a:ext cx="324000" cy="280136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11339032" y="284004"/>
            <a:ext cx="324000" cy="435848"/>
            <a:chOff x="11550650" y="389101"/>
            <a:chExt cx="360000" cy="435848"/>
          </a:xfrm>
        </p:grpSpPr>
        <p:sp>
          <p:nvSpPr>
            <p:cNvPr id="8" name="矩形 7"/>
            <p:cNvSpPr/>
            <p:nvPr/>
          </p:nvSpPr>
          <p:spPr>
            <a:xfrm>
              <a:off x="11550650" y="389101"/>
              <a:ext cx="360000" cy="43584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609594" y="502667"/>
              <a:ext cx="242112" cy="208717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flipV="1">
            <a:off x="11339032" y="5932717"/>
            <a:ext cx="324000" cy="435848"/>
            <a:chOff x="11550650" y="389101"/>
            <a:chExt cx="360000" cy="435848"/>
          </a:xfrm>
        </p:grpSpPr>
        <p:sp>
          <p:nvSpPr>
            <p:cNvPr id="13" name="矩形 12"/>
            <p:cNvSpPr/>
            <p:nvPr/>
          </p:nvSpPr>
          <p:spPr>
            <a:xfrm>
              <a:off x="11550650" y="389101"/>
              <a:ext cx="360000" cy="43584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/>
            <p:cNvSpPr/>
            <p:nvPr/>
          </p:nvSpPr>
          <p:spPr>
            <a:xfrm>
              <a:off x="11609594" y="502667"/>
              <a:ext cx="242112" cy="208717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任意多边形: 形状 1"/>
          <p:cNvSpPr/>
          <p:nvPr/>
        </p:nvSpPr>
        <p:spPr>
          <a:xfrm>
            <a:off x="592468" y="5689600"/>
            <a:ext cx="419035" cy="439526"/>
          </a:xfrm>
          <a:custGeom>
            <a:avLst/>
            <a:gdLst>
              <a:gd name="connsiteX0" fmla="*/ 0 w 673100"/>
              <a:gd name="connsiteY0" fmla="*/ 0 h 622300"/>
              <a:gd name="connsiteX1" fmla="*/ 0 w 673100"/>
              <a:gd name="connsiteY1" fmla="*/ 622300 h 622300"/>
              <a:gd name="connsiteX2" fmla="*/ 673100 w 673100"/>
              <a:gd name="connsiteY2" fmla="*/ 622300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3100" h="622300">
                <a:moveTo>
                  <a:pt x="0" y="0"/>
                </a:moveTo>
                <a:lnTo>
                  <a:pt x="0" y="622300"/>
                </a:lnTo>
                <a:lnTo>
                  <a:pt x="673100" y="62230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69060" y="2832735"/>
            <a:ext cx="5366385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400" b="1" dirty="0">
                <a:effectLst/>
                <a:latin typeface="思源黑体 CN Heavy" panose="020B0A00000000000000" charset="-122"/>
                <a:ea typeface="思源黑体 CN Heavy" panose="020B0A00000000000000" charset="-122"/>
              </a:rPr>
              <a:t>工作中不足之</a:t>
            </a:r>
            <a:r>
              <a:rPr lang="zh-CN" altLang="en-US" sz="5400" b="1" dirty="0">
                <a:effectLst/>
                <a:latin typeface="思源黑体 CN Heavy" panose="020B0A00000000000000" charset="-122"/>
                <a:ea typeface="思源黑体 CN Heavy" panose="020B0A00000000000000" charset="-122"/>
              </a:rPr>
              <a:t>处</a:t>
            </a:r>
            <a:endParaRPr lang="zh-CN" altLang="en-US" sz="5400" b="1" dirty="0">
              <a:effectLst/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18" name="序号"/>
          <p:cNvSpPr txBox="1"/>
          <p:nvPr>
            <p:custDataLst>
              <p:tags r:id="rId3"/>
            </p:custDataLst>
          </p:nvPr>
        </p:nvSpPr>
        <p:spPr>
          <a:xfrm>
            <a:off x="1435735" y="1705198"/>
            <a:ext cx="1448963" cy="107911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sz="8000" b="1" dirty="0">
                <a:ln w="15875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03</a:t>
            </a:r>
            <a:endParaRPr lang="en-US" sz="8000" b="1" dirty="0">
              <a:ln w="15875">
                <a:solidFill>
                  <a:srgbClr val="000000"/>
                </a:solidFill>
              </a:ln>
              <a:solidFill>
                <a:srgbClr val="435BE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577585" y="522100"/>
            <a:ext cx="332768" cy="332768"/>
            <a:chOff x="540482" y="490150"/>
            <a:chExt cx="439526" cy="439526"/>
          </a:xfrm>
        </p:grpSpPr>
        <p:sp>
          <p:nvSpPr>
            <p:cNvPr id="24" name="矩形 23"/>
            <p:cNvSpPr/>
            <p:nvPr/>
          </p:nvSpPr>
          <p:spPr>
            <a:xfrm>
              <a:off x="577189" y="526857"/>
              <a:ext cx="366112" cy="3661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乘号 45"/>
            <p:cNvSpPr/>
            <p:nvPr/>
          </p:nvSpPr>
          <p:spPr>
            <a:xfrm>
              <a:off x="540482" y="490150"/>
              <a:ext cx="439526" cy="439526"/>
            </a:xfrm>
            <a:prstGeom prst="mathMultiply">
              <a:avLst>
                <a:gd name="adj1" fmla="val 430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50" name="直接箭头连接符 49"/>
          <p:cNvCxnSpPr/>
          <p:nvPr/>
        </p:nvCxnSpPr>
        <p:spPr>
          <a:xfrm>
            <a:off x="1208415" y="688484"/>
            <a:ext cx="8622665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组合 55"/>
          <p:cNvGrpSpPr/>
          <p:nvPr/>
        </p:nvGrpSpPr>
        <p:grpSpPr>
          <a:xfrm>
            <a:off x="11403953" y="1219465"/>
            <a:ext cx="194157" cy="133001"/>
            <a:chOff x="6591300" y="-1003300"/>
            <a:chExt cx="266700" cy="190500"/>
          </a:xfrm>
        </p:grpSpPr>
        <p:cxnSp>
          <p:nvCxnSpPr>
            <p:cNvPr id="57" name="直接连接符 56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图片 14" descr="未标题-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80875" t="3729" r="2260" b="68870"/>
          <a:stretch>
            <a:fillRect/>
          </a:stretch>
        </p:blipFill>
        <p:spPr>
          <a:xfrm>
            <a:off x="9683115" y="1410970"/>
            <a:ext cx="870585" cy="713105"/>
          </a:xfrm>
          <a:prstGeom prst="rect">
            <a:avLst/>
          </a:prstGeom>
        </p:spPr>
      </p:pic>
      <p:sp>
        <p:nvSpPr>
          <p:cNvPr id="16" name="椭圆 15"/>
          <p:cNvSpPr/>
          <p:nvPr/>
        </p:nvSpPr>
        <p:spPr>
          <a:xfrm>
            <a:off x="7128510" y="5342255"/>
            <a:ext cx="3437255" cy="69596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形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523730" y="3581400"/>
            <a:ext cx="950595" cy="1025525"/>
          </a:xfrm>
          <a:prstGeom prst="rect">
            <a:avLst/>
          </a:prstGeom>
        </p:spPr>
      </p:pic>
      <p:pic>
        <p:nvPicPr>
          <p:cNvPr id="17" name="图形 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259320" y="2917190"/>
            <a:ext cx="1699895" cy="1831975"/>
          </a:xfrm>
          <a:prstGeom prst="rect">
            <a:avLst/>
          </a:prstGeom>
        </p:spPr>
      </p:pic>
      <p:pic>
        <p:nvPicPr>
          <p:cNvPr id="7" name="图片 6" descr="未标题-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rcRect l="42500" t="28230" r="39036"/>
          <a:stretch>
            <a:fillRect/>
          </a:stretch>
        </p:blipFill>
        <p:spPr>
          <a:xfrm flipH="1">
            <a:off x="6683375" y="1383030"/>
            <a:ext cx="3752850" cy="4640580"/>
          </a:xfrm>
          <a:prstGeom prst="rect">
            <a:avLst/>
          </a:prstGeom>
        </p:spPr>
      </p:pic>
      <p:pic>
        <p:nvPicPr>
          <p:cNvPr id="21" name="图形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069830" y="2566035"/>
            <a:ext cx="678815" cy="652145"/>
          </a:xfrm>
          <a:prstGeom prst="rect">
            <a:avLst/>
          </a:prstGeom>
        </p:spPr>
      </p:pic>
      <p:grpSp>
        <p:nvGrpSpPr>
          <p:cNvPr id="80" name="组合 79"/>
          <p:cNvGrpSpPr/>
          <p:nvPr/>
        </p:nvGrpSpPr>
        <p:grpSpPr>
          <a:xfrm flipH="1">
            <a:off x="3706524" y="2032300"/>
            <a:ext cx="328241" cy="173667"/>
            <a:chOff x="6172200" y="4442732"/>
            <a:chExt cx="494945" cy="261867"/>
          </a:xfrm>
        </p:grpSpPr>
        <p:sp>
          <p:nvSpPr>
            <p:cNvPr id="81" name="箭头: V 形 80"/>
            <p:cNvSpPr/>
            <p:nvPr>
              <p:custDataLst>
                <p:tags r:id="rId13"/>
              </p:custDataLst>
            </p:nvPr>
          </p:nvSpPr>
          <p:spPr>
            <a:xfrm flipH="1">
              <a:off x="6172200" y="4442732"/>
              <a:ext cx="261867" cy="261867"/>
            </a:xfrm>
            <a:prstGeom prst="chevron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82" name="箭头: V 形 81"/>
            <p:cNvSpPr/>
            <p:nvPr>
              <p:custDataLst>
                <p:tags r:id="rId14"/>
              </p:custDataLst>
            </p:nvPr>
          </p:nvSpPr>
          <p:spPr>
            <a:xfrm flipH="1">
              <a:off x="6405278" y="4442732"/>
              <a:ext cx="261867" cy="261867"/>
            </a:xfrm>
            <a:prstGeom prst="chevron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  <p:sp>
        <p:nvSpPr>
          <p:cNvPr id="30" name="文本框 29"/>
          <p:cNvSpPr txBox="1"/>
          <p:nvPr>
            <p:custDataLst>
              <p:tags r:id="rId15"/>
            </p:custDataLst>
          </p:nvPr>
        </p:nvSpPr>
        <p:spPr>
          <a:xfrm>
            <a:off x="9950450" y="554355"/>
            <a:ext cx="1077595" cy="2755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r">
              <a:buClrTx/>
              <a:buSzTx/>
              <a:buFontTx/>
            </a:pPr>
            <a:r>
              <a:rPr lang="en-US" altLang="zh-CN" sz="1200" b="1" dirty="0">
                <a:latin typeface="思源黑体 CN Bold" panose="020B0800000000000000" charset="-122"/>
                <a:ea typeface="思源黑体 CN Bold" panose="020B0800000000000000" charset="-122"/>
              </a:rPr>
              <a:t>YOUR LOGO</a:t>
            </a:r>
            <a:endParaRPr lang="en-US" altLang="zh-CN" sz="1200" b="1" dirty="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369060" y="3876675"/>
            <a:ext cx="5341620" cy="1099820"/>
            <a:chOff x="2156" y="6595"/>
            <a:chExt cx="8412" cy="1732"/>
          </a:xfrm>
        </p:grpSpPr>
        <p:sp>
          <p:nvSpPr>
            <p:cNvPr id="19" name="文本框 18"/>
            <p:cNvSpPr txBox="1"/>
            <p:nvPr>
              <p:custDataLst>
                <p:tags r:id="rId16"/>
              </p:custDataLst>
            </p:nvPr>
          </p:nvSpPr>
          <p:spPr>
            <a:xfrm>
              <a:off x="2156" y="6595"/>
              <a:ext cx="3171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</a:rPr>
                <a:t>添加副标题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17"/>
              </p:custDataLst>
            </p:nvPr>
          </p:nvSpPr>
          <p:spPr>
            <a:xfrm>
              <a:off x="2156" y="7311"/>
              <a:ext cx="8412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fontAlgn="auto">
                <a:lnSpc>
                  <a:spcPct val="150000"/>
                </a:lnSpc>
                <a:spcAft>
                  <a:spcPts val="1000"/>
                </a:spcAft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单击此处输入你的正文，文字是您思想的提炼，根据需要可酌情增减文字，以便观者可以准确理解您所传达的信息。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endParaRPr>
            </a:p>
          </p:txBody>
        </p:sp>
        <p:cxnSp>
          <p:nvCxnSpPr>
            <p:cNvPr id="27" name="直接连接符 26"/>
            <p:cNvCxnSpPr/>
            <p:nvPr>
              <p:custDataLst>
                <p:tags r:id="rId18"/>
              </p:custDataLst>
            </p:nvPr>
          </p:nvCxnSpPr>
          <p:spPr>
            <a:xfrm>
              <a:off x="5597" y="6909"/>
              <a:ext cx="447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627360" y="1367154"/>
            <a:ext cx="1196340" cy="520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15" t="-903" r="5797" b="903"/>
          <a:stretch>
            <a:fillRect/>
          </a:stretch>
        </p:blipFill>
        <p:spPr>
          <a:xfrm rot="16200000">
            <a:off x="3284220" y="-1570990"/>
            <a:ext cx="5203825" cy="1106106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7" name="矩形 6"/>
          <p:cNvSpPr/>
          <p:nvPr/>
        </p:nvSpPr>
        <p:spPr>
          <a:xfrm rot="16200000">
            <a:off x="5630545" y="-4966494"/>
            <a:ext cx="918210" cy="1146746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 rot="16200000">
            <a:off x="228600" y="422116"/>
            <a:ext cx="920115" cy="690245"/>
          </a:xfrm>
          <a:prstGeom prst="rect">
            <a:avLst/>
          </a:prstGeom>
          <a:solidFill>
            <a:srgbClr val="435BE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189844" y="497205"/>
            <a:ext cx="9664065" cy="664845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工作中不足之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处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429334" y="700738"/>
            <a:ext cx="194157" cy="133001"/>
            <a:chOff x="6591300" y="-1003300"/>
            <a:chExt cx="266700" cy="190500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 flipH="1">
            <a:off x="594360" y="665480"/>
            <a:ext cx="274320" cy="235585"/>
            <a:chOff x="837" y="950"/>
            <a:chExt cx="714" cy="517"/>
          </a:xfrm>
        </p:grpSpPr>
        <p:sp>
          <p:nvSpPr>
            <p:cNvPr id="18" name="等腰三角形 17"/>
            <p:cNvSpPr/>
            <p:nvPr/>
          </p:nvSpPr>
          <p:spPr>
            <a:xfrm rot="16200000">
              <a:off x="826" y="961"/>
              <a:ext cx="516" cy="494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等腰三角形 1"/>
            <p:cNvSpPr/>
            <p:nvPr/>
          </p:nvSpPr>
          <p:spPr>
            <a:xfrm rot="16200000">
              <a:off x="1046" y="962"/>
              <a:ext cx="516" cy="494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6" name="矩形 5"/>
          <p:cNvSpPr/>
          <p:nvPr>
            <p:custDataLst>
              <p:tags r:id="rId4"/>
            </p:custDataLst>
          </p:nvPr>
        </p:nvSpPr>
        <p:spPr>
          <a:xfrm>
            <a:off x="1021080" y="4072255"/>
            <a:ext cx="3209925" cy="198755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6" name="矩形 15"/>
          <p:cNvSpPr/>
          <p:nvPr>
            <p:custDataLst>
              <p:tags r:id="rId5"/>
            </p:custDataLst>
          </p:nvPr>
        </p:nvSpPr>
        <p:spPr>
          <a:xfrm>
            <a:off x="4352290" y="4072255"/>
            <a:ext cx="3209925" cy="198755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9" name="矩形 28"/>
          <p:cNvSpPr/>
          <p:nvPr>
            <p:custDataLst>
              <p:tags r:id="rId6"/>
            </p:custDataLst>
          </p:nvPr>
        </p:nvSpPr>
        <p:spPr>
          <a:xfrm>
            <a:off x="7683500" y="4072255"/>
            <a:ext cx="3209925" cy="198755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9940925" y="5409565"/>
            <a:ext cx="1900555" cy="1167130"/>
            <a:chOff x="15655" y="8519"/>
            <a:chExt cx="2993" cy="1838"/>
          </a:xfrm>
        </p:grpSpPr>
        <p:pic>
          <p:nvPicPr>
            <p:cNvPr id="32" name="图形 24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/>
            <a:stretch>
              <a:fillRect/>
            </a:stretch>
          </p:blipFill>
          <p:spPr>
            <a:xfrm rot="5400000">
              <a:off x="17138" y="9705"/>
              <a:ext cx="222" cy="438"/>
            </a:xfrm>
            <a:prstGeom prst="rect">
              <a:avLst/>
            </a:prstGeom>
          </p:spPr>
        </p:pic>
        <p:pic>
          <p:nvPicPr>
            <p:cNvPr id="33" name="图片 32" descr="未标题-2"/>
            <p:cNvPicPr>
              <a:picLocks noChangeAspect="1"/>
            </p:cNvPicPr>
            <p:nvPr>
              <p:custDataLst>
                <p:tags r:id="rId9"/>
              </p:custDataLst>
            </p:nvPr>
          </p:nvPicPr>
          <p:blipFill>
            <a:blip r:embed="rId10"/>
            <a:srcRect l="61573" t="60734" r="31964" b="9170"/>
            <a:stretch>
              <a:fillRect/>
            </a:stretch>
          </p:blipFill>
          <p:spPr>
            <a:xfrm>
              <a:off x="17408" y="8519"/>
              <a:ext cx="1241" cy="183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65" h="1974">
                  <a:moveTo>
                    <a:pt x="0" y="0"/>
                  </a:moveTo>
                  <a:lnTo>
                    <a:pt x="1665" y="0"/>
                  </a:lnTo>
                  <a:lnTo>
                    <a:pt x="1665" y="1974"/>
                  </a:lnTo>
                  <a:lnTo>
                    <a:pt x="0" y="1974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grpSp>
          <p:nvGrpSpPr>
            <p:cNvPr id="54" name="组合 53"/>
            <p:cNvGrpSpPr/>
            <p:nvPr/>
          </p:nvGrpSpPr>
          <p:grpSpPr>
            <a:xfrm rot="5400000">
              <a:off x="16109" y="9355"/>
              <a:ext cx="230" cy="1138"/>
              <a:chOff x="5734194" y="1638444"/>
              <a:chExt cx="745589" cy="3685737"/>
            </a:xfrm>
          </p:grpSpPr>
          <p:sp>
            <p:nvSpPr>
              <p:cNvPr id="55" name="任意多边形: 形状 52"/>
              <p:cNvSpPr/>
              <p:nvPr>
                <p:custDataLst>
                  <p:tags r:id="rId11"/>
                </p:custDataLst>
              </p:nvPr>
            </p:nvSpPr>
            <p:spPr>
              <a:xfrm>
                <a:off x="5734194" y="163844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6" name="任意多边形: 形状 55"/>
              <p:cNvSpPr/>
              <p:nvPr>
                <p:custDataLst>
                  <p:tags r:id="rId12"/>
                </p:custDataLst>
              </p:nvPr>
            </p:nvSpPr>
            <p:spPr>
              <a:xfrm>
                <a:off x="6106989" y="200701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7" name="任意多边形: 形状 56"/>
              <p:cNvSpPr/>
              <p:nvPr>
                <p:custDataLst>
                  <p:tags r:id="rId13"/>
                </p:custDataLst>
              </p:nvPr>
            </p:nvSpPr>
            <p:spPr>
              <a:xfrm>
                <a:off x="5734194" y="2375592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0" name="任意多边形: 形状 59"/>
              <p:cNvSpPr/>
              <p:nvPr>
                <p:custDataLst>
                  <p:tags r:id="rId14"/>
                </p:custDataLst>
              </p:nvPr>
            </p:nvSpPr>
            <p:spPr>
              <a:xfrm>
                <a:off x="6106989" y="2744166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1" name="任意多边形: 形状 60"/>
              <p:cNvSpPr/>
              <p:nvPr>
                <p:custDataLst>
                  <p:tags r:id="rId15"/>
                </p:custDataLst>
              </p:nvPr>
            </p:nvSpPr>
            <p:spPr>
              <a:xfrm>
                <a:off x="5734194" y="3112739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4" name="任意多边形: 形状 63"/>
              <p:cNvSpPr/>
              <p:nvPr>
                <p:custDataLst>
                  <p:tags r:id="rId16"/>
                </p:custDataLst>
              </p:nvPr>
            </p:nvSpPr>
            <p:spPr>
              <a:xfrm>
                <a:off x="6106989" y="3481313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5" name="任意多边形: 形状 64"/>
              <p:cNvSpPr/>
              <p:nvPr>
                <p:custDataLst>
                  <p:tags r:id="rId17"/>
                </p:custDataLst>
              </p:nvPr>
            </p:nvSpPr>
            <p:spPr>
              <a:xfrm>
                <a:off x="5734194" y="3849887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8" name="任意多边形: 形状 67"/>
              <p:cNvSpPr/>
              <p:nvPr>
                <p:custDataLst>
                  <p:tags r:id="rId18"/>
                </p:custDataLst>
              </p:nvPr>
            </p:nvSpPr>
            <p:spPr>
              <a:xfrm>
                <a:off x="6106989" y="4218461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9" name="任意多边形: 形状 68"/>
              <p:cNvSpPr/>
              <p:nvPr>
                <p:custDataLst>
                  <p:tags r:id="rId19"/>
                </p:custDataLst>
              </p:nvPr>
            </p:nvSpPr>
            <p:spPr>
              <a:xfrm>
                <a:off x="5734194" y="458703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76" name="任意多边形: 形状 75"/>
              <p:cNvSpPr/>
              <p:nvPr>
                <p:custDataLst>
                  <p:tags r:id="rId20"/>
                </p:custDataLst>
              </p:nvPr>
            </p:nvSpPr>
            <p:spPr>
              <a:xfrm>
                <a:off x="6106989" y="495560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</p:grpSp>
      <p:sp>
        <p:nvSpPr>
          <p:cNvPr id="34" name="文本框 33"/>
          <p:cNvSpPr txBox="1"/>
          <p:nvPr>
            <p:custDataLst>
              <p:tags r:id="rId21"/>
            </p:custDataLst>
          </p:nvPr>
        </p:nvSpPr>
        <p:spPr>
          <a:xfrm>
            <a:off x="1138555" y="4827905"/>
            <a:ext cx="296799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  <a:spcAft>
                <a:spcPts val="100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单击此处输入你的正文，文字是您思想的提炼，为了最终演示发布的良好效果，请尽量言简意赅的阐述观点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40" name="文本框 39"/>
          <p:cNvSpPr txBox="1"/>
          <p:nvPr>
            <p:custDataLst>
              <p:tags r:id="rId22"/>
            </p:custDataLst>
          </p:nvPr>
        </p:nvSpPr>
        <p:spPr>
          <a:xfrm>
            <a:off x="4468495" y="4827905"/>
            <a:ext cx="296799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  <a:spcAft>
                <a:spcPts val="100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单击此处输入你的正文，文字是您思想的提炼，为了最终演示发布的良好效果，请尽量言简意赅的阐述观点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44" name="文本框 43"/>
          <p:cNvSpPr txBox="1"/>
          <p:nvPr>
            <p:custDataLst>
              <p:tags r:id="rId23"/>
            </p:custDataLst>
          </p:nvPr>
        </p:nvSpPr>
        <p:spPr>
          <a:xfrm>
            <a:off x="7798435" y="4827905"/>
            <a:ext cx="296799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  <a:spcAft>
                <a:spcPts val="100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单击此处输入你的正文，文字是您思想的提炼，为了最终演示发布的良好效果，请尽量言简意赅的阐述观点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pic>
        <p:nvPicPr>
          <p:cNvPr id="51" name="图片 50" descr="android-phone-apple-keyboard-black-and-white-789433"/>
          <p:cNvPicPr>
            <a:picLocks noChangeAspect="1"/>
          </p:cNvPicPr>
          <p:nvPr/>
        </p:nvPicPr>
        <p:blipFill>
          <a:blip r:embed="rId24"/>
          <a:srcRect l="1471" t="2149" r="1968" b="8166"/>
          <a:stretch>
            <a:fillRect/>
          </a:stretch>
        </p:blipFill>
        <p:spPr>
          <a:xfrm>
            <a:off x="1021080" y="1996440"/>
            <a:ext cx="3209925" cy="19875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055" h="3130">
                <a:moveTo>
                  <a:pt x="0" y="0"/>
                </a:moveTo>
                <a:lnTo>
                  <a:pt x="5055" y="0"/>
                </a:lnTo>
                <a:lnTo>
                  <a:pt x="5055" y="3130"/>
                </a:lnTo>
                <a:lnTo>
                  <a:pt x="0" y="3130"/>
                </a:lnTo>
                <a:lnTo>
                  <a:pt x="0" y="0"/>
                </a:lnTo>
                <a:close/>
              </a:path>
            </a:pathLst>
          </a:custGeom>
          <a:ln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50" name="图片 49" descr="analyse-analysis-analytics-877696"/>
          <p:cNvPicPr>
            <a:picLocks noChangeAspect="1"/>
          </p:cNvPicPr>
          <p:nvPr/>
        </p:nvPicPr>
        <p:blipFill>
          <a:blip r:embed="rId25"/>
          <a:srcRect l="5319" t="2865" r="4462" b="13333"/>
          <a:stretch>
            <a:fillRect/>
          </a:stretch>
        </p:blipFill>
        <p:spPr>
          <a:xfrm>
            <a:off x="4352290" y="1996440"/>
            <a:ext cx="3209925" cy="19875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055" h="3130">
                <a:moveTo>
                  <a:pt x="0" y="0"/>
                </a:moveTo>
                <a:lnTo>
                  <a:pt x="5055" y="0"/>
                </a:lnTo>
                <a:lnTo>
                  <a:pt x="5055" y="3130"/>
                </a:lnTo>
                <a:lnTo>
                  <a:pt x="0" y="313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pic>
        <p:nvPicPr>
          <p:cNvPr id="49" name="图片 48" descr="accounting-analytics-balance-209224"/>
          <p:cNvPicPr>
            <a:picLocks noChangeAspect="1"/>
          </p:cNvPicPr>
          <p:nvPr/>
        </p:nvPicPr>
        <p:blipFill>
          <a:blip r:embed="rId26"/>
          <a:srcRect l="1866" t="3913" r="1866" b="6684"/>
          <a:stretch>
            <a:fillRect/>
          </a:stretch>
        </p:blipFill>
        <p:spPr>
          <a:xfrm>
            <a:off x="7683500" y="1996440"/>
            <a:ext cx="3209925" cy="19875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055" h="3130">
                <a:moveTo>
                  <a:pt x="0" y="0"/>
                </a:moveTo>
                <a:lnTo>
                  <a:pt x="5055" y="0"/>
                </a:lnTo>
                <a:lnTo>
                  <a:pt x="5055" y="3130"/>
                </a:lnTo>
                <a:lnTo>
                  <a:pt x="0" y="3130"/>
                </a:lnTo>
                <a:lnTo>
                  <a:pt x="0" y="0"/>
                </a:lnTo>
                <a:close/>
              </a:path>
            </a:pathLst>
          </a:custGeom>
          <a:ln w="12700">
            <a:solidFill>
              <a:schemeClr val="tx1">
                <a:lumMod val="95000"/>
                <a:lumOff val="5000"/>
              </a:schemeClr>
            </a:solidFill>
          </a:ln>
        </p:spPr>
      </p:pic>
      <p:sp>
        <p:nvSpPr>
          <p:cNvPr id="52" name="矩形 51"/>
          <p:cNvSpPr/>
          <p:nvPr>
            <p:custDataLst>
              <p:tags r:id="rId27"/>
            </p:custDataLst>
          </p:nvPr>
        </p:nvSpPr>
        <p:spPr>
          <a:xfrm>
            <a:off x="1009650" y="3752215"/>
            <a:ext cx="3221355" cy="557530"/>
          </a:xfrm>
          <a:prstGeom prst="rect">
            <a:avLst/>
          </a:prstGeom>
          <a:solidFill>
            <a:srgbClr val="435BE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3" name="矩形 52"/>
          <p:cNvSpPr/>
          <p:nvPr>
            <p:custDataLst>
              <p:tags r:id="rId28"/>
            </p:custDataLst>
          </p:nvPr>
        </p:nvSpPr>
        <p:spPr>
          <a:xfrm>
            <a:off x="4334510" y="3752215"/>
            <a:ext cx="3221355" cy="557530"/>
          </a:xfrm>
          <a:prstGeom prst="rect">
            <a:avLst/>
          </a:prstGeom>
          <a:solidFill>
            <a:srgbClr val="435BE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9" name="矩形 58"/>
          <p:cNvSpPr/>
          <p:nvPr>
            <p:custDataLst>
              <p:tags r:id="rId29"/>
            </p:custDataLst>
          </p:nvPr>
        </p:nvSpPr>
        <p:spPr>
          <a:xfrm>
            <a:off x="7678420" y="3752215"/>
            <a:ext cx="3221355" cy="557530"/>
          </a:xfrm>
          <a:prstGeom prst="rect">
            <a:avLst/>
          </a:prstGeom>
          <a:solidFill>
            <a:srgbClr val="435BE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2" name="文本框 71"/>
          <p:cNvSpPr txBox="1"/>
          <p:nvPr>
            <p:custDataLst>
              <p:tags r:id="rId30"/>
            </p:custDataLst>
          </p:nvPr>
        </p:nvSpPr>
        <p:spPr>
          <a:xfrm>
            <a:off x="1617345" y="4476750"/>
            <a:ext cx="20104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添加小标题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41" name="文本框 40"/>
          <p:cNvSpPr txBox="1"/>
          <p:nvPr>
            <p:custDataLst>
              <p:tags r:id="rId31"/>
            </p:custDataLst>
          </p:nvPr>
        </p:nvSpPr>
        <p:spPr>
          <a:xfrm>
            <a:off x="4947285" y="4476750"/>
            <a:ext cx="20104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添加小标题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45" name="文本框 44"/>
          <p:cNvSpPr txBox="1"/>
          <p:nvPr>
            <p:custDataLst>
              <p:tags r:id="rId32"/>
            </p:custDataLst>
          </p:nvPr>
        </p:nvSpPr>
        <p:spPr>
          <a:xfrm>
            <a:off x="8277225" y="4476750"/>
            <a:ext cx="201041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添加小标题</a:t>
            </a:r>
            <a:endParaRPr lang="zh-CN" altLang="en-US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63" name="文本框 62"/>
          <p:cNvSpPr txBox="1"/>
          <p:nvPr>
            <p:custDataLst>
              <p:tags r:id="rId33"/>
            </p:custDataLst>
          </p:nvPr>
        </p:nvSpPr>
        <p:spPr>
          <a:xfrm>
            <a:off x="1886268" y="3855085"/>
            <a:ext cx="1468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添加关键字</a:t>
            </a:r>
            <a:endParaRPr lang="zh-CN" altLang="en-US">
              <a:solidFill>
                <a:schemeClr val="bg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34"/>
            </p:custDataLst>
          </p:nvPr>
        </p:nvSpPr>
        <p:spPr>
          <a:xfrm>
            <a:off x="5220653" y="3855085"/>
            <a:ext cx="1468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添加关键字</a:t>
            </a:r>
            <a:endParaRPr lang="zh-CN" altLang="en-US">
              <a:solidFill>
                <a:schemeClr val="bg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35"/>
            </p:custDataLst>
          </p:nvPr>
        </p:nvSpPr>
        <p:spPr>
          <a:xfrm>
            <a:off x="8555038" y="3855085"/>
            <a:ext cx="14681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添加关键字</a:t>
            </a:r>
            <a:endParaRPr lang="zh-CN" altLang="en-US">
              <a:solidFill>
                <a:schemeClr val="bg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627360" y="1367154"/>
            <a:ext cx="1196340" cy="520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15" t="-903" r="5797" b="903"/>
          <a:stretch>
            <a:fillRect/>
          </a:stretch>
        </p:blipFill>
        <p:spPr>
          <a:xfrm rot="16200000">
            <a:off x="3284220" y="-1570990"/>
            <a:ext cx="5203825" cy="1106106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7" name="矩形 6"/>
          <p:cNvSpPr/>
          <p:nvPr/>
        </p:nvSpPr>
        <p:spPr>
          <a:xfrm rot="16200000">
            <a:off x="5630545" y="-4966494"/>
            <a:ext cx="918210" cy="1146746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 rot="16200000">
            <a:off x="228600" y="422116"/>
            <a:ext cx="920115" cy="690245"/>
          </a:xfrm>
          <a:prstGeom prst="rect">
            <a:avLst/>
          </a:prstGeom>
          <a:solidFill>
            <a:srgbClr val="435BE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189844" y="497205"/>
            <a:ext cx="9664065" cy="664845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工作中不足之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处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429334" y="700738"/>
            <a:ext cx="194157" cy="133001"/>
            <a:chOff x="6591300" y="-1003300"/>
            <a:chExt cx="266700" cy="190500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 flipH="1">
            <a:off x="594360" y="665480"/>
            <a:ext cx="274320" cy="235585"/>
            <a:chOff x="837" y="950"/>
            <a:chExt cx="714" cy="517"/>
          </a:xfrm>
        </p:grpSpPr>
        <p:sp>
          <p:nvSpPr>
            <p:cNvPr id="18" name="等腰三角形 17"/>
            <p:cNvSpPr/>
            <p:nvPr/>
          </p:nvSpPr>
          <p:spPr>
            <a:xfrm rot="16200000">
              <a:off x="826" y="961"/>
              <a:ext cx="516" cy="494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等腰三角形 1"/>
            <p:cNvSpPr/>
            <p:nvPr/>
          </p:nvSpPr>
          <p:spPr>
            <a:xfrm rot="16200000">
              <a:off x="1046" y="962"/>
              <a:ext cx="516" cy="494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5158105" y="1796415"/>
            <a:ext cx="5724525" cy="12611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矩形 10"/>
          <p:cNvSpPr/>
          <p:nvPr>
            <p:custDataLst>
              <p:tags r:id="rId5"/>
            </p:custDataLst>
          </p:nvPr>
        </p:nvSpPr>
        <p:spPr>
          <a:xfrm>
            <a:off x="4053205" y="1796415"/>
            <a:ext cx="1007745" cy="1261110"/>
          </a:xfrm>
          <a:prstGeom prst="rect">
            <a:avLst/>
          </a:prstGeom>
          <a:solidFill>
            <a:srgbClr val="435BE1"/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2" name="矩形 31"/>
          <p:cNvSpPr/>
          <p:nvPr>
            <p:custDataLst>
              <p:tags r:id="rId6"/>
            </p:custDataLst>
          </p:nvPr>
        </p:nvSpPr>
        <p:spPr>
          <a:xfrm>
            <a:off x="5158105" y="3148965"/>
            <a:ext cx="5724525" cy="12611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3" name="矩形 32"/>
          <p:cNvSpPr/>
          <p:nvPr>
            <p:custDataLst>
              <p:tags r:id="rId7"/>
            </p:custDataLst>
          </p:nvPr>
        </p:nvSpPr>
        <p:spPr>
          <a:xfrm>
            <a:off x="4053205" y="3148965"/>
            <a:ext cx="1007745" cy="126111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8" name="矩形 37"/>
          <p:cNvSpPr/>
          <p:nvPr>
            <p:custDataLst>
              <p:tags r:id="rId8"/>
            </p:custDataLst>
          </p:nvPr>
        </p:nvSpPr>
        <p:spPr>
          <a:xfrm>
            <a:off x="5158105" y="4501515"/>
            <a:ext cx="5724525" cy="126111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9" name="矩形 38"/>
          <p:cNvSpPr/>
          <p:nvPr>
            <p:custDataLst>
              <p:tags r:id="rId9"/>
            </p:custDataLst>
          </p:nvPr>
        </p:nvSpPr>
        <p:spPr>
          <a:xfrm>
            <a:off x="4053205" y="4501515"/>
            <a:ext cx="1007745" cy="1261110"/>
          </a:xfrm>
          <a:prstGeom prst="rect">
            <a:avLst/>
          </a:prstGeom>
          <a:solidFill>
            <a:schemeClr val="bg1">
              <a:lumMod val="75000"/>
            </a:schemeClr>
          </a:solidFill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pic>
        <p:nvPicPr>
          <p:cNvPr id="40" name="图形 16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42765" y="3586163"/>
            <a:ext cx="428625" cy="428625"/>
          </a:xfrm>
          <a:prstGeom prst="rect">
            <a:avLst/>
          </a:prstGeom>
        </p:spPr>
      </p:pic>
      <p:pic>
        <p:nvPicPr>
          <p:cNvPr id="41" name="图形 16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342765" y="4888548"/>
            <a:ext cx="428625" cy="428625"/>
          </a:xfrm>
          <a:prstGeom prst="rect">
            <a:avLst/>
          </a:prstGeom>
        </p:spPr>
      </p:pic>
      <p:pic>
        <p:nvPicPr>
          <p:cNvPr id="42" name="图形 18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342765" y="2205673"/>
            <a:ext cx="428625" cy="428625"/>
          </a:xfrm>
          <a:prstGeom prst="rect">
            <a:avLst/>
          </a:prstGeom>
        </p:spPr>
      </p:pic>
      <p:grpSp>
        <p:nvGrpSpPr>
          <p:cNvPr id="45" name="组合 44"/>
          <p:cNvGrpSpPr/>
          <p:nvPr/>
        </p:nvGrpSpPr>
        <p:grpSpPr>
          <a:xfrm>
            <a:off x="5615940" y="1936115"/>
            <a:ext cx="4667250" cy="999490"/>
            <a:chOff x="8829" y="3034"/>
            <a:chExt cx="7350" cy="1574"/>
          </a:xfrm>
        </p:grpSpPr>
        <p:sp>
          <p:nvSpPr>
            <p:cNvPr id="43" name="文本框 42"/>
            <p:cNvSpPr txBox="1"/>
            <p:nvPr>
              <p:custDataLst>
                <p:tags r:id="rId17"/>
              </p:custDataLst>
            </p:nvPr>
          </p:nvSpPr>
          <p:spPr>
            <a:xfrm>
              <a:off x="8829" y="3592"/>
              <a:ext cx="7350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 fontAlgn="auto">
                <a:lnSpc>
                  <a:spcPct val="150000"/>
                </a:lnSpc>
                <a:spcAft>
                  <a:spcPts val="1000"/>
                </a:spcAft>
                <a:buNone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单击此处输入你的正文，文字是您思想的提炼，为了最终演示发布的良好效果，请尽量言简意赅的阐述观点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18"/>
              </p:custDataLst>
            </p:nvPr>
          </p:nvSpPr>
          <p:spPr>
            <a:xfrm>
              <a:off x="8829" y="3034"/>
              <a:ext cx="4157" cy="5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/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添加小标题</a:t>
              </a:r>
              <a:endPara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</p:grpSp>
      <p:grpSp>
        <p:nvGrpSpPr>
          <p:cNvPr id="46" name="组合 45"/>
          <p:cNvGrpSpPr/>
          <p:nvPr/>
        </p:nvGrpSpPr>
        <p:grpSpPr>
          <a:xfrm>
            <a:off x="5615940" y="3307080"/>
            <a:ext cx="4667250" cy="999490"/>
            <a:chOff x="8829" y="3034"/>
            <a:chExt cx="7350" cy="1574"/>
          </a:xfrm>
        </p:grpSpPr>
        <p:sp>
          <p:nvSpPr>
            <p:cNvPr id="47" name="文本框 46"/>
            <p:cNvSpPr txBox="1"/>
            <p:nvPr>
              <p:custDataLst>
                <p:tags r:id="rId19"/>
              </p:custDataLst>
            </p:nvPr>
          </p:nvSpPr>
          <p:spPr>
            <a:xfrm>
              <a:off x="8829" y="3592"/>
              <a:ext cx="7350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 fontAlgn="auto">
                <a:lnSpc>
                  <a:spcPct val="150000"/>
                </a:lnSpc>
                <a:spcAft>
                  <a:spcPts val="1000"/>
                </a:spcAft>
                <a:buNone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单击此处输入你的正文，文字是您思想的提炼，为了最终演示发布的良好效果，请尽量言简意赅的阐述观点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endParaRPr>
            </a:p>
          </p:txBody>
        </p:sp>
        <p:sp>
          <p:nvSpPr>
            <p:cNvPr id="49" name="文本框 48"/>
            <p:cNvSpPr txBox="1"/>
            <p:nvPr>
              <p:custDataLst>
                <p:tags r:id="rId20"/>
              </p:custDataLst>
            </p:nvPr>
          </p:nvSpPr>
          <p:spPr>
            <a:xfrm>
              <a:off x="8829" y="3034"/>
              <a:ext cx="4157" cy="5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/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添加小标题</a:t>
              </a:r>
              <a:endPara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</p:grpSp>
      <p:grpSp>
        <p:nvGrpSpPr>
          <p:cNvPr id="50" name="组合 49"/>
          <p:cNvGrpSpPr/>
          <p:nvPr/>
        </p:nvGrpSpPr>
        <p:grpSpPr>
          <a:xfrm>
            <a:off x="5615940" y="4678045"/>
            <a:ext cx="4667250" cy="999490"/>
            <a:chOff x="8829" y="3034"/>
            <a:chExt cx="7350" cy="1574"/>
          </a:xfrm>
        </p:grpSpPr>
        <p:sp>
          <p:nvSpPr>
            <p:cNvPr id="51" name="文本框 50"/>
            <p:cNvSpPr txBox="1"/>
            <p:nvPr>
              <p:custDataLst>
                <p:tags r:id="rId21"/>
              </p:custDataLst>
            </p:nvPr>
          </p:nvSpPr>
          <p:spPr>
            <a:xfrm>
              <a:off x="8829" y="3592"/>
              <a:ext cx="7350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 fontAlgn="auto">
                <a:lnSpc>
                  <a:spcPct val="150000"/>
                </a:lnSpc>
                <a:spcAft>
                  <a:spcPts val="1000"/>
                </a:spcAft>
                <a:buNone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单击此处输入你的正文，文字是您思想的提炼，为了最终演示发布的良好效果，请尽量言简意赅的阐述观点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endParaRPr>
            </a:p>
          </p:txBody>
        </p:sp>
        <p:sp>
          <p:nvSpPr>
            <p:cNvPr id="52" name="文本框 51"/>
            <p:cNvSpPr txBox="1"/>
            <p:nvPr>
              <p:custDataLst>
                <p:tags r:id="rId22"/>
              </p:custDataLst>
            </p:nvPr>
          </p:nvSpPr>
          <p:spPr>
            <a:xfrm>
              <a:off x="8829" y="3034"/>
              <a:ext cx="4157" cy="531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/>
              <a:r>
                <a:rPr lang="zh-CN" altLang="en-US" sz="1600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添加小标题</a:t>
              </a:r>
              <a:endParaRPr lang="zh-CN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</p:grpSp>
      <p:sp>
        <p:nvSpPr>
          <p:cNvPr id="53" name="椭圆 52"/>
          <p:cNvSpPr/>
          <p:nvPr>
            <p:custDataLst>
              <p:tags r:id="rId23"/>
            </p:custDataLst>
          </p:nvPr>
        </p:nvSpPr>
        <p:spPr>
          <a:xfrm>
            <a:off x="479425" y="5499100"/>
            <a:ext cx="2888615" cy="69596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 descr="未标题-2"/>
          <p:cNvPicPr>
            <a:picLocks noChangeAspect="1"/>
          </p:cNvPicPr>
          <p:nvPr/>
        </p:nvPicPr>
        <p:blipFill>
          <a:blip r:embed="rId24"/>
          <a:srcRect r="82339"/>
          <a:stretch>
            <a:fillRect/>
          </a:stretch>
        </p:blipFill>
        <p:spPr>
          <a:xfrm>
            <a:off x="950595" y="1517015"/>
            <a:ext cx="2541270" cy="4577715"/>
          </a:xfrm>
          <a:prstGeom prst="rect">
            <a:avLst/>
          </a:prstGeom>
        </p:spPr>
      </p:pic>
      <p:grpSp>
        <p:nvGrpSpPr>
          <p:cNvPr id="58" name="组合 57"/>
          <p:cNvGrpSpPr/>
          <p:nvPr/>
        </p:nvGrpSpPr>
        <p:grpSpPr>
          <a:xfrm>
            <a:off x="9940925" y="5409565"/>
            <a:ext cx="1900555" cy="1167130"/>
            <a:chOff x="15655" y="8519"/>
            <a:chExt cx="2993" cy="1838"/>
          </a:xfrm>
        </p:grpSpPr>
        <p:pic>
          <p:nvPicPr>
            <p:cNvPr id="25" name="图形 24"/>
            <p:cNvPicPr>
              <a:picLocks noChangeAspect="1"/>
            </p:cNvPicPr>
            <p:nvPr/>
          </p:nvPicPr>
          <p:blipFill>
            <a:blip r:embed="rId25"/>
            <a:stretch>
              <a:fillRect/>
            </a:stretch>
          </p:blipFill>
          <p:spPr>
            <a:xfrm rot="5400000">
              <a:off x="17138" y="9705"/>
              <a:ext cx="222" cy="438"/>
            </a:xfrm>
            <a:prstGeom prst="rect">
              <a:avLst/>
            </a:prstGeom>
          </p:spPr>
        </p:pic>
        <p:pic>
          <p:nvPicPr>
            <p:cNvPr id="9" name="图片 8" descr="未标题-2"/>
            <p:cNvPicPr>
              <a:picLocks noChangeAspect="1"/>
            </p:cNvPicPr>
            <p:nvPr/>
          </p:nvPicPr>
          <p:blipFill>
            <a:blip r:embed="rId24"/>
            <a:srcRect l="61573" t="60734" r="31964" b="9170"/>
            <a:stretch>
              <a:fillRect/>
            </a:stretch>
          </p:blipFill>
          <p:spPr>
            <a:xfrm>
              <a:off x="17408" y="8519"/>
              <a:ext cx="1241" cy="183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65" h="1974">
                  <a:moveTo>
                    <a:pt x="0" y="0"/>
                  </a:moveTo>
                  <a:lnTo>
                    <a:pt x="1665" y="0"/>
                  </a:lnTo>
                  <a:lnTo>
                    <a:pt x="1665" y="1974"/>
                  </a:lnTo>
                  <a:lnTo>
                    <a:pt x="0" y="1974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grpSp>
          <p:nvGrpSpPr>
            <p:cNvPr id="54" name="组合 53"/>
            <p:cNvGrpSpPr/>
            <p:nvPr/>
          </p:nvGrpSpPr>
          <p:grpSpPr>
            <a:xfrm rot="5400000">
              <a:off x="16109" y="9355"/>
              <a:ext cx="230" cy="1138"/>
              <a:chOff x="5734194" y="1638444"/>
              <a:chExt cx="745589" cy="3685737"/>
            </a:xfrm>
          </p:grpSpPr>
          <p:sp>
            <p:nvSpPr>
              <p:cNvPr id="55" name="任意多边形: 形状 52"/>
              <p:cNvSpPr/>
              <p:nvPr>
                <p:custDataLst>
                  <p:tags r:id="rId26"/>
                </p:custDataLst>
              </p:nvPr>
            </p:nvSpPr>
            <p:spPr>
              <a:xfrm>
                <a:off x="5734194" y="163844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6" name="任意多边形: 形状 55"/>
              <p:cNvSpPr/>
              <p:nvPr>
                <p:custDataLst>
                  <p:tags r:id="rId27"/>
                </p:custDataLst>
              </p:nvPr>
            </p:nvSpPr>
            <p:spPr>
              <a:xfrm>
                <a:off x="6106989" y="200701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7" name="任意多边形: 形状 56"/>
              <p:cNvSpPr/>
              <p:nvPr>
                <p:custDataLst>
                  <p:tags r:id="rId28"/>
                </p:custDataLst>
              </p:nvPr>
            </p:nvSpPr>
            <p:spPr>
              <a:xfrm>
                <a:off x="5734194" y="2375592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0" name="任意多边形: 形状 59"/>
              <p:cNvSpPr/>
              <p:nvPr>
                <p:custDataLst>
                  <p:tags r:id="rId29"/>
                </p:custDataLst>
              </p:nvPr>
            </p:nvSpPr>
            <p:spPr>
              <a:xfrm>
                <a:off x="6106989" y="2744166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1" name="任意多边形: 形状 60"/>
              <p:cNvSpPr/>
              <p:nvPr>
                <p:custDataLst>
                  <p:tags r:id="rId30"/>
                </p:custDataLst>
              </p:nvPr>
            </p:nvSpPr>
            <p:spPr>
              <a:xfrm>
                <a:off x="5734194" y="3112739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4" name="任意多边形: 形状 63"/>
              <p:cNvSpPr/>
              <p:nvPr>
                <p:custDataLst>
                  <p:tags r:id="rId31"/>
                </p:custDataLst>
              </p:nvPr>
            </p:nvSpPr>
            <p:spPr>
              <a:xfrm>
                <a:off x="6106989" y="3481313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5" name="任意多边形: 形状 64"/>
              <p:cNvSpPr/>
              <p:nvPr>
                <p:custDataLst>
                  <p:tags r:id="rId32"/>
                </p:custDataLst>
              </p:nvPr>
            </p:nvSpPr>
            <p:spPr>
              <a:xfrm>
                <a:off x="5734194" y="3849887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8" name="任意多边形: 形状 67"/>
              <p:cNvSpPr/>
              <p:nvPr>
                <p:custDataLst>
                  <p:tags r:id="rId33"/>
                </p:custDataLst>
              </p:nvPr>
            </p:nvSpPr>
            <p:spPr>
              <a:xfrm>
                <a:off x="6106989" y="4218461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9" name="任意多边形: 形状 68"/>
              <p:cNvSpPr/>
              <p:nvPr>
                <p:custDataLst>
                  <p:tags r:id="rId34"/>
                </p:custDataLst>
              </p:nvPr>
            </p:nvSpPr>
            <p:spPr>
              <a:xfrm>
                <a:off x="5734194" y="458703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76" name="任意多边形: 形状 75"/>
              <p:cNvSpPr/>
              <p:nvPr>
                <p:custDataLst>
                  <p:tags r:id="rId35"/>
                </p:custDataLst>
              </p:nvPr>
            </p:nvSpPr>
            <p:spPr>
              <a:xfrm>
                <a:off x="6106989" y="495560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627360" y="1367154"/>
            <a:ext cx="1196340" cy="520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15" t="-903" r="5797" b="903"/>
          <a:stretch>
            <a:fillRect/>
          </a:stretch>
        </p:blipFill>
        <p:spPr>
          <a:xfrm rot="16200000">
            <a:off x="3284220" y="-1570990"/>
            <a:ext cx="5203825" cy="1106106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7" name="矩形 6"/>
          <p:cNvSpPr/>
          <p:nvPr/>
        </p:nvSpPr>
        <p:spPr>
          <a:xfrm rot="16200000">
            <a:off x="5630545" y="-4966494"/>
            <a:ext cx="918210" cy="1146746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 rot="16200000">
            <a:off x="228600" y="422116"/>
            <a:ext cx="920115" cy="690245"/>
          </a:xfrm>
          <a:prstGeom prst="rect">
            <a:avLst/>
          </a:prstGeom>
          <a:solidFill>
            <a:srgbClr val="435BE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189844" y="497205"/>
            <a:ext cx="9664065" cy="664845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工作中不足之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处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429334" y="700738"/>
            <a:ext cx="194157" cy="133001"/>
            <a:chOff x="6591300" y="-1003300"/>
            <a:chExt cx="266700" cy="190500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 flipH="1">
            <a:off x="594360" y="665480"/>
            <a:ext cx="274320" cy="235585"/>
            <a:chOff x="837" y="950"/>
            <a:chExt cx="714" cy="517"/>
          </a:xfrm>
        </p:grpSpPr>
        <p:sp>
          <p:nvSpPr>
            <p:cNvPr id="18" name="等腰三角形 17"/>
            <p:cNvSpPr/>
            <p:nvPr/>
          </p:nvSpPr>
          <p:spPr>
            <a:xfrm rot="16200000">
              <a:off x="826" y="961"/>
              <a:ext cx="516" cy="494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等腰三角形 1"/>
            <p:cNvSpPr/>
            <p:nvPr/>
          </p:nvSpPr>
          <p:spPr>
            <a:xfrm rot="16200000">
              <a:off x="1046" y="962"/>
              <a:ext cx="516" cy="494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2" name="组合 91"/>
          <p:cNvGrpSpPr/>
          <p:nvPr/>
        </p:nvGrpSpPr>
        <p:grpSpPr>
          <a:xfrm>
            <a:off x="9940925" y="5409565"/>
            <a:ext cx="1900555" cy="1167130"/>
            <a:chOff x="15655" y="8519"/>
            <a:chExt cx="2993" cy="1838"/>
          </a:xfrm>
        </p:grpSpPr>
        <p:pic>
          <p:nvPicPr>
            <p:cNvPr id="93" name="图形 2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5400000">
              <a:off x="17138" y="9705"/>
              <a:ext cx="222" cy="438"/>
            </a:xfrm>
            <a:prstGeom prst="rect">
              <a:avLst/>
            </a:prstGeom>
          </p:spPr>
        </p:pic>
        <p:pic>
          <p:nvPicPr>
            <p:cNvPr id="94" name="图片 93" descr="未标题-2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rcRect l="61573" t="60734" r="31964" b="9170"/>
            <a:stretch>
              <a:fillRect/>
            </a:stretch>
          </p:blipFill>
          <p:spPr>
            <a:xfrm>
              <a:off x="17408" y="8519"/>
              <a:ext cx="1241" cy="183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65" h="1974">
                  <a:moveTo>
                    <a:pt x="0" y="0"/>
                  </a:moveTo>
                  <a:lnTo>
                    <a:pt x="1665" y="0"/>
                  </a:lnTo>
                  <a:lnTo>
                    <a:pt x="1665" y="1974"/>
                  </a:lnTo>
                  <a:lnTo>
                    <a:pt x="0" y="1974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grpSp>
          <p:nvGrpSpPr>
            <p:cNvPr id="95" name="组合 94"/>
            <p:cNvGrpSpPr/>
            <p:nvPr/>
          </p:nvGrpSpPr>
          <p:grpSpPr>
            <a:xfrm rot="5400000">
              <a:off x="16109" y="9355"/>
              <a:ext cx="230" cy="1138"/>
              <a:chOff x="5734194" y="1638444"/>
              <a:chExt cx="745589" cy="3685737"/>
            </a:xfrm>
          </p:grpSpPr>
          <p:sp>
            <p:nvSpPr>
              <p:cNvPr id="96" name="任意多边形: 形状 52"/>
              <p:cNvSpPr/>
              <p:nvPr>
                <p:custDataLst>
                  <p:tags r:id="rId8"/>
                </p:custDataLst>
              </p:nvPr>
            </p:nvSpPr>
            <p:spPr>
              <a:xfrm>
                <a:off x="5734194" y="163844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97" name="任意多边形: 形状 55"/>
              <p:cNvSpPr/>
              <p:nvPr>
                <p:custDataLst>
                  <p:tags r:id="rId9"/>
                </p:custDataLst>
              </p:nvPr>
            </p:nvSpPr>
            <p:spPr>
              <a:xfrm>
                <a:off x="6106989" y="200701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98" name="任意多边形: 形状 56"/>
              <p:cNvSpPr/>
              <p:nvPr>
                <p:custDataLst>
                  <p:tags r:id="rId10"/>
                </p:custDataLst>
              </p:nvPr>
            </p:nvSpPr>
            <p:spPr>
              <a:xfrm>
                <a:off x="5734194" y="2375592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99" name="任意多边形: 形状 59"/>
              <p:cNvSpPr/>
              <p:nvPr>
                <p:custDataLst>
                  <p:tags r:id="rId11"/>
                </p:custDataLst>
              </p:nvPr>
            </p:nvSpPr>
            <p:spPr>
              <a:xfrm>
                <a:off x="6106989" y="2744166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00" name="任意多边形: 形状 60"/>
              <p:cNvSpPr/>
              <p:nvPr>
                <p:custDataLst>
                  <p:tags r:id="rId12"/>
                </p:custDataLst>
              </p:nvPr>
            </p:nvSpPr>
            <p:spPr>
              <a:xfrm>
                <a:off x="5734194" y="3112739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01" name="任意多边形: 形状 63"/>
              <p:cNvSpPr/>
              <p:nvPr>
                <p:custDataLst>
                  <p:tags r:id="rId13"/>
                </p:custDataLst>
              </p:nvPr>
            </p:nvSpPr>
            <p:spPr>
              <a:xfrm>
                <a:off x="6106989" y="3481313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02" name="任意多边形: 形状 64"/>
              <p:cNvSpPr/>
              <p:nvPr>
                <p:custDataLst>
                  <p:tags r:id="rId14"/>
                </p:custDataLst>
              </p:nvPr>
            </p:nvSpPr>
            <p:spPr>
              <a:xfrm>
                <a:off x="5734194" y="3849887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03" name="任意多边形: 形状 67"/>
              <p:cNvSpPr/>
              <p:nvPr>
                <p:custDataLst>
                  <p:tags r:id="rId15"/>
                </p:custDataLst>
              </p:nvPr>
            </p:nvSpPr>
            <p:spPr>
              <a:xfrm>
                <a:off x="6106989" y="4218461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04" name="任意多边形: 形状 68"/>
              <p:cNvSpPr/>
              <p:nvPr>
                <p:custDataLst>
                  <p:tags r:id="rId16"/>
                </p:custDataLst>
              </p:nvPr>
            </p:nvSpPr>
            <p:spPr>
              <a:xfrm>
                <a:off x="5734194" y="458703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105" name="任意多边形: 形状 75"/>
              <p:cNvSpPr/>
              <p:nvPr>
                <p:custDataLst>
                  <p:tags r:id="rId17"/>
                </p:custDataLst>
              </p:nvPr>
            </p:nvSpPr>
            <p:spPr>
              <a:xfrm>
                <a:off x="6106989" y="495560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</p:grpSp>
      <p:sp>
        <p:nvSpPr>
          <p:cNvPr id="73" name="文本框 72"/>
          <p:cNvSpPr txBox="1"/>
          <p:nvPr>
            <p:custDataLst>
              <p:tags r:id="rId18"/>
            </p:custDataLst>
          </p:nvPr>
        </p:nvSpPr>
        <p:spPr>
          <a:xfrm>
            <a:off x="7951470" y="2866390"/>
            <a:ext cx="31038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  <a:spcAft>
                <a:spcPts val="100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单击此处输入你的正文，文字是您思想的提炼，为了最终演示发布的良好效果，请尽量言简意赅的阐述观点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grpSp>
        <p:nvGrpSpPr>
          <p:cNvPr id="107" name="组合 106"/>
          <p:cNvGrpSpPr/>
          <p:nvPr/>
        </p:nvGrpSpPr>
        <p:grpSpPr>
          <a:xfrm rot="0">
            <a:off x="8272780" y="1956435"/>
            <a:ext cx="2482850" cy="1078865"/>
            <a:chOff x="12825" y="3111"/>
            <a:chExt cx="3910" cy="1699"/>
          </a:xfrm>
        </p:grpSpPr>
        <p:sp>
          <p:nvSpPr>
            <p:cNvPr id="76" name="矩形 75"/>
            <p:cNvSpPr/>
            <p:nvPr>
              <p:custDataLst>
                <p:tags r:id="rId19"/>
              </p:custDataLst>
            </p:nvPr>
          </p:nvSpPr>
          <p:spPr>
            <a:xfrm>
              <a:off x="13127" y="3504"/>
              <a:ext cx="3608" cy="7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77" name="文本框 76"/>
            <p:cNvSpPr txBox="1"/>
            <p:nvPr>
              <p:custDataLst>
                <p:tags r:id="rId20"/>
              </p:custDataLst>
            </p:nvPr>
          </p:nvSpPr>
          <p:spPr>
            <a:xfrm>
              <a:off x="13398" y="3600"/>
              <a:ext cx="3166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r"/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工作不足之处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  <p:sp>
          <p:nvSpPr>
            <p:cNvPr id="106" name="序号"/>
            <p:cNvSpPr txBox="1"/>
            <p:nvPr>
              <p:custDataLst>
                <p:tags r:id="rId21"/>
              </p:custDataLst>
            </p:nvPr>
          </p:nvSpPr>
          <p:spPr>
            <a:xfrm>
              <a:off x="12825" y="3111"/>
              <a:ext cx="1497" cy="169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indent="0" algn="l" fontAlgn="auto">
                <a:lnSpc>
                  <a:spcPct val="100000"/>
                </a:lnSpc>
                <a:buClrTx/>
                <a:buSzTx/>
                <a:buFontTx/>
              </a:pPr>
              <a:r>
                <a:rPr lang="en-US" sz="4400" b="1" dirty="0">
                  <a:ln w="12700">
                    <a:solidFill>
                      <a:srgbClr val="000000"/>
                    </a:solidFill>
                  </a:ln>
                  <a:solidFill>
                    <a:srgbClr val="435BE1"/>
                  </a:solidFill>
                  <a:latin typeface="思源黑体 CN Heavy" panose="020B0A00000000000000" charset="-122"/>
                  <a:ea typeface="思源黑体 CN Heavy" panose="020B0A00000000000000" charset="-122"/>
                </a:rPr>
                <a:t>03</a:t>
              </a:r>
              <a:endParaRPr lang="en-US" sz="4400" b="1" dirty="0">
                <a:ln w="12700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  <p:sp>
        <p:nvSpPr>
          <p:cNvPr id="110" name="文本框 109"/>
          <p:cNvSpPr txBox="1"/>
          <p:nvPr>
            <p:custDataLst>
              <p:tags r:id="rId22"/>
            </p:custDataLst>
          </p:nvPr>
        </p:nvSpPr>
        <p:spPr>
          <a:xfrm>
            <a:off x="4411345" y="2866390"/>
            <a:ext cx="31038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  <a:spcAft>
                <a:spcPts val="100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单击此处输入你的正文，文字是您思想的提炼，为了最终演示发布的良好效果，请尽量言简意赅的阐述观点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grpSp>
        <p:nvGrpSpPr>
          <p:cNvPr id="111" name="组合 110"/>
          <p:cNvGrpSpPr/>
          <p:nvPr/>
        </p:nvGrpSpPr>
        <p:grpSpPr>
          <a:xfrm rot="0">
            <a:off x="4732655" y="1956435"/>
            <a:ext cx="2482850" cy="1078865"/>
            <a:chOff x="12825" y="3111"/>
            <a:chExt cx="3910" cy="1699"/>
          </a:xfrm>
        </p:grpSpPr>
        <p:sp>
          <p:nvSpPr>
            <p:cNvPr id="112" name="矩形 111"/>
            <p:cNvSpPr/>
            <p:nvPr>
              <p:custDataLst>
                <p:tags r:id="rId23"/>
              </p:custDataLst>
            </p:nvPr>
          </p:nvSpPr>
          <p:spPr>
            <a:xfrm>
              <a:off x="13127" y="3504"/>
              <a:ext cx="3608" cy="7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13" name="文本框 112"/>
            <p:cNvSpPr txBox="1"/>
            <p:nvPr>
              <p:custDataLst>
                <p:tags r:id="rId24"/>
              </p:custDataLst>
            </p:nvPr>
          </p:nvSpPr>
          <p:spPr>
            <a:xfrm>
              <a:off x="13398" y="3600"/>
              <a:ext cx="3166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r"/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工作不足之处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  <p:sp>
          <p:nvSpPr>
            <p:cNvPr id="114" name="序号"/>
            <p:cNvSpPr txBox="1"/>
            <p:nvPr>
              <p:custDataLst>
                <p:tags r:id="rId25"/>
              </p:custDataLst>
            </p:nvPr>
          </p:nvSpPr>
          <p:spPr>
            <a:xfrm>
              <a:off x="12825" y="3111"/>
              <a:ext cx="1497" cy="169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indent="0" algn="l" fontAlgn="auto">
                <a:lnSpc>
                  <a:spcPct val="100000"/>
                </a:lnSpc>
                <a:buClrTx/>
                <a:buSzTx/>
                <a:buFontTx/>
              </a:pPr>
              <a:r>
                <a:rPr lang="en-US" sz="4400" b="1" dirty="0">
                  <a:ln w="12700">
                    <a:solidFill>
                      <a:srgbClr val="000000"/>
                    </a:solidFill>
                  </a:ln>
                  <a:solidFill>
                    <a:schemeClr val="bg1">
                      <a:lumMod val="85000"/>
                    </a:schemeClr>
                  </a:solidFill>
                  <a:latin typeface="思源黑体 CN Heavy" panose="020B0A00000000000000" charset="-122"/>
                  <a:ea typeface="思源黑体 CN Heavy" panose="020B0A00000000000000" charset="-122"/>
                </a:rPr>
                <a:t>02</a:t>
              </a:r>
              <a:endParaRPr lang="en-US" sz="4400" b="1" dirty="0">
                <a:ln w="12700">
                  <a:solidFill>
                    <a:srgbClr val="000000"/>
                  </a:solidFill>
                </a:ln>
                <a:solidFill>
                  <a:schemeClr val="bg1">
                    <a:lumMod val="85000"/>
                  </a:schemeClr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  <p:sp>
        <p:nvSpPr>
          <p:cNvPr id="116" name="文本框 115"/>
          <p:cNvSpPr txBox="1"/>
          <p:nvPr>
            <p:custDataLst>
              <p:tags r:id="rId26"/>
            </p:custDataLst>
          </p:nvPr>
        </p:nvSpPr>
        <p:spPr>
          <a:xfrm>
            <a:off x="871220" y="2866390"/>
            <a:ext cx="31038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  <a:spcAft>
                <a:spcPts val="100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单击此处输入你的正文，文字是您思想的提炼，为了最终演示发布的良好效果，请尽量言简意赅的阐述观点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grpSp>
        <p:nvGrpSpPr>
          <p:cNvPr id="117" name="组合 116"/>
          <p:cNvGrpSpPr/>
          <p:nvPr/>
        </p:nvGrpSpPr>
        <p:grpSpPr>
          <a:xfrm rot="0">
            <a:off x="1192530" y="1956435"/>
            <a:ext cx="2482850" cy="1078865"/>
            <a:chOff x="12825" y="3111"/>
            <a:chExt cx="3910" cy="1699"/>
          </a:xfrm>
        </p:grpSpPr>
        <p:sp>
          <p:nvSpPr>
            <p:cNvPr id="118" name="矩形 117"/>
            <p:cNvSpPr/>
            <p:nvPr>
              <p:custDataLst>
                <p:tags r:id="rId27"/>
              </p:custDataLst>
            </p:nvPr>
          </p:nvSpPr>
          <p:spPr>
            <a:xfrm>
              <a:off x="13127" y="3504"/>
              <a:ext cx="3608" cy="7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19" name="文本框 118"/>
            <p:cNvSpPr txBox="1"/>
            <p:nvPr>
              <p:custDataLst>
                <p:tags r:id="rId28"/>
              </p:custDataLst>
            </p:nvPr>
          </p:nvSpPr>
          <p:spPr>
            <a:xfrm>
              <a:off x="13398" y="3600"/>
              <a:ext cx="3166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r"/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工作不足之处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  <p:sp>
          <p:nvSpPr>
            <p:cNvPr id="120" name="序号"/>
            <p:cNvSpPr txBox="1"/>
            <p:nvPr>
              <p:custDataLst>
                <p:tags r:id="rId29"/>
              </p:custDataLst>
            </p:nvPr>
          </p:nvSpPr>
          <p:spPr>
            <a:xfrm>
              <a:off x="12825" y="3111"/>
              <a:ext cx="1497" cy="169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indent="0" algn="l" fontAlgn="auto">
                <a:lnSpc>
                  <a:spcPct val="100000"/>
                </a:lnSpc>
                <a:buClrTx/>
                <a:buSzTx/>
                <a:buFontTx/>
              </a:pPr>
              <a:r>
                <a:rPr lang="en-US" sz="4400" b="1" dirty="0">
                  <a:ln w="12700">
                    <a:solidFill>
                      <a:srgbClr val="000000"/>
                    </a:solidFill>
                  </a:ln>
                  <a:solidFill>
                    <a:srgbClr val="435BE1"/>
                  </a:solidFill>
                  <a:latin typeface="思源黑体 CN Heavy" panose="020B0A00000000000000" charset="-122"/>
                  <a:ea typeface="思源黑体 CN Heavy" panose="020B0A00000000000000" charset="-122"/>
                </a:rPr>
                <a:t>01</a:t>
              </a:r>
              <a:endParaRPr lang="en-US" sz="4400" b="1" dirty="0">
                <a:ln w="12700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  <p:sp>
        <p:nvSpPr>
          <p:cNvPr id="124" name="文本框 123"/>
          <p:cNvSpPr txBox="1"/>
          <p:nvPr>
            <p:custDataLst>
              <p:tags r:id="rId30"/>
            </p:custDataLst>
          </p:nvPr>
        </p:nvSpPr>
        <p:spPr>
          <a:xfrm>
            <a:off x="7951470" y="4923155"/>
            <a:ext cx="31038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  <a:spcAft>
                <a:spcPts val="100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单击此处输入你的正文，文字是您思想的提炼，为了最终演示发布的良好效果，请尽量言简意赅的阐述观点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grpSp>
        <p:nvGrpSpPr>
          <p:cNvPr id="125" name="组合 124"/>
          <p:cNvGrpSpPr/>
          <p:nvPr/>
        </p:nvGrpSpPr>
        <p:grpSpPr>
          <a:xfrm rot="0">
            <a:off x="8272780" y="4013200"/>
            <a:ext cx="2482850" cy="1078865"/>
            <a:chOff x="12825" y="3111"/>
            <a:chExt cx="3910" cy="1699"/>
          </a:xfrm>
        </p:grpSpPr>
        <p:sp>
          <p:nvSpPr>
            <p:cNvPr id="126" name="矩形 125"/>
            <p:cNvSpPr/>
            <p:nvPr>
              <p:custDataLst>
                <p:tags r:id="rId31"/>
              </p:custDataLst>
            </p:nvPr>
          </p:nvSpPr>
          <p:spPr>
            <a:xfrm>
              <a:off x="13127" y="3504"/>
              <a:ext cx="3608" cy="7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27" name="文本框 126"/>
            <p:cNvSpPr txBox="1"/>
            <p:nvPr>
              <p:custDataLst>
                <p:tags r:id="rId32"/>
              </p:custDataLst>
            </p:nvPr>
          </p:nvSpPr>
          <p:spPr>
            <a:xfrm>
              <a:off x="13398" y="3600"/>
              <a:ext cx="3166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r"/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工作不足之处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  <p:sp>
          <p:nvSpPr>
            <p:cNvPr id="128" name="序号"/>
            <p:cNvSpPr txBox="1"/>
            <p:nvPr>
              <p:custDataLst>
                <p:tags r:id="rId33"/>
              </p:custDataLst>
            </p:nvPr>
          </p:nvSpPr>
          <p:spPr>
            <a:xfrm>
              <a:off x="12825" y="3111"/>
              <a:ext cx="1497" cy="169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indent="0" algn="l" fontAlgn="auto">
                <a:lnSpc>
                  <a:spcPct val="100000"/>
                </a:lnSpc>
                <a:buClrTx/>
                <a:buSzTx/>
                <a:buFontTx/>
              </a:pPr>
              <a:r>
                <a:rPr lang="en-US" sz="4400" b="1" dirty="0">
                  <a:ln w="12700">
                    <a:solidFill>
                      <a:srgbClr val="000000"/>
                    </a:solidFill>
                  </a:ln>
                  <a:solidFill>
                    <a:schemeClr val="bg1">
                      <a:lumMod val="85000"/>
                    </a:schemeClr>
                  </a:solidFill>
                  <a:latin typeface="思源黑体 CN Heavy" panose="020B0A00000000000000" charset="-122"/>
                  <a:ea typeface="思源黑体 CN Heavy" panose="020B0A00000000000000" charset="-122"/>
                </a:rPr>
                <a:t>06</a:t>
              </a:r>
              <a:endParaRPr lang="en-US" sz="4400" b="1" dirty="0">
                <a:ln w="12700">
                  <a:solidFill>
                    <a:srgbClr val="000000"/>
                  </a:solidFill>
                </a:ln>
                <a:solidFill>
                  <a:schemeClr val="bg1">
                    <a:lumMod val="85000"/>
                  </a:schemeClr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  <p:sp>
        <p:nvSpPr>
          <p:cNvPr id="130" name="文本框 129"/>
          <p:cNvSpPr txBox="1"/>
          <p:nvPr>
            <p:custDataLst>
              <p:tags r:id="rId34"/>
            </p:custDataLst>
          </p:nvPr>
        </p:nvSpPr>
        <p:spPr>
          <a:xfrm>
            <a:off x="4411345" y="4923155"/>
            <a:ext cx="31038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  <a:spcAft>
                <a:spcPts val="100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单击此处输入你的正文，文字是您思想的提炼，为了最终演示发布的良好效果，请尽量言简意赅的阐述观点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grpSp>
        <p:nvGrpSpPr>
          <p:cNvPr id="131" name="组合 130"/>
          <p:cNvGrpSpPr/>
          <p:nvPr/>
        </p:nvGrpSpPr>
        <p:grpSpPr>
          <a:xfrm rot="0">
            <a:off x="4732655" y="4013200"/>
            <a:ext cx="2482850" cy="1078865"/>
            <a:chOff x="12825" y="3111"/>
            <a:chExt cx="3910" cy="1699"/>
          </a:xfrm>
        </p:grpSpPr>
        <p:sp>
          <p:nvSpPr>
            <p:cNvPr id="132" name="矩形 131"/>
            <p:cNvSpPr/>
            <p:nvPr>
              <p:custDataLst>
                <p:tags r:id="rId35"/>
              </p:custDataLst>
            </p:nvPr>
          </p:nvSpPr>
          <p:spPr>
            <a:xfrm>
              <a:off x="13127" y="3504"/>
              <a:ext cx="3608" cy="7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33" name="文本框 132"/>
            <p:cNvSpPr txBox="1"/>
            <p:nvPr>
              <p:custDataLst>
                <p:tags r:id="rId36"/>
              </p:custDataLst>
            </p:nvPr>
          </p:nvSpPr>
          <p:spPr>
            <a:xfrm>
              <a:off x="13398" y="3600"/>
              <a:ext cx="3166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r"/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工作不足之处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  <p:sp>
          <p:nvSpPr>
            <p:cNvPr id="134" name="序号"/>
            <p:cNvSpPr txBox="1"/>
            <p:nvPr>
              <p:custDataLst>
                <p:tags r:id="rId37"/>
              </p:custDataLst>
            </p:nvPr>
          </p:nvSpPr>
          <p:spPr>
            <a:xfrm>
              <a:off x="12825" y="3111"/>
              <a:ext cx="1497" cy="169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indent="0" algn="l" fontAlgn="auto">
                <a:lnSpc>
                  <a:spcPct val="100000"/>
                </a:lnSpc>
                <a:buClrTx/>
                <a:buSzTx/>
                <a:buFontTx/>
              </a:pPr>
              <a:r>
                <a:rPr lang="en-US" sz="4400" b="1" dirty="0">
                  <a:ln w="12700">
                    <a:solidFill>
                      <a:srgbClr val="000000"/>
                    </a:solidFill>
                  </a:ln>
                  <a:solidFill>
                    <a:srgbClr val="435BE1"/>
                  </a:solidFill>
                  <a:latin typeface="思源黑体 CN Heavy" panose="020B0A00000000000000" charset="-122"/>
                  <a:ea typeface="思源黑体 CN Heavy" panose="020B0A00000000000000" charset="-122"/>
                </a:rPr>
                <a:t>05</a:t>
              </a:r>
              <a:endParaRPr lang="en-US" sz="4400" b="1" dirty="0">
                <a:ln w="12700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  <p:sp>
        <p:nvSpPr>
          <p:cNvPr id="136" name="文本框 135"/>
          <p:cNvSpPr txBox="1"/>
          <p:nvPr>
            <p:custDataLst>
              <p:tags r:id="rId38"/>
            </p:custDataLst>
          </p:nvPr>
        </p:nvSpPr>
        <p:spPr>
          <a:xfrm>
            <a:off x="871220" y="4923155"/>
            <a:ext cx="310388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  <a:spcAft>
                <a:spcPts val="1000"/>
              </a:spcAft>
              <a:buNone/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单击此处输入你的正文，文字是您思想的提炼，为了最终演示发布的良好效果，请尽量言简意赅的阐述观点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grpSp>
        <p:nvGrpSpPr>
          <p:cNvPr id="137" name="组合 136"/>
          <p:cNvGrpSpPr/>
          <p:nvPr/>
        </p:nvGrpSpPr>
        <p:grpSpPr>
          <a:xfrm rot="0">
            <a:off x="1192530" y="4013200"/>
            <a:ext cx="2482850" cy="1078865"/>
            <a:chOff x="12825" y="3111"/>
            <a:chExt cx="3910" cy="1699"/>
          </a:xfrm>
        </p:grpSpPr>
        <p:sp>
          <p:nvSpPr>
            <p:cNvPr id="138" name="矩形 137"/>
            <p:cNvSpPr/>
            <p:nvPr>
              <p:custDataLst>
                <p:tags r:id="rId39"/>
              </p:custDataLst>
            </p:nvPr>
          </p:nvSpPr>
          <p:spPr>
            <a:xfrm>
              <a:off x="13127" y="3504"/>
              <a:ext cx="3608" cy="7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139" name="文本框 138"/>
            <p:cNvSpPr txBox="1"/>
            <p:nvPr>
              <p:custDataLst>
                <p:tags r:id="rId40"/>
              </p:custDataLst>
            </p:nvPr>
          </p:nvSpPr>
          <p:spPr>
            <a:xfrm>
              <a:off x="13398" y="3600"/>
              <a:ext cx="3166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r"/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工作不足之处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  <p:sp>
          <p:nvSpPr>
            <p:cNvPr id="140" name="序号"/>
            <p:cNvSpPr txBox="1"/>
            <p:nvPr>
              <p:custDataLst>
                <p:tags r:id="rId41"/>
              </p:custDataLst>
            </p:nvPr>
          </p:nvSpPr>
          <p:spPr>
            <a:xfrm>
              <a:off x="12825" y="3111"/>
              <a:ext cx="1497" cy="169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p>
              <a:pPr indent="0" algn="l" fontAlgn="auto">
                <a:lnSpc>
                  <a:spcPct val="100000"/>
                </a:lnSpc>
                <a:buClrTx/>
                <a:buSzTx/>
                <a:buFontTx/>
              </a:pPr>
              <a:r>
                <a:rPr lang="en-US" sz="4400" b="1" dirty="0">
                  <a:ln w="12700">
                    <a:solidFill>
                      <a:srgbClr val="000000"/>
                    </a:solidFill>
                  </a:ln>
                  <a:solidFill>
                    <a:schemeClr val="bg1">
                      <a:lumMod val="85000"/>
                    </a:schemeClr>
                  </a:solidFill>
                  <a:latin typeface="思源黑体 CN Heavy" panose="020B0A00000000000000" charset="-122"/>
                  <a:ea typeface="思源黑体 CN Heavy" panose="020B0A00000000000000" charset="-122"/>
                </a:rPr>
                <a:t>04</a:t>
              </a:r>
              <a:endParaRPr lang="en-US" sz="4400" b="1" dirty="0">
                <a:ln w="12700">
                  <a:solidFill>
                    <a:srgbClr val="000000"/>
                  </a:solidFill>
                </a:ln>
                <a:solidFill>
                  <a:schemeClr val="bg1">
                    <a:lumMod val="85000"/>
                  </a:schemeClr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>
            <a:off x="487432" y="616226"/>
            <a:ext cx="11370365" cy="595777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037" t="837" r="2240" b="-837"/>
          <a:stretch>
            <a:fillRect/>
          </a:stretch>
        </p:blipFill>
        <p:spPr>
          <a:xfrm rot="16200000">
            <a:off x="2951675" y="-2279558"/>
            <a:ext cx="6059920" cy="11226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6" name="矩形 5"/>
          <p:cNvSpPr/>
          <p:nvPr/>
        </p:nvSpPr>
        <p:spPr>
          <a:xfrm>
            <a:off x="11339032" y="284001"/>
            <a:ext cx="324000" cy="6084000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11339032" y="1079134"/>
            <a:ext cx="324000" cy="2801361"/>
          </a:xfrm>
          <a:prstGeom prst="rect">
            <a:avLst/>
          </a:prstGeom>
          <a:solidFill>
            <a:schemeClr val="bg1">
              <a:lumMod val="50000"/>
            </a:schemeClr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/>
        </p:nvGrpSpPr>
        <p:grpSpPr>
          <a:xfrm>
            <a:off x="11339032" y="284004"/>
            <a:ext cx="324000" cy="435848"/>
            <a:chOff x="11550650" y="389101"/>
            <a:chExt cx="360000" cy="435848"/>
          </a:xfrm>
        </p:grpSpPr>
        <p:sp>
          <p:nvSpPr>
            <p:cNvPr id="8" name="矩形 7"/>
            <p:cNvSpPr/>
            <p:nvPr/>
          </p:nvSpPr>
          <p:spPr>
            <a:xfrm>
              <a:off x="11550650" y="389101"/>
              <a:ext cx="360000" cy="43584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/>
          </p:nvSpPr>
          <p:spPr>
            <a:xfrm>
              <a:off x="11609594" y="502667"/>
              <a:ext cx="242112" cy="208717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flipV="1">
            <a:off x="11339032" y="5932717"/>
            <a:ext cx="324000" cy="435848"/>
            <a:chOff x="11550650" y="389101"/>
            <a:chExt cx="360000" cy="435848"/>
          </a:xfrm>
        </p:grpSpPr>
        <p:sp>
          <p:nvSpPr>
            <p:cNvPr id="13" name="矩形 12"/>
            <p:cNvSpPr/>
            <p:nvPr/>
          </p:nvSpPr>
          <p:spPr>
            <a:xfrm>
              <a:off x="11550650" y="389101"/>
              <a:ext cx="360000" cy="435848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等腰三角形 13"/>
            <p:cNvSpPr/>
            <p:nvPr/>
          </p:nvSpPr>
          <p:spPr>
            <a:xfrm>
              <a:off x="11609594" y="502667"/>
              <a:ext cx="242112" cy="208717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任意多边形: 形状 1"/>
          <p:cNvSpPr/>
          <p:nvPr/>
        </p:nvSpPr>
        <p:spPr>
          <a:xfrm>
            <a:off x="592468" y="5689600"/>
            <a:ext cx="419035" cy="439526"/>
          </a:xfrm>
          <a:custGeom>
            <a:avLst/>
            <a:gdLst>
              <a:gd name="connsiteX0" fmla="*/ 0 w 673100"/>
              <a:gd name="connsiteY0" fmla="*/ 0 h 622300"/>
              <a:gd name="connsiteX1" fmla="*/ 0 w 673100"/>
              <a:gd name="connsiteY1" fmla="*/ 622300 h 622300"/>
              <a:gd name="connsiteX2" fmla="*/ 673100 w 673100"/>
              <a:gd name="connsiteY2" fmla="*/ 622300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3100" h="622300">
                <a:moveTo>
                  <a:pt x="0" y="0"/>
                </a:moveTo>
                <a:lnTo>
                  <a:pt x="0" y="622300"/>
                </a:lnTo>
                <a:lnTo>
                  <a:pt x="673100" y="62230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369060" y="2823210"/>
            <a:ext cx="5366385" cy="922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5400" b="1" dirty="0">
                <a:effectLst/>
                <a:latin typeface="思源黑体 CN Heavy" panose="020B0A00000000000000" charset="-122"/>
                <a:ea typeface="思源黑体 CN Heavy" panose="020B0A00000000000000" charset="-122"/>
              </a:rPr>
              <a:t>后期工作</a:t>
            </a:r>
            <a:r>
              <a:rPr lang="zh-CN" altLang="en-US" sz="5400" b="1" dirty="0">
                <a:effectLst/>
                <a:latin typeface="思源黑体 CN Heavy" panose="020B0A00000000000000" charset="-122"/>
                <a:ea typeface="思源黑体 CN Heavy" panose="020B0A00000000000000" charset="-122"/>
              </a:rPr>
              <a:t>规划</a:t>
            </a:r>
            <a:endParaRPr lang="zh-CN" altLang="en-US" sz="5400" b="1" dirty="0">
              <a:effectLst/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18" name="序号"/>
          <p:cNvSpPr txBox="1"/>
          <p:nvPr>
            <p:custDataLst>
              <p:tags r:id="rId3"/>
            </p:custDataLst>
          </p:nvPr>
        </p:nvSpPr>
        <p:spPr>
          <a:xfrm>
            <a:off x="1435735" y="1695673"/>
            <a:ext cx="1448963" cy="107911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algn="l">
              <a:lnSpc>
                <a:spcPct val="100000"/>
              </a:lnSpc>
              <a:buClrTx/>
              <a:buSzTx/>
              <a:buFontTx/>
            </a:pPr>
            <a:r>
              <a:rPr lang="en-US" sz="8000" b="1" dirty="0">
                <a:ln w="15875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04</a:t>
            </a:r>
            <a:endParaRPr lang="en-US" sz="8000" b="1" dirty="0">
              <a:ln w="15875">
                <a:solidFill>
                  <a:srgbClr val="000000"/>
                </a:solidFill>
              </a:ln>
              <a:solidFill>
                <a:srgbClr val="435BE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577585" y="522100"/>
            <a:ext cx="332768" cy="332768"/>
            <a:chOff x="540482" y="490150"/>
            <a:chExt cx="439526" cy="439526"/>
          </a:xfrm>
        </p:grpSpPr>
        <p:sp>
          <p:nvSpPr>
            <p:cNvPr id="24" name="矩形 23"/>
            <p:cNvSpPr/>
            <p:nvPr/>
          </p:nvSpPr>
          <p:spPr>
            <a:xfrm>
              <a:off x="577189" y="526857"/>
              <a:ext cx="366112" cy="366112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乘号 45"/>
            <p:cNvSpPr/>
            <p:nvPr/>
          </p:nvSpPr>
          <p:spPr>
            <a:xfrm>
              <a:off x="540482" y="490150"/>
              <a:ext cx="439526" cy="439526"/>
            </a:xfrm>
            <a:prstGeom prst="mathMultiply">
              <a:avLst>
                <a:gd name="adj1" fmla="val 430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50" name="直接箭头连接符 49"/>
          <p:cNvCxnSpPr/>
          <p:nvPr/>
        </p:nvCxnSpPr>
        <p:spPr>
          <a:xfrm>
            <a:off x="1208415" y="688484"/>
            <a:ext cx="8622665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6" name="组合 55"/>
          <p:cNvGrpSpPr/>
          <p:nvPr/>
        </p:nvGrpSpPr>
        <p:grpSpPr>
          <a:xfrm>
            <a:off x="11403953" y="1219465"/>
            <a:ext cx="194157" cy="133001"/>
            <a:chOff x="6591300" y="-1003300"/>
            <a:chExt cx="266700" cy="190500"/>
          </a:xfrm>
        </p:grpSpPr>
        <p:cxnSp>
          <p:nvCxnSpPr>
            <p:cNvPr id="57" name="直接连接符 56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直接连接符 59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5" name="图片 14" descr="未标题-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rcRect l="80875" t="3729" r="2260" b="68870"/>
          <a:stretch>
            <a:fillRect/>
          </a:stretch>
        </p:blipFill>
        <p:spPr>
          <a:xfrm>
            <a:off x="9683115" y="1410970"/>
            <a:ext cx="870585" cy="713105"/>
          </a:xfrm>
          <a:prstGeom prst="rect">
            <a:avLst/>
          </a:prstGeom>
        </p:spPr>
      </p:pic>
      <p:sp>
        <p:nvSpPr>
          <p:cNvPr id="16" name="椭圆 15"/>
          <p:cNvSpPr/>
          <p:nvPr/>
        </p:nvSpPr>
        <p:spPr>
          <a:xfrm>
            <a:off x="7128510" y="5342255"/>
            <a:ext cx="3437255" cy="69596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5" name="图形 8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523730" y="3581400"/>
            <a:ext cx="950595" cy="1025525"/>
          </a:xfrm>
          <a:prstGeom prst="rect">
            <a:avLst/>
          </a:prstGeom>
        </p:spPr>
      </p:pic>
      <p:pic>
        <p:nvPicPr>
          <p:cNvPr id="17" name="图形 8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7259320" y="2917190"/>
            <a:ext cx="1699895" cy="1831975"/>
          </a:xfrm>
          <a:prstGeom prst="rect">
            <a:avLst/>
          </a:prstGeom>
        </p:spPr>
      </p:pic>
      <p:pic>
        <p:nvPicPr>
          <p:cNvPr id="7" name="图片 6" descr="未标题-2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rcRect l="42500" t="28230" r="39036"/>
          <a:stretch>
            <a:fillRect/>
          </a:stretch>
        </p:blipFill>
        <p:spPr>
          <a:xfrm flipH="1">
            <a:off x="6683375" y="1383030"/>
            <a:ext cx="3752850" cy="4640580"/>
          </a:xfrm>
          <a:prstGeom prst="rect">
            <a:avLst/>
          </a:prstGeom>
        </p:spPr>
      </p:pic>
      <p:pic>
        <p:nvPicPr>
          <p:cNvPr id="21" name="图形 10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0069830" y="2566035"/>
            <a:ext cx="678815" cy="652145"/>
          </a:xfrm>
          <a:prstGeom prst="rect">
            <a:avLst/>
          </a:prstGeom>
        </p:spPr>
      </p:pic>
      <p:grpSp>
        <p:nvGrpSpPr>
          <p:cNvPr id="80" name="组合 79"/>
          <p:cNvGrpSpPr/>
          <p:nvPr/>
        </p:nvGrpSpPr>
        <p:grpSpPr>
          <a:xfrm flipH="1">
            <a:off x="3706524" y="2022775"/>
            <a:ext cx="328241" cy="173667"/>
            <a:chOff x="6172200" y="4442732"/>
            <a:chExt cx="494945" cy="261867"/>
          </a:xfrm>
        </p:grpSpPr>
        <p:sp>
          <p:nvSpPr>
            <p:cNvPr id="81" name="箭头: V 形 80"/>
            <p:cNvSpPr/>
            <p:nvPr>
              <p:custDataLst>
                <p:tags r:id="rId13"/>
              </p:custDataLst>
            </p:nvPr>
          </p:nvSpPr>
          <p:spPr>
            <a:xfrm flipH="1">
              <a:off x="6172200" y="4442732"/>
              <a:ext cx="261867" cy="261867"/>
            </a:xfrm>
            <a:prstGeom prst="chevron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82" name="箭头: V 形 81"/>
            <p:cNvSpPr/>
            <p:nvPr>
              <p:custDataLst>
                <p:tags r:id="rId14"/>
              </p:custDataLst>
            </p:nvPr>
          </p:nvSpPr>
          <p:spPr>
            <a:xfrm flipH="1">
              <a:off x="6405278" y="4442732"/>
              <a:ext cx="261867" cy="261867"/>
            </a:xfrm>
            <a:prstGeom prst="chevron">
              <a:avLst/>
            </a:prstGeom>
            <a:solidFill>
              <a:srgbClr val="0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tx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  <p:sp>
        <p:nvSpPr>
          <p:cNvPr id="30" name="文本框 29"/>
          <p:cNvSpPr txBox="1"/>
          <p:nvPr>
            <p:custDataLst>
              <p:tags r:id="rId15"/>
            </p:custDataLst>
          </p:nvPr>
        </p:nvSpPr>
        <p:spPr>
          <a:xfrm>
            <a:off x="9950450" y="554355"/>
            <a:ext cx="1077595" cy="2755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r">
              <a:buClrTx/>
              <a:buSzTx/>
              <a:buFontTx/>
            </a:pPr>
            <a:r>
              <a:rPr lang="en-US" altLang="zh-CN" sz="1200" b="1" dirty="0">
                <a:latin typeface="思源黑体 CN Bold" panose="020B0800000000000000" charset="-122"/>
                <a:ea typeface="思源黑体 CN Bold" panose="020B0800000000000000" charset="-122"/>
              </a:rPr>
              <a:t>YOUR LOGO</a:t>
            </a:r>
            <a:endParaRPr lang="en-US" altLang="zh-CN" sz="1200" b="1" dirty="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1369060" y="3867150"/>
            <a:ext cx="5341620" cy="1099820"/>
            <a:chOff x="2156" y="6595"/>
            <a:chExt cx="8412" cy="1732"/>
          </a:xfrm>
        </p:grpSpPr>
        <p:sp>
          <p:nvSpPr>
            <p:cNvPr id="19" name="文本框 18"/>
            <p:cNvSpPr txBox="1"/>
            <p:nvPr>
              <p:custDataLst>
                <p:tags r:id="rId16"/>
              </p:custDataLst>
            </p:nvPr>
          </p:nvSpPr>
          <p:spPr>
            <a:xfrm>
              <a:off x="2156" y="6595"/>
              <a:ext cx="3171" cy="6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buClrTx/>
                <a:buSzTx/>
                <a:buFontTx/>
              </a:pPr>
              <a:r>
                <a:rPr lang="zh-CN" alt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</a:rPr>
                <a:t>添加副标题</a:t>
              </a:r>
              <a:endParaRPr lang="zh-CN" altLang="en-US" sz="2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17"/>
              </p:custDataLst>
            </p:nvPr>
          </p:nvSpPr>
          <p:spPr>
            <a:xfrm>
              <a:off x="2156" y="7311"/>
              <a:ext cx="8412" cy="1016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fontAlgn="auto">
                <a:lnSpc>
                  <a:spcPct val="150000"/>
                </a:lnSpc>
                <a:spcAft>
                  <a:spcPts val="1000"/>
                </a:spcAft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单击此处输入你的正文，文字是您思想的提炼，根据需要可酌情增减文字，以便观者可以准确理解您所传达的信息。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endParaRPr>
            </a:p>
          </p:txBody>
        </p:sp>
        <p:cxnSp>
          <p:nvCxnSpPr>
            <p:cNvPr id="27" name="直接连接符 26"/>
            <p:cNvCxnSpPr/>
            <p:nvPr>
              <p:custDataLst>
                <p:tags r:id="rId18"/>
              </p:custDataLst>
            </p:nvPr>
          </p:nvCxnSpPr>
          <p:spPr>
            <a:xfrm>
              <a:off x="5597" y="6909"/>
              <a:ext cx="4472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627360" y="1367154"/>
            <a:ext cx="1196340" cy="520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15" t="-903" r="5797" b="903"/>
          <a:stretch>
            <a:fillRect/>
          </a:stretch>
        </p:blipFill>
        <p:spPr>
          <a:xfrm rot="16200000">
            <a:off x="3284220" y="-1570990"/>
            <a:ext cx="5203825" cy="1106106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7" name="矩形 6"/>
          <p:cNvSpPr/>
          <p:nvPr/>
        </p:nvSpPr>
        <p:spPr>
          <a:xfrm rot="16200000">
            <a:off x="5630545" y="-4966494"/>
            <a:ext cx="918210" cy="1146746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 rot="16200000">
            <a:off x="228600" y="422116"/>
            <a:ext cx="920115" cy="690245"/>
          </a:xfrm>
          <a:prstGeom prst="rect">
            <a:avLst/>
          </a:prstGeom>
          <a:solidFill>
            <a:srgbClr val="435BE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189844" y="497205"/>
            <a:ext cx="9664065" cy="664845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后期工作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规划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429334" y="700738"/>
            <a:ext cx="194157" cy="133001"/>
            <a:chOff x="6591300" y="-1003300"/>
            <a:chExt cx="266700" cy="190500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 flipH="1">
            <a:off x="594360" y="665480"/>
            <a:ext cx="274320" cy="235585"/>
            <a:chOff x="837" y="950"/>
            <a:chExt cx="714" cy="517"/>
          </a:xfrm>
        </p:grpSpPr>
        <p:sp>
          <p:nvSpPr>
            <p:cNvPr id="18" name="等腰三角形 17"/>
            <p:cNvSpPr/>
            <p:nvPr/>
          </p:nvSpPr>
          <p:spPr>
            <a:xfrm rot="16200000">
              <a:off x="826" y="961"/>
              <a:ext cx="516" cy="494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等腰三角形 1"/>
            <p:cNvSpPr/>
            <p:nvPr/>
          </p:nvSpPr>
          <p:spPr>
            <a:xfrm rot="16200000">
              <a:off x="1046" y="962"/>
              <a:ext cx="516" cy="494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1" name="组合 30"/>
          <p:cNvGrpSpPr/>
          <p:nvPr/>
        </p:nvGrpSpPr>
        <p:grpSpPr>
          <a:xfrm>
            <a:off x="1020445" y="2012315"/>
            <a:ext cx="4462780" cy="2910205"/>
            <a:chOff x="5883" y="3724"/>
            <a:chExt cx="7242" cy="4722"/>
          </a:xfrm>
        </p:grpSpPr>
        <p:pic>
          <p:nvPicPr>
            <p:cNvPr id="20" name="图形 8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7618" y="3966"/>
              <a:ext cx="4152" cy="4480"/>
            </a:xfrm>
            <a:prstGeom prst="rect">
              <a:avLst/>
            </a:prstGeom>
          </p:spPr>
        </p:pic>
        <p:pic>
          <p:nvPicPr>
            <p:cNvPr id="26" name="图形 8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2073" y="6696"/>
              <a:ext cx="1052" cy="1136"/>
            </a:xfrm>
            <a:prstGeom prst="rect">
              <a:avLst/>
            </a:prstGeom>
          </p:spPr>
        </p:pic>
        <p:grpSp>
          <p:nvGrpSpPr>
            <p:cNvPr id="11" name="组合 10"/>
            <p:cNvGrpSpPr/>
            <p:nvPr/>
          </p:nvGrpSpPr>
          <p:grpSpPr>
            <a:xfrm>
              <a:off x="5883" y="3724"/>
              <a:ext cx="7068" cy="4694"/>
              <a:chOff x="5642" y="3274"/>
              <a:chExt cx="7609" cy="5053"/>
            </a:xfrm>
          </p:grpSpPr>
          <p:pic>
            <p:nvPicPr>
              <p:cNvPr id="10" name="图片 9" descr="未标题-2"/>
              <p:cNvPicPr>
                <a:picLocks noChangeAspect="1"/>
              </p:cNvPicPr>
              <p:nvPr>
                <p:custDataLst>
                  <p:tags r:id="rId10"/>
                </p:custDataLst>
              </p:nvPr>
            </p:nvPicPr>
            <p:blipFill>
              <a:blip r:embed="rId11"/>
              <a:srcRect l="86528" t="524" r="1355" b="60614"/>
              <a:stretch>
                <a:fillRect/>
              </a:stretch>
            </p:blipFill>
            <p:spPr>
              <a:xfrm>
                <a:off x="9464" y="4469"/>
                <a:ext cx="3787" cy="3858"/>
              </a:xfrm>
              <a:prstGeom prst="rect">
                <a:avLst/>
              </a:prstGeom>
            </p:spPr>
          </p:pic>
          <p:pic>
            <p:nvPicPr>
              <p:cNvPr id="8" name="图片 7" descr="未标题-2"/>
              <p:cNvPicPr>
                <a:picLocks noChangeAspect="1"/>
              </p:cNvPicPr>
              <p:nvPr>
                <p:custDataLst>
                  <p:tags r:id="rId12"/>
                </p:custDataLst>
              </p:nvPr>
            </p:nvPicPr>
            <p:blipFill>
              <a:blip r:embed="rId11"/>
              <a:srcRect l="70313" r="14446" b="60784"/>
              <a:stretch>
                <a:fillRect/>
              </a:stretch>
            </p:blipFill>
            <p:spPr>
              <a:xfrm>
                <a:off x="5642" y="3274"/>
                <a:ext cx="4786" cy="3920"/>
              </a:xfrm>
              <a:prstGeom prst="rect">
                <a:avLst/>
              </a:prstGeom>
            </p:spPr>
          </p:pic>
        </p:grpSp>
        <p:sp>
          <p:nvSpPr>
            <p:cNvPr id="27" name="椭圆 26"/>
            <p:cNvSpPr/>
            <p:nvPr/>
          </p:nvSpPr>
          <p:spPr>
            <a:xfrm>
              <a:off x="11837" y="3787"/>
              <a:ext cx="885" cy="88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6512" y="7132"/>
              <a:ext cx="885" cy="885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32" name="文本框 31"/>
          <p:cNvSpPr txBox="1"/>
          <p:nvPr>
            <p:custDataLst>
              <p:tags r:id="rId13"/>
            </p:custDataLst>
          </p:nvPr>
        </p:nvSpPr>
        <p:spPr>
          <a:xfrm>
            <a:off x="6374765" y="2866390"/>
            <a:ext cx="4601210" cy="18815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  <a:p>
            <a:pPr indent="0"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您的正文已经简明扼要，字字珠玑，但信息却错综复杂，需要用更多的文字来表述；但请您尽可能提炼思想的精髓，否则容易造成观者的阅读压力，适得其反。</a:t>
            </a:r>
            <a:endParaRPr lang="zh-CN" altLang="en-US" sz="12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33" name="矩形 32"/>
          <p:cNvSpPr/>
          <p:nvPr>
            <p:custDataLst>
              <p:tags r:id="rId14"/>
            </p:custDataLst>
          </p:nvPr>
        </p:nvSpPr>
        <p:spPr>
          <a:xfrm>
            <a:off x="6374765" y="2531110"/>
            <a:ext cx="3465830" cy="127000"/>
          </a:xfrm>
          <a:prstGeom prst="rect">
            <a:avLst/>
          </a:prstGeom>
          <a:solidFill>
            <a:schemeClr val="bg1">
              <a:lumMod val="85000"/>
            </a:schemeClr>
          </a:solidFill>
          <a:ln w="158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标题"/>
          <p:cNvSpPr>
            <a:spLocks noGrp="1"/>
          </p:cNvSpPr>
          <p:nvPr>
            <p:custDataLst>
              <p:tags r:id="rId15"/>
            </p:custDataLst>
          </p:nvPr>
        </p:nvSpPr>
        <p:spPr>
          <a:xfrm>
            <a:off x="6374765" y="2139950"/>
            <a:ext cx="3651885" cy="6648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后期工作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规划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35" name="圆角矩形 34"/>
          <p:cNvSpPr/>
          <p:nvPr/>
        </p:nvSpPr>
        <p:spPr>
          <a:xfrm>
            <a:off x="617855" y="5126990"/>
            <a:ext cx="10537190" cy="1176020"/>
          </a:xfrm>
          <a:prstGeom prst="roundRect">
            <a:avLst>
              <a:gd name="adj" fmla="val 0"/>
            </a:avLst>
          </a:prstGeom>
          <a:solidFill>
            <a:srgbClr val="435BE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39" name="组合 38"/>
          <p:cNvGrpSpPr/>
          <p:nvPr/>
        </p:nvGrpSpPr>
        <p:grpSpPr>
          <a:xfrm>
            <a:off x="9940925" y="5409565"/>
            <a:ext cx="1900555" cy="1167130"/>
            <a:chOff x="15655" y="8519"/>
            <a:chExt cx="2993" cy="1838"/>
          </a:xfrm>
        </p:grpSpPr>
        <p:pic>
          <p:nvPicPr>
            <p:cNvPr id="40" name="图形 24"/>
            <p:cNvPicPr>
              <a:picLocks noChangeAspect="1"/>
            </p:cNvPicPr>
            <p:nvPr>
              <p:custDataLst>
                <p:tags r:id="rId16"/>
              </p:custDataLst>
            </p:nvPr>
          </p:nvPicPr>
          <p:blipFill>
            <a:blip r:embed="rId17"/>
            <a:stretch>
              <a:fillRect/>
            </a:stretch>
          </p:blipFill>
          <p:spPr>
            <a:xfrm rot="5400000">
              <a:off x="17138" y="9705"/>
              <a:ext cx="222" cy="438"/>
            </a:xfrm>
            <a:prstGeom prst="rect">
              <a:avLst/>
            </a:prstGeom>
          </p:spPr>
        </p:pic>
        <p:pic>
          <p:nvPicPr>
            <p:cNvPr id="41" name="图片 40" descr="未标题-2"/>
            <p:cNvPicPr>
              <a:picLocks noChangeAspect="1"/>
            </p:cNvPicPr>
            <p:nvPr>
              <p:custDataLst>
                <p:tags r:id="rId18"/>
              </p:custDataLst>
            </p:nvPr>
          </p:nvPicPr>
          <p:blipFill>
            <a:blip r:embed="rId11"/>
            <a:srcRect l="61573" t="60734" r="31964" b="9170"/>
            <a:stretch>
              <a:fillRect/>
            </a:stretch>
          </p:blipFill>
          <p:spPr>
            <a:xfrm>
              <a:off x="17408" y="8519"/>
              <a:ext cx="1241" cy="183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65" h="1974">
                  <a:moveTo>
                    <a:pt x="0" y="0"/>
                  </a:moveTo>
                  <a:lnTo>
                    <a:pt x="1665" y="0"/>
                  </a:lnTo>
                  <a:lnTo>
                    <a:pt x="1665" y="1974"/>
                  </a:lnTo>
                  <a:lnTo>
                    <a:pt x="0" y="1974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grpSp>
          <p:nvGrpSpPr>
            <p:cNvPr id="42" name="组合 41"/>
            <p:cNvGrpSpPr/>
            <p:nvPr/>
          </p:nvGrpSpPr>
          <p:grpSpPr>
            <a:xfrm rot="5400000">
              <a:off x="16109" y="9355"/>
              <a:ext cx="230" cy="1138"/>
              <a:chOff x="5734194" y="1638444"/>
              <a:chExt cx="745589" cy="3685737"/>
            </a:xfrm>
          </p:grpSpPr>
          <p:sp>
            <p:nvSpPr>
              <p:cNvPr id="43" name="任意多边形: 形状 52"/>
              <p:cNvSpPr/>
              <p:nvPr>
                <p:custDataLst>
                  <p:tags r:id="rId19"/>
                </p:custDataLst>
              </p:nvPr>
            </p:nvSpPr>
            <p:spPr>
              <a:xfrm>
                <a:off x="5734194" y="163844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4" name="任意多边形: 形状 55"/>
              <p:cNvSpPr/>
              <p:nvPr>
                <p:custDataLst>
                  <p:tags r:id="rId20"/>
                </p:custDataLst>
              </p:nvPr>
            </p:nvSpPr>
            <p:spPr>
              <a:xfrm>
                <a:off x="6106989" y="200701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5" name="任意多边形: 形状 56"/>
              <p:cNvSpPr/>
              <p:nvPr>
                <p:custDataLst>
                  <p:tags r:id="rId21"/>
                </p:custDataLst>
              </p:nvPr>
            </p:nvSpPr>
            <p:spPr>
              <a:xfrm>
                <a:off x="5734194" y="2375592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6" name="任意多边形: 形状 59"/>
              <p:cNvSpPr/>
              <p:nvPr>
                <p:custDataLst>
                  <p:tags r:id="rId22"/>
                </p:custDataLst>
              </p:nvPr>
            </p:nvSpPr>
            <p:spPr>
              <a:xfrm>
                <a:off x="6106989" y="2744166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7" name="任意多边形: 形状 60"/>
              <p:cNvSpPr/>
              <p:nvPr>
                <p:custDataLst>
                  <p:tags r:id="rId23"/>
                </p:custDataLst>
              </p:nvPr>
            </p:nvSpPr>
            <p:spPr>
              <a:xfrm>
                <a:off x="5734194" y="3112739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8" name="任意多边形: 形状 63"/>
              <p:cNvSpPr/>
              <p:nvPr>
                <p:custDataLst>
                  <p:tags r:id="rId24"/>
                </p:custDataLst>
              </p:nvPr>
            </p:nvSpPr>
            <p:spPr>
              <a:xfrm>
                <a:off x="6106989" y="3481313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9" name="任意多边形: 形状 64"/>
              <p:cNvSpPr/>
              <p:nvPr>
                <p:custDataLst>
                  <p:tags r:id="rId25"/>
                </p:custDataLst>
              </p:nvPr>
            </p:nvSpPr>
            <p:spPr>
              <a:xfrm>
                <a:off x="5734194" y="3849887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0" name="任意多边形: 形状 67"/>
              <p:cNvSpPr/>
              <p:nvPr>
                <p:custDataLst>
                  <p:tags r:id="rId26"/>
                </p:custDataLst>
              </p:nvPr>
            </p:nvSpPr>
            <p:spPr>
              <a:xfrm>
                <a:off x="6106989" y="4218461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1" name="任意多边形: 形状 68"/>
              <p:cNvSpPr/>
              <p:nvPr>
                <p:custDataLst>
                  <p:tags r:id="rId27"/>
                </p:custDataLst>
              </p:nvPr>
            </p:nvSpPr>
            <p:spPr>
              <a:xfrm>
                <a:off x="5734194" y="458703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2" name="任意多边形: 形状 75"/>
              <p:cNvSpPr/>
              <p:nvPr>
                <p:custDataLst>
                  <p:tags r:id="rId28"/>
                </p:custDataLst>
              </p:nvPr>
            </p:nvSpPr>
            <p:spPr>
              <a:xfrm>
                <a:off x="6106989" y="495560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</p:grpSp>
      <p:sp>
        <p:nvSpPr>
          <p:cNvPr id="36" name="文本框 35"/>
          <p:cNvSpPr txBox="1"/>
          <p:nvPr/>
        </p:nvSpPr>
        <p:spPr>
          <a:xfrm>
            <a:off x="1360805" y="5278755"/>
            <a:ext cx="17449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 b="1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6800</a:t>
            </a:r>
            <a:r>
              <a:rPr lang="zh-CN" altLang="en-US" sz="1600" b="1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万</a:t>
            </a:r>
            <a:endParaRPr lang="zh-CN" altLang="en-US" sz="1600" b="1">
              <a:solidFill>
                <a:schemeClr val="bg1"/>
              </a:solidFill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3796030" y="5278755"/>
            <a:ext cx="17449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 b="1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200</a:t>
            </a:r>
            <a:r>
              <a:rPr lang="en-US" altLang="zh-CN" sz="1600" b="1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%</a:t>
            </a:r>
            <a:endParaRPr lang="en-US" altLang="zh-CN" sz="1600" b="1">
              <a:solidFill>
                <a:schemeClr val="bg1"/>
              </a:solidFill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6231255" y="5278755"/>
            <a:ext cx="17449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3200" b="1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560</a:t>
            </a:r>
            <a:r>
              <a:rPr lang="zh-CN" altLang="en-US" sz="1600" b="1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人</a:t>
            </a:r>
            <a:endParaRPr lang="zh-CN" altLang="en-US" sz="1600" b="1">
              <a:solidFill>
                <a:schemeClr val="bg1"/>
              </a:solidFill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8666480" y="5278755"/>
            <a:ext cx="174498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 b="1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750</a:t>
            </a:r>
            <a:r>
              <a:rPr lang="zh-CN" altLang="en-US" sz="1600" b="1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次</a:t>
            </a:r>
            <a:endParaRPr lang="zh-CN" altLang="en-US" sz="1600" b="1">
              <a:solidFill>
                <a:schemeClr val="bg1"/>
              </a:solidFill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29"/>
            </p:custDataLst>
          </p:nvPr>
        </p:nvSpPr>
        <p:spPr>
          <a:xfrm>
            <a:off x="1475105" y="5817235"/>
            <a:ext cx="1517015" cy="2755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buClrTx/>
              <a:buSzTx/>
              <a:buFontTx/>
            </a:pP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添加副标题</a:t>
            </a:r>
            <a:endParaRPr lang="zh-CN" altLang="en-US" sz="12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30"/>
            </p:custDataLst>
          </p:nvPr>
        </p:nvSpPr>
        <p:spPr>
          <a:xfrm>
            <a:off x="3910330" y="5817235"/>
            <a:ext cx="1517015" cy="2755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buClrTx/>
              <a:buSzTx/>
              <a:buFontTx/>
            </a:pP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添加副标题</a:t>
            </a:r>
            <a:endParaRPr lang="zh-CN" altLang="en-US" sz="12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31"/>
            </p:custDataLst>
          </p:nvPr>
        </p:nvSpPr>
        <p:spPr>
          <a:xfrm>
            <a:off x="6345555" y="5817235"/>
            <a:ext cx="1517015" cy="2755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buClrTx/>
              <a:buSzTx/>
              <a:buFontTx/>
            </a:pP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添加副标题</a:t>
            </a:r>
            <a:endParaRPr lang="zh-CN" altLang="en-US" sz="12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70" name="文本框 69"/>
          <p:cNvSpPr txBox="1"/>
          <p:nvPr>
            <p:custDataLst>
              <p:tags r:id="rId32"/>
            </p:custDataLst>
          </p:nvPr>
        </p:nvSpPr>
        <p:spPr>
          <a:xfrm>
            <a:off x="8780780" y="5817235"/>
            <a:ext cx="1517015" cy="275590"/>
          </a:xfrm>
          <a:prstGeom prst="rect">
            <a:avLst/>
          </a:prstGeom>
          <a:noFill/>
        </p:spPr>
        <p:txBody>
          <a:bodyPr wrap="square">
            <a:spAutoFit/>
          </a:bodyPr>
          <a:p>
            <a:pPr algn="ctr">
              <a:buClrTx/>
              <a:buSzTx/>
              <a:buFontTx/>
            </a:pP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添加副标题</a:t>
            </a:r>
            <a:endParaRPr lang="zh-CN" altLang="en-US" sz="12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72" name="直接连接符 71"/>
          <p:cNvCxnSpPr/>
          <p:nvPr/>
        </p:nvCxnSpPr>
        <p:spPr>
          <a:xfrm>
            <a:off x="3473450" y="5382260"/>
            <a:ext cx="0" cy="666115"/>
          </a:xfrm>
          <a:prstGeom prst="line">
            <a:avLst/>
          </a:prstGeom>
          <a:ln w="1587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连接符 72"/>
          <p:cNvCxnSpPr/>
          <p:nvPr/>
        </p:nvCxnSpPr>
        <p:spPr>
          <a:xfrm>
            <a:off x="5886450" y="5382260"/>
            <a:ext cx="0" cy="666115"/>
          </a:xfrm>
          <a:prstGeom prst="line">
            <a:avLst/>
          </a:prstGeom>
          <a:ln w="1587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连接符 73"/>
          <p:cNvCxnSpPr/>
          <p:nvPr/>
        </p:nvCxnSpPr>
        <p:spPr>
          <a:xfrm>
            <a:off x="8299450" y="5382260"/>
            <a:ext cx="0" cy="666115"/>
          </a:xfrm>
          <a:prstGeom prst="line">
            <a:avLst/>
          </a:prstGeom>
          <a:ln w="15875" cap="rnd">
            <a:solidFill>
              <a:schemeClr val="bg1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627360" y="1367154"/>
            <a:ext cx="1196340" cy="520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15" t="-903" r="5797" b="903"/>
          <a:stretch>
            <a:fillRect/>
          </a:stretch>
        </p:blipFill>
        <p:spPr>
          <a:xfrm rot="16200000">
            <a:off x="3284220" y="-1570990"/>
            <a:ext cx="5203825" cy="1106106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71" name="矩形 70"/>
          <p:cNvSpPr/>
          <p:nvPr/>
        </p:nvSpPr>
        <p:spPr>
          <a:xfrm>
            <a:off x="704215" y="1679575"/>
            <a:ext cx="3789680" cy="4623435"/>
          </a:xfrm>
          <a:prstGeom prst="rect">
            <a:avLst/>
          </a:prstGeom>
          <a:solidFill>
            <a:srgbClr val="435BE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矩形 68"/>
          <p:cNvSpPr/>
          <p:nvPr/>
        </p:nvSpPr>
        <p:spPr>
          <a:xfrm>
            <a:off x="4612005" y="1679575"/>
            <a:ext cx="6580505" cy="462343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 rot="16200000">
            <a:off x="5630545" y="-4966494"/>
            <a:ext cx="918210" cy="1146746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 rot="16200000">
            <a:off x="228600" y="422116"/>
            <a:ext cx="920115" cy="690245"/>
          </a:xfrm>
          <a:prstGeom prst="rect">
            <a:avLst/>
          </a:prstGeom>
          <a:solidFill>
            <a:srgbClr val="435BE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189844" y="497205"/>
            <a:ext cx="9664065" cy="664845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后期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工作规划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429334" y="700738"/>
            <a:ext cx="194157" cy="133001"/>
            <a:chOff x="6591300" y="-1003300"/>
            <a:chExt cx="266700" cy="190500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 flipH="1">
            <a:off x="594360" y="665480"/>
            <a:ext cx="274320" cy="235585"/>
            <a:chOff x="837" y="950"/>
            <a:chExt cx="714" cy="517"/>
          </a:xfrm>
        </p:grpSpPr>
        <p:sp>
          <p:nvSpPr>
            <p:cNvPr id="18" name="等腰三角形 17"/>
            <p:cNvSpPr/>
            <p:nvPr/>
          </p:nvSpPr>
          <p:spPr>
            <a:xfrm rot="16200000">
              <a:off x="826" y="961"/>
              <a:ext cx="516" cy="494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等腰三角形 1"/>
            <p:cNvSpPr/>
            <p:nvPr/>
          </p:nvSpPr>
          <p:spPr>
            <a:xfrm rot="16200000">
              <a:off x="1046" y="962"/>
              <a:ext cx="516" cy="494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9940925" y="5409565"/>
            <a:ext cx="1900555" cy="1167130"/>
            <a:chOff x="15655" y="8519"/>
            <a:chExt cx="2993" cy="1838"/>
          </a:xfrm>
        </p:grpSpPr>
        <p:pic>
          <p:nvPicPr>
            <p:cNvPr id="40" name="图形 2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5400000">
              <a:off x="17138" y="9705"/>
              <a:ext cx="222" cy="438"/>
            </a:xfrm>
            <a:prstGeom prst="rect">
              <a:avLst/>
            </a:prstGeom>
          </p:spPr>
        </p:pic>
        <p:pic>
          <p:nvPicPr>
            <p:cNvPr id="41" name="图片 40" descr="未标题-2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rcRect l="61573" t="60734" r="31964" b="9170"/>
            <a:stretch>
              <a:fillRect/>
            </a:stretch>
          </p:blipFill>
          <p:spPr>
            <a:xfrm>
              <a:off x="17408" y="8519"/>
              <a:ext cx="1241" cy="183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65" h="1974">
                  <a:moveTo>
                    <a:pt x="0" y="0"/>
                  </a:moveTo>
                  <a:lnTo>
                    <a:pt x="1665" y="0"/>
                  </a:lnTo>
                  <a:lnTo>
                    <a:pt x="1665" y="1974"/>
                  </a:lnTo>
                  <a:lnTo>
                    <a:pt x="0" y="1974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grpSp>
          <p:nvGrpSpPr>
            <p:cNvPr id="42" name="组合 41"/>
            <p:cNvGrpSpPr/>
            <p:nvPr/>
          </p:nvGrpSpPr>
          <p:grpSpPr>
            <a:xfrm rot="5400000">
              <a:off x="16109" y="9355"/>
              <a:ext cx="230" cy="1138"/>
              <a:chOff x="5734194" y="1638444"/>
              <a:chExt cx="745589" cy="3685737"/>
            </a:xfrm>
          </p:grpSpPr>
          <p:sp>
            <p:nvSpPr>
              <p:cNvPr id="43" name="任意多边形: 形状 52"/>
              <p:cNvSpPr/>
              <p:nvPr>
                <p:custDataLst>
                  <p:tags r:id="rId8"/>
                </p:custDataLst>
              </p:nvPr>
            </p:nvSpPr>
            <p:spPr>
              <a:xfrm>
                <a:off x="5734194" y="163844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4" name="任意多边形: 形状 55"/>
              <p:cNvSpPr/>
              <p:nvPr>
                <p:custDataLst>
                  <p:tags r:id="rId9"/>
                </p:custDataLst>
              </p:nvPr>
            </p:nvSpPr>
            <p:spPr>
              <a:xfrm>
                <a:off x="6106989" y="200701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5" name="任意多边形: 形状 56"/>
              <p:cNvSpPr/>
              <p:nvPr>
                <p:custDataLst>
                  <p:tags r:id="rId10"/>
                </p:custDataLst>
              </p:nvPr>
            </p:nvSpPr>
            <p:spPr>
              <a:xfrm>
                <a:off x="5734194" y="2375592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6" name="任意多边形: 形状 59"/>
              <p:cNvSpPr/>
              <p:nvPr>
                <p:custDataLst>
                  <p:tags r:id="rId11"/>
                </p:custDataLst>
              </p:nvPr>
            </p:nvSpPr>
            <p:spPr>
              <a:xfrm>
                <a:off x="6106989" y="2744166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7" name="任意多边形: 形状 60"/>
              <p:cNvSpPr/>
              <p:nvPr>
                <p:custDataLst>
                  <p:tags r:id="rId12"/>
                </p:custDataLst>
              </p:nvPr>
            </p:nvSpPr>
            <p:spPr>
              <a:xfrm>
                <a:off x="5734194" y="3112739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8" name="任意多边形: 形状 63"/>
              <p:cNvSpPr/>
              <p:nvPr>
                <p:custDataLst>
                  <p:tags r:id="rId13"/>
                </p:custDataLst>
              </p:nvPr>
            </p:nvSpPr>
            <p:spPr>
              <a:xfrm>
                <a:off x="6106989" y="3481313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9" name="任意多边形: 形状 64"/>
              <p:cNvSpPr/>
              <p:nvPr>
                <p:custDataLst>
                  <p:tags r:id="rId14"/>
                </p:custDataLst>
              </p:nvPr>
            </p:nvSpPr>
            <p:spPr>
              <a:xfrm>
                <a:off x="5734194" y="3849887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0" name="任意多边形: 形状 67"/>
              <p:cNvSpPr/>
              <p:nvPr>
                <p:custDataLst>
                  <p:tags r:id="rId15"/>
                </p:custDataLst>
              </p:nvPr>
            </p:nvSpPr>
            <p:spPr>
              <a:xfrm>
                <a:off x="6106989" y="4218461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1" name="任意多边形: 形状 68"/>
              <p:cNvSpPr/>
              <p:nvPr>
                <p:custDataLst>
                  <p:tags r:id="rId16"/>
                </p:custDataLst>
              </p:nvPr>
            </p:nvSpPr>
            <p:spPr>
              <a:xfrm>
                <a:off x="5734194" y="458703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2" name="任意多边形: 形状 75"/>
              <p:cNvSpPr/>
              <p:nvPr>
                <p:custDataLst>
                  <p:tags r:id="rId17"/>
                </p:custDataLst>
              </p:nvPr>
            </p:nvSpPr>
            <p:spPr>
              <a:xfrm>
                <a:off x="6106989" y="495560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</p:grpSp>
      <p:sp>
        <p:nvSpPr>
          <p:cNvPr id="109" name="任意多边形: 形状 108"/>
          <p:cNvSpPr/>
          <p:nvPr>
            <p:custDataLst>
              <p:tags r:id="rId18"/>
            </p:custDataLst>
          </p:nvPr>
        </p:nvSpPr>
        <p:spPr>
          <a:xfrm>
            <a:off x="5476240" y="2809240"/>
            <a:ext cx="5060315" cy="2509520"/>
          </a:xfrm>
          <a:custGeom>
            <a:avLst/>
            <a:gdLst>
              <a:gd name="connsiteX0" fmla="*/ 0 w 953105"/>
              <a:gd name="connsiteY0" fmla="*/ 567233 h 567233"/>
              <a:gd name="connsiteX1" fmla="*/ 134828 w 953105"/>
              <a:gd name="connsiteY1" fmla="*/ 326310 h 567233"/>
              <a:gd name="connsiteX2" fmla="*/ 355743 w 953105"/>
              <a:gd name="connsiteY2" fmla="*/ 483940 h 567233"/>
              <a:gd name="connsiteX3" fmla="*/ 616442 w 953105"/>
              <a:gd name="connsiteY3" fmla="*/ 86783 h 567233"/>
              <a:gd name="connsiteX4" fmla="*/ 791172 w 953105"/>
              <a:gd name="connsiteY4" fmla="*/ 229522 h 567233"/>
              <a:gd name="connsiteX5" fmla="*/ 953106 w 953105"/>
              <a:gd name="connsiteY5" fmla="*/ 0 h 5672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53105" h="567233">
                <a:moveTo>
                  <a:pt x="0" y="567233"/>
                </a:moveTo>
                <a:lnTo>
                  <a:pt x="134828" y="326310"/>
                </a:lnTo>
                <a:lnTo>
                  <a:pt x="355743" y="483940"/>
                </a:lnTo>
                <a:lnTo>
                  <a:pt x="616442" y="86783"/>
                </a:lnTo>
                <a:lnTo>
                  <a:pt x="791172" y="229522"/>
                </a:lnTo>
                <a:lnTo>
                  <a:pt x="953106" y="0"/>
                </a:lnTo>
              </a:path>
            </a:pathLst>
          </a:custGeom>
          <a:noFill/>
          <a:ln w="15583" cap="rnd">
            <a:solidFill>
              <a:srgbClr val="000000"/>
            </a:solidFill>
            <a:prstDash val="solid"/>
            <a:round/>
          </a:ln>
          <a:effectLst>
            <a:outerShdw blurRad="127000" dist="127000" dir="3780000" algn="tl" rotWithShape="0">
              <a:srgbClr val="435BE1">
                <a:alpha val="40000"/>
              </a:srgbClr>
            </a:out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10" name="任意多边形: 形状 109"/>
          <p:cNvSpPr/>
          <p:nvPr>
            <p:custDataLst>
              <p:tags r:id="rId19"/>
            </p:custDataLst>
          </p:nvPr>
        </p:nvSpPr>
        <p:spPr>
          <a:xfrm>
            <a:off x="10263505" y="2578735"/>
            <a:ext cx="423545" cy="454660"/>
          </a:xfrm>
          <a:custGeom>
            <a:avLst/>
            <a:gdLst>
              <a:gd name="connsiteX0" fmla="*/ 0 w 131338"/>
              <a:gd name="connsiteY0" fmla="*/ 69334 h 140761"/>
              <a:gd name="connsiteX1" fmla="*/ 109934 w 131338"/>
              <a:gd name="connsiteY1" fmla="*/ 140761 h 140761"/>
              <a:gd name="connsiteX2" fmla="*/ 131339 w 131338"/>
              <a:gd name="connsiteY2" fmla="*/ 0 h 140761"/>
              <a:gd name="connsiteX3" fmla="*/ 0 w 131338"/>
              <a:gd name="connsiteY3" fmla="*/ 69334 h 1407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1338" h="140761">
                <a:moveTo>
                  <a:pt x="0" y="69334"/>
                </a:moveTo>
                <a:lnTo>
                  <a:pt x="109934" y="140761"/>
                </a:lnTo>
                <a:lnTo>
                  <a:pt x="131339" y="0"/>
                </a:lnTo>
                <a:lnTo>
                  <a:pt x="0" y="69334"/>
                </a:lnTo>
                <a:close/>
              </a:path>
            </a:pathLst>
          </a:custGeom>
          <a:solidFill>
            <a:srgbClr val="4C5BDD"/>
          </a:solidFill>
          <a:ln w="1162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11" name="任意多边形: 形状 110"/>
          <p:cNvSpPr/>
          <p:nvPr>
            <p:custDataLst>
              <p:tags r:id="rId20"/>
            </p:custDataLst>
          </p:nvPr>
        </p:nvSpPr>
        <p:spPr>
          <a:xfrm>
            <a:off x="8674735" y="3094355"/>
            <a:ext cx="162560" cy="162560"/>
          </a:xfrm>
          <a:custGeom>
            <a:avLst/>
            <a:gdLst>
              <a:gd name="connsiteX0" fmla="*/ 57701 w 57700"/>
              <a:gd name="connsiteY0" fmla="*/ 28850 h 57700"/>
              <a:gd name="connsiteX1" fmla="*/ 28850 w 57700"/>
              <a:gd name="connsiteY1" fmla="*/ 57701 h 57700"/>
              <a:gd name="connsiteX2" fmla="*/ 0 w 57700"/>
              <a:gd name="connsiteY2" fmla="*/ 28850 h 57700"/>
              <a:gd name="connsiteX3" fmla="*/ 28850 w 57700"/>
              <a:gd name="connsiteY3" fmla="*/ 0 h 57700"/>
              <a:gd name="connsiteX4" fmla="*/ 57701 w 57700"/>
              <a:gd name="connsiteY4" fmla="*/ 28850 h 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700" h="57700">
                <a:moveTo>
                  <a:pt x="57701" y="28850"/>
                </a:moveTo>
                <a:cubicBezTo>
                  <a:pt x="57701" y="44788"/>
                  <a:pt x="44788" y="57701"/>
                  <a:pt x="28850" y="57701"/>
                </a:cubicBezTo>
                <a:cubicBezTo>
                  <a:pt x="12913" y="57701"/>
                  <a:pt x="0" y="44788"/>
                  <a:pt x="0" y="28850"/>
                </a:cubicBezTo>
                <a:cubicBezTo>
                  <a:pt x="0" y="12913"/>
                  <a:pt x="12913" y="0"/>
                  <a:pt x="28850" y="0"/>
                </a:cubicBezTo>
                <a:cubicBezTo>
                  <a:pt x="44788" y="0"/>
                  <a:pt x="57701" y="12913"/>
                  <a:pt x="57701" y="28850"/>
                </a:cubicBezTo>
                <a:close/>
              </a:path>
            </a:pathLst>
          </a:custGeom>
          <a:solidFill>
            <a:srgbClr val="4C5BDD"/>
          </a:solidFill>
          <a:ln w="1162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12" name="任意多边形: 形状 111"/>
          <p:cNvSpPr/>
          <p:nvPr>
            <p:custDataLst>
              <p:tags r:id="rId21"/>
            </p:custDataLst>
          </p:nvPr>
        </p:nvSpPr>
        <p:spPr>
          <a:xfrm>
            <a:off x="9610090" y="3723640"/>
            <a:ext cx="162560" cy="162560"/>
          </a:xfrm>
          <a:custGeom>
            <a:avLst/>
            <a:gdLst>
              <a:gd name="connsiteX0" fmla="*/ 57700 w 57700"/>
              <a:gd name="connsiteY0" fmla="*/ 28850 h 57700"/>
              <a:gd name="connsiteX1" fmla="*/ 28850 w 57700"/>
              <a:gd name="connsiteY1" fmla="*/ 57701 h 57700"/>
              <a:gd name="connsiteX2" fmla="*/ 0 w 57700"/>
              <a:gd name="connsiteY2" fmla="*/ 28850 h 57700"/>
              <a:gd name="connsiteX3" fmla="*/ 28850 w 57700"/>
              <a:gd name="connsiteY3" fmla="*/ 0 h 57700"/>
              <a:gd name="connsiteX4" fmla="*/ 57700 w 57700"/>
              <a:gd name="connsiteY4" fmla="*/ 28850 h 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700" h="57700">
                <a:moveTo>
                  <a:pt x="57700" y="28850"/>
                </a:moveTo>
                <a:cubicBezTo>
                  <a:pt x="57700" y="44788"/>
                  <a:pt x="44788" y="57701"/>
                  <a:pt x="28850" y="57701"/>
                </a:cubicBezTo>
                <a:cubicBezTo>
                  <a:pt x="12913" y="57701"/>
                  <a:pt x="0" y="44788"/>
                  <a:pt x="0" y="28850"/>
                </a:cubicBezTo>
                <a:cubicBezTo>
                  <a:pt x="0" y="12913"/>
                  <a:pt x="12913" y="0"/>
                  <a:pt x="28850" y="0"/>
                </a:cubicBezTo>
                <a:cubicBezTo>
                  <a:pt x="44788" y="0"/>
                  <a:pt x="57700" y="12913"/>
                  <a:pt x="57700" y="28850"/>
                </a:cubicBezTo>
                <a:close/>
              </a:path>
            </a:pathLst>
          </a:custGeom>
          <a:solidFill>
            <a:srgbClr val="4C5BDD"/>
          </a:solidFill>
          <a:ln w="1162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13" name="任意多边形: 形状 112"/>
          <p:cNvSpPr/>
          <p:nvPr>
            <p:custDataLst>
              <p:tags r:id="rId22"/>
            </p:custDataLst>
          </p:nvPr>
        </p:nvSpPr>
        <p:spPr>
          <a:xfrm>
            <a:off x="7282815" y="4839335"/>
            <a:ext cx="162560" cy="162560"/>
          </a:xfrm>
          <a:custGeom>
            <a:avLst/>
            <a:gdLst>
              <a:gd name="connsiteX0" fmla="*/ 57700 w 57700"/>
              <a:gd name="connsiteY0" fmla="*/ 28850 h 57700"/>
              <a:gd name="connsiteX1" fmla="*/ 28850 w 57700"/>
              <a:gd name="connsiteY1" fmla="*/ 57701 h 57700"/>
              <a:gd name="connsiteX2" fmla="*/ 0 w 57700"/>
              <a:gd name="connsiteY2" fmla="*/ 28850 h 57700"/>
              <a:gd name="connsiteX3" fmla="*/ 28850 w 57700"/>
              <a:gd name="connsiteY3" fmla="*/ 0 h 57700"/>
              <a:gd name="connsiteX4" fmla="*/ 57700 w 57700"/>
              <a:gd name="connsiteY4" fmla="*/ 28850 h 57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700" h="57700">
                <a:moveTo>
                  <a:pt x="57700" y="28850"/>
                </a:moveTo>
                <a:cubicBezTo>
                  <a:pt x="57700" y="44788"/>
                  <a:pt x="44788" y="57701"/>
                  <a:pt x="28850" y="57701"/>
                </a:cubicBezTo>
                <a:cubicBezTo>
                  <a:pt x="12913" y="57701"/>
                  <a:pt x="0" y="44788"/>
                  <a:pt x="0" y="28850"/>
                </a:cubicBezTo>
                <a:cubicBezTo>
                  <a:pt x="0" y="12913"/>
                  <a:pt x="12913" y="0"/>
                  <a:pt x="28850" y="0"/>
                </a:cubicBezTo>
                <a:cubicBezTo>
                  <a:pt x="44788" y="0"/>
                  <a:pt x="57700" y="12913"/>
                  <a:pt x="57700" y="28850"/>
                </a:cubicBezTo>
                <a:close/>
              </a:path>
            </a:pathLst>
          </a:custGeom>
          <a:solidFill>
            <a:srgbClr val="4C5BDD"/>
          </a:solidFill>
          <a:ln w="1162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114" name="任意多边形: 形状 113"/>
          <p:cNvSpPr/>
          <p:nvPr>
            <p:custDataLst>
              <p:tags r:id="rId23"/>
            </p:custDataLst>
          </p:nvPr>
        </p:nvSpPr>
        <p:spPr>
          <a:xfrm>
            <a:off x="6129020" y="4183380"/>
            <a:ext cx="162560" cy="162560"/>
          </a:xfrm>
          <a:custGeom>
            <a:avLst/>
            <a:gdLst>
              <a:gd name="connsiteX0" fmla="*/ 24741 w 57742"/>
              <a:gd name="connsiteY0" fmla="*/ 312 h 57742"/>
              <a:gd name="connsiteX1" fmla="*/ 57431 w 57742"/>
              <a:gd name="connsiteY1" fmla="*/ 24742 h 57742"/>
              <a:gd name="connsiteX2" fmla="*/ 33001 w 57742"/>
              <a:gd name="connsiteY2" fmla="*/ 57431 h 57742"/>
              <a:gd name="connsiteX3" fmla="*/ 312 w 57742"/>
              <a:gd name="connsiteY3" fmla="*/ 33001 h 57742"/>
              <a:gd name="connsiteX4" fmla="*/ 24741 w 57742"/>
              <a:gd name="connsiteY4" fmla="*/ 312 h 577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742" h="57742">
                <a:moveTo>
                  <a:pt x="24741" y="312"/>
                </a:moveTo>
                <a:cubicBezTo>
                  <a:pt x="40563" y="-2015"/>
                  <a:pt x="55221" y="8921"/>
                  <a:pt x="57431" y="24742"/>
                </a:cubicBezTo>
                <a:cubicBezTo>
                  <a:pt x="59757" y="40563"/>
                  <a:pt x="48822" y="55221"/>
                  <a:pt x="33001" y="57431"/>
                </a:cubicBezTo>
                <a:cubicBezTo>
                  <a:pt x="17180" y="59758"/>
                  <a:pt x="2522" y="48822"/>
                  <a:pt x="312" y="33001"/>
                </a:cubicBezTo>
                <a:cubicBezTo>
                  <a:pt x="-2015" y="17180"/>
                  <a:pt x="8921" y="2522"/>
                  <a:pt x="24741" y="312"/>
                </a:cubicBezTo>
                <a:close/>
              </a:path>
            </a:pathLst>
          </a:custGeom>
          <a:solidFill>
            <a:srgbClr val="4C5BDD"/>
          </a:solidFill>
          <a:ln w="11629" cap="flat">
            <a:solidFill>
              <a:srgbClr val="000000"/>
            </a:solidFill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CN" altLang="en-US"/>
          </a:p>
        </p:txBody>
      </p:sp>
      <p:sp>
        <p:nvSpPr>
          <p:cNvPr id="68" name="文本框 67"/>
          <p:cNvSpPr txBox="1"/>
          <p:nvPr>
            <p:custDataLst>
              <p:tags r:id="rId24"/>
            </p:custDataLst>
          </p:nvPr>
        </p:nvSpPr>
        <p:spPr>
          <a:xfrm>
            <a:off x="4826000" y="3539490"/>
            <a:ext cx="275717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  <a:spcAft>
                <a:spcPts val="1000"/>
              </a:spcAft>
              <a:buNone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单击此处输入你的正文，文字是您思想的提炼，请尽量言简意赅的阐述观点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6" name="文本框 5"/>
          <p:cNvSpPr txBox="1"/>
          <p:nvPr>
            <p:custDataLst>
              <p:tags r:id="rId25"/>
            </p:custDataLst>
          </p:nvPr>
        </p:nvSpPr>
        <p:spPr>
          <a:xfrm>
            <a:off x="5230495" y="3220720"/>
            <a:ext cx="194818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添加小标题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16" name="文本框 15"/>
          <p:cNvSpPr txBox="1"/>
          <p:nvPr>
            <p:custDataLst>
              <p:tags r:id="rId26"/>
            </p:custDataLst>
          </p:nvPr>
        </p:nvSpPr>
        <p:spPr>
          <a:xfrm>
            <a:off x="7299960" y="2475865"/>
            <a:ext cx="275717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  <a:spcAft>
                <a:spcPts val="1000"/>
              </a:spcAft>
              <a:buNone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单击此处输入你的正文，文字是您思想的提炼，请尽量言简意赅的阐述观点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25" name="文本框 24"/>
          <p:cNvSpPr txBox="1"/>
          <p:nvPr>
            <p:custDataLst>
              <p:tags r:id="rId27"/>
            </p:custDataLst>
          </p:nvPr>
        </p:nvSpPr>
        <p:spPr>
          <a:xfrm>
            <a:off x="7704455" y="2157095"/>
            <a:ext cx="194818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添加小标题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29" name="文本框 28"/>
          <p:cNvSpPr txBox="1"/>
          <p:nvPr>
            <p:custDataLst>
              <p:tags r:id="rId28"/>
            </p:custDataLst>
          </p:nvPr>
        </p:nvSpPr>
        <p:spPr>
          <a:xfrm>
            <a:off x="8342630" y="4307840"/>
            <a:ext cx="275717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  <a:spcAft>
                <a:spcPts val="1000"/>
              </a:spcAft>
              <a:buNone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单击此处输入你的正文，文字是您思想的提炼，请尽量言简意赅的阐述观点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37" name="文本框 36"/>
          <p:cNvSpPr txBox="1"/>
          <p:nvPr>
            <p:custDataLst>
              <p:tags r:id="rId29"/>
            </p:custDataLst>
          </p:nvPr>
        </p:nvSpPr>
        <p:spPr>
          <a:xfrm>
            <a:off x="8747125" y="3989070"/>
            <a:ext cx="194818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添加小标题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54" name="文本框 53"/>
          <p:cNvSpPr txBox="1"/>
          <p:nvPr>
            <p:custDataLst>
              <p:tags r:id="rId30"/>
            </p:custDataLst>
          </p:nvPr>
        </p:nvSpPr>
        <p:spPr>
          <a:xfrm>
            <a:off x="5990590" y="5339080"/>
            <a:ext cx="2757170" cy="5530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  <a:spcAft>
                <a:spcPts val="1000"/>
              </a:spcAft>
              <a:buNone/>
            </a:pPr>
            <a:r>
              <a:rPr lang="zh-CN" altLang="en-US" sz="10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单击此处输入你的正文，文字是您思想的提炼，请尽量言简意赅的阐述观点</a:t>
            </a:r>
            <a:endParaRPr lang="zh-CN" altLang="en-US" sz="1000" dirty="0">
              <a:solidFill>
                <a:schemeClr val="tx1">
                  <a:lumMod val="75000"/>
                  <a:lumOff val="2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55" name="文本框 54"/>
          <p:cNvSpPr txBox="1"/>
          <p:nvPr>
            <p:custDataLst>
              <p:tags r:id="rId31"/>
            </p:custDataLst>
          </p:nvPr>
        </p:nvSpPr>
        <p:spPr>
          <a:xfrm>
            <a:off x="6395085" y="5020310"/>
            <a:ext cx="1948180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4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添加小标题</a:t>
            </a:r>
            <a:endParaRPr lang="zh-CN" altLang="en-US" sz="14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61" name="标题"/>
          <p:cNvSpPr>
            <a:spLocks noGrp="1"/>
          </p:cNvSpPr>
          <p:nvPr>
            <p:custDataLst>
              <p:tags r:id="rId32"/>
            </p:custDataLst>
          </p:nvPr>
        </p:nvSpPr>
        <p:spPr>
          <a:xfrm>
            <a:off x="982980" y="3307715"/>
            <a:ext cx="2418080" cy="6648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400" dirty="0">
                <a:solidFill>
                  <a:schemeClr val="bg1"/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工作规划</a:t>
            </a:r>
            <a:endParaRPr lang="zh-CN" altLang="en-US" sz="2400" dirty="0">
              <a:solidFill>
                <a:schemeClr val="bg1"/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sp>
        <p:nvSpPr>
          <p:cNvPr id="64" name="文本框 63"/>
          <p:cNvSpPr txBox="1"/>
          <p:nvPr>
            <p:custDataLst>
              <p:tags r:id="rId33"/>
            </p:custDataLst>
          </p:nvPr>
        </p:nvSpPr>
        <p:spPr>
          <a:xfrm>
            <a:off x="982980" y="4074795"/>
            <a:ext cx="3180715" cy="106870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indent="0" algn="l" fontAlgn="auto">
              <a:lnSpc>
                <a:spcPct val="150000"/>
              </a:lnSpc>
              <a:spcAft>
                <a:spcPts val="1000"/>
              </a:spcAft>
              <a:buNone/>
            </a:pPr>
            <a:r>
              <a:rPr lang="zh-CN" altLang="en-US" sz="1200" dirty="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单击此处输入你的正文，文字是您思想的提炼，为了最终演示发布的良好效果，请尽量言简意赅的阐述观点</a:t>
            </a:r>
            <a:endParaRPr lang="zh-CN" altLang="en-US" sz="1200" dirty="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75" name="标题"/>
          <p:cNvSpPr>
            <a:spLocks noGrp="1"/>
          </p:cNvSpPr>
          <p:nvPr>
            <p:custDataLst>
              <p:tags r:id="rId34"/>
            </p:custDataLst>
          </p:nvPr>
        </p:nvSpPr>
        <p:spPr>
          <a:xfrm>
            <a:off x="982980" y="2512060"/>
            <a:ext cx="2418080" cy="850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800" dirty="0">
                <a:solidFill>
                  <a:schemeClr val="bg1"/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98000+</a:t>
            </a:r>
            <a:endParaRPr lang="en-US" altLang="zh-CN" sz="4800" dirty="0">
              <a:solidFill>
                <a:schemeClr val="bg1"/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cxnSp>
        <p:nvCxnSpPr>
          <p:cNvPr id="76" name="直接连接符 75"/>
          <p:cNvCxnSpPr/>
          <p:nvPr/>
        </p:nvCxnSpPr>
        <p:spPr>
          <a:xfrm>
            <a:off x="1067435" y="3942715"/>
            <a:ext cx="449580" cy="0"/>
          </a:xfrm>
          <a:prstGeom prst="line">
            <a:avLst/>
          </a:prstGeom>
          <a:ln w="254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标题"/>
          <p:cNvSpPr>
            <a:spLocks noGrp="1"/>
          </p:cNvSpPr>
          <p:nvPr>
            <p:custDataLst>
              <p:tags r:id="rId35"/>
            </p:custDataLst>
          </p:nvPr>
        </p:nvSpPr>
        <p:spPr>
          <a:xfrm>
            <a:off x="982980" y="5400675"/>
            <a:ext cx="3445510" cy="8502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4000" dirty="0">
                <a:ln>
                  <a:solidFill>
                    <a:schemeClr val="bg1">
                      <a:alpha val="32000"/>
                    </a:schemeClr>
                  </a:solidFill>
                </a:ln>
                <a:noFill/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Work plan</a:t>
            </a:r>
            <a:endParaRPr lang="en-US" altLang="zh-CN" sz="4000" dirty="0">
              <a:ln>
                <a:solidFill>
                  <a:schemeClr val="bg1">
                    <a:alpha val="32000"/>
                  </a:schemeClr>
                </a:solidFill>
              </a:ln>
              <a:noFill/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grpSp>
        <p:nvGrpSpPr>
          <p:cNvPr id="81" name="组合 80"/>
          <p:cNvGrpSpPr/>
          <p:nvPr/>
        </p:nvGrpSpPr>
        <p:grpSpPr>
          <a:xfrm>
            <a:off x="4891405" y="1916430"/>
            <a:ext cx="428625" cy="193675"/>
            <a:chOff x="7734" y="3080"/>
            <a:chExt cx="1492" cy="674"/>
          </a:xfrm>
        </p:grpSpPr>
        <p:pic>
          <p:nvPicPr>
            <p:cNvPr id="79" name="图形 16"/>
            <p:cNvPicPr>
              <a:picLocks noChangeAspect="1"/>
            </p:cNvPicPr>
            <p:nvPr>
              <p:custDataLst>
                <p:tags r:id="rId36"/>
              </p:custDataLst>
            </p:nvPr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/>
            </a:stretch>
          </p:blipFill>
          <p:spPr>
            <a:xfrm>
              <a:off x="8552" y="3080"/>
              <a:ext cx="675" cy="675"/>
            </a:xfrm>
            <a:prstGeom prst="rect">
              <a:avLst/>
            </a:prstGeom>
          </p:spPr>
        </p:pic>
        <p:pic>
          <p:nvPicPr>
            <p:cNvPr id="80" name="图形 18"/>
            <p:cNvPicPr>
              <a:picLocks noChangeAspect="1"/>
            </p:cNvPicPr>
            <p:nvPr>
              <p:custDataLst>
                <p:tags r:id="rId39"/>
              </p:custDataLst>
            </p:nvPr>
          </p:nvPicPr>
          <p:blipFill>
            <a:blip r:embed="rId40">
              <a:extLst>
                <a:ext uri="{96DAC541-7B7A-43D3-8B79-37D633B846F1}">
                  <asvg:svgBlip xmlns:asvg="http://schemas.microsoft.com/office/drawing/2016/SVG/main" r:embed="rId41"/>
                </a:ext>
              </a:extLst>
            </a:blip>
            <a:stretch>
              <a:fillRect/>
            </a:stretch>
          </p:blipFill>
          <p:spPr>
            <a:xfrm>
              <a:off x="7734" y="3080"/>
              <a:ext cx="675" cy="67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0627360" y="1367154"/>
            <a:ext cx="1196340" cy="5202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815" t="-903" r="5797" b="903"/>
          <a:stretch>
            <a:fillRect/>
          </a:stretch>
        </p:blipFill>
        <p:spPr>
          <a:xfrm rot="16200000">
            <a:off x="3284220" y="-1570990"/>
            <a:ext cx="5203825" cy="11061065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7" name="矩形 6"/>
          <p:cNvSpPr/>
          <p:nvPr/>
        </p:nvSpPr>
        <p:spPr>
          <a:xfrm rot="16200000">
            <a:off x="5630545" y="-4966494"/>
            <a:ext cx="918210" cy="11467465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 rot="16200000">
            <a:off x="228600" y="422116"/>
            <a:ext cx="920115" cy="690245"/>
          </a:xfrm>
          <a:prstGeom prst="rect">
            <a:avLst/>
          </a:prstGeom>
          <a:solidFill>
            <a:srgbClr val="435BE1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标题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1189844" y="497205"/>
            <a:ext cx="9664065" cy="664845"/>
          </a:xfrm>
        </p:spPr>
        <p:txBody>
          <a:bodyPr>
            <a:normAutofit/>
          </a:bodyPr>
          <a:lstStyle/>
          <a:p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后期工作</a:t>
            </a:r>
            <a:r>
              <a:rPr lang="zh-CN" altLang="en-US" sz="32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规划</a:t>
            </a:r>
            <a:endParaRPr lang="zh-CN" altLang="en-US" sz="32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11429334" y="700738"/>
            <a:ext cx="194157" cy="133001"/>
            <a:chOff x="6591300" y="-1003300"/>
            <a:chExt cx="266700" cy="190500"/>
          </a:xfrm>
        </p:grpSpPr>
        <p:cxnSp>
          <p:nvCxnSpPr>
            <p:cNvPr id="22" name="直接连接符 21"/>
            <p:cNvCxnSpPr/>
            <p:nvPr/>
          </p:nvCxnSpPr>
          <p:spPr>
            <a:xfrm>
              <a:off x="6591300" y="-10033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接连接符 22"/>
            <p:cNvCxnSpPr/>
            <p:nvPr/>
          </p:nvCxnSpPr>
          <p:spPr>
            <a:xfrm>
              <a:off x="6591300" y="-90805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接连接符 23"/>
            <p:cNvCxnSpPr/>
            <p:nvPr/>
          </p:nvCxnSpPr>
          <p:spPr>
            <a:xfrm>
              <a:off x="6591300" y="-812800"/>
              <a:ext cx="266700" cy="0"/>
            </a:xfrm>
            <a:prstGeom prst="line">
              <a:avLst/>
            </a:prstGeom>
            <a:ln w="25400" cap="rnd">
              <a:solidFill>
                <a:srgbClr val="000000"/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" name="组合 2"/>
          <p:cNvGrpSpPr/>
          <p:nvPr/>
        </p:nvGrpSpPr>
        <p:grpSpPr>
          <a:xfrm flipH="1">
            <a:off x="594360" y="665480"/>
            <a:ext cx="274320" cy="235585"/>
            <a:chOff x="837" y="950"/>
            <a:chExt cx="714" cy="517"/>
          </a:xfrm>
        </p:grpSpPr>
        <p:sp>
          <p:nvSpPr>
            <p:cNvPr id="18" name="等腰三角形 17"/>
            <p:cNvSpPr/>
            <p:nvPr/>
          </p:nvSpPr>
          <p:spPr>
            <a:xfrm rot="16200000">
              <a:off x="826" y="961"/>
              <a:ext cx="516" cy="494"/>
            </a:xfrm>
            <a:prstGeom prst="triangle">
              <a:avLst/>
            </a:prstGeom>
            <a:solidFill>
              <a:srgbClr val="000000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等腰三角形 1"/>
            <p:cNvSpPr/>
            <p:nvPr/>
          </p:nvSpPr>
          <p:spPr>
            <a:xfrm rot="16200000">
              <a:off x="1046" y="962"/>
              <a:ext cx="516" cy="494"/>
            </a:xfrm>
            <a:prstGeom prst="triangle">
              <a:avLst/>
            </a:prstGeom>
            <a:solidFill>
              <a:schemeClr val="bg1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9940925" y="5409565"/>
            <a:ext cx="1900555" cy="1167130"/>
            <a:chOff x="15655" y="8519"/>
            <a:chExt cx="2993" cy="1838"/>
          </a:xfrm>
        </p:grpSpPr>
        <p:pic>
          <p:nvPicPr>
            <p:cNvPr id="40" name="图形 2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/>
            <a:stretch>
              <a:fillRect/>
            </a:stretch>
          </p:blipFill>
          <p:spPr>
            <a:xfrm rot="5400000">
              <a:off x="17138" y="9705"/>
              <a:ext cx="222" cy="438"/>
            </a:xfrm>
            <a:prstGeom prst="rect">
              <a:avLst/>
            </a:prstGeom>
          </p:spPr>
        </p:pic>
        <p:pic>
          <p:nvPicPr>
            <p:cNvPr id="41" name="图片 40" descr="未标题-2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rcRect l="61573" t="60734" r="31964" b="9170"/>
            <a:stretch>
              <a:fillRect/>
            </a:stretch>
          </p:blipFill>
          <p:spPr>
            <a:xfrm>
              <a:off x="17408" y="8519"/>
              <a:ext cx="1241" cy="1838"/>
            </a:xfrm>
            <a:custGeom>
              <a:avLst/>
              <a:gdLst/>
              <a:ahLst/>
              <a:cxnLst>
                <a:cxn ang="3">
                  <a:pos x="hc" y="t"/>
                </a:cxn>
                <a:cxn ang="cd2">
                  <a:pos x="l" y="vc"/>
                </a:cxn>
                <a:cxn ang="cd4">
                  <a:pos x="hc" y="b"/>
                </a:cxn>
                <a:cxn ang="0">
                  <a:pos x="r" y="vc"/>
                </a:cxn>
              </a:cxnLst>
              <a:rect l="l" t="t" r="r" b="b"/>
              <a:pathLst>
                <a:path w="1665" h="1974">
                  <a:moveTo>
                    <a:pt x="0" y="0"/>
                  </a:moveTo>
                  <a:lnTo>
                    <a:pt x="1665" y="0"/>
                  </a:lnTo>
                  <a:lnTo>
                    <a:pt x="1665" y="1974"/>
                  </a:lnTo>
                  <a:lnTo>
                    <a:pt x="0" y="1974"/>
                  </a:lnTo>
                  <a:lnTo>
                    <a:pt x="0" y="0"/>
                  </a:lnTo>
                  <a:close/>
                </a:path>
              </a:pathLst>
            </a:custGeom>
          </p:spPr>
        </p:pic>
        <p:grpSp>
          <p:nvGrpSpPr>
            <p:cNvPr id="42" name="组合 41"/>
            <p:cNvGrpSpPr/>
            <p:nvPr/>
          </p:nvGrpSpPr>
          <p:grpSpPr>
            <a:xfrm rot="5400000">
              <a:off x="16109" y="9355"/>
              <a:ext cx="230" cy="1138"/>
              <a:chOff x="5734194" y="1638444"/>
              <a:chExt cx="745589" cy="3685737"/>
            </a:xfrm>
          </p:grpSpPr>
          <p:sp>
            <p:nvSpPr>
              <p:cNvPr id="43" name="任意多边形: 形状 52"/>
              <p:cNvSpPr/>
              <p:nvPr>
                <p:custDataLst>
                  <p:tags r:id="rId8"/>
                </p:custDataLst>
              </p:nvPr>
            </p:nvSpPr>
            <p:spPr>
              <a:xfrm>
                <a:off x="5734194" y="163844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4" name="任意多边形: 形状 55"/>
              <p:cNvSpPr/>
              <p:nvPr>
                <p:custDataLst>
                  <p:tags r:id="rId9"/>
                </p:custDataLst>
              </p:nvPr>
            </p:nvSpPr>
            <p:spPr>
              <a:xfrm>
                <a:off x="6106989" y="200701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5" name="任意多边形: 形状 56"/>
              <p:cNvSpPr/>
              <p:nvPr>
                <p:custDataLst>
                  <p:tags r:id="rId10"/>
                </p:custDataLst>
              </p:nvPr>
            </p:nvSpPr>
            <p:spPr>
              <a:xfrm>
                <a:off x="5734194" y="2375592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6" name="任意多边形: 形状 59"/>
              <p:cNvSpPr/>
              <p:nvPr>
                <p:custDataLst>
                  <p:tags r:id="rId11"/>
                </p:custDataLst>
              </p:nvPr>
            </p:nvSpPr>
            <p:spPr>
              <a:xfrm>
                <a:off x="6106989" y="2744166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7" name="任意多边形: 形状 60"/>
              <p:cNvSpPr/>
              <p:nvPr>
                <p:custDataLst>
                  <p:tags r:id="rId12"/>
                </p:custDataLst>
              </p:nvPr>
            </p:nvSpPr>
            <p:spPr>
              <a:xfrm>
                <a:off x="5734194" y="3112739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8" name="任意多边形: 形状 63"/>
              <p:cNvSpPr/>
              <p:nvPr>
                <p:custDataLst>
                  <p:tags r:id="rId13"/>
                </p:custDataLst>
              </p:nvPr>
            </p:nvSpPr>
            <p:spPr>
              <a:xfrm>
                <a:off x="6106989" y="3481313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49" name="任意多边形: 形状 64"/>
              <p:cNvSpPr/>
              <p:nvPr>
                <p:custDataLst>
                  <p:tags r:id="rId14"/>
                </p:custDataLst>
              </p:nvPr>
            </p:nvSpPr>
            <p:spPr>
              <a:xfrm>
                <a:off x="5734194" y="3849887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0" name="任意多边形: 形状 67"/>
              <p:cNvSpPr/>
              <p:nvPr>
                <p:custDataLst>
                  <p:tags r:id="rId15"/>
                </p:custDataLst>
              </p:nvPr>
            </p:nvSpPr>
            <p:spPr>
              <a:xfrm>
                <a:off x="6106989" y="4218461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1" name="任意多边形: 形状 68"/>
              <p:cNvSpPr/>
              <p:nvPr>
                <p:custDataLst>
                  <p:tags r:id="rId16"/>
                </p:custDataLst>
              </p:nvPr>
            </p:nvSpPr>
            <p:spPr>
              <a:xfrm>
                <a:off x="5734194" y="458703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2" name="任意多边形: 形状 75"/>
              <p:cNvSpPr/>
              <p:nvPr>
                <p:custDataLst>
                  <p:tags r:id="rId17"/>
                </p:custDataLst>
              </p:nvPr>
            </p:nvSpPr>
            <p:spPr>
              <a:xfrm>
                <a:off x="6106989" y="495560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</p:grpSp>
      <p:sp>
        <p:nvSpPr>
          <p:cNvPr id="71" name="矩形 70"/>
          <p:cNvSpPr/>
          <p:nvPr>
            <p:custDataLst>
              <p:tags r:id="rId18"/>
            </p:custDataLst>
          </p:nvPr>
        </p:nvSpPr>
        <p:spPr>
          <a:xfrm>
            <a:off x="1732915" y="2032000"/>
            <a:ext cx="6777355" cy="202692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grpSp>
        <p:nvGrpSpPr>
          <p:cNvPr id="8" name="组合 7"/>
          <p:cNvGrpSpPr/>
          <p:nvPr/>
        </p:nvGrpSpPr>
        <p:grpSpPr>
          <a:xfrm rot="0">
            <a:off x="1830070" y="1958975"/>
            <a:ext cx="6424930" cy="707390"/>
            <a:chOff x="5997" y="4828"/>
            <a:chExt cx="10118" cy="1114"/>
          </a:xfrm>
        </p:grpSpPr>
        <p:sp>
          <p:nvSpPr>
            <p:cNvPr id="118" name="任意多边形: 形状 117"/>
            <p:cNvSpPr/>
            <p:nvPr>
              <p:custDataLst>
                <p:tags r:id="rId19"/>
              </p:custDataLst>
            </p:nvPr>
          </p:nvSpPr>
          <p:spPr>
            <a:xfrm>
              <a:off x="7663" y="4828"/>
              <a:ext cx="8452" cy="1114"/>
            </a:xfrm>
            <a:custGeom>
              <a:avLst/>
              <a:gdLst>
                <a:gd name="connsiteX0" fmla="*/ 0 w 3576447"/>
                <a:gd name="connsiteY0" fmla="*/ 0 h 356711"/>
                <a:gd name="connsiteX1" fmla="*/ 3576447 w 3576447"/>
                <a:gd name="connsiteY1" fmla="*/ 0 h 356711"/>
                <a:gd name="connsiteX2" fmla="*/ 3576447 w 3576447"/>
                <a:gd name="connsiteY2" fmla="*/ 356711 h 356711"/>
                <a:gd name="connsiteX3" fmla="*/ 0 w 3576447"/>
                <a:gd name="connsiteY3" fmla="*/ 356711 h 356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576447" h="356711">
                  <a:moveTo>
                    <a:pt x="0" y="0"/>
                  </a:moveTo>
                  <a:lnTo>
                    <a:pt x="3576447" y="0"/>
                  </a:lnTo>
                  <a:lnTo>
                    <a:pt x="3576447" y="356711"/>
                  </a:lnTo>
                  <a:lnTo>
                    <a:pt x="0" y="356711"/>
                  </a:ln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22221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19" name="任意多边形: 形状 118"/>
            <p:cNvSpPr/>
            <p:nvPr>
              <p:custDataLst>
                <p:tags r:id="rId20"/>
              </p:custDataLst>
            </p:nvPr>
          </p:nvSpPr>
          <p:spPr>
            <a:xfrm>
              <a:off x="6787" y="5119"/>
              <a:ext cx="642" cy="562"/>
            </a:xfrm>
            <a:custGeom>
              <a:avLst/>
              <a:gdLst>
                <a:gd name="connsiteX0" fmla="*/ 0 w 407479"/>
                <a:gd name="connsiteY0" fmla="*/ 0 h 356711"/>
                <a:gd name="connsiteX1" fmla="*/ 407479 w 407479"/>
                <a:gd name="connsiteY1" fmla="*/ 0 h 356711"/>
                <a:gd name="connsiteX2" fmla="*/ 407479 w 407479"/>
                <a:gd name="connsiteY2" fmla="*/ 356711 h 356711"/>
                <a:gd name="connsiteX3" fmla="*/ 0 w 407479"/>
                <a:gd name="connsiteY3" fmla="*/ 356711 h 356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7479" h="356711">
                  <a:moveTo>
                    <a:pt x="0" y="0"/>
                  </a:moveTo>
                  <a:lnTo>
                    <a:pt x="407479" y="0"/>
                  </a:lnTo>
                  <a:lnTo>
                    <a:pt x="407479" y="356711"/>
                  </a:lnTo>
                  <a:lnTo>
                    <a:pt x="0" y="356711"/>
                  </a:ln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22221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0" name="任意多边形: 形状 119"/>
            <p:cNvSpPr/>
            <p:nvPr>
              <p:custDataLst>
                <p:tags r:id="rId21"/>
              </p:custDataLst>
            </p:nvPr>
          </p:nvSpPr>
          <p:spPr>
            <a:xfrm>
              <a:off x="5997" y="5119"/>
              <a:ext cx="642" cy="562"/>
            </a:xfrm>
            <a:custGeom>
              <a:avLst/>
              <a:gdLst>
                <a:gd name="connsiteX0" fmla="*/ 0 w 407479"/>
                <a:gd name="connsiteY0" fmla="*/ 0 h 356711"/>
                <a:gd name="connsiteX1" fmla="*/ 407480 w 407479"/>
                <a:gd name="connsiteY1" fmla="*/ 0 h 356711"/>
                <a:gd name="connsiteX2" fmla="*/ 407480 w 407479"/>
                <a:gd name="connsiteY2" fmla="*/ 356711 h 356711"/>
                <a:gd name="connsiteX3" fmla="*/ 0 w 407479"/>
                <a:gd name="connsiteY3" fmla="*/ 356711 h 3567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07479" h="356711">
                  <a:moveTo>
                    <a:pt x="0" y="0"/>
                  </a:moveTo>
                  <a:lnTo>
                    <a:pt x="407480" y="0"/>
                  </a:lnTo>
                  <a:lnTo>
                    <a:pt x="407480" y="356711"/>
                  </a:lnTo>
                  <a:lnTo>
                    <a:pt x="0" y="356711"/>
                  </a:lnTo>
                  <a:close/>
                </a:path>
              </a:pathLst>
            </a:custGeom>
            <a:solidFill>
              <a:srgbClr val="FFFFFF"/>
            </a:solidFill>
            <a:ln w="9525" cap="rnd">
              <a:solidFill>
                <a:srgbClr val="222221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1" name="任意多边形: 形状 120"/>
            <p:cNvSpPr/>
            <p:nvPr>
              <p:custDataLst>
                <p:tags r:id="rId22"/>
              </p:custDataLst>
            </p:nvPr>
          </p:nvSpPr>
          <p:spPr>
            <a:xfrm>
              <a:off x="6187" y="5247"/>
              <a:ext cx="261" cy="306"/>
            </a:xfrm>
            <a:custGeom>
              <a:avLst/>
              <a:gdLst>
                <a:gd name="connsiteX0" fmla="*/ 165545 w 165544"/>
                <a:gd name="connsiteY0" fmla="*/ 0 h 194309"/>
                <a:gd name="connsiteX1" fmla="*/ 0 w 165544"/>
                <a:gd name="connsiteY1" fmla="*/ 97155 h 194309"/>
                <a:gd name="connsiteX2" fmla="*/ 165545 w 165544"/>
                <a:gd name="connsiteY2" fmla="*/ 194310 h 194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5544" h="194309">
                  <a:moveTo>
                    <a:pt x="165545" y="0"/>
                  </a:moveTo>
                  <a:lnTo>
                    <a:pt x="0" y="97155"/>
                  </a:lnTo>
                  <a:lnTo>
                    <a:pt x="165545" y="194310"/>
                  </a:lnTo>
                </a:path>
              </a:pathLst>
            </a:custGeom>
            <a:noFill/>
            <a:ln w="19050" cap="rnd">
              <a:solidFill>
                <a:srgbClr val="222221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2" name="任意多边形: 形状 121"/>
            <p:cNvSpPr/>
            <p:nvPr>
              <p:custDataLst>
                <p:tags r:id="rId23"/>
              </p:custDataLst>
            </p:nvPr>
          </p:nvSpPr>
          <p:spPr>
            <a:xfrm>
              <a:off x="6992" y="5244"/>
              <a:ext cx="263" cy="309"/>
            </a:xfrm>
            <a:custGeom>
              <a:avLst/>
              <a:gdLst>
                <a:gd name="connsiteX0" fmla="*/ 0 w 166973"/>
                <a:gd name="connsiteY0" fmla="*/ 195929 h 195929"/>
                <a:gd name="connsiteX1" fmla="*/ 166973 w 166973"/>
                <a:gd name="connsiteY1" fmla="*/ 98012 h 195929"/>
                <a:gd name="connsiteX2" fmla="*/ 0 w 166973"/>
                <a:gd name="connsiteY2" fmla="*/ 0 h 1959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6973" h="195929">
                  <a:moveTo>
                    <a:pt x="0" y="195929"/>
                  </a:moveTo>
                  <a:lnTo>
                    <a:pt x="166973" y="98012"/>
                  </a:lnTo>
                  <a:lnTo>
                    <a:pt x="0" y="0"/>
                  </a:lnTo>
                </a:path>
              </a:pathLst>
            </a:custGeom>
            <a:noFill/>
            <a:ln w="19050" cap="rnd">
              <a:solidFill>
                <a:srgbClr val="222221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9" name="文本框 8"/>
          <p:cNvSpPr txBox="1"/>
          <p:nvPr/>
        </p:nvSpPr>
        <p:spPr>
          <a:xfrm>
            <a:off x="3065145" y="2770505"/>
            <a:ext cx="482409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50000"/>
              </a:lnSpc>
              <a:spcAft>
                <a:spcPts val="1000"/>
              </a:spcAft>
            </a:pPr>
            <a:r>
              <a:rPr lang="zh-CN" altLang="en-US" sz="1200" dirty="0">
                <a:solidFill>
                  <a:schemeClr val="tx1">
                    <a:lumMod val="95000"/>
                    <a:lumOff val="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单击此处输入你的正文，文字是您思想的提炼，为了最终演示发布的良好效果，请尽量言简意赅的阐述观点；根据需要可酌情增减文字，以便观者可以准确理解您所传达的信息。</a:t>
            </a:r>
            <a:endParaRPr lang="zh-CN" altLang="en-US" sz="1200" dirty="0">
              <a:solidFill>
                <a:schemeClr val="tx1">
                  <a:lumMod val="95000"/>
                  <a:lumOff val="5000"/>
                </a:schemeClr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34" name="标题"/>
          <p:cNvSpPr>
            <a:spLocks noGrp="1"/>
          </p:cNvSpPr>
          <p:nvPr>
            <p:custDataLst>
              <p:tags r:id="rId24"/>
            </p:custDataLst>
          </p:nvPr>
        </p:nvSpPr>
        <p:spPr>
          <a:xfrm>
            <a:off x="3065145" y="2060575"/>
            <a:ext cx="3651885" cy="5765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后期工作</a:t>
            </a:r>
            <a:r>
              <a:rPr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rPr>
              <a:t>规划</a:t>
            </a:r>
            <a:endParaRPr lang="zh-CN" altLang="en-US" sz="2800" dirty="0">
              <a:solidFill>
                <a:schemeClr val="tx1">
                  <a:lumMod val="95000"/>
                  <a:lumOff val="5000"/>
                </a:schemeClr>
              </a:solidFill>
              <a:uFillTx/>
              <a:latin typeface="思源黑体 CN Heavy" panose="020B0A00000000000000" charset="-122"/>
              <a:ea typeface="思源黑体 CN Heavy" panose="020B0A00000000000000" charset="-122"/>
              <a:sym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 flipH="1">
            <a:off x="952500" y="2811780"/>
            <a:ext cx="800100" cy="765175"/>
            <a:chOff x="1363" y="5414"/>
            <a:chExt cx="2070" cy="1978"/>
          </a:xfrm>
        </p:grpSpPr>
        <p:sp>
          <p:nvSpPr>
            <p:cNvPr id="125" name="任意多边形: 形状 124"/>
            <p:cNvSpPr/>
            <p:nvPr>
              <p:custDataLst>
                <p:tags r:id="rId25"/>
              </p:custDataLst>
            </p:nvPr>
          </p:nvSpPr>
          <p:spPr>
            <a:xfrm>
              <a:off x="1363" y="5414"/>
              <a:ext cx="2070" cy="1978"/>
            </a:xfrm>
            <a:custGeom>
              <a:avLst/>
              <a:gdLst>
                <a:gd name="connsiteX0" fmla="*/ 1314425 w 1314424"/>
                <a:gd name="connsiteY0" fmla="*/ 264219 h 1255787"/>
                <a:gd name="connsiteX1" fmla="*/ 264219 w 1314424"/>
                <a:gd name="connsiteY1" fmla="*/ 0 h 1255787"/>
                <a:gd name="connsiteX2" fmla="*/ 0 w 1314424"/>
                <a:gd name="connsiteY2" fmla="*/ 1050030 h 1255787"/>
                <a:gd name="connsiteX3" fmla="*/ 817236 w 1314424"/>
                <a:gd name="connsiteY3" fmla="*/ 1255788 h 1255787"/>
                <a:gd name="connsiteX4" fmla="*/ 1109721 w 1314424"/>
                <a:gd name="connsiteY4" fmla="*/ 1077418 h 1255787"/>
                <a:gd name="connsiteX5" fmla="*/ 1314425 w 1314424"/>
                <a:gd name="connsiteY5" fmla="*/ 264219 h 1255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4424" h="1255787">
                  <a:moveTo>
                    <a:pt x="1314425" y="264219"/>
                  </a:moveTo>
                  <a:lnTo>
                    <a:pt x="264219" y="0"/>
                  </a:lnTo>
                  <a:lnTo>
                    <a:pt x="0" y="1050030"/>
                  </a:lnTo>
                  <a:lnTo>
                    <a:pt x="817236" y="1255788"/>
                  </a:lnTo>
                  <a:lnTo>
                    <a:pt x="1109721" y="1077418"/>
                  </a:lnTo>
                  <a:lnTo>
                    <a:pt x="1314425" y="264219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6" name="任意多边形: 形状 125"/>
            <p:cNvSpPr/>
            <p:nvPr>
              <p:custDataLst>
                <p:tags r:id="rId26"/>
              </p:custDataLst>
            </p:nvPr>
          </p:nvSpPr>
          <p:spPr>
            <a:xfrm rot="867000">
              <a:off x="1838" y="5745"/>
              <a:ext cx="1463" cy="139"/>
            </a:xfrm>
            <a:custGeom>
              <a:avLst/>
              <a:gdLst>
                <a:gd name="connsiteX0" fmla="*/ 0 w 929244"/>
                <a:gd name="connsiteY0" fmla="*/ 0 h 88131"/>
                <a:gd name="connsiteX1" fmla="*/ 929244 w 929244"/>
                <a:gd name="connsiteY1" fmla="*/ 0 h 88131"/>
                <a:gd name="connsiteX2" fmla="*/ 929244 w 929244"/>
                <a:gd name="connsiteY2" fmla="*/ 88132 h 88131"/>
                <a:gd name="connsiteX3" fmla="*/ 0 w 929244"/>
                <a:gd name="connsiteY3" fmla="*/ 88132 h 8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9244" h="88131">
                  <a:moveTo>
                    <a:pt x="0" y="0"/>
                  </a:moveTo>
                  <a:lnTo>
                    <a:pt x="929244" y="0"/>
                  </a:lnTo>
                  <a:lnTo>
                    <a:pt x="929244" y="88132"/>
                  </a:lnTo>
                  <a:lnTo>
                    <a:pt x="0" y="8813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7" name="任意多边形: 形状 126"/>
            <p:cNvSpPr/>
            <p:nvPr>
              <p:custDataLst>
                <p:tags r:id="rId27"/>
              </p:custDataLst>
            </p:nvPr>
          </p:nvSpPr>
          <p:spPr>
            <a:xfrm rot="867000">
              <a:off x="1774" y="5994"/>
              <a:ext cx="1463" cy="139"/>
            </a:xfrm>
            <a:custGeom>
              <a:avLst/>
              <a:gdLst>
                <a:gd name="connsiteX0" fmla="*/ 0 w 929244"/>
                <a:gd name="connsiteY0" fmla="*/ 0 h 88131"/>
                <a:gd name="connsiteX1" fmla="*/ 929244 w 929244"/>
                <a:gd name="connsiteY1" fmla="*/ 0 h 88131"/>
                <a:gd name="connsiteX2" fmla="*/ 929244 w 929244"/>
                <a:gd name="connsiteY2" fmla="*/ 88132 h 88131"/>
                <a:gd name="connsiteX3" fmla="*/ 0 w 929244"/>
                <a:gd name="connsiteY3" fmla="*/ 88132 h 8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9244" h="88131">
                  <a:moveTo>
                    <a:pt x="0" y="0"/>
                  </a:moveTo>
                  <a:lnTo>
                    <a:pt x="929244" y="0"/>
                  </a:lnTo>
                  <a:lnTo>
                    <a:pt x="929244" y="88132"/>
                  </a:lnTo>
                  <a:lnTo>
                    <a:pt x="0" y="8813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8" name="任意多边形: 形状 127"/>
            <p:cNvSpPr/>
            <p:nvPr>
              <p:custDataLst>
                <p:tags r:id="rId28"/>
              </p:custDataLst>
            </p:nvPr>
          </p:nvSpPr>
          <p:spPr>
            <a:xfrm rot="867000">
              <a:off x="1709" y="6243"/>
              <a:ext cx="1463" cy="139"/>
            </a:xfrm>
            <a:custGeom>
              <a:avLst/>
              <a:gdLst>
                <a:gd name="connsiteX0" fmla="*/ 0 w 929244"/>
                <a:gd name="connsiteY0" fmla="*/ 0 h 88131"/>
                <a:gd name="connsiteX1" fmla="*/ 929244 w 929244"/>
                <a:gd name="connsiteY1" fmla="*/ 0 h 88131"/>
                <a:gd name="connsiteX2" fmla="*/ 929244 w 929244"/>
                <a:gd name="connsiteY2" fmla="*/ 88132 h 88131"/>
                <a:gd name="connsiteX3" fmla="*/ 0 w 929244"/>
                <a:gd name="connsiteY3" fmla="*/ 88132 h 8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9244" h="88131">
                  <a:moveTo>
                    <a:pt x="0" y="0"/>
                  </a:moveTo>
                  <a:lnTo>
                    <a:pt x="929244" y="0"/>
                  </a:lnTo>
                  <a:lnTo>
                    <a:pt x="929244" y="88132"/>
                  </a:lnTo>
                  <a:lnTo>
                    <a:pt x="0" y="8813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9" name="任意多边形: 形状 128"/>
            <p:cNvSpPr/>
            <p:nvPr>
              <p:custDataLst>
                <p:tags r:id="rId29"/>
              </p:custDataLst>
            </p:nvPr>
          </p:nvSpPr>
          <p:spPr>
            <a:xfrm rot="867000">
              <a:off x="1645" y="6492"/>
              <a:ext cx="1463" cy="139"/>
            </a:xfrm>
            <a:custGeom>
              <a:avLst/>
              <a:gdLst>
                <a:gd name="connsiteX0" fmla="*/ 0 w 929244"/>
                <a:gd name="connsiteY0" fmla="*/ 0 h 88131"/>
                <a:gd name="connsiteX1" fmla="*/ 929244 w 929244"/>
                <a:gd name="connsiteY1" fmla="*/ 0 h 88131"/>
                <a:gd name="connsiteX2" fmla="*/ 929244 w 929244"/>
                <a:gd name="connsiteY2" fmla="*/ 88132 h 88131"/>
                <a:gd name="connsiteX3" fmla="*/ 0 w 929244"/>
                <a:gd name="connsiteY3" fmla="*/ 88132 h 8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9244" h="88131">
                  <a:moveTo>
                    <a:pt x="0" y="0"/>
                  </a:moveTo>
                  <a:lnTo>
                    <a:pt x="929244" y="0"/>
                  </a:lnTo>
                  <a:lnTo>
                    <a:pt x="929244" y="88132"/>
                  </a:lnTo>
                  <a:lnTo>
                    <a:pt x="0" y="8813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0" name="任意多边形: 形状 129"/>
            <p:cNvSpPr/>
            <p:nvPr>
              <p:custDataLst>
                <p:tags r:id="rId30"/>
              </p:custDataLst>
            </p:nvPr>
          </p:nvSpPr>
          <p:spPr>
            <a:xfrm rot="867000">
              <a:off x="1581" y="6741"/>
              <a:ext cx="1463" cy="139"/>
            </a:xfrm>
            <a:custGeom>
              <a:avLst/>
              <a:gdLst>
                <a:gd name="connsiteX0" fmla="*/ 0 w 929244"/>
                <a:gd name="connsiteY0" fmla="*/ 0 h 88131"/>
                <a:gd name="connsiteX1" fmla="*/ 929244 w 929244"/>
                <a:gd name="connsiteY1" fmla="*/ 0 h 88131"/>
                <a:gd name="connsiteX2" fmla="*/ 929244 w 929244"/>
                <a:gd name="connsiteY2" fmla="*/ 88132 h 88131"/>
                <a:gd name="connsiteX3" fmla="*/ 0 w 929244"/>
                <a:gd name="connsiteY3" fmla="*/ 88132 h 8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9244" h="88131">
                  <a:moveTo>
                    <a:pt x="0" y="0"/>
                  </a:moveTo>
                  <a:lnTo>
                    <a:pt x="929244" y="0"/>
                  </a:lnTo>
                  <a:lnTo>
                    <a:pt x="929244" y="88132"/>
                  </a:lnTo>
                  <a:lnTo>
                    <a:pt x="0" y="8813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1" name="任意多边形: 形状 130"/>
            <p:cNvSpPr/>
            <p:nvPr>
              <p:custDataLst>
                <p:tags r:id="rId31"/>
              </p:custDataLst>
            </p:nvPr>
          </p:nvSpPr>
          <p:spPr>
            <a:xfrm rot="867000">
              <a:off x="1520" y="6970"/>
              <a:ext cx="1298" cy="139"/>
            </a:xfrm>
            <a:custGeom>
              <a:avLst/>
              <a:gdLst>
                <a:gd name="connsiteX0" fmla="*/ 0 w 824258"/>
                <a:gd name="connsiteY0" fmla="*/ 0 h 88131"/>
                <a:gd name="connsiteX1" fmla="*/ 824259 w 824258"/>
                <a:gd name="connsiteY1" fmla="*/ 0 h 88131"/>
                <a:gd name="connsiteX2" fmla="*/ 824259 w 824258"/>
                <a:gd name="connsiteY2" fmla="*/ 88132 h 88131"/>
                <a:gd name="connsiteX3" fmla="*/ 0 w 824258"/>
                <a:gd name="connsiteY3" fmla="*/ 88132 h 8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4258" h="88131">
                  <a:moveTo>
                    <a:pt x="0" y="0"/>
                  </a:moveTo>
                  <a:lnTo>
                    <a:pt x="824259" y="0"/>
                  </a:lnTo>
                  <a:lnTo>
                    <a:pt x="824259" y="88132"/>
                  </a:lnTo>
                  <a:lnTo>
                    <a:pt x="0" y="88132"/>
                  </a:lnTo>
                  <a:close/>
                </a:path>
              </a:pathLst>
            </a:custGeom>
            <a:solidFill>
              <a:srgbClr val="FFFFFF"/>
            </a:solidFill>
            <a:ln w="9525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2" name="任意多边形: 形状 131"/>
            <p:cNvSpPr/>
            <p:nvPr>
              <p:custDataLst>
                <p:tags r:id="rId32"/>
              </p:custDataLst>
            </p:nvPr>
          </p:nvSpPr>
          <p:spPr>
            <a:xfrm>
              <a:off x="2644" y="7023"/>
              <a:ext cx="465" cy="367"/>
            </a:xfrm>
            <a:custGeom>
              <a:avLst/>
              <a:gdLst>
                <a:gd name="connsiteX0" fmla="*/ 295469 w 295469"/>
                <a:gd name="connsiteY0" fmla="*/ 59691 h 232969"/>
                <a:gd name="connsiteX1" fmla="*/ 0 w 295469"/>
                <a:gd name="connsiteY1" fmla="*/ 232969 h 232969"/>
                <a:gd name="connsiteX2" fmla="*/ 58462 w 295469"/>
                <a:gd name="connsiteY2" fmla="*/ 0 h 232969"/>
                <a:gd name="connsiteX3" fmla="*/ 295469 w 295469"/>
                <a:gd name="connsiteY3" fmla="*/ 59691 h 232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5469" h="232969">
                  <a:moveTo>
                    <a:pt x="295469" y="59691"/>
                  </a:moveTo>
                  <a:lnTo>
                    <a:pt x="0" y="232969"/>
                  </a:lnTo>
                  <a:lnTo>
                    <a:pt x="58462" y="0"/>
                  </a:lnTo>
                  <a:lnTo>
                    <a:pt x="295469" y="59691"/>
                  </a:lnTo>
                  <a:close/>
                </a:path>
              </a:pathLst>
            </a:custGeom>
            <a:solidFill>
              <a:schemeClr val="bg1">
                <a:lumMod val="65000"/>
              </a:schemeClr>
            </a:solidFill>
            <a:ln w="9525" cap="rnd">
              <a:solidFill>
                <a:srgbClr val="000000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1341120" y="3085465"/>
            <a:ext cx="1129665" cy="1079500"/>
            <a:chOff x="1363" y="5414"/>
            <a:chExt cx="2070" cy="1978"/>
          </a:xfrm>
        </p:grpSpPr>
        <p:sp>
          <p:nvSpPr>
            <p:cNvPr id="20" name="任意多边形: 形状 124"/>
            <p:cNvSpPr/>
            <p:nvPr>
              <p:custDataLst>
                <p:tags r:id="rId33"/>
              </p:custDataLst>
            </p:nvPr>
          </p:nvSpPr>
          <p:spPr>
            <a:xfrm>
              <a:off x="1363" y="5414"/>
              <a:ext cx="2070" cy="1978"/>
            </a:xfrm>
            <a:custGeom>
              <a:avLst/>
              <a:gdLst>
                <a:gd name="connsiteX0" fmla="*/ 1314425 w 1314424"/>
                <a:gd name="connsiteY0" fmla="*/ 264219 h 1255787"/>
                <a:gd name="connsiteX1" fmla="*/ 264219 w 1314424"/>
                <a:gd name="connsiteY1" fmla="*/ 0 h 1255787"/>
                <a:gd name="connsiteX2" fmla="*/ 0 w 1314424"/>
                <a:gd name="connsiteY2" fmla="*/ 1050030 h 1255787"/>
                <a:gd name="connsiteX3" fmla="*/ 817236 w 1314424"/>
                <a:gd name="connsiteY3" fmla="*/ 1255788 h 1255787"/>
                <a:gd name="connsiteX4" fmla="*/ 1109721 w 1314424"/>
                <a:gd name="connsiteY4" fmla="*/ 1077418 h 1255787"/>
                <a:gd name="connsiteX5" fmla="*/ 1314425 w 1314424"/>
                <a:gd name="connsiteY5" fmla="*/ 264219 h 1255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14424" h="1255787">
                  <a:moveTo>
                    <a:pt x="1314425" y="264219"/>
                  </a:moveTo>
                  <a:lnTo>
                    <a:pt x="264219" y="0"/>
                  </a:lnTo>
                  <a:lnTo>
                    <a:pt x="0" y="1050030"/>
                  </a:lnTo>
                  <a:lnTo>
                    <a:pt x="817236" y="1255788"/>
                  </a:lnTo>
                  <a:lnTo>
                    <a:pt x="1109721" y="1077418"/>
                  </a:lnTo>
                  <a:lnTo>
                    <a:pt x="1314425" y="264219"/>
                  </a:lnTo>
                  <a:close/>
                </a:path>
              </a:pathLst>
            </a:custGeom>
            <a:solidFill>
              <a:srgbClr val="435BE1"/>
            </a:solidFill>
            <a:ln w="17546" cap="rnd">
              <a:solidFill>
                <a:srgbClr val="000000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任意多边形: 形状 125"/>
            <p:cNvSpPr/>
            <p:nvPr>
              <p:custDataLst>
                <p:tags r:id="rId34"/>
              </p:custDataLst>
            </p:nvPr>
          </p:nvSpPr>
          <p:spPr>
            <a:xfrm rot="867000">
              <a:off x="1838" y="5745"/>
              <a:ext cx="1463" cy="139"/>
            </a:xfrm>
            <a:custGeom>
              <a:avLst/>
              <a:gdLst>
                <a:gd name="connsiteX0" fmla="*/ 0 w 929244"/>
                <a:gd name="connsiteY0" fmla="*/ 0 h 88131"/>
                <a:gd name="connsiteX1" fmla="*/ 929244 w 929244"/>
                <a:gd name="connsiteY1" fmla="*/ 0 h 88131"/>
                <a:gd name="connsiteX2" fmla="*/ 929244 w 929244"/>
                <a:gd name="connsiteY2" fmla="*/ 88132 h 88131"/>
                <a:gd name="connsiteX3" fmla="*/ 0 w 929244"/>
                <a:gd name="connsiteY3" fmla="*/ 88132 h 8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9244" h="88131">
                  <a:moveTo>
                    <a:pt x="0" y="0"/>
                  </a:moveTo>
                  <a:lnTo>
                    <a:pt x="929244" y="0"/>
                  </a:lnTo>
                  <a:lnTo>
                    <a:pt x="929244" y="88132"/>
                  </a:lnTo>
                  <a:lnTo>
                    <a:pt x="0" y="88132"/>
                  </a:lnTo>
                  <a:close/>
                </a:path>
              </a:pathLst>
            </a:custGeom>
            <a:solidFill>
              <a:srgbClr val="FFFFFF"/>
            </a:solidFill>
            <a:ln w="17546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任意多边形: 形状 126"/>
            <p:cNvSpPr/>
            <p:nvPr>
              <p:custDataLst>
                <p:tags r:id="rId35"/>
              </p:custDataLst>
            </p:nvPr>
          </p:nvSpPr>
          <p:spPr>
            <a:xfrm rot="867000">
              <a:off x="1774" y="5994"/>
              <a:ext cx="1463" cy="139"/>
            </a:xfrm>
            <a:custGeom>
              <a:avLst/>
              <a:gdLst>
                <a:gd name="connsiteX0" fmla="*/ 0 w 929244"/>
                <a:gd name="connsiteY0" fmla="*/ 0 h 88131"/>
                <a:gd name="connsiteX1" fmla="*/ 929244 w 929244"/>
                <a:gd name="connsiteY1" fmla="*/ 0 h 88131"/>
                <a:gd name="connsiteX2" fmla="*/ 929244 w 929244"/>
                <a:gd name="connsiteY2" fmla="*/ 88132 h 88131"/>
                <a:gd name="connsiteX3" fmla="*/ 0 w 929244"/>
                <a:gd name="connsiteY3" fmla="*/ 88132 h 8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9244" h="88131">
                  <a:moveTo>
                    <a:pt x="0" y="0"/>
                  </a:moveTo>
                  <a:lnTo>
                    <a:pt x="929244" y="0"/>
                  </a:lnTo>
                  <a:lnTo>
                    <a:pt x="929244" y="88132"/>
                  </a:lnTo>
                  <a:lnTo>
                    <a:pt x="0" y="88132"/>
                  </a:lnTo>
                  <a:close/>
                </a:path>
              </a:pathLst>
            </a:custGeom>
            <a:solidFill>
              <a:srgbClr val="FFFFFF"/>
            </a:solidFill>
            <a:ln w="17546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任意多边形: 形状 127"/>
            <p:cNvSpPr/>
            <p:nvPr>
              <p:custDataLst>
                <p:tags r:id="rId36"/>
              </p:custDataLst>
            </p:nvPr>
          </p:nvSpPr>
          <p:spPr>
            <a:xfrm rot="867000">
              <a:off x="1709" y="6243"/>
              <a:ext cx="1463" cy="139"/>
            </a:xfrm>
            <a:custGeom>
              <a:avLst/>
              <a:gdLst>
                <a:gd name="connsiteX0" fmla="*/ 0 w 929244"/>
                <a:gd name="connsiteY0" fmla="*/ 0 h 88131"/>
                <a:gd name="connsiteX1" fmla="*/ 929244 w 929244"/>
                <a:gd name="connsiteY1" fmla="*/ 0 h 88131"/>
                <a:gd name="connsiteX2" fmla="*/ 929244 w 929244"/>
                <a:gd name="connsiteY2" fmla="*/ 88132 h 88131"/>
                <a:gd name="connsiteX3" fmla="*/ 0 w 929244"/>
                <a:gd name="connsiteY3" fmla="*/ 88132 h 8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9244" h="88131">
                  <a:moveTo>
                    <a:pt x="0" y="0"/>
                  </a:moveTo>
                  <a:lnTo>
                    <a:pt x="929244" y="0"/>
                  </a:lnTo>
                  <a:lnTo>
                    <a:pt x="929244" y="88132"/>
                  </a:lnTo>
                  <a:lnTo>
                    <a:pt x="0" y="88132"/>
                  </a:lnTo>
                  <a:close/>
                </a:path>
              </a:pathLst>
            </a:custGeom>
            <a:solidFill>
              <a:srgbClr val="FFFFFF"/>
            </a:solidFill>
            <a:ln w="17546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任意多边形: 形状 128"/>
            <p:cNvSpPr/>
            <p:nvPr>
              <p:custDataLst>
                <p:tags r:id="rId37"/>
              </p:custDataLst>
            </p:nvPr>
          </p:nvSpPr>
          <p:spPr>
            <a:xfrm rot="867000">
              <a:off x="1645" y="6492"/>
              <a:ext cx="1463" cy="139"/>
            </a:xfrm>
            <a:custGeom>
              <a:avLst/>
              <a:gdLst>
                <a:gd name="connsiteX0" fmla="*/ 0 w 929244"/>
                <a:gd name="connsiteY0" fmla="*/ 0 h 88131"/>
                <a:gd name="connsiteX1" fmla="*/ 929244 w 929244"/>
                <a:gd name="connsiteY1" fmla="*/ 0 h 88131"/>
                <a:gd name="connsiteX2" fmla="*/ 929244 w 929244"/>
                <a:gd name="connsiteY2" fmla="*/ 88132 h 88131"/>
                <a:gd name="connsiteX3" fmla="*/ 0 w 929244"/>
                <a:gd name="connsiteY3" fmla="*/ 88132 h 8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9244" h="88131">
                  <a:moveTo>
                    <a:pt x="0" y="0"/>
                  </a:moveTo>
                  <a:lnTo>
                    <a:pt x="929244" y="0"/>
                  </a:lnTo>
                  <a:lnTo>
                    <a:pt x="929244" y="88132"/>
                  </a:lnTo>
                  <a:lnTo>
                    <a:pt x="0" y="88132"/>
                  </a:lnTo>
                  <a:close/>
                </a:path>
              </a:pathLst>
            </a:custGeom>
            <a:solidFill>
              <a:srgbClr val="FFFFFF"/>
            </a:solidFill>
            <a:ln w="17546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任意多边形: 形状 129"/>
            <p:cNvSpPr/>
            <p:nvPr>
              <p:custDataLst>
                <p:tags r:id="rId38"/>
              </p:custDataLst>
            </p:nvPr>
          </p:nvSpPr>
          <p:spPr>
            <a:xfrm rot="867000">
              <a:off x="1581" y="6741"/>
              <a:ext cx="1463" cy="139"/>
            </a:xfrm>
            <a:custGeom>
              <a:avLst/>
              <a:gdLst>
                <a:gd name="connsiteX0" fmla="*/ 0 w 929244"/>
                <a:gd name="connsiteY0" fmla="*/ 0 h 88131"/>
                <a:gd name="connsiteX1" fmla="*/ 929244 w 929244"/>
                <a:gd name="connsiteY1" fmla="*/ 0 h 88131"/>
                <a:gd name="connsiteX2" fmla="*/ 929244 w 929244"/>
                <a:gd name="connsiteY2" fmla="*/ 88132 h 88131"/>
                <a:gd name="connsiteX3" fmla="*/ 0 w 929244"/>
                <a:gd name="connsiteY3" fmla="*/ 88132 h 8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9244" h="88131">
                  <a:moveTo>
                    <a:pt x="0" y="0"/>
                  </a:moveTo>
                  <a:lnTo>
                    <a:pt x="929244" y="0"/>
                  </a:lnTo>
                  <a:lnTo>
                    <a:pt x="929244" y="88132"/>
                  </a:lnTo>
                  <a:lnTo>
                    <a:pt x="0" y="88132"/>
                  </a:lnTo>
                  <a:close/>
                </a:path>
              </a:pathLst>
            </a:custGeom>
            <a:solidFill>
              <a:srgbClr val="FFFFFF"/>
            </a:solidFill>
            <a:ln w="17546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任意多边形: 形状 130"/>
            <p:cNvSpPr/>
            <p:nvPr>
              <p:custDataLst>
                <p:tags r:id="rId39"/>
              </p:custDataLst>
            </p:nvPr>
          </p:nvSpPr>
          <p:spPr>
            <a:xfrm rot="867000">
              <a:off x="1520" y="6970"/>
              <a:ext cx="1298" cy="139"/>
            </a:xfrm>
            <a:custGeom>
              <a:avLst/>
              <a:gdLst>
                <a:gd name="connsiteX0" fmla="*/ 0 w 824258"/>
                <a:gd name="connsiteY0" fmla="*/ 0 h 88131"/>
                <a:gd name="connsiteX1" fmla="*/ 824259 w 824258"/>
                <a:gd name="connsiteY1" fmla="*/ 0 h 88131"/>
                <a:gd name="connsiteX2" fmla="*/ 824259 w 824258"/>
                <a:gd name="connsiteY2" fmla="*/ 88132 h 88131"/>
                <a:gd name="connsiteX3" fmla="*/ 0 w 824258"/>
                <a:gd name="connsiteY3" fmla="*/ 88132 h 88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24258" h="88131">
                  <a:moveTo>
                    <a:pt x="0" y="0"/>
                  </a:moveTo>
                  <a:lnTo>
                    <a:pt x="824259" y="0"/>
                  </a:lnTo>
                  <a:lnTo>
                    <a:pt x="824259" y="88132"/>
                  </a:lnTo>
                  <a:lnTo>
                    <a:pt x="0" y="88132"/>
                  </a:lnTo>
                  <a:close/>
                </a:path>
              </a:pathLst>
            </a:custGeom>
            <a:solidFill>
              <a:srgbClr val="FFFFFF"/>
            </a:solidFill>
            <a:ln w="17546" cap="flat">
              <a:solidFill>
                <a:srgbClr val="000000"/>
              </a:solidFill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任意多边形: 形状 131"/>
            <p:cNvSpPr/>
            <p:nvPr>
              <p:custDataLst>
                <p:tags r:id="rId40"/>
              </p:custDataLst>
            </p:nvPr>
          </p:nvSpPr>
          <p:spPr>
            <a:xfrm>
              <a:off x="2644" y="7023"/>
              <a:ext cx="465" cy="367"/>
            </a:xfrm>
            <a:custGeom>
              <a:avLst/>
              <a:gdLst>
                <a:gd name="connsiteX0" fmla="*/ 295469 w 295469"/>
                <a:gd name="connsiteY0" fmla="*/ 59691 h 232969"/>
                <a:gd name="connsiteX1" fmla="*/ 0 w 295469"/>
                <a:gd name="connsiteY1" fmla="*/ 232969 h 232969"/>
                <a:gd name="connsiteX2" fmla="*/ 58462 w 295469"/>
                <a:gd name="connsiteY2" fmla="*/ 0 h 232969"/>
                <a:gd name="connsiteX3" fmla="*/ 295469 w 295469"/>
                <a:gd name="connsiteY3" fmla="*/ 59691 h 232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5469" h="232969">
                  <a:moveTo>
                    <a:pt x="295469" y="59691"/>
                  </a:moveTo>
                  <a:lnTo>
                    <a:pt x="0" y="232969"/>
                  </a:lnTo>
                  <a:lnTo>
                    <a:pt x="58462" y="0"/>
                  </a:lnTo>
                  <a:lnTo>
                    <a:pt x="295469" y="59691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7546" cap="rnd">
              <a:solidFill>
                <a:srgbClr val="000000"/>
              </a:solidFill>
              <a:prstDash val="solid"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33" name="组合 32"/>
          <p:cNvGrpSpPr/>
          <p:nvPr/>
        </p:nvGrpSpPr>
        <p:grpSpPr>
          <a:xfrm>
            <a:off x="2353945" y="4675505"/>
            <a:ext cx="3114675" cy="1329055"/>
            <a:chOff x="2287" y="7458"/>
            <a:chExt cx="7093" cy="2093"/>
          </a:xfrm>
        </p:grpSpPr>
        <p:sp>
          <p:nvSpPr>
            <p:cNvPr id="68" name="文本框 67"/>
            <p:cNvSpPr txBox="1"/>
            <p:nvPr>
              <p:custDataLst>
                <p:tags r:id="rId41"/>
              </p:custDataLst>
            </p:nvPr>
          </p:nvSpPr>
          <p:spPr>
            <a:xfrm>
              <a:off x="2287" y="8099"/>
              <a:ext cx="7093" cy="145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 fontAlgn="auto">
                <a:lnSpc>
                  <a:spcPct val="150000"/>
                </a:lnSpc>
                <a:spcAft>
                  <a:spcPts val="1000"/>
                </a:spcAft>
                <a:buNone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单击此处输入你的正文，文字是您思想的提炼，为了最终演示发布的良好效果，请尽量言简意赅的阐述观点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endParaRPr>
            </a:p>
          </p:txBody>
        </p:sp>
        <p:sp>
          <p:nvSpPr>
            <p:cNvPr id="72" name="文本框 71"/>
            <p:cNvSpPr txBox="1"/>
            <p:nvPr>
              <p:custDataLst>
                <p:tags r:id="rId42"/>
              </p:custDataLst>
            </p:nvPr>
          </p:nvSpPr>
          <p:spPr>
            <a:xfrm>
              <a:off x="2287" y="7458"/>
              <a:ext cx="3166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/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添加</a:t>
              </a: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小标题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</p:grpSp>
      <p:sp>
        <p:nvSpPr>
          <p:cNvPr id="32" name="序号"/>
          <p:cNvSpPr txBox="1"/>
          <p:nvPr>
            <p:custDataLst>
              <p:tags r:id="rId43"/>
            </p:custDataLst>
          </p:nvPr>
        </p:nvSpPr>
        <p:spPr>
          <a:xfrm>
            <a:off x="859155" y="4800600"/>
            <a:ext cx="1266190" cy="1078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en-US" sz="6600" b="1" dirty="0">
                <a:ln w="15875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01</a:t>
            </a:r>
            <a:endParaRPr lang="en-US" sz="6600" b="1" dirty="0">
              <a:ln w="15875">
                <a:solidFill>
                  <a:srgbClr val="000000"/>
                </a:solidFill>
              </a:ln>
              <a:solidFill>
                <a:srgbClr val="435BE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grpSp>
        <p:nvGrpSpPr>
          <p:cNvPr id="35" name="组合 34"/>
          <p:cNvGrpSpPr/>
          <p:nvPr/>
        </p:nvGrpSpPr>
        <p:grpSpPr>
          <a:xfrm>
            <a:off x="7541260" y="4675505"/>
            <a:ext cx="3114675" cy="1329055"/>
            <a:chOff x="2287" y="7458"/>
            <a:chExt cx="7093" cy="2093"/>
          </a:xfrm>
        </p:grpSpPr>
        <p:sp>
          <p:nvSpPr>
            <p:cNvPr id="36" name="文本框 35"/>
            <p:cNvSpPr txBox="1"/>
            <p:nvPr>
              <p:custDataLst>
                <p:tags r:id="rId44"/>
              </p:custDataLst>
            </p:nvPr>
          </p:nvSpPr>
          <p:spPr>
            <a:xfrm>
              <a:off x="2287" y="8099"/>
              <a:ext cx="7093" cy="1452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indent="0" algn="l" fontAlgn="auto">
                <a:lnSpc>
                  <a:spcPct val="150000"/>
                </a:lnSpc>
                <a:spcAft>
                  <a:spcPts val="1000"/>
                </a:spcAft>
                <a:buNone/>
              </a:pPr>
              <a:r>
                <a:rPr lang="zh-CN" altLang="en-US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思源黑体 CN Medium" panose="020B0600000000000000" charset="-122"/>
                  <a:ea typeface="思源黑体 CN Medium" panose="020B0600000000000000" charset="-122"/>
                  <a:sym typeface="+mn-ea"/>
                </a:rPr>
                <a:t>单击此处输入你的正文，文字是您思想的提炼，为了最终演示发布的良好效果，请尽量言简意赅的阐述观点</a:t>
              </a:r>
              <a:endParaRPr lang="zh-CN" alt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endParaRPr>
            </a:p>
          </p:txBody>
        </p:sp>
        <p:sp>
          <p:nvSpPr>
            <p:cNvPr id="37" name="文本框 36"/>
            <p:cNvSpPr txBox="1"/>
            <p:nvPr>
              <p:custDataLst>
                <p:tags r:id="rId45"/>
              </p:custDataLst>
            </p:nvPr>
          </p:nvSpPr>
          <p:spPr>
            <a:xfrm>
              <a:off x="2287" y="7458"/>
              <a:ext cx="3166" cy="580"/>
            </a:xfrm>
            <a:prstGeom prst="rect">
              <a:avLst/>
            </a:prstGeom>
            <a:noFill/>
          </p:spPr>
          <p:txBody>
            <a:bodyPr wrap="square" rtlCol="0" anchor="t">
              <a:spAutoFit/>
            </a:bodyPr>
            <a:p>
              <a:pPr algn="l"/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添加</a:t>
              </a:r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uFillTx/>
                  <a:latin typeface="思源黑体 CN Heavy" panose="020B0A00000000000000" charset="-122"/>
                  <a:ea typeface="思源黑体 CN Heavy" panose="020B0A00000000000000" charset="-122"/>
                  <a:sym typeface="+mn-ea"/>
                </a:rPr>
                <a:t>小标题</a:t>
              </a:r>
              <a:endParaRPr lang="zh-CN" altLang="en-US" dirty="0">
                <a:solidFill>
                  <a:schemeClr val="tx1">
                    <a:lumMod val="95000"/>
                    <a:lumOff val="5000"/>
                  </a:schemeClr>
                </a:solidFill>
                <a:uFillTx/>
                <a:latin typeface="思源黑体 CN Heavy" panose="020B0A00000000000000" charset="-122"/>
                <a:ea typeface="思源黑体 CN Heavy" panose="020B0A00000000000000" charset="-122"/>
                <a:sym typeface="+mn-ea"/>
              </a:endParaRPr>
            </a:p>
          </p:txBody>
        </p:sp>
      </p:grpSp>
      <p:sp>
        <p:nvSpPr>
          <p:cNvPr id="38" name="序号"/>
          <p:cNvSpPr txBox="1"/>
          <p:nvPr>
            <p:custDataLst>
              <p:tags r:id="rId46"/>
            </p:custDataLst>
          </p:nvPr>
        </p:nvSpPr>
        <p:spPr>
          <a:xfrm>
            <a:off x="6046470" y="4800600"/>
            <a:ext cx="1266190" cy="1078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p>
            <a:pPr algn="ctr">
              <a:lnSpc>
                <a:spcPct val="100000"/>
              </a:lnSpc>
              <a:buClrTx/>
              <a:buSzTx/>
              <a:buFontTx/>
            </a:pPr>
            <a:r>
              <a:rPr lang="en-US" sz="6600" b="1" dirty="0">
                <a:ln w="15875">
                  <a:solidFill>
                    <a:srgbClr val="000000"/>
                  </a:solidFill>
                </a:ln>
                <a:solidFill>
                  <a:srgbClr val="435BE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02</a:t>
            </a:r>
            <a:endParaRPr lang="en-US" sz="6600" b="1" dirty="0">
              <a:ln w="15875">
                <a:solidFill>
                  <a:srgbClr val="000000"/>
                </a:solidFill>
              </a:ln>
              <a:solidFill>
                <a:srgbClr val="435BE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8672195" y="2035810"/>
            <a:ext cx="2291080" cy="2017395"/>
            <a:chOff x="13657" y="3206"/>
            <a:chExt cx="3608" cy="3177"/>
          </a:xfrm>
        </p:grpSpPr>
        <p:sp>
          <p:nvSpPr>
            <p:cNvPr id="54" name="矩形 53"/>
            <p:cNvSpPr/>
            <p:nvPr>
              <p:custDataLst>
                <p:tags r:id="rId47"/>
              </p:custDataLst>
            </p:nvPr>
          </p:nvSpPr>
          <p:spPr>
            <a:xfrm>
              <a:off x="13657" y="3206"/>
              <a:ext cx="3608" cy="9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55" name="矩形 54"/>
            <p:cNvSpPr/>
            <p:nvPr>
              <p:custDataLst>
                <p:tags r:id="rId48"/>
              </p:custDataLst>
            </p:nvPr>
          </p:nvSpPr>
          <p:spPr>
            <a:xfrm>
              <a:off x="13657" y="4328"/>
              <a:ext cx="3608" cy="934"/>
            </a:xfrm>
            <a:prstGeom prst="rect">
              <a:avLst/>
            </a:prstGeom>
            <a:solidFill>
              <a:srgbClr val="435BE1"/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56" name="矩形 55"/>
            <p:cNvSpPr/>
            <p:nvPr>
              <p:custDataLst>
                <p:tags r:id="rId49"/>
              </p:custDataLst>
            </p:nvPr>
          </p:nvSpPr>
          <p:spPr>
            <a:xfrm>
              <a:off x="13657" y="5449"/>
              <a:ext cx="3608" cy="93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rgbClr val="0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p>
              <a:pPr lvl="0" algn="ctr">
                <a:buClrTx/>
                <a:buSzTx/>
                <a:buFontTx/>
              </a:pPr>
              <a:endParaRPr lang="zh-CN" altLang="en-US">
                <a:sym typeface="+mn-ea"/>
              </a:endParaRPr>
            </a:p>
          </p:txBody>
        </p:sp>
        <p:sp>
          <p:nvSpPr>
            <p:cNvPr id="58" name="文本框 57"/>
            <p:cNvSpPr txBox="1"/>
            <p:nvPr/>
          </p:nvSpPr>
          <p:spPr>
            <a:xfrm>
              <a:off x="14305" y="3386"/>
              <a:ext cx="231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>
                  <a:latin typeface="思源黑体 CN Heavy" panose="020B0A00000000000000" charset="-122"/>
                  <a:ea typeface="思源黑体 CN Heavy" panose="020B0A00000000000000" charset="-122"/>
                </a:rPr>
                <a:t>添加关键字</a:t>
              </a:r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4305" y="4498"/>
              <a:ext cx="231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>
                  <a:solidFill>
                    <a:schemeClr val="bg1"/>
                  </a:solidFill>
                  <a:latin typeface="思源黑体 CN Heavy" panose="020B0A00000000000000" charset="-122"/>
                  <a:ea typeface="思源黑体 CN Heavy" panose="020B0A00000000000000" charset="-122"/>
                </a:rPr>
                <a:t>添加关键字</a:t>
              </a:r>
              <a:endParaRPr lang="zh-CN" altLang="en-US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  <p:sp>
          <p:nvSpPr>
            <p:cNvPr id="60" name="文本框 59"/>
            <p:cNvSpPr txBox="1"/>
            <p:nvPr/>
          </p:nvSpPr>
          <p:spPr>
            <a:xfrm>
              <a:off x="14305" y="5639"/>
              <a:ext cx="231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>
                  <a:latin typeface="思源黑体 CN Heavy" panose="020B0A00000000000000" charset="-122"/>
                  <a:ea typeface="思源黑体 CN Heavy" panose="020B0A00000000000000" charset="-122"/>
                </a:rPr>
                <a:t>添加关键字</a:t>
              </a:r>
              <a:endParaRPr lang="zh-CN" altLang="en-US">
                <a:latin typeface="思源黑体 CN Heavy" panose="020B0A00000000000000" charset="-122"/>
                <a:ea typeface="思源黑体 CN Heavy" panose="020B0A00000000000000" charset="-122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87432" y="616226"/>
            <a:ext cx="11370365" cy="5957773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1">
            <a:alphaModFix amt="10000"/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contrast="8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53" t="1045" r="6233" b="3039"/>
          <a:stretch>
            <a:fillRect/>
          </a:stretch>
        </p:blipFill>
        <p:spPr>
          <a:xfrm rot="16200000">
            <a:off x="2951675" y="-2279558"/>
            <a:ext cx="6059920" cy="11226800"/>
          </a:xfrm>
          <a:prstGeom prst="rect">
            <a:avLst/>
          </a:prstGeom>
          <a:solidFill>
            <a:srgbClr val="FFFFFF"/>
          </a:solidFill>
          <a:ln w="12700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24" name="任意多边形: 形状 23"/>
          <p:cNvSpPr/>
          <p:nvPr/>
        </p:nvSpPr>
        <p:spPr>
          <a:xfrm>
            <a:off x="592468" y="5689600"/>
            <a:ext cx="419035" cy="439526"/>
          </a:xfrm>
          <a:custGeom>
            <a:avLst/>
            <a:gdLst>
              <a:gd name="connsiteX0" fmla="*/ 0 w 673100"/>
              <a:gd name="connsiteY0" fmla="*/ 0 h 622300"/>
              <a:gd name="connsiteX1" fmla="*/ 0 w 673100"/>
              <a:gd name="connsiteY1" fmla="*/ 622300 h 622300"/>
              <a:gd name="connsiteX2" fmla="*/ 673100 w 673100"/>
              <a:gd name="connsiteY2" fmla="*/ 622300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3100" h="622300">
                <a:moveTo>
                  <a:pt x="0" y="0"/>
                </a:moveTo>
                <a:lnTo>
                  <a:pt x="0" y="622300"/>
                </a:lnTo>
                <a:lnTo>
                  <a:pt x="673100" y="62230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11339032" y="296701"/>
            <a:ext cx="324000" cy="6084564"/>
            <a:chOff x="11339032" y="284001"/>
            <a:chExt cx="324000" cy="6084564"/>
          </a:xfrm>
        </p:grpSpPr>
        <p:sp>
          <p:nvSpPr>
            <p:cNvPr id="37" name="矩形 36"/>
            <p:cNvSpPr/>
            <p:nvPr/>
          </p:nvSpPr>
          <p:spPr>
            <a:xfrm>
              <a:off x="11339032" y="284001"/>
              <a:ext cx="324000" cy="6084000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矩形 37"/>
            <p:cNvSpPr/>
            <p:nvPr/>
          </p:nvSpPr>
          <p:spPr>
            <a:xfrm>
              <a:off x="11339032" y="1079134"/>
              <a:ext cx="324000" cy="2801361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 w="12700"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9" name="组合 38"/>
            <p:cNvGrpSpPr/>
            <p:nvPr/>
          </p:nvGrpSpPr>
          <p:grpSpPr>
            <a:xfrm>
              <a:off x="11339032" y="284004"/>
              <a:ext cx="324000" cy="435848"/>
              <a:chOff x="11550650" y="389101"/>
              <a:chExt cx="360000" cy="435848"/>
            </a:xfrm>
          </p:grpSpPr>
          <p:sp>
            <p:nvSpPr>
              <p:cNvPr id="40" name="矩形 39"/>
              <p:cNvSpPr/>
              <p:nvPr/>
            </p:nvSpPr>
            <p:spPr>
              <a:xfrm>
                <a:off x="11550650" y="389101"/>
                <a:ext cx="360000" cy="435848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1" name="等腰三角形 40"/>
              <p:cNvSpPr/>
              <p:nvPr/>
            </p:nvSpPr>
            <p:spPr>
              <a:xfrm>
                <a:off x="11609594" y="502667"/>
                <a:ext cx="242112" cy="208717"/>
              </a:xfrm>
              <a:prstGeom prst="triangle">
                <a:avLst/>
              </a:prstGeom>
              <a:solidFill>
                <a:srgbClr val="000000"/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2" name="组合 41"/>
            <p:cNvGrpSpPr/>
            <p:nvPr/>
          </p:nvGrpSpPr>
          <p:grpSpPr>
            <a:xfrm flipV="1">
              <a:off x="11339032" y="5932717"/>
              <a:ext cx="324000" cy="435848"/>
              <a:chOff x="11550650" y="389101"/>
              <a:chExt cx="360000" cy="435848"/>
            </a:xfrm>
          </p:grpSpPr>
          <p:sp>
            <p:nvSpPr>
              <p:cNvPr id="43" name="矩形 42"/>
              <p:cNvSpPr/>
              <p:nvPr/>
            </p:nvSpPr>
            <p:spPr>
              <a:xfrm>
                <a:off x="11550650" y="389101"/>
                <a:ext cx="360000" cy="435848"/>
              </a:xfrm>
              <a:prstGeom prst="rect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4" name="等腰三角形 43"/>
              <p:cNvSpPr/>
              <p:nvPr/>
            </p:nvSpPr>
            <p:spPr>
              <a:xfrm>
                <a:off x="11609594" y="502667"/>
                <a:ext cx="242112" cy="208717"/>
              </a:xfrm>
              <a:prstGeom prst="triangle">
                <a:avLst/>
              </a:prstGeom>
              <a:solidFill>
                <a:srgbClr val="000000"/>
              </a:solidFill>
              <a:ln w="12700"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5" name="组合 44"/>
            <p:cNvGrpSpPr/>
            <p:nvPr/>
          </p:nvGrpSpPr>
          <p:grpSpPr>
            <a:xfrm>
              <a:off x="11403953" y="1219465"/>
              <a:ext cx="194157" cy="133001"/>
              <a:chOff x="6591300" y="-1003300"/>
              <a:chExt cx="266700" cy="190500"/>
            </a:xfrm>
          </p:grpSpPr>
          <p:cxnSp>
            <p:nvCxnSpPr>
              <p:cNvPr id="46" name="直接连接符 45"/>
              <p:cNvCxnSpPr/>
              <p:nvPr/>
            </p:nvCxnSpPr>
            <p:spPr>
              <a:xfrm>
                <a:off x="6591300" y="-1003300"/>
                <a:ext cx="266700" cy="0"/>
              </a:xfrm>
              <a:prstGeom prst="line">
                <a:avLst/>
              </a:prstGeom>
              <a:ln w="25400" cap="rnd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直接连接符 46"/>
              <p:cNvCxnSpPr/>
              <p:nvPr/>
            </p:nvCxnSpPr>
            <p:spPr>
              <a:xfrm>
                <a:off x="6591300" y="-908050"/>
                <a:ext cx="266700" cy="0"/>
              </a:xfrm>
              <a:prstGeom prst="line">
                <a:avLst/>
              </a:prstGeom>
              <a:ln w="25400" cap="rnd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/>
              <p:nvPr/>
            </p:nvCxnSpPr>
            <p:spPr>
              <a:xfrm>
                <a:off x="6591300" y="-812800"/>
                <a:ext cx="266700" cy="0"/>
              </a:xfrm>
              <a:prstGeom prst="line">
                <a:avLst/>
              </a:prstGeom>
              <a:ln w="25400" cap="rnd">
                <a:solidFill>
                  <a:srgbClr val="000000"/>
                </a:soli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0" name="文本框 19"/>
          <p:cNvSpPr txBox="1"/>
          <p:nvPr/>
        </p:nvSpPr>
        <p:spPr>
          <a:xfrm>
            <a:off x="1417894" y="2244646"/>
            <a:ext cx="4297812" cy="11068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6600" b="1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思源黑体 CN Heavy" panose="020B0A00000000000000" charset="-122"/>
                <a:ea typeface="思源黑体 CN Heavy" panose="020B0A00000000000000" charset="-122"/>
              </a:rPr>
              <a:t>感谢观看</a:t>
            </a:r>
            <a:endParaRPr lang="zh-CN" altLang="en-US" sz="6600" b="1" dirty="0">
              <a:solidFill>
                <a:schemeClr val="tx1">
                  <a:lumMod val="95000"/>
                  <a:lumOff val="5000"/>
                </a:schemeClr>
              </a:solidFill>
              <a:effectLst/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1417894" y="3343780"/>
            <a:ext cx="603539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000" b="1" dirty="0">
                <a:ln>
                  <a:solidFill>
                    <a:schemeClr val="tx1">
                      <a:lumMod val="85000"/>
                      <a:lumOff val="15000"/>
                    </a:schemeClr>
                  </a:solidFill>
                </a:ln>
                <a:solidFill>
                  <a:schemeClr val="bg1">
                    <a:lumMod val="85000"/>
                  </a:schemeClr>
                </a:solidFill>
                <a:effectLst/>
                <a:latin typeface="思源黑体 CN Heavy" panose="020B0A00000000000000" charset="-122"/>
                <a:ea typeface="思源黑体 CN Heavy" panose="020B0A00000000000000" charset="-122"/>
              </a:rPr>
              <a:t>THNAK YOU</a:t>
            </a:r>
            <a:endParaRPr lang="en-US" altLang="zh-CN" sz="6000" b="1" dirty="0"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  <a:solidFill>
                <a:schemeClr val="bg1">
                  <a:lumMod val="85000"/>
                </a:schemeClr>
              </a:solidFill>
              <a:effectLst/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77" name="任意多边形: 形状 76"/>
          <p:cNvSpPr/>
          <p:nvPr/>
        </p:nvSpPr>
        <p:spPr>
          <a:xfrm flipH="1">
            <a:off x="10589987" y="5689600"/>
            <a:ext cx="419035" cy="439526"/>
          </a:xfrm>
          <a:custGeom>
            <a:avLst/>
            <a:gdLst>
              <a:gd name="connsiteX0" fmla="*/ 0 w 673100"/>
              <a:gd name="connsiteY0" fmla="*/ 0 h 622300"/>
              <a:gd name="connsiteX1" fmla="*/ 0 w 673100"/>
              <a:gd name="connsiteY1" fmla="*/ 622300 h 622300"/>
              <a:gd name="connsiteX2" fmla="*/ 673100 w 673100"/>
              <a:gd name="connsiteY2" fmla="*/ 622300 h 622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73100" h="622300">
                <a:moveTo>
                  <a:pt x="0" y="0"/>
                </a:moveTo>
                <a:lnTo>
                  <a:pt x="0" y="622300"/>
                </a:lnTo>
                <a:lnTo>
                  <a:pt x="673100" y="622300"/>
                </a:lnTo>
              </a:path>
            </a:pathLst>
          </a:cu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000000"/>
              </a:solidFill>
            </a:endParaRPr>
          </a:p>
        </p:txBody>
      </p:sp>
      <p:grpSp>
        <p:nvGrpSpPr>
          <p:cNvPr id="22" name="组合 21"/>
          <p:cNvGrpSpPr/>
          <p:nvPr/>
        </p:nvGrpSpPr>
        <p:grpSpPr>
          <a:xfrm>
            <a:off x="869315" y="628015"/>
            <a:ext cx="9718040" cy="532130"/>
            <a:chOff x="1369" y="989"/>
            <a:chExt cx="15304" cy="838"/>
          </a:xfrm>
        </p:grpSpPr>
        <p:sp>
          <p:nvSpPr>
            <p:cNvPr id="30" name="文本框 29"/>
            <p:cNvSpPr txBox="1"/>
            <p:nvPr>
              <p:custDataLst>
                <p:tags r:id="rId3"/>
              </p:custDataLst>
            </p:nvPr>
          </p:nvSpPr>
          <p:spPr>
            <a:xfrm>
              <a:off x="1369" y="1197"/>
              <a:ext cx="2190" cy="4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sz="1400" b="1" dirty="0">
                  <a:latin typeface="思源黑体 CN Bold" panose="020B0800000000000000" charset="-122"/>
                  <a:ea typeface="思源黑体 CN Bold" panose="020B0800000000000000" charset="-122"/>
                </a:rPr>
                <a:t>YOUR LOGO</a:t>
              </a:r>
              <a:endParaRPr lang="en-US" altLang="zh-CN" sz="1400" b="1" dirty="0">
                <a:latin typeface="思源黑体 CN Bold" panose="020B0800000000000000" charset="-122"/>
                <a:ea typeface="思源黑体 CN Bold" panose="020B0800000000000000" charset="-122"/>
              </a:endParaRPr>
            </a:p>
          </p:txBody>
        </p:sp>
        <p:cxnSp>
          <p:nvCxnSpPr>
            <p:cNvPr id="35" name="直接箭头连接符 34"/>
            <p:cNvCxnSpPr/>
            <p:nvPr>
              <p:custDataLst>
                <p:tags r:id="rId4"/>
              </p:custDataLst>
            </p:nvPr>
          </p:nvCxnSpPr>
          <p:spPr>
            <a:xfrm>
              <a:off x="5111" y="1402"/>
              <a:ext cx="7697" cy="0"/>
            </a:xfrm>
            <a:prstGeom prst="straightConnector1">
              <a:avLst/>
            </a:prstGeom>
            <a:ln w="19050">
              <a:solidFill>
                <a:srgbClr val="32384D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" name="组合 1"/>
            <p:cNvGrpSpPr/>
            <p:nvPr/>
          </p:nvGrpSpPr>
          <p:grpSpPr>
            <a:xfrm>
              <a:off x="3462" y="1240"/>
              <a:ext cx="1313" cy="361"/>
              <a:chOff x="2008157" y="787386"/>
              <a:chExt cx="834069" cy="229408"/>
            </a:xfrm>
            <a:solidFill>
              <a:schemeClr val="tx1"/>
            </a:solidFill>
          </p:grpSpPr>
          <p:pic>
            <p:nvPicPr>
              <p:cNvPr id="3" name="图形 14"/>
              <p:cNvPicPr>
                <a:picLocks noChangeAspect="1"/>
              </p:cNvPicPr>
              <p:nvPr>
                <p:custDataLst>
                  <p:tags r:id="rId5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>
                <a:off x="2008157" y="787386"/>
                <a:ext cx="229408" cy="229408"/>
              </a:xfrm>
              <a:prstGeom prst="rect">
                <a:avLst/>
              </a:prstGeom>
            </p:spPr>
          </p:pic>
          <p:pic>
            <p:nvPicPr>
              <p:cNvPr id="19" name="图形 15"/>
              <p:cNvPicPr>
                <a:picLocks noChangeAspect="1"/>
              </p:cNvPicPr>
              <p:nvPr>
                <p:custDataLst>
                  <p:tags r:id="rId7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>
                <a:off x="2310487" y="787386"/>
                <a:ext cx="229408" cy="229408"/>
              </a:xfrm>
              <a:prstGeom prst="rect">
                <a:avLst/>
              </a:prstGeom>
            </p:spPr>
          </p:pic>
          <p:pic>
            <p:nvPicPr>
              <p:cNvPr id="21" name="图形 16"/>
              <p:cNvPicPr>
                <a:picLocks noChangeAspect="1"/>
              </p:cNvPicPr>
              <p:nvPr>
                <p:custDataLst>
                  <p:tags r:id="rId8"/>
                </p:custDataLst>
              </p:nvPr>
            </p:nvPicPr>
            <p:blipFill>
              <a:blip r:embed="rId6"/>
              <a:stretch>
                <a:fillRect/>
              </a:stretch>
            </p:blipFill>
            <p:spPr>
              <a:xfrm>
                <a:off x="2612818" y="787386"/>
                <a:ext cx="229408" cy="229408"/>
              </a:xfrm>
              <a:prstGeom prst="rect">
                <a:avLst/>
              </a:prstGeom>
            </p:spPr>
          </p:pic>
        </p:grpSp>
        <p:grpSp>
          <p:nvGrpSpPr>
            <p:cNvPr id="23" name="组合 22"/>
            <p:cNvGrpSpPr/>
            <p:nvPr/>
          </p:nvGrpSpPr>
          <p:grpSpPr>
            <a:xfrm>
              <a:off x="13541" y="989"/>
              <a:ext cx="3133" cy="839"/>
              <a:chOff x="8598467" y="628001"/>
              <a:chExt cx="1989685" cy="532878"/>
            </a:xfrm>
          </p:grpSpPr>
          <p:grpSp>
            <p:nvGrpSpPr>
              <p:cNvPr id="25" name="组合 24"/>
              <p:cNvGrpSpPr/>
              <p:nvPr/>
            </p:nvGrpSpPr>
            <p:grpSpPr>
              <a:xfrm>
                <a:off x="8598467" y="628001"/>
                <a:ext cx="1989685" cy="532878"/>
                <a:chOff x="9493250" y="5211004"/>
                <a:chExt cx="1904628" cy="510098"/>
              </a:xfrm>
            </p:grpSpPr>
            <p:sp>
              <p:nvSpPr>
                <p:cNvPr id="26" name="椭圆 25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9493250" y="5211004"/>
                  <a:ext cx="1904628" cy="51009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12700">
                  <a:solidFill>
                    <a:schemeClr val="tx1">
                      <a:lumMod val="95000"/>
                      <a:lumOff val="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p>
                  <a:pPr algn="ctr"/>
                  <a:endParaRPr lang="zh-CN" altLang="en-US">
                    <a:latin typeface="思源黑体 CN Heavy" panose="020B0A00000000000000" charset="-122"/>
                    <a:ea typeface="思源黑体 CN Heavy" panose="020B0A00000000000000" charset="-122"/>
                  </a:endParaRPr>
                </a:p>
              </p:txBody>
            </p:sp>
            <p:grpSp>
              <p:nvGrpSpPr>
                <p:cNvPr id="27" name="组合 26"/>
                <p:cNvGrpSpPr/>
                <p:nvPr/>
              </p:nvGrpSpPr>
              <p:grpSpPr>
                <a:xfrm>
                  <a:off x="9607327" y="5437887"/>
                  <a:ext cx="1663775" cy="56332"/>
                  <a:chOff x="9610725" y="5437887"/>
                  <a:chExt cx="1663775" cy="56332"/>
                </a:xfrm>
              </p:grpSpPr>
              <p:sp>
                <p:nvSpPr>
                  <p:cNvPr id="28" name="椭圆 27"/>
                  <p:cNvSpPr/>
                  <p:nvPr>
                    <p:custDataLst>
                      <p:tags r:id="rId10"/>
                    </p:custDataLst>
                  </p:nvPr>
                </p:nvSpPr>
                <p:spPr>
                  <a:xfrm>
                    <a:off x="9610725" y="5437887"/>
                    <a:ext cx="56332" cy="56332"/>
                  </a:xfrm>
                  <a:prstGeom prst="ellipse">
                    <a:avLst/>
                  </a:prstGeom>
                  <a:solidFill>
                    <a:schemeClr val="tx1">
                      <a:lumMod val="95000"/>
                      <a:lumOff val="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 dirty="0">
                      <a:latin typeface="思源黑体 CN Heavy" panose="020B0A00000000000000" charset="-122"/>
                      <a:ea typeface="思源黑体 CN Heavy" panose="020B0A00000000000000" charset="-122"/>
                    </a:endParaRPr>
                  </a:p>
                </p:txBody>
              </p:sp>
              <p:sp>
                <p:nvSpPr>
                  <p:cNvPr id="29" name="椭圆 28"/>
                  <p:cNvSpPr/>
                  <p:nvPr>
                    <p:custDataLst>
                      <p:tags r:id="rId11"/>
                    </p:custDataLst>
                  </p:nvPr>
                </p:nvSpPr>
                <p:spPr>
                  <a:xfrm>
                    <a:off x="11218168" y="5437887"/>
                    <a:ext cx="56332" cy="56332"/>
                  </a:xfrm>
                  <a:prstGeom prst="ellipse">
                    <a:avLst/>
                  </a:prstGeom>
                  <a:solidFill>
                    <a:schemeClr val="tx1">
                      <a:lumMod val="95000"/>
                      <a:lumOff val="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p>
                    <a:pPr algn="ctr"/>
                    <a:endParaRPr lang="zh-CN" altLang="en-US">
                      <a:latin typeface="思源黑体 CN Heavy" panose="020B0A00000000000000" charset="-122"/>
                      <a:ea typeface="思源黑体 CN Heavy" panose="020B0A00000000000000" charset="-122"/>
                    </a:endParaRPr>
                  </a:p>
                </p:txBody>
              </p:sp>
            </p:grpSp>
          </p:grpSp>
          <p:sp>
            <p:nvSpPr>
              <p:cNvPr id="31" name="文本框 30"/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8808422" y="733679"/>
                <a:ext cx="1569774" cy="3215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sz="1400" b="1" dirty="0">
                    <a:latin typeface="思源黑体 CN Heavy" panose="020B0A00000000000000" charset="-122"/>
                    <a:ea typeface="思源黑体 CN Heavy" panose="020B0A00000000000000" charset="-122"/>
                  </a:rPr>
                  <a:t>20XX/01/01</a:t>
                </a:r>
                <a:endParaRPr lang="en-US" altLang="zh-CN" sz="1400" b="1" dirty="0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</p:grpSp>
      <p:grpSp>
        <p:nvGrpSpPr>
          <p:cNvPr id="32" name="组合 31"/>
          <p:cNvGrpSpPr/>
          <p:nvPr/>
        </p:nvGrpSpPr>
        <p:grpSpPr>
          <a:xfrm>
            <a:off x="6510020" y="1628775"/>
            <a:ext cx="4467225" cy="4397375"/>
            <a:chOff x="10252" y="2565"/>
            <a:chExt cx="7035" cy="6925"/>
          </a:xfrm>
        </p:grpSpPr>
        <p:grpSp>
          <p:nvGrpSpPr>
            <p:cNvPr id="52" name="组合 51"/>
            <p:cNvGrpSpPr/>
            <p:nvPr/>
          </p:nvGrpSpPr>
          <p:grpSpPr>
            <a:xfrm rot="5400000">
              <a:off x="16074" y="8277"/>
              <a:ext cx="408" cy="2018"/>
              <a:chOff x="5734194" y="1638444"/>
              <a:chExt cx="745589" cy="3685737"/>
            </a:xfrm>
          </p:grpSpPr>
          <p:sp>
            <p:nvSpPr>
              <p:cNvPr id="53" name="任意多边形: 形状 52"/>
              <p:cNvSpPr/>
              <p:nvPr>
                <p:custDataLst>
                  <p:tags r:id="rId13"/>
                </p:custDataLst>
              </p:nvPr>
            </p:nvSpPr>
            <p:spPr>
              <a:xfrm>
                <a:off x="5734194" y="163844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33" name="任意多边形: 形状 55"/>
              <p:cNvSpPr/>
              <p:nvPr>
                <p:custDataLst>
                  <p:tags r:id="rId14"/>
                </p:custDataLst>
              </p:nvPr>
            </p:nvSpPr>
            <p:spPr>
              <a:xfrm>
                <a:off x="6106989" y="200701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57" name="任意多边形: 形状 56"/>
              <p:cNvSpPr/>
              <p:nvPr>
                <p:custDataLst>
                  <p:tags r:id="rId15"/>
                </p:custDataLst>
              </p:nvPr>
            </p:nvSpPr>
            <p:spPr>
              <a:xfrm>
                <a:off x="5734194" y="2375592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0" name="任意多边形: 形状 59"/>
              <p:cNvSpPr/>
              <p:nvPr>
                <p:custDataLst>
                  <p:tags r:id="rId16"/>
                </p:custDataLst>
              </p:nvPr>
            </p:nvSpPr>
            <p:spPr>
              <a:xfrm>
                <a:off x="6106989" y="2744166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1" name="任意多边形: 形状 60"/>
              <p:cNvSpPr/>
              <p:nvPr>
                <p:custDataLst>
                  <p:tags r:id="rId17"/>
                </p:custDataLst>
              </p:nvPr>
            </p:nvSpPr>
            <p:spPr>
              <a:xfrm>
                <a:off x="5734194" y="3112739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4" name="任意多边形: 形状 63"/>
              <p:cNvSpPr/>
              <p:nvPr>
                <p:custDataLst>
                  <p:tags r:id="rId18"/>
                </p:custDataLst>
              </p:nvPr>
            </p:nvSpPr>
            <p:spPr>
              <a:xfrm>
                <a:off x="6106989" y="3481313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5" name="任意多边形: 形状 64"/>
              <p:cNvSpPr/>
              <p:nvPr>
                <p:custDataLst>
                  <p:tags r:id="rId19"/>
                </p:custDataLst>
              </p:nvPr>
            </p:nvSpPr>
            <p:spPr>
              <a:xfrm>
                <a:off x="5734194" y="3849887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8" name="任意多边形: 形状 67"/>
              <p:cNvSpPr/>
              <p:nvPr>
                <p:custDataLst>
                  <p:tags r:id="rId20"/>
                </p:custDataLst>
              </p:nvPr>
            </p:nvSpPr>
            <p:spPr>
              <a:xfrm>
                <a:off x="6106989" y="4218461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69" name="任意多边形: 形状 68"/>
              <p:cNvSpPr/>
              <p:nvPr>
                <p:custDataLst>
                  <p:tags r:id="rId21"/>
                </p:custDataLst>
              </p:nvPr>
            </p:nvSpPr>
            <p:spPr>
              <a:xfrm>
                <a:off x="5734194" y="4587034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  <p:sp>
            <p:nvSpPr>
              <p:cNvPr id="76" name="任意多边形: 形状 75"/>
              <p:cNvSpPr/>
              <p:nvPr>
                <p:custDataLst>
                  <p:tags r:id="rId22"/>
                </p:custDataLst>
              </p:nvPr>
            </p:nvSpPr>
            <p:spPr>
              <a:xfrm>
                <a:off x="6106989" y="4955608"/>
                <a:ext cx="372794" cy="368573"/>
              </a:xfrm>
              <a:custGeom>
                <a:avLst/>
                <a:gdLst>
                  <a:gd name="connsiteX0" fmla="*/ 0 w 372794"/>
                  <a:gd name="connsiteY0" fmla="*/ 0 h 368573"/>
                  <a:gd name="connsiteX1" fmla="*/ 372794 w 372794"/>
                  <a:gd name="connsiteY1" fmla="*/ 0 h 368573"/>
                  <a:gd name="connsiteX2" fmla="*/ 372794 w 372794"/>
                  <a:gd name="connsiteY2" fmla="*/ 368574 h 368573"/>
                  <a:gd name="connsiteX3" fmla="*/ 0 w 372794"/>
                  <a:gd name="connsiteY3" fmla="*/ 368574 h 3685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372794" h="368573">
                    <a:moveTo>
                      <a:pt x="0" y="0"/>
                    </a:moveTo>
                    <a:lnTo>
                      <a:pt x="372794" y="0"/>
                    </a:lnTo>
                    <a:lnTo>
                      <a:pt x="372794" y="368574"/>
                    </a:lnTo>
                    <a:lnTo>
                      <a:pt x="0" y="368574"/>
                    </a:lnTo>
                    <a:close/>
                  </a:path>
                </a:pathLst>
              </a:custGeom>
              <a:solidFill>
                <a:schemeClr val="tx1">
                  <a:lumMod val="95000"/>
                  <a:lumOff val="5000"/>
                </a:schemeClr>
              </a:solidFill>
              <a:ln w="12700" cap="flat">
                <a:solidFill>
                  <a:srgbClr val="000000"/>
                </a:solidFill>
                <a:prstDash val="solid"/>
                <a:miter/>
              </a:ln>
            </p:spPr>
            <p:txBody>
              <a:bodyPr rtlCol="0" anchor="ctr"/>
              <a:p>
                <a:endParaRPr lang="zh-CN" altLang="en-US">
                  <a:latin typeface="思源黑体 CN Heavy" panose="020B0A00000000000000" charset="-122"/>
                  <a:ea typeface="思源黑体 CN Heavy" panose="020B0A00000000000000" charset="-122"/>
                </a:endParaRPr>
              </a:p>
            </p:txBody>
          </p:sp>
        </p:grpSp>
        <p:pic>
          <p:nvPicPr>
            <p:cNvPr id="34" name="图片 33" descr="未标题-1"/>
            <p:cNvPicPr>
              <a:picLocks noChangeAspect="1"/>
            </p:cNvPicPr>
            <p:nvPr>
              <p:custDataLst>
                <p:tags r:id="rId23"/>
              </p:custDataLst>
            </p:nvPr>
          </p:nvPicPr>
          <p:blipFill>
            <a:blip r:embed="rId24"/>
            <a:srcRect l="20180" t="72343" r="59917" b="3104"/>
            <a:stretch>
              <a:fillRect/>
            </a:stretch>
          </p:blipFill>
          <p:spPr>
            <a:xfrm flipH="1">
              <a:off x="10252" y="6315"/>
              <a:ext cx="4260" cy="2650"/>
            </a:xfrm>
            <a:prstGeom prst="rect">
              <a:avLst/>
            </a:prstGeom>
          </p:spPr>
        </p:pic>
        <p:pic>
          <p:nvPicPr>
            <p:cNvPr id="36" name="图形 8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26"/>
            <a:stretch>
              <a:fillRect/>
            </a:stretch>
          </p:blipFill>
          <p:spPr>
            <a:xfrm>
              <a:off x="10408" y="2588"/>
              <a:ext cx="2985" cy="3217"/>
            </a:xfrm>
            <a:prstGeom prst="rect">
              <a:avLst/>
            </a:prstGeom>
          </p:spPr>
        </p:pic>
        <p:pic>
          <p:nvPicPr>
            <p:cNvPr id="49" name="图片 48" descr="未标题-1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24"/>
            <a:srcRect l="27917" r="43958" b="44010"/>
            <a:stretch>
              <a:fillRect/>
            </a:stretch>
          </p:blipFill>
          <p:spPr>
            <a:xfrm flipH="1">
              <a:off x="11035" y="2565"/>
              <a:ext cx="6020" cy="6043"/>
            </a:xfrm>
            <a:prstGeom prst="rect">
              <a:avLst/>
            </a:prstGeom>
          </p:spPr>
        </p:pic>
      </p:grpSp>
      <p:grpSp>
        <p:nvGrpSpPr>
          <p:cNvPr id="55" name="组合 54"/>
          <p:cNvGrpSpPr/>
          <p:nvPr/>
        </p:nvGrpSpPr>
        <p:grpSpPr>
          <a:xfrm>
            <a:off x="1527175" y="4872355"/>
            <a:ext cx="3637280" cy="0"/>
            <a:chOff x="2645" y="7643"/>
            <a:chExt cx="5728" cy="0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4395" y="7643"/>
              <a:ext cx="3978" cy="0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直接连接符 50"/>
            <p:cNvCxnSpPr/>
            <p:nvPr/>
          </p:nvCxnSpPr>
          <p:spPr>
            <a:xfrm>
              <a:off x="2645" y="7643"/>
              <a:ext cx="955" cy="0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直接连接符 53"/>
            <p:cNvCxnSpPr/>
            <p:nvPr/>
          </p:nvCxnSpPr>
          <p:spPr>
            <a:xfrm>
              <a:off x="3795" y="7643"/>
              <a:ext cx="390" cy="0"/>
            </a:xfrm>
            <a:prstGeom prst="line">
              <a:avLst/>
            </a:prstGeom>
            <a:ln w="19050">
              <a:solidFill>
                <a:srgbClr val="00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0_2*a*1"/>
  <p:tag name="KSO_WM_TEMPLATE_CATEGORY" val="custom"/>
  <p:tag name="KSO_WM_TEMPLATE_INDEX" val="0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0_2*a*1"/>
  <p:tag name="KSO_WM_TEMPLATE_CATEGORY" val="custom"/>
  <p:tag name="KSO_WM_TEMPLATE_INDEX" val="0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0_2*a*1"/>
  <p:tag name="KSO_WM_TEMPLATE_CATEGORY" val="custom"/>
  <p:tag name="KSO_WM_TEMPLATE_INDEX" val="0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选择预设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0_2*a*1"/>
  <p:tag name="KSO_WM_TEMPLATE_CATEGORY" val="custom"/>
  <p:tag name="KSO_WM_TEMPLATE_INDEX" val="0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BEAUTIFY_FLAG" val="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BEAUTIFY_FLAG" val="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BEAUTIFY_FLAG" val="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BEAUTIFY_FLAG" val="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BEAUTIFY_FLAG" val="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BEAUTIFY_FLAG" val="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BEAUTIFY_FLAG" val="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"/>
</p:tagLst>
</file>

<file path=ppt/tags/tag248.xml><?xml version="1.0" encoding="utf-8"?>
<p:tagLst xmlns:p="http://schemas.openxmlformats.org/presentationml/2006/main">
  <p:tag name="KSO_WM_BEAUTIFY_FLAG" val="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BEAUTIFY_FLAG" val="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BEAUTIFY_FLAG" val="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BEAUTIFY_FLAG" val="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BEAUTIFY_FLAG" val="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BEAUTIFY_FLAG" val=""/>
</p:tagLst>
</file>

<file path=ppt/tags/tag292.xml><?xml version="1.0" encoding="utf-8"?>
<p:tagLst xmlns:p="http://schemas.openxmlformats.org/presentationml/2006/main">
  <p:tag name="KSO_WM_BEAUTIFY_FLAG" val="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BEAUTIFY_FLAG" val="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BEAUTIFY_FLAG" val="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0_4*a*1"/>
  <p:tag name="KSO_WM_TEMPLATE_CATEGORY" val="custom"/>
  <p:tag name="KSO_WM_TEMPLATE_INDEX" val="0"/>
  <p:tag name="KSO_WM_UNIT_LAYERLEVEL" val="1"/>
  <p:tag name="KSO_WM_TAG_VERSION" val="1.0"/>
  <p:tag name="KSO_WM_BEAUTIFY_FLAG" val=""/>
  <p:tag name="KSO_WM_UNIT_ISCONTENTSTITLE" val="0"/>
  <p:tag name="KSO_WM_UNIT_ISNUMDGMTITLE" val="0"/>
  <p:tag name="KSO_WM_UNIT_PRESET_TEXT" val="单击此处添加标题"/>
  <p:tag name="KSO_WM_UNIT_NOCLEAR" val="0"/>
  <p:tag name="KSO_WM_UNIT_VALUE" val="20"/>
  <p:tag name="KSO_WM_UNIT_TYPE" val="a"/>
  <p:tag name="KSO_WM_UNIT_INDEX" val="1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BEAUTIFY_FLAG" val="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BEAUTIFY_FLAG" val="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i"/>
  <p:tag name="KSO_WM_UNIT_INDEX" val="1"/>
  <p:tag name="KSO_WM_UNIT_ID" val="custom0_2*i*1"/>
  <p:tag name="KSO_WM_TEMPLATE_CATEGORY" val="custom"/>
  <p:tag name="KSO_WM_TEMPLATE_INDEX" val="0"/>
  <p:tag name="KSO_WM_UNIT_LAYERLEVEL" val="1"/>
  <p:tag name="KSO_WM_TAG_VERSION" val="1.0"/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BEAUTIFY_FLAG" val=""/>
</p:tagLst>
</file>

<file path=ppt/tags/tag366.xml><?xml version="1.0" encoding="utf-8"?>
<p:tagLst xmlns:p="http://schemas.openxmlformats.org/presentationml/2006/main">
  <p:tag name="KSO_WM_BEAUTIFY_FLAG" val=""/>
</p:tagLst>
</file>

<file path=ppt/tags/tag367.xml><?xml version="1.0" encoding="utf-8"?>
<p:tagLst xmlns:p="http://schemas.openxmlformats.org/presentationml/2006/main">
  <p:tag name="KSO_WM_BEAUTIFY_FLAG" val=""/>
</p:tagLst>
</file>

<file path=ppt/tags/tag368.xml><?xml version="1.0" encoding="utf-8"?>
<p:tagLst xmlns:p="http://schemas.openxmlformats.org/presentationml/2006/main">
  <p:tag name="KSO_WM_BEAUTIFY_FLAG" val=""/>
</p:tagLst>
</file>

<file path=ppt/tags/tag369.xml><?xml version="1.0" encoding="utf-8"?>
<p:tagLst xmlns:p="http://schemas.openxmlformats.org/presentationml/2006/main">
  <p:tag name="KSO_WM_BEAUTIFY_FLAG" val=""/>
</p:tagLst>
</file>

<file path=ppt/tags/tag370.xml><?xml version="1.0" encoding="utf-8"?>
<p:tagLst xmlns:p="http://schemas.openxmlformats.org/presentationml/2006/main">
  <p:tag name="KSO_WM_BEAUTIFY_FLAG" val=""/>
</p:tagLst>
</file>

<file path=ppt/tags/tag371.xml><?xml version="1.0" encoding="utf-8"?>
<p:tagLst xmlns:p="http://schemas.openxmlformats.org/presentationml/2006/main">
  <p:tag name="KSO_WM_BEAUTIFY_FLAG" val=""/>
</p:tagLst>
</file>

<file path=ppt/tags/tag372.xml><?xml version="1.0" encoding="utf-8"?>
<p:tagLst xmlns:p="http://schemas.openxmlformats.org/presentationml/2006/main">
  <p:tag name="KSO_WM_BEAUTIFY_FLAG" val=""/>
</p:tagLst>
</file>

<file path=ppt/tags/tag373.xml><?xml version="1.0" encoding="utf-8"?>
<p:tagLst xmlns:p="http://schemas.openxmlformats.org/presentationml/2006/main">
  <p:tag name="KSO_WM_BEAUTIFY_FLAG" val=""/>
</p:tagLst>
</file>

<file path=ppt/tags/tag374.xml><?xml version="1.0" encoding="utf-8"?>
<p:tagLst xmlns:p="http://schemas.openxmlformats.org/presentationml/2006/main">
  <p:tag name="KSO_WM_BEAUTIFY_FLAG" val=""/>
</p:tagLst>
</file>

<file path=ppt/tags/tag375.xml><?xml version="1.0" encoding="utf-8"?>
<p:tagLst xmlns:p="http://schemas.openxmlformats.org/presentationml/2006/main">
  <p:tag name="KSO_WM_BEAUTIFY_FLAG" val=""/>
</p:tagLst>
</file>

<file path=ppt/tags/tag376.xml><?xml version="1.0" encoding="utf-8"?>
<p:tagLst xmlns:p="http://schemas.openxmlformats.org/presentationml/2006/main">
  <p:tag name="KSO_WM_BEAUTIFY_FLAG" val=""/>
</p:tagLst>
</file>

<file path=ppt/tags/tag377.xml><?xml version="1.0" encoding="utf-8"?>
<p:tagLst xmlns:p="http://schemas.openxmlformats.org/presentationml/2006/main">
  <p:tag name="KSO_WM_BEAUTIFY_FLAG" val=""/>
</p:tagLst>
</file>

<file path=ppt/tags/tag378.xml><?xml version="1.0" encoding="utf-8"?>
<p:tagLst xmlns:p="http://schemas.openxmlformats.org/presentationml/2006/main">
  <p:tag name="KSO_WM_BEAUTIFY_FLAG" val=""/>
</p:tagLst>
</file>

<file path=ppt/tags/tag379.xml><?xml version="1.0" encoding="utf-8"?>
<p:tagLst xmlns:p="http://schemas.openxmlformats.org/presentationml/2006/main">
  <p:tag name="KSO_WM_BEAUTIFY_FLAG" val=""/>
</p:tagLst>
</file>

<file path=ppt/tags/tag380.xml><?xml version="1.0" encoding="utf-8"?>
<p:tagLst xmlns:p="http://schemas.openxmlformats.org/presentationml/2006/main">
  <p:tag name="KSO_WM_BEAUTIFY_FLAG" val=""/>
</p:tagLst>
</file>

<file path=ppt/tags/tag381.xml><?xml version="1.0" encoding="utf-8"?>
<p:tagLst xmlns:p="http://schemas.openxmlformats.org/presentationml/2006/main">
  <p:tag name="KSO_WM_BEAUTIFY_FLAG" val=""/>
</p:tagLst>
</file>

<file path=ppt/tags/tag382.xml><?xml version="1.0" encoding="utf-8"?>
<p:tagLst xmlns:p="http://schemas.openxmlformats.org/presentationml/2006/main">
  <p:tag name="KSO_WM_BEAUTIFY_FLAG" val=""/>
</p:tagLst>
</file>

<file path=ppt/tags/tag383.xml><?xml version="1.0" encoding="utf-8"?>
<p:tagLst xmlns:p="http://schemas.openxmlformats.org/presentationml/2006/main">
  <p:tag name="KSO_WM_BEAUTIFY_FLAG" val=""/>
</p:tagLst>
</file>

<file path=ppt/tags/tag384.xml><?xml version="1.0" encoding="utf-8"?>
<p:tagLst xmlns:p="http://schemas.openxmlformats.org/presentationml/2006/main">
  <p:tag name="KSO_WM_BEAUTIFY_FLAG" val=""/>
</p:tagLst>
</file>

<file path=ppt/tags/tag385.xml><?xml version="1.0" encoding="utf-8"?>
<p:tagLst xmlns:p="http://schemas.openxmlformats.org/presentationml/2006/main">
  <p:tag name="KSO_WM_BEAUTIFY_FLAG" val=""/>
</p:tagLst>
</file>

<file path=ppt/tags/tag386.xml><?xml version="1.0" encoding="utf-8"?>
<p:tagLst xmlns:p="http://schemas.openxmlformats.org/presentationml/2006/main">
  <p:tag name="KSO_WM_BEAUTIFY_FLAG" val=""/>
</p:tagLst>
</file>

<file path=ppt/tags/tag387.xml><?xml version="1.0" encoding="utf-8"?>
<p:tagLst xmlns:p="http://schemas.openxmlformats.org/presentationml/2006/main">
  <p:tag name="KSO_WM_BEAUTIFY_FLAG" val=""/>
</p:tagLst>
</file>

<file path=ppt/tags/tag388.xml><?xml version="1.0" encoding="utf-8"?>
<p:tagLst xmlns:p="http://schemas.openxmlformats.org/presentationml/2006/main">
  <p:tag name="KSO_WPP_MARK_KEY" val="ee63e754-bb47-4cd5-b65e-575e365a4462"/>
  <p:tag name="COMMONDATA" val="eyJoZGlkIjoiY2EzZGMyZjY1YTE1M2ExMzhhOWU4MTI5ZWFlZmRiODk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7">
      <a:majorFont>
        <a:latin typeface="Arial"/>
        <a:ea typeface="思源黑体 CN Medium"/>
        <a:cs typeface=""/>
      </a:majorFont>
      <a:minorFont>
        <a:latin typeface="Arial"/>
        <a:ea typeface="思源黑体 CN Mediu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Medium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Medium"/>
        <a:ea typeface=""/>
        <a:cs typeface=""/>
        <a:font script="Jpan" typeface="ＭＳ Ｐゴシック"/>
        <a:font script="Hang" typeface="맑은 고딕"/>
        <a:font script="Hans" typeface="思源黑体 CN Medium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 Medium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 Medium"/>
        <a:ea typeface=""/>
        <a:cs typeface=""/>
        <a:font script="Jpan" typeface="ＭＳ Ｐゴシック"/>
        <a:font script="Hang" typeface="맑은 고딕"/>
        <a:font script="Hans" typeface="思源黑体 CN Medium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2919</Words>
  <Application>WPS 演示</Application>
  <PresentationFormat>宽屏</PresentationFormat>
  <Paragraphs>324</Paragraphs>
  <Slides>19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9" baseType="lpstr">
      <vt:lpstr>Arial</vt:lpstr>
      <vt:lpstr>宋体</vt:lpstr>
      <vt:lpstr>Wingdings</vt:lpstr>
      <vt:lpstr>思源黑体 CN Heavy</vt:lpstr>
      <vt:lpstr>思源黑体 CN Bold</vt:lpstr>
      <vt:lpstr>思源黑体 CN Medium</vt:lpstr>
      <vt:lpstr>微软雅黑</vt:lpstr>
      <vt:lpstr>Arial Unicode MS</vt:lpstr>
      <vt:lpstr>Calibri</vt:lpstr>
      <vt:lpstr>Office 主题</vt:lpstr>
      <vt:lpstr>PowerPoint 演示文稿</vt:lpstr>
      <vt:lpstr>PowerPoint 演示文稿</vt:lpstr>
      <vt:lpstr>PowerPoint 演示文稿</vt:lpstr>
      <vt:lpstr>本季度工作概述</vt:lpstr>
      <vt:lpstr>本季度工作概述</vt:lpstr>
      <vt:lpstr>本季度工作概述</vt:lpstr>
      <vt:lpstr>PowerPoint 演示文稿</vt:lpstr>
      <vt:lpstr>重点工作介绍</vt:lpstr>
      <vt:lpstr>重点工作介绍</vt:lpstr>
      <vt:lpstr>重点工作介绍</vt:lpstr>
      <vt:lpstr>PowerPoint 演示文稿</vt:lpstr>
      <vt:lpstr>工作中不足之处</vt:lpstr>
      <vt:lpstr>工作中不足之处</vt:lpstr>
      <vt:lpstr>工作中不足之处</vt:lpstr>
      <vt:lpstr>PowerPoint 演示文稿</vt:lpstr>
      <vt:lpstr>后期工作规划</vt:lpstr>
      <vt:lpstr>后期工作规划</vt:lpstr>
      <vt:lpstr>后期工作规划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123</dc:creator>
  <cp:lastModifiedBy>Ｓmile．微笑</cp:lastModifiedBy>
  <cp:revision>117</cp:revision>
  <dcterms:created xsi:type="dcterms:W3CDTF">2023-08-27T09:35:00Z</dcterms:created>
  <dcterms:modified xsi:type="dcterms:W3CDTF">2023-08-31T06:57:39Z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BE495660EB2749579B4FFF680B4C6F1C_13</vt:lpwstr>
  </property>
  <property fmtid="{D5CDD505-2E9C-101B-9397-08002B2CF9AE}" pid="3" name="KSOProductBuildVer">
    <vt:lpwstr>2052-11.1.0.14309</vt:lpwstr>
  </property>
  <property fmtid="{D5CDD505-2E9C-101B-9397-08002B2CF9AE}" pid="4" name="KSOTemplateUUID">
    <vt:lpwstr>v1.0_mb_If6qUZ6dF7SHIh5+Excelw==</vt:lpwstr>
  </property>
</Properties>
</file>