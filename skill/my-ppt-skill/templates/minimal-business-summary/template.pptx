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
 <Relationship Target="docProps/core.xml" Type="http://schemas.openxmlformats.org/package/2006/relationships/metadata/core-properties" Id="rId3"/>
 <Relationship Target="ppt/presentation.xml" Type="http://schemas.openxmlformats.org/officeDocument/2006/relationships/officeDocument" Id="rId1"/>
 <Relationship Target="docProps/app.xml" Type="http://schemas.openxmlformats.org/officeDocument/2006/relationships/extended-properties" Id="rId4"/>
 <Relationship Target="docProps/custom.xml" Type="http://schemas.openxmlformats.org/officeDocument/2006/relationships/custom-properties" Id="rId5"/>
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0" r:id="rId5"/>
    <p:sldId id="280" r:id="rId6"/>
    <p:sldId id="272" r:id="rId7"/>
    <p:sldId id="267" r:id="rId8"/>
    <p:sldId id="273" r:id="rId9"/>
    <p:sldId id="274" r:id="rId10"/>
    <p:sldId id="268" r:id="rId11"/>
    <p:sldId id="275" r:id="rId12"/>
    <p:sldId id="276" r:id="rId13"/>
    <p:sldId id="269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>
      <p:cViewPr varScale="1"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 Husk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工作计划模板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