
<file path=[Content_Types].xml><?xml version="1.0" encoding="utf-8"?>
<Types xmlns="http://schemas.openxmlformats.org/package/2006/content-types">
  <Default ContentType="image/jpeg" Extension="jpeg"/>
  <Default ContentType="image/.jpg" Extension="JPG"/>
  <Default ContentType="image/png" Extension="png"/>
  <Default ContentType="image/vnd.ms-photo" Extension="wdp"/>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 Id="rId4"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handoutMasterIdLst>
    <p:handoutMasterId r:id="rId20"/>
  </p:handoutMasterIdLst>
  <p:sldIdLst>
    <p:sldId id="256" r:id="rId3"/>
    <p:sldId id="257" r:id="rId4"/>
    <p:sldId id="262" r:id="rId5"/>
    <p:sldId id="259" r:id="rId6"/>
    <p:sldId id="260" r:id="rId7"/>
    <p:sldId id="261" r:id="rId8"/>
    <p:sldId id="263" r:id="rId9"/>
    <p:sldId id="265" r:id="rId10"/>
    <p:sldId id="264" r:id="rId11"/>
    <p:sldId id="266" r:id="rId12"/>
    <p:sldId id="267" r:id="rId13"/>
    <p:sldId id="268" r:id="rId14"/>
    <p:sldId id="270" r:id="rId15"/>
    <p:sldId id="269" r:id="rId16"/>
    <p:sldId id="271" r:id="rId17"/>
    <p:sldId id="272" r:id="rId18"/>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3A0"/>
    <a:srgbClr val="FFE3C1"/>
    <a:srgbClr val="921F1F"/>
    <a:srgbClr val="871C1C"/>
    <a:srgbClr val="F2D4CE"/>
    <a:srgbClr val="D166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preferSingleView="0" vertBarState="restored" horzBarState="restored">
    <p:restoredLeft sz="18000" autoAdjust="0"/>
    <p:restoredTop sz="90000"/>
  </p:normalViewPr>
  <p:slideViewPr>
    <p:cSldViewPr snapToGrid="0" showGuides="1">
      <p:cViewPr varScale="1">
        <p:scale>
          <a:sx n="75" d="100"/>
          <a:sy n="75" d="100"/>
        </p:scale>
        <p:origin x="516" y="4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xml"/><Relationship Id="rId23" Type="http://schemas.openxmlformats.org/officeDocument/2006/relationships/tableStyles" Target="tableStyle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全唐诗简" panose="00020600040101010101" pitchFamily="18" charset="-122"/>
              <a:ea typeface="汉仪全唐诗简"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汉仪全唐诗简" panose="00020600040101010101" pitchFamily="18" charset="-122"/>
              </a:rPr>
            </a:fld>
            <a:endParaRPr lang="zh-CN" altLang="en-US">
              <a:latin typeface="汉仪全唐诗简"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全唐诗简" panose="00020600040101010101" pitchFamily="18" charset="-122"/>
              <a:ea typeface="汉仪全唐诗简"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汉仪全唐诗简" panose="00020600040101010101" pitchFamily="18" charset="-122"/>
              </a:rPr>
            </a:fld>
            <a:endParaRPr lang="zh-CN" altLang="en-US">
              <a:latin typeface="汉仪全唐诗简"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全唐诗简" panose="00020600040101010101" pitchFamily="18" charset="-122"/>
                <a:ea typeface="汉仪全唐诗简" panose="00020600040101010101"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全唐诗简" panose="00020600040101010101" pitchFamily="18" charset="-122"/>
                <a:ea typeface="汉仪全唐诗简" panose="00020600040101010101" pitchFamily="18" charset="-122"/>
              </a:defRPr>
            </a:lvl1pPr>
          </a:lstStyle>
          <a:p>
            <a:fld id="{4ABCED27-7C8C-4CF3-8ED9-FC95CB383E1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全唐诗简" panose="00020600040101010101" pitchFamily="18" charset="-122"/>
                <a:ea typeface="汉仪全唐诗简" panose="00020600040101010101"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全唐诗简" panose="00020600040101010101" pitchFamily="18" charset="-122"/>
                <a:ea typeface="汉仪全唐诗简" panose="00020600040101010101" pitchFamily="18" charset="-122"/>
              </a:defRPr>
            </a:lvl1pPr>
          </a:lstStyle>
          <a:p>
            <a:fld id="{E84775FB-4A60-410D-89EB-72D3A99C9B9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1pPr>
    <a:lvl2pPr marL="4572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2pPr>
    <a:lvl3pPr marL="9144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3pPr>
    <a:lvl4pPr marL="13716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4pPr>
    <a:lvl5pPr marL="1828800" algn="l" defTabSz="914400" rtl="0" eaLnBrk="1" latinLnBrk="0" hangingPunct="1">
      <a:defRPr sz="1200" kern="1200">
        <a:solidFill>
          <a:schemeClr val="tx1"/>
        </a:solidFill>
        <a:latin typeface="汉仪全唐诗简" panose="00020600040101010101" pitchFamily="18" charset="-122"/>
        <a:ea typeface="汉仪全唐诗简"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A12A0D-5BC6-4536-92EB-62954FA50B1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5193D-186A-4AFE-B0AF-7BB8D0C5FFF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fld id="{58A12A0D-5BC6-4536-92EB-62954FA50B1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汉仪全唐诗简" panose="00020600040101010101" pitchFamily="18" charset="-122"/>
                <a:ea typeface="汉仪全唐诗简" panose="00020600040101010101" pitchFamily="18" charset="-122"/>
              </a:defRPr>
            </a:lvl1pPr>
          </a:lstStyle>
          <a:p>
            <a:fld id="{82E5193D-186A-4AFE-B0AF-7BB8D0C5FFF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汉仪全唐诗简" panose="00020600040101010101" pitchFamily="18" charset="-122"/>
          <a:ea typeface="汉仪全唐诗简"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全唐诗简" panose="00020600040101010101" pitchFamily="18" charset="-122"/>
          <a:ea typeface="汉仪全唐诗简"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全唐诗简" panose="00020600040101010101" pitchFamily="18" charset="-122"/>
          <a:ea typeface="汉仪全唐诗简"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全唐诗简" panose="00020600040101010101" pitchFamily="18" charset="-122"/>
          <a:ea typeface="汉仪全唐诗简"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全唐诗简" panose="00020600040101010101" pitchFamily="18" charset="-122"/>
          <a:ea typeface="汉仪全唐诗简"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全唐诗简" panose="00020600040101010101" pitchFamily="18" charset="-122"/>
          <a:ea typeface="汉仪全唐诗简"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7.wdp"/><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jpeg"/><Relationship Id="rId2" Type="http://schemas.microsoft.com/office/2007/relationships/hdphoto" Target="../media/image10.wdp"/><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32" name="矩形 31"/>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335997" y="1778248"/>
            <a:ext cx="7447280" cy="1445260"/>
          </a:xfrm>
          <a:prstGeom prst="rect">
            <a:avLst/>
          </a:prstGeom>
          <a:noFill/>
        </p:spPr>
        <p:txBody>
          <a:bodyPr wrap="none" rtlCol="0">
            <a:spAutoFit/>
          </a:bodyPr>
          <a:lstStyle/>
          <a:p>
            <a:r>
              <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新时代</a:t>
            </a:r>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r>
              <a:rPr lang="zh-CN" altLang="en-US" sz="8800" dirty="0" smtClean="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中国</a:t>
            </a:r>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青年</a:t>
            </a:r>
            <a:endPar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0" name="文本框 19"/>
          <p:cNvSpPr txBox="1"/>
          <p:nvPr/>
        </p:nvSpPr>
        <p:spPr>
          <a:xfrm>
            <a:off x="2539465" y="3224798"/>
            <a:ext cx="7113070"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单击此处输入你的正文，文字是您思想的提炼，为了最终演示发布的良好效果，请尽量言简意赅的阐述观点单击此处输入你的正文，文字是您思想的提炼单击此处输入你的正文文字是您思想的提炼</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1" name="文本框 20"/>
          <p:cNvSpPr txBox="1"/>
          <p:nvPr/>
        </p:nvSpPr>
        <p:spPr>
          <a:xfrm>
            <a:off x="4336544" y="1135895"/>
            <a:ext cx="3518912" cy="400110"/>
          </a:xfrm>
          <a:prstGeom prst="rect">
            <a:avLst/>
          </a:prstGeom>
          <a:noFill/>
        </p:spPr>
        <p:txBody>
          <a:bodyPr wrap="none" rtlCol="0">
            <a:spAutoFit/>
          </a:bodyPr>
          <a:lstStyle/>
          <a:p>
            <a:r>
              <a:rPr lang="zh-CN" altLang="en-US" sz="2000" dirty="0" smtClean="0">
                <a:solidFill>
                  <a:srgbClr val="FFE3C1"/>
                </a:solidFill>
                <a:latin typeface="汉仪书宋一简" panose="02010600000101010101" pitchFamily="2" charset="-122"/>
                <a:ea typeface="汉仪书宋一简" panose="02010600000101010101" pitchFamily="2" charset="-122"/>
              </a:rPr>
              <a:t>中小学爱国主义党政教育模板</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2" name="文本框 21"/>
          <p:cNvSpPr txBox="1"/>
          <p:nvPr/>
        </p:nvSpPr>
        <p:spPr>
          <a:xfrm>
            <a:off x="5285522" y="4834363"/>
            <a:ext cx="1620957" cy="338554"/>
          </a:xfrm>
          <a:prstGeom prst="rect">
            <a:avLst/>
          </a:prstGeom>
          <a:solidFill>
            <a:srgbClr val="FFE3C1"/>
          </a:solidFill>
        </p:spPr>
        <p:txBody>
          <a:bodyPr wrap="none" rtlCol="0">
            <a:spAutoFit/>
          </a:bodyPr>
          <a:lstStyle>
            <a:defPPr>
              <a:defRPr lang="zh-CN"/>
            </a:defPPr>
            <a:lvl1pPr>
              <a:defRPr sz="2000">
                <a:solidFill>
                  <a:srgbClr val="B00606"/>
                </a:solidFill>
                <a:latin typeface="汉仪书宋一简" panose="02010600000101010101" pitchFamily="2" charset="-122"/>
                <a:ea typeface="汉仪书宋一简" panose="02010600000101010101" pitchFamily="2" charset="-122"/>
              </a:defRPr>
            </a:lvl1pPr>
          </a:lstStyle>
          <a:p>
            <a:r>
              <a:rPr lang="zh-CN" altLang="en-US" sz="1600" dirty="0">
                <a:solidFill>
                  <a:srgbClr val="C00000"/>
                </a:solidFill>
              </a:rPr>
              <a:t>汇报人：稻小壳</a:t>
            </a:r>
            <a:endParaRPr lang="zh-CN" altLang="en-US" sz="1600" dirty="0">
              <a:solidFill>
                <a:srgbClr val="C00000"/>
              </a:solidFill>
            </a:endParaRPr>
          </a:p>
        </p:txBody>
      </p:sp>
      <p:cxnSp>
        <p:nvCxnSpPr>
          <p:cNvPr id="24" name="直接连接符 23"/>
          <p:cNvCxnSpPr/>
          <p:nvPr/>
        </p:nvCxnSpPr>
        <p:spPr>
          <a:xfrm flipV="1">
            <a:off x="4451350" y="101263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451350" y="165888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40" name="矩形 39"/>
          <p:cNvSpPr/>
          <p:nvPr/>
        </p:nvSpPr>
        <p:spPr>
          <a:xfrm>
            <a:off x="-19250" y="-6175"/>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777592" y="1094950"/>
            <a:ext cx="8636817" cy="4010588"/>
            <a:chOff x="2250388" y="690689"/>
            <a:chExt cx="8636817" cy="4010588"/>
          </a:xfrm>
        </p:grpSpPr>
        <p:sp>
          <p:nvSpPr>
            <p:cNvPr id="16" name="文本框 15"/>
            <p:cNvSpPr txBox="1"/>
            <p:nvPr/>
          </p:nvSpPr>
          <p:spPr>
            <a:xfrm>
              <a:off x="5478203" y="690689"/>
              <a:ext cx="2181187" cy="1107996"/>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6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目录</a:t>
              </a:r>
              <a:endParaRPr lang="zh-CN" altLang="en-US" sz="6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4" name="组合 3"/>
            <p:cNvGrpSpPr/>
            <p:nvPr/>
          </p:nvGrpSpPr>
          <p:grpSpPr>
            <a:xfrm>
              <a:off x="2250388" y="2192601"/>
              <a:ext cx="8636817" cy="2508676"/>
              <a:chOff x="2250388" y="2192601"/>
              <a:chExt cx="8636817" cy="2508676"/>
            </a:xfrm>
          </p:grpSpPr>
          <p:grpSp>
            <p:nvGrpSpPr>
              <p:cNvPr id="19" name="组合 18"/>
              <p:cNvGrpSpPr/>
              <p:nvPr/>
            </p:nvGrpSpPr>
            <p:grpSpPr>
              <a:xfrm>
                <a:off x="2250388" y="2192601"/>
                <a:ext cx="3581237" cy="1074512"/>
                <a:chOff x="1967121" y="2212036"/>
                <a:chExt cx="3581237" cy="1074512"/>
              </a:xfrm>
            </p:grpSpPr>
            <p:sp>
              <p:nvSpPr>
                <p:cNvPr id="37" name="文本框 36"/>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爱国主义重要性</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8" name="文本框 37"/>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01.</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9" name="文本框 38"/>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3" name="组合 22"/>
              <p:cNvGrpSpPr/>
              <p:nvPr/>
            </p:nvGrpSpPr>
            <p:grpSpPr>
              <a:xfrm>
                <a:off x="7305968" y="2192601"/>
                <a:ext cx="3581237" cy="1074512"/>
                <a:chOff x="1967121" y="2212036"/>
                <a:chExt cx="3581237" cy="1074512"/>
              </a:xfrm>
            </p:grpSpPr>
            <p:sp>
              <p:nvSpPr>
                <p:cNvPr id="34" name="文本框 33"/>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爱国的具体表现</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5" name="文本框 34"/>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02.</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6" name="文本框 35"/>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5" name="组合 24"/>
              <p:cNvGrpSpPr/>
              <p:nvPr/>
            </p:nvGrpSpPr>
            <p:grpSpPr>
              <a:xfrm>
                <a:off x="2250388" y="3626765"/>
                <a:ext cx="3581237" cy="1074512"/>
                <a:chOff x="1967121" y="2212036"/>
                <a:chExt cx="3581237" cy="1074512"/>
              </a:xfrm>
            </p:grpSpPr>
            <p:sp>
              <p:nvSpPr>
                <p:cNvPr id="31" name="文本框 30"/>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32" name="文本框 31"/>
                <p:cNvSpPr txBox="1"/>
                <p:nvPr/>
              </p:nvSpPr>
              <p:spPr>
                <a:xfrm>
                  <a:off x="1967121" y="2212036"/>
                  <a:ext cx="877163"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03.</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3" name="文本框 32"/>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6" name="组合 25"/>
              <p:cNvGrpSpPr/>
              <p:nvPr/>
            </p:nvGrpSpPr>
            <p:grpSpPr>
              <a:xfrm>
                <a:off x="7305968" y="3626765"/>
                <a:ext cx="3581237" cy="1074512"/>
                <a:chOff x="1967121" y="2212036"/>
                <a:chExt cx="3581237" cy="1074512"/>
              </a:xfrm>
            </p:grpSpPr>
            <p:sp>
              <p:nvSpPr>
                <p:cNvPr id="27" name="文本框 26"/>
                <p:cNvSpPr txBox="1"/>
                <p:nvPr/>
              </p:nvSpPr>
              <p:spPr>
                <a:xfrm>
                  <a:off x="2739697" y="2278882"/>
                  <a:ext cx="2709159" cy="499560"/>
                </a:xfrm>
                <a:prstGeom prst="rect">
                  <a:avLst/>
                </a:prstGeom>
                <a:noFill/>
              </p:spPr>
              <p:txBody>
                <a:bodyPr wrap="square" rtlCol="0">
                  <a:spAutoFit/>
                </a:bodyPr>
                <a:lstStyle>
                  <a:defPPr>
                    <a:defRPr lang="zh-CN"/>
                  </a:defPPr>
                  <a:lvl1pPr algn="ctr">
                    <a:lnSpc>
                      <a:spcPct val="150000"/>
                    </a:lnSpc>
                    <a:defRPr sz="1200" b="0">
                      <a:latin typeface="汉仪全唐诗简" panose="00020600040101010101" pitchFamily="18" charset="-122"/>
                      <a:ea typeface="汉仪全唐诗简" panose="00020600040101010101" pitchFamily="18" charset="-122"/>
                      <a:cs typeface="汉仪全唐诗简" panose="00020600040101010101" pitchFamily="18" charset="-122"/>
                    </a:defRPr>
                  </a:lvl1pPr>
                </a:lstStyle>
                <a:p>
                  <a:pPr algn="l"/>
                  <a:r>
                    <a:rPr lang="zh-CN" altLang="en-US" sz="2000" dirty="0" smtClean="0">
                      <a:solidFill>
                        <a:srgbClr val="FFE3C1"/>
                      </a:solidFill>
                      <a:latin typeface="汉仪书宋一简" panose="02010600000101010101" pitchFamily="2" charset="-122"/>
                      <a:ea typeface="汉仪书宋一简" panose="02010600000101010101" pitchFamily="2" charset="-122"/>
                    </a:rPr>
                    <a:t>做好新时代青年</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9" name="文本框 28"/>
                <p:cNvSpPr txBox="1"/>
                <p:nvPr/>
              </p:nvSpPr>
              <p:spPr>
                <a:xfrm>
                  <a:off x="1967121" y="2212036"/>
                  <a:ext cx="877164" cy="646331"/>
                </a:xfrm>
                <a:prstGeom prst="rect">
                  <a:avLst/>
                </a:prstGeom>
                <a:noFill/>
              </p:spPr>
              <p:txBody>
                <a:bodyPr wrap="none" rtlCol="0">
                  <a:spAutoFit/>
                </a:bodyPr>
                <a:lstStyle/>
                <a:p>
                  <a:pPr algn="ctr"/>
                  <a:r>
                    <a:rPr lang="en-US" altLang="zh-CN"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04.</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30" name="文本框 29"/>
                <p:cNvSpPr txBox="1"/>
                <p:nvPr/>
              </p:nvSpPr>
              <p:spPr>
                <a:xfrm>
                  <a:off x="2733731" y="2738065"/>
                  <a:ext cx="2814627" cy="548483"/>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单击此处输入你的正文，文字是您思想的提炼，为了最终演示发布</a:t>
                  </a:r>
                  <a:r>
                    <a:rPr lang="zh-CN" altLang="en-US" sz="1050" b="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的</a:t>
                  </a:r>
                  <a:endParaRPr lang="zh-CN" altLang="en-US" sz="1050" b="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第一部分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20" name="组合 19"/>
          <p:cNvGrpSpPr/>
          <p:nvPr/>
        </p:nvGrpSpPr>
        <p:grpSpPr>
          <a:xfrm>
            <a:off x="523773" y="1585955"/>
            <a:ext cx="11144454" cy="4534274"/>
            <a:chOff x="439107" y="1585955"/>
            <a:chExt cx="11144454" cy="4534274"/>
          </a:xfrm>
        </p:grpSpPr>
        <p:sp>
          <p:nvSpPr>
            <p:cNvPr id="10" name="文本框 9"/>
            <p:cNvSpPr txBox="1"/>
            <p:nvPr/>
          </p:nvSpPr>
          <p:spPr>
            <a:xfrm>
              <a:off x="541877" y="1835141"/>
              <a:ext cx="2602465" cy="461665"/>
            </a:xfrm>
            <a:prstGeom prst="rect">
              <a:avLst/>
            </a:prstGeom>
            <a:noFill/>
          </p:spPr>
          <p:txBody>
            <a:bodyPr vert="horz" wrap="squar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4" name="组合 13"/>
            <p:cNvGrpSpPr/>
            <p:nvPr/>
          </p:nvGrpSpPr>
          <p:grpSpPr>
            <a:xfrm>
              <a:off x="740844" y="1585955"/>
              <a:ext cx="879368" cy="249186"/>
              <a:chOff x="721894" y="2290812"/>
              <a:chExt cx="2853236" cy="808522"/>
            </a:xfrm>
          </p:grpSpPr>
          <p:sp>
            <p:nvSpPr>
              <p:cNvPr id="11" name="椭圆 10"/>
              <p:cNvSpPr/>
              <p:nvPr/>
            </p:nvSpPr>
            <p:spPr>
              <a:xfrm>
                <a:off x="721894"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2" name="椭圆 11"/>
              <p:cNvSpPr/>
              <p:nvPr/>
            </p:nvSpPr>
            <p:spPr>
              <a:xfrm>
                <a:off x="1744251"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3" name="椭圆 12"/>
              <p:cNvSpPr/>
              <p:nvPr/>
            </p:nvSpPr>
            <p:spPr>
              <a:xfrm>
                <a:off x="2766608" y="2290812"/>
                <a:ext cx="808522" cy="808522"/>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grpSp>
        <p:pic>
          <p:nvPicPr>
            <p:cNvPr id="19" name="图片 18"/>
            <p:cNvPicPr>
              <a:picLocks noChangeAspect="1"/>
            </p:cNvPicPr>
            <p:nvPr/>
          </p:nvPicPr>
          <p:blipFill>
            <a:blip r:embed="rId1"/>
            <a:srcRect/>
            <a:stretch>
              <a:fillRect/>
            </a:stretch>
          </p:blipFill>
          <p:spPr>
            <a:xfrm>
              <a:off x="439107" y="2084327"/>
              <a:ext cx="11144454" cy="4035902"/>
            </a:xfrm>
            <a:custGeom>
              <a:avLst/>
              <a:gdLst>
                <a:gd name="connsiteX0" fmla="*/ 0 w 11144454"/>
                <a:gd name="connsiteY0" fmla="*/ 0 h 4035902"/>
                <a:gd name="connsiteX1" fmla="*/ 102770 w 11144454"/>
                <a:gd name="connsiteY1" fmla="*/ 0 h 4035902"/>
                <a:gd name="connsiteX2" fmla="*/ 102770 w 11144454"/>
                <a:gd name="connsiteY2" fmla="*/ 311740 h 4035902"/>
                <a:gd name="connsiteX3" fmla="*/ 2397226 w 11144454"/>
                <a:gd name="connsiteY3" fmla="*/ 311740 h 4035902"/>
                <a:gd name="connsiteX4" fmla="*/ 2397226 w 11144454"/>
                <a:gd name="connsiteY4" fmla="*/ 0 h 4035902"/>
                <a:gd name="connsiteX5" fmla="*/ 11144454 w 11144454"/>
                <a:gd name="connsiteY5" fmla="*/ 0 h 4035902"/>
                <a:gd name="connsiteX6" fmla="*/ 11144454 w 11144454"/>
                <a:gd name="connsiteY6" fmla="*/ 4035902 h 4035902"/>
                <a:gd name="connsiteX7" fmla="*/ 0 w 11144454"/>
                <a:gd name="connsiteY7" fmla="*/ 4035902 h 403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4454" h="4035902">
                  <a:moveTo>
                    <a:pt x="0" y="0"/>
                  </a:moveTo>
                  <a:lnTo>
                    <a:pt x="102770" y="0"/>
                  </a:lnTo>
                  <a:lnTo>
                    <a:pt x="102770" y="311740"/>
                  </a:lnTo>
                  <a:lnTo>
                    <a:pt x="2397226" y="311740"/>
                  </a:lnTo>
                  <a:lnTo>
                    <a:pt x="2397226" y="0"/>
                  </a:lnTo>
                  <a:lnTo>
                    <a:pt x="11144454" y="0"/>
                  </a:lnTo>
                  <a:lnTo>
                    <a:pt x="11144454" y="4035902"/>
                  </a:lnTo>
                  <a:lnTo>
                    <a:pt x="0" y="4035902"/>
                  </a:lnTo>
                  <a:close/>
                </a:path>
              </a:pathLst>
            </a:custGeom>
          </p:spPr>
        </p:pic>
      </p:grpSp>
      <p:pic>
        <p:nvPicPr>
          <p:cNvPr id="21" name="Picture 2" descr="brown and white concrete building"/>
          <p:cNvPicPr>
            <a:picLocks noChangeAspect="1" noChangeArrowheads="1"/>
          </p:cNvPicPr>
          <p:nvPr/>
        </p:nvPicPr>
        <p:blipFill rotWithShape="1">
          <a:blip r:embed="rId2">
            <a:extLst>
              <a:ext uri="{28A0092B-C50C-407E-A947-70E740481C1C}">
                <a14:useLocalDpi xmlns:a14="http://schemas.microsoft.com/office/drawing/2010/main" val="0"/>
              </a:ext>
            </a:extLst>
          </a:blip>
          <a:srcRect l="43839" t="2549"/>
          <a:stretch>
            <a:fillRect/>
          </a:stretch>
        </p:blipFill>
        <p:spPr bwMode="auto">
          <a:xfrm>
            <a:off x="8505621" y="2454616"/>
            <a:ext cx="2914924" cy="3295324"/>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1389788" y="2985229"/>
            <a:ext cx="697645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3" name="文本框 22"/>
          <p:cNvSpPr txBox="1"/>
          <p:nvPr/>
        </p:nvSpPr>
        <p:spPr>
          <a:xfrm>
            <a:off x="1389788" y="4363115"/>
            <a:ext cx="697645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4" name="文本框 23"/>
          <p:cNvSpPr txBox="1"/>
          <p:nvPr/>
        </p:nvSpPr>
        <p:spPr>
          <a:xfrm>
            <a:off x="691472" y="3162200"/>
            <a:ext cx="898258" cy="707886"/>
          </a:xfrm>
          <a:prstGeom prst="rect">
            <a:avLst/>
          </a:prstGeom>
          <a:noFill/>
        </p:spPr>
        <p:txBody>
          <a:bodyPr vert="horz" wrap="square" rtlCol="0">
            <a:spAutoFit/>
          </a:bodyPr>
          <a:lstStyle/>
          <a:p>
            <a:pPr algn="ctr"/>
            <a:r>
              <a:rPr lang="en-US" altLang="zh-CN" sz="4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01</a:t>
            </a:r>
            <a:endParaRPr lang="zh-CN" altLang="en-US" sz="4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5" name="文本框 24"/>
          <p:cNvSpPr txBox="1"/>
          <p:nvPr/>
        </p:nvSpPr>
        <p:spPr>
          <a:xfrm>
            <a:off x="691472" y="4540086"/>
            <a:ext cx="898258" cy="707886"/>
          </a:xfrm>
          <a:prstGeom prst="rect">
            <a:avLst/>
          </a:prstGeom>
          <a:noFill/>
        </p:spPr>
        <p:txBody>
          <a:bodyPr vert="horz" wrap="square" rtlCol="0">
            <a:spAutoFit/>
          </a:bodyPr>
          <a:lstStyle/>
          <a:p>
            <a:pPr algn="ctr"/>
            <a:r>
              <a:rPr lang="en-US" altLang="zh-CN" sz="4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02</a:t>
            </a:r>
            <a:endParaRPr lang="zh-CN" altLang="en-US" sz="4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5" name="组合 4"/>
          <p:cNvGrpSpPr/>
          <p:nvPr/>
        </p:nvGrpSpPr>
        <p:grpSpPr>
          <a:xfrm>
            <a:off x="4444719" y="2134394"/>
            <a:ext cx="3302562" cy="3302562"/>
            <a:chOff x="770737" y="1776714"/>
            <a:chExt cx="3762334" cy="3762334"/>
          </a:xfrm>
        </p:grpSpPr>
        <p:grpSp>
          <p:nvGrpSpPr>
            <p:cNvPr id="2" name="组合 1"/>
            <p:cNvGrpSpPr/>
            <p:nvPr/>
          </p:nvGrpSpPr>
          <p:grpSpPr>
            <a:xfrm>
              <a:off x="1045087" y="2051051"/>
              <a:ext cx="3213634" cy="3213660"/>
              <a:chOff x="1045087" y="2051051"/>
              <a:chExt cx="3213634" cy="3213660"/>
            </a:xfrm>
          </p:grpSpPr>
          <p:sp>
            <p:nvSpPr>
              <p:cNvPr id="15" name="椭圆 14"/>
              <p:cNvSpPr/>
              <p:nvPr/>
            </p:nvSpPr>
            <p:spPr>
              <a:xfrm rot="17047284">
                <a:off x="1045074" y="2051064"/>
                <a:ext cx="3213660" cy="3213634"/>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l="32153" t="3511" r="9725" b="9305"/>
              <a:stretch>
                <a:fillRect/>
              </a:stretch>
            </p:blipFill>
            <p:spPr>
              <a:xfrm flipH="1">
                <a:off x="1390100" y="2396068"/>
                <a:ext cx="2523608" cy="2523626"/>
              </a:xfrm>
              <a:custGeom>
                <a:avLst/>
                <a:gdLst>
                  <a:gd name="connsiteX0" fmla="*/ 1537179 w 3214400"/>
                  <a:gd name="connsiteY0" fmla="*/ 1590 h 3214423"/>
                  <a:gd name="connsiteX1" fmla="*/ 1215170 w 3214400"/>
                  <a:gd name="connsiteY1" fmla="*/ 48939 h 3214423"/>
                  <a:gd name="connsiteX2" fmla="*/ 48940 w 3214400"/>
                  <a:gd name="connsiteY2" fmla="*/ 1999239 h 3214423"/>
                  <a:gd name="connsiteX3" fmla="*/ 1999230 w 3214400"/>
                  <a:gd name="connsiteY3" fmla="*/ 3165485 h 3214423"/>
                  <a:gd name="connsiteX4" fmla="*/ 3165461 w 3214400"/>
                  <a:gd name="connsiteY4" fmla="*/ 1215185 h 3214423"/>
                  <a:gd name="connsiteX5" fmla="*/ 1537179 w 3214400"/>
                  <a:gd name="connsiteY5" fmla="*/ 1590 h 321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4400" h="3214423">
                    <a:moveTo>
                      <a:pt x="1537179" y="1590"/>
                    </a:moveTo>
                    <a:cubicBezTo>
                      <a:pt x="1430518" y="6353"/>
                      <a:pt x="1322746" y="21875"/>
                      <a:pt x="1215170" y="48939"/>
                    </a:cubicBezTo>
                    <a:cubicBezTo>
                      <a:pt x="354566" y="265450"/>
                      <a:pt x="-167573" y="1138628"/>
                      <a:pt x="48940" y="1999239"/>
                    </a:cubicBezTo>
                    <a:cubicBezTo>
                      <a:pt x="265452" y="2859850"/>
                      <a:pt x="1138626" y="3381996"/>
                      <a:pt x="1999230" y="3165485"/>
                    </a:cubicBezTo>
                    <a:cubicBezTo>
                      <a:pt x="2859834" y="2948975"/>
                      <a:pt x="3381973" y="2075796"/>
                      <a:pt x="3165461" y="1215185"/>
                    </a:cubicBezTo>
                    <a:cubicBezTo>
                      <a:pt x="2976012" y="462151"/>
                      <a:pt x="2283807" y="-31746"/>
                      <a:pt x="1537179" y="1590"/>
                    </a:cubicBezTo>
                    <a:close/>
                  </a:path>
                </a:pathLst>
              </a:custGeom>
            </p:spPr>
          </p:pic>
        </p:grpSp>
        <p:sp>
          <p:nvSpPr>
            <p:cNvPr id="4" name="椭圆 3"/>
            <p:cNvSpPr/>
            <p:nvPr/>
          </p:nvSpPr>
          <p:spPr>
            <a:xfrm>
              <a:off x="770737" y="1776714"/>
              <a:ext cx="3762334" cy="3762334"/>
            </a:xfrm>
            <a:prstGeom prst="ellipse">
              <a:avLst/>
            </a:prstGeom>
            <a:noFill/>
            <a:ln w="19050">
              <a:gradFill>
                <a:gsLst>
                  <a:gs pos="0">
                    <a:srgbClr val="FFE3C1">
                      <a:alpha val="45000"/>
                    </a:srgbClr>
                  </a:gs>
                  <a:gs pos="40000">
                    <a:srgbClr val="FFE3C1">
                      <a:alpha val="0"/>
                    </a:srgbClr>
                  </a:gs>
                  <a:gs pos="75000">
                    <a:srgbClr val="FFE3C1"/>
                  </a:gs>
                  <a:gs pos="100000">
                    <a:srgbClr val="FFE3C1">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333280" y="1979501"/>
            <a:ext cx="11525440" cy="3593099"/>
            <a:chOff x="480292" y="1979501"/>
            <a:chExt cx="11525440" cy="3593099"/>
          </a:xfrm>
        </p:grpSpPr>
        <p:grpSp>
          <p:nvGrpSpPr>
            <p:cNvPr id="6" name="组合 5"/>
            <p:cNvGrpSpPr/>
            <p:nvPr/>
          </p:nvGrpSpPr>
          <p:grpSpPr>
            <a:xfrm>
              <a:off x="8162659" y="1979501"/>
              <a:ext cx="3843073" cy="1292662"/>
              <a:chOff x="8162659" y="1979501"/>
              <a:chExt cx="3843073" cy="1292662"/>
            </a:xfrm>
          </p:grpSpPr>
          <p:sp>
            <p:nvSpPr>
              <p:cNvPr id="26" name="文本框 25"/>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7" name="文本框 26"/>
              <p:cNvSpPr txBox="1"/>
              <p:nvPr/>
            </p:nvSpPr>
            <p:spPr>
              <a:xfrm>
                <a:off x="8162660"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28" name="组合 27"/>
            <p:cNvGrpSpPr/>
            <p:nvPr/>
          </p:nvGrpSpPr>
          <p:grpSpPr>
            <a:xfrm>
              <a:off x="8162659" y="4279938"/>
              <a:ext cx="3843073" cy="1292662"/>
              <a:chOff x="8162659" y="1979501"/>
              <a:chExt cx="3843073" cy="1292662"/>
            </a:xfrm>
          </p:grpSpPr>
          <p:sp>
            <p:nvSpPr>
              <p:cNvPr id="29" name="文本框 28"/>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0" name="文本框 29"/>
              <p:cNvSpPr txBox="1"/>
              <p:nvPr/>
            </p:nvSpPr>
            <p:spPr>
              <a:xfrm>
                <a:off x="8162660"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1" name="组合 30"/>
            <p:cNvGrpSpPr/>
            <p:nvPr/>
          </p:nvGrpSpPr>
          <p:grpSpPr>
            <a:xfrm>
              <a:off x="480292" y="1979501"/>
              <a:ext cx="3843073" cy="1292662"/>
              <a:chOff x="8162659" y="1979501"/>
              <a:chExt cx="3843073" cy="1292662"/>
            </a:xfrm>
          </p:grpSpPr>
          <p:sp>
            <p:nvSpPr>
              <p:cNvPr id="32" name="文本框 31"/>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3" name="文本框 32"/>
              <p:cNvSpPr txBox="1"/>
              <p:nvPr/>
            </p:nvSpPr>
            <p:spPr>
              <a:xfrm>
                <a:off x="10384775"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r"/>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4" name="组合 33"/>
            <p:cNvGrpSpPr/>
            <p:nvPr/>
          </p:nvGrpSpPr>
          <p:grpSpPr>
            <a:xfrm>
              <a:off x="480292" y="4279938"/>
              <a:ext cx="3843073" cy="1292662"/>
              <a:chOff x="8162659" y="1979501"/>
              <a:chExt cx="3843073" cy="1292662"/>
            </a:xfrm>
          </p:grpSpPr>
          <p:sp>
            <p:nvSpPr>
              <p:cNvPr id="35" name="文本框 34"/>
              <p:cNvSpPr txBox="1"/>
              <p:nvPr/>
            </p:nvSpPr>
            <p:spPr>
              <a:xfrm>
                <a:off x="8162659" y="2348833"/>
                <a:ext cx="3843073" cy="92333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6" name="文本框 35"/>
              <p:cNvSpPr txBox="1"/>
              <p:nvPr/>
            </p:nvSpPr>
            <p:spPr>
              <a:xfrm>
                <a:off x="10384775" y="1979501"/>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r"/>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8" name="圆角矩形 7"/>
          <p:cNvSpPr/>
          <p:nvPr/>
        </p:nvSpPr>
        <p:spPr>
          <a:xfrm flipV="1">
            <a:off x="811731" y="1520790"/>
            <a:ext cx="10568539" cy="1251285"/>
          </a:xfrm>
          <a:prstGeom prst="roundRect">
            <a:avLst/>
          </a:prstGeom>
          <a:noFill/>
          <a:ln w="19050">
            <a:gradFill>
              <a:gsLst>
                <a:gs pos="0">
                  <a:srgbClr val="FFE3C1">
                    <a:alpha val="62000"/>
                  </a:srgbClr>
                </a:gs>
                <a:gs pos="40000">
                  <a:srgbClr val="FFE3C1">
                    <a:alpha val="49000"/>
                  </a:srgbClr>
                </a:gs>
                <a:gs pos="75000">
                  <a:srgbClr val="FFE3C1">
                    <a:alpha val="62000"/>
                  </a:srgbClr>
                </a:gs>
                <a:gs pos="100000">
                  <a:srgbClr val="FFE3C1">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86861" y="1730933"/>
            <a:ext cx="10218279" cy="830997"/>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r>
              <a:rPr lang="en-US" altLang="zh-CN"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根据需要可酌情增减文字，以便观者可以准确理解您所传达的信息</a:t>
            </a:r>
            <a:r>
              <a:rPr lang="zh-CN" altLang="en-US" sz="16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a:t>
            </a:r>
            <a:r>
              <a:rPr lang="zh-CN" altLang="en-US" sz="16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pic>
        <p:nvPicPr>
          <p:cNvPr id="45" name="图片 44" descr="免费 中國建築, 低角度拍攝, 古老的 的 免费素材图片 素材图片"/>
          <p:cNvPicPr>
            <a:picLocks noChangeAspect="1" noChangeArrowheads="1"/>
          </p:cNvPicPr>
          <p:nvPr/>
        </p:nvPicPr>
        <p:blipFill>
          <a:blip r:embed="rId1" cstate="print">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rcRect l="3424" t="4816" r="1447" b="6217"/>
          <a:stretch>
            <a:fillRect/>
          </a:stretch>
        </p:blipFill>
        <p:spPr bwMode="auto">
          <a:xfrm>
            <a:off x="811731" y="3467815"/>
            <a:ext cx="4865299" cy="2444817"/>
          </a:xfrm>
          <a:custGeom>
            <a:avLst/>
            <a:gdLst>
              <a:gd name="connsiteX0" fmla="*/ 911191 w 4865299"/>
              <a:gd name="connsiteY0" fmla="*/ 885976 h 2444817"/>
              <a:gd name="connsiteX1" fmla="*/ 715705 w 4865299"/>
              <a:gd name="connsiteY1" fmla="*/ 1081462 h 2444817"/>
              <a:gd name="connsiteX2" fmla="*/ 911191 w 4865299"/>
              <a:gd name="connsiteY2" fmla="*/ 1276948 h 2444817"/>
              <a:gd name="connsiteX3" fmla="*/ 1106677 w 4865299"/>
              <a:gd name="connsiteY3" fmla="*/ 1081462 h 2444817"/>
              <a:gd name="connsiteX4" fmla="*/ 911191 w 4865299"/>
              <a:gd name="connsiteY4" fmla="*/ 885976 h 2444817"/>
              <a:gd name="connsiteX5" fmla="*/ 593558 w 4865299"/>
              <a:gd name="connsiteY5" fmla="*/ 223098 h 2444817"/>
              <a:gd name="connsiteX6" fmla="*/ 275925 w 4865299"/>
              <a:gd name="connsiteY6" fmla="*/ 540731 h 2444817"/>
              <a:gd name="connsiteX7" fmla="*/ 593558 w 4865299"/>
              <a:gd name="connsiteY7" fmla="*/ 858364 h 2444817"/>
              <a:gd name="connsiteX8" fmla="*/ 911191 w 4865299"/>
              <a:gd name="connsiteY8" fmla="*/ 540731 h 2444817"/>
              <a:gd name="connsiteX9" fmla="*/ 593558 w 4865299"/>
              <a:gd name="connsiteY9" fmla="*/ 223098 h 2444817"/>
              <a:gd name="connsiteX10" fmla="*/ 214973 w 4865299"/>
              <a:gd name="connsiteY10" fmla="*/ 0 h 2444817"/>
              <a:gd name="connsiteX11" fmla="*/ 4650326 w 4865299"/>
              <a:gd name="connsiteY11" fmla="*/ 0 h 2444817"/>
              <a:gd name="connsiteX12" fmla="*/ 4865299 w 4865299"/>
              <a:gd name="connsiteY12" fmla="*/ 214973 h 2444817"/>
              <a:gd name="connsiteX13" fmla="*/ 4865299 w 4865299"/>
              <a:gd name="connsiteY13" fmla="*/ 2229844 h 2444817"/>
              <a:gd name="connsiteX14" fmla="*/ 4650326 w 4865299"/>
              <a:gd name="connsiteY14" fmla="*/ 2444817 h 2444817"/>
              <a:gd name="connsiteX15" fmla="*/ 214973 w 4865299"/>
              <a:gd name="connsiteY15" fmla="*/ 2444817 h 2444817"/>
              <a:gd name="connsiteX16" fmla="*/ 0 w 4865299"/>
              <a:gd name="connsiteY16" fmla="*/ 2229844 h 2444817"/>
              <a:gd name="connsiteX17" fmla="*/ 0 w 4865299"/>
              <a:gd name="connsiteY17" fmla="*/ 214973 h 2444817"/>
              <a:gd name="connsiteX18" fmla="*/ 214973 w 4865299"/>
              <a:gd name="connsiteY18" fmla="*/ 0 h 244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65299" h="2444817">
                <a:moveTo>
                  <a:pt x="911191" y="885976"/>
                </a:moveTo>
                <a:cubicBezTo>
                  <a:pt x="803227" y="885976"/>
                  <a:pt x="715705" y="973498"/>
                  <a:pt x="715705" y="1081462"/>
                </a:cubicBezTo>
                <a:cubicBezTo>
                  <a:pt x="715705" y="1189426"/>
                  <a:pt x="803227" y="1276948"/>
                  <a:pt x="911191" y="1276948"/>
                </a:cubicBezTo>
                <a:cubicBezTo>
                  <a:pt x="1019155" y="1276948"/>
                  <a:pt x="1106677" y="1189426"/>
                  <a:pt x="1106677" y="1081462"/>
                </a:cubicBezTo>
                <a:cubicBezTo>
                  <a:pt x="1106677" y="973498"/>
                  <a:pt x="1019155" y="885976"/>
                  <a:pt x="911191" y="885976"/>
                </a:cubicBezTo>
                <a:close/>
                <a:moveTo>
                  <a:pt x="593558" y="223098"/>
                </a:moveTo>
                <a:cubicBezTo>
                  <a:pt x="418134" y="223098"/>
                  <a:pt x="275925" y="365307"/>
                  <a:pt x="275925" y="540731"/>
                </a:cubicBezTo>
                <a:cubicBezTo>
                  <a:pt x="275925" y="716155"/>
                  <a:pt x="418134" y="858364"/>
                  <a:pt x="593558" y="858364"/>
                </a:cubicBezTo>
                <a:cubicBezTo>
                  <a:pt x="768982" y="858364"/>
                  <a:pt x="911191" y="716155"/>
                  <a:pt x="911191" y="540731"/>
                </a:cubicBezTo>
                <a:cubicBezTo>
                  <a:pt x="911191" y="365307"/>
                  <a:pt x="768982" y="223098"/>
                  <a:pt x="593558" y="223098"/>
                </a:cubicBezTo>
                <a:close/>
                <a:moveTo>
                  <a:pt x="214973" y="0"/>
                </a:moveTo>
                <a:lnTo>
                  <a:pt x="4650326" y="0"/>
                </a:lnTo>
                <a:cubicBezTo>
                  <a:pt x="4769052" y="0"/>
                  <a:pt x="4865299" y="96247"/>
                  <a:pt x="4865299" y="214973"/>
                </a:cubicBezTo>
                <a:lnTo>
                  <a:pt x="4865299" y="2229844"/>
                </a:lnTo>
                <a:cubicBezTo>
                  <a:pt x="4865299" y="2348570"/>
                  <a:pt x="4769052" y="2444817"/>
                  <a:pt x="4650326" y="2444817"/>
                </a:cubicBezTo>
                <a:lnTo>
                  <a:pt x="214973" y="2444817"/>
                </a:lnTo>
                <a:cubicBezTo>
                  <a:pt x="96247" y="2444817"/>
                  <a:pt x="0" y="2348570"/>
                  <a:pt x="0" y="2229844"/>
                </a:cubicBezTo>
                <a:lnTo>
                  <a:pt x="0" y="214973"/>
                </a:lnTo>
                <a:cubicBezTo>
                  <a:pt x="0" y="96247"/>
                  <a:pt x="96247" y="0"/>
                  <a:pt x="214973" y="0"/>
                </a:cubicBezTo>
                <a:close/>
              </a:path>
            </a:pathLst>
          </a:custGeom>
          <a:noFill/>
          <a:extLst>
            <a:ext uri="{909E8E84-426E-40DD-AFC4-6F175D3DCCD1}">
              <a14:hiddenFill xmlns:a14="http://schemas.microsoft.com/office/drawing/2010/main">
                <a:solidFill>
                  <a:srgbClr val="FFFFFF"/>
                </a:solidFill>
              </a14:hiddenFill>
            </a:ext>
          </a:extLst>
        </p:spPr>
      </p:pic>
      <p:sp>
        <p:nvSpPr>
          <p:cNvPr id="37" name="椭圆 36"/>
          <p:cNvSpPr/>
          <p:nvPr/>
        </p:nvSpPr>
        <p:spPr>
          <a:xfrm rot="13320316">
            <a:off x="9848921"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8" name="椭圆 37"/>
          <p:cNvSpPr/>
          <p:nvPr/>
        </p:nvSpPr>
        <p:spPr>
          <a:xfrm rot="13320316">
            <a:off x="10266478"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39" name="椭圆 38"/>
          <p:cNvSpPr/>
          <p:nvPr/>
        </p:nvSpPr>
        <p:spPr>
          <a:xfrm rot="13320316">
            <a:off x="10684036" y="2647480"/>
            <a:ext cx="249187" cy="249186"/>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grpSp>
        <p:nvGrpSpPr>
          <p:cNvPr id="10" name="组合 9"/>
          <p:cNvGrpSpPr/>
          <p:nvPr/>
        </p:nvGrpSpPr>
        <p:grpSpPr>
          <a:xfrm>
            <a:off x="5878838" y="3358626"/>
            <a:ext cx="5326302" cy="2663194"/>
            <a:chOff x="5878838" y="3358626"/>
            <a:chExt cx="5326302" cy="2663194"/>
          </a:xfrm>
        </p:grpSpPr>
        <p:sp>
          <p:nvSpPr>
            <p:cNvPr id="40" name="文本框 39"/>
            <p:cNvSpPr txBox="1"/>
            <p:nvPr/>
          </p:nvSpPr>
          <p:spPr>
            <a:xfrm>
              <a:off x="5878838" y="3813060"/>
              <a:ext cx="5326302"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1" name="文本框 40"/>
            <p:cNvSpPr txBox="1"/>
            <p:nvPr/>
          </p:nvSpPr>
          <p:spPr>
            <a:xfrm>
              <a:off x="5878838" y="3358626"/>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2" name="文本框 41"/>
            <p:cNvSpPr txBox="1"/>
            <p:nvPr/>
          </p:nvSpPr>
          <p:spPr>
            <a:xfrm>
              <a:off x="5878838" y="4959991"/>
              <a:ext cx="5326302"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a:t>
              </a:r>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二</a:t>
              </a:r>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22" name="组合 21"/>
          <p:cNvGrpSpPr/>
          <p:nvPr/>
        </p:nvGrpSpPr>
        <p:grpSpPr>
          <a:xfrm>
            <a:off x="657915" y="1999150"/>
            <a:ext cx="10876171" cy="3921974"/>
            <a:chOff x="717398" y="1999150"/>
            <a:chExt cx="10876171" cy="3921974"/>
          </a:xfrm>
        </p:grpSpPr>
        <p:grpSp>
          <p:nvGrpSpPr>
            <p:cNvPr id="10" name="组合 9"/>
            <p:cNvGrpSpPr/>
            <p:nvPr/>
          </p:nvGrpSpPr>
          <p:grpSpPr>
            <a:xfrm>
              <a:off x="717398" y="2260761"/>
              <a:ext cx="5234223" cy="3398752"/>
              <a:chOff x="1262396" y="1999150"/>
              <a:chExt cx="5234223" cy="3398752"/>
            </a:xfrm>
          </p:grpSpPr>
          <p:pic>
            <p:nvPicPr>
              <p:cNvPr id="2050" name="Picture 2" descr="免费 亞洲建築, 屋頂, 旅行目的地 的 免费素材图片 素材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2396" y="1999150"/>
                <a:ext cx="2428974" cy="339875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029341" y="1999150"/>
                <a:ext cx="2467278" cy="3398752"/>
              </a:xfrm>
              <a:prstGeom prst="rect">
                <a:avLst/>
              </a:prstGeom>
              <a:noFill/>
              <a:ln w="19050">
                <a:gradFill>
                  <a:gsLst>
                    <a:gs pos="0">
                      <a:srgbClr val="FFE3C1">
                        <a:alpha val="45000"/>
                      </a:srgbClr>
                    </a:gs>
                    <a:gs pos="40000">
                      <a:srgbClr val="FFE3C1">
                        <a:alpha val="0"/>
                      </a:srgbClr>
                    </a:gs>
                    <a:gs pos="75000">
                      <a:srgbClr val="FFE3C1"/>
                    </a:gs>
                    <a:gs pos="100000">
                      <a:srgbClr val="FFE3C1">
                        <a:alpha val="37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039535" y="2874136"/>
                <a:ext cx="2446891" cy="2031325"/>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8" name="文本框 37"/>
              <p:cNvSpPr txBox="1"/>
              <p:nvPr/>
            </p:nvSpPr>
            <p:spPr>
              <a:xfrm>
                <a:off x="4593566" y="2381695"/>
                <a:ext cx="1338828"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19" name="组合 18"/>
            <p:cNvGrpSpPr/>
            <p:nvPr/>
          </p:nvGrpSpPr>
          <p:grpSpPr>
            <a:xfrm>
              <a:off x="6433971" y="1999150"/>
              <a:ext cx="5159598" cy="3921974"/>
              <a:chOff x="6433971" y="1999150"/>
              <a:chExt cx="5159598" cy="3921974"/>
            </a:xfrm>
          </p:grpSpPr>
          <p:grpSp>
            <p:nvGrpSpPr>
              <p:cNvPr id="18" name="组合 17"/>
              <p:cNvGrpSpPr/>
              <p:nvPr/>
            </p:nvGrpSpPr>
            <p:grpSpPr>
              <a:xfrm>
                <a:off x="6433971" y="1999150"/>
                <a:ext cx="5159598" cy="1015663"/>
                <a:chOff x="6660225" y="1999150"/>
                <a:chExt cx="5159598" cy="1015663"/>
              </a:xfrm>
            </p:grpSpPr>
            <p:sp>
              <p:nvSpPr>
                <p:cNvPr id="39" name="文本框 38"/>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0" name="文本框 39"/>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41" name="组合 40"/>
              <p:cNvGrpSpPr/>
              <p:nvPr/>
            </p:nvGrpSpPr>
            <p:grpSpPr>
              <a:xfrm>
                <a:off x="6433971" y="3452306"/>
                <a:ext cx="5159598" cy="1015663"/>
                <a:chOff x="6660225" y="1999150"/>
                <a:chExt cx="5159598" cy="1015663"/>
              </a:xfrm>
            </p:grpSpPr>
            <p:sp>
              <p:nvSpPr>
                <p:cNvPr id="42" name="文本框 41"/>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5" name="文本框 44"/>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46" name="组合 45"/>
              <p:cNvGrpSpPr/>
              <p:nvPr/>
            </p:nvGrpSpPr>
            <p:grpSpPr>
              <a:xfrm>
                <a:off x="6433971" y="4905461"/>
                <a:ext cx="5159598" cy="1015663"/>
                <a:chOff x="6660225" y="1999150"/>
                <a:chExt cx="5159598" cy="1015663"/>
              </a:xfrm>
            </p:grpSpPr>
            <p:sp>
              <p:nvSpPr>
                <p:cNvPr id="47" name="文本框 46"/>
                <p:cNvSpPr txBox="1"/>
                <p:nvPr/>
              </p:nvSpPr>
              <p:spPr>
                <a:xfrm>
                  <a:off x="6660225" y="2368482"/>
                  <a:ext cx="5159598" cy="646331"/>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2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2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8" name="文本框 47"/>
                <p:cNvSpPr txBox="1"/>
                <p:nvPr/>
              </p:nvSpPr>
              <p:spPr>
                <a:xfrm>
                  <a:off x="6660226" y="1999150"/>
                  <a:ext cx="1620957"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4" name="组合 13"/>
          <p:cNvGrpSpPr/>
          <p:nvPr/>
        </p:nvGrpSpPr>
        <p:grpSpPr>
          <a:xfrm>
            <a:off x="670598" y="1771047"/>
            <a:ext cx="10850805" cy="3793026"/>
            <a:chOff x="720953" y="1934677"/>
            <a:chExt cx="10850805" cy="3793026"/>
          </a:xfrm>
        </p:grpSpPr>
        <p:grpSp>
          <p:nvGrpSpPr>
            <p:cNvPr id="12" name="组合 11"/>
            <p:cNvGrpSpPr/>
            <p:nvPr/>
          </p:nvGrpSpPr>
          <p:grpSpPr>
            <a:xfrm>
              <a:off x="720953" y="1934677"/>
              <a:ext cx="2936647" cy="3793026"/>
              <a:chOff x="720953" y="1934677"/>
              <a:chExt cx="2936647" cy="3793026"/>
            </a:xfrm>
          </p:grpSpPr>
          <p:grpSp>
            <p:nvGrpSpPr>
              <p:cNvPr id="6" name="组合 5"/>
              <p:cNvGrpSpPr/>
              <p:nvPr/>
            </p:nvGrpSpPr>
            <p:grpSpPr>
              <a:xfrm>
                <a:off x="1572698" y="1934677"/>
                <a:ext cx="1233156" cy="1233146"/>
                <a:chOff x="1558309" y="3730975"/>
                <a:chExt cx="1586924" cy="1586910"/>
              </a:xfrm>
            </p:grpSpPr>
            <p:grpSp>
              <p:nvGrpSpPr>
                <p:cNvPr id="20" name="组合 19"/>
                <p:cNvGrpSpPr/>
                <p:nvPr/>
              </p:nvGrpSpPr>
              <p:grpSpPr>
                <a:xfrm>
                  <a:off x="1558309" y="3730975"/>
                  <a:ext cx="1586924" cy="1586910"/>
                  <a:chOff x="1558309" y="1565291"/>
                  <a:chExt cx="1586924" cy="1586910"/>
                </a:xfrm>
              </p:grpSpPr>
              <p:sp>
                <p:nvSpPr>
                  <p:cNvPr id="21" name="椭圆 20"/>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3" name="椭圆 22"/>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location_115211"/>
                <p:cNvSpPr/>
                <p:nvPr/>
              </p:nvSpPr>
              <p:spPr>
                <a:xfrm>
                  <a:off x="2155194" y="4265034"/>
                  <a:ext cx="393154" cy="518792"/>
                </a:xfrm>
                <a:custGeom>
                  <a:avLst/>
                  <a:gdLst>
                    <a:gd name="connsiteX0" fmla="*/ 228879 w 457758"/>
                    <a:gd name="connsiteY0" fmla="*/ 145647 h 604040"/>
                    <a:gd name="connsiteX1" fmla="*/ 311899 w 457758"/>
                    <a:gd name="connsiteY1" fmla="*/ 228526 h 604040"/>
                    <a:gd name="connsiteX2" fmla="*/ 228879 w 457758"/>
                    <a:gd name="connsiteY2" fmla="*/ 311405 h 604040"/>
                    <a:gd name="connsiteX3" fmla="*/ 145859 w 457758"/>
                    <a:gd name="connsiteY3" fmla="*/ 228526 h 604040"/>
                    <a:gd name="connsiteX4" fmla="*/ 228879 w 457758"/>
                    <a:gd name="connsiteY4" fmla="*/ 145647 h 604040"/>
                    <a:gd name="connsiteX5" fmla="*/ 228816 w 457758"/>
                    <a:gd name="connsiteY5" fmla="*/ 50045 h 604040"/>
                    <a:gd name="connsiteX6" fmla="*/ 50124 w 457758"/>
                    <a:gd name="connsiteY6" fmla="*/ 228454 h 604040"/>
                    <a:gd name="connsiteX7" fmla="*/ 228816 w 457758"/>
                    <a:gd name="connsiteY7" fmla="*/ 528723 h 604040"/>
                    <a:gd name="connsiteX8" fmla="*/ 407634 w 457758"/>
                    <a:gd name="connsiteY8" fmla="*/ 228454 h 604040"/>
                    <a:gd name="connsiteX9" fmla="*/ 228816 w 457758"/>
                    <a:gd name="connsiteY9" fmla="*/ 50045 h 604040"/>
                    <a:gd name="connsiteX10" fmla="*/ 228816 w 457758"/>
                    <a:gd name="connsiteY10" fmla="*/ 0 h 604040"/>
                    <a:gd name="connsiteX11" fmla="*/ 457758 w 457758"/>
                    <a:gd name="connsiteY11" fmla="*/ 228454 h 604040"/>
                    <a:gd name="connsiteX12" fmla="*/ 351119 w 457758"/>
                    <a:gd name="connsiteY12" fmla="*/ 454406 h 604040"/>
                    <a:gd name="connsiteX13" fmla="*/ 247488 w 457758"/>
                    <a:gd name="connsiteY13" fmla="*/ 583522 h 604040"/>
                    <a:gd name="connsiteX14" fmla="*/ 228816 w 457758"/>
                    <a:gd name="connsiteY14" fmla="*/ 604040 h 604040"/>
                    <a:gd name="connsiteX15" fmla="*/ 210270 w 457758"/>
                    <a:gd name="connsiteY15" fmla="*/ 583522 h 604040"/>
                    <a:gd name="connsiteX16" fmla="*/ 106639 w 457758"/>
                    <a:gd name="connsiteY16" fmla="*/ 454406 h 604040"/>
                    <a:gd name="connsiteX17" fmla="*/ 0 w 457758"/>
                    <a:gd name="connsiteY17" fmla="*/ 228454 h 604040"/>
                    <a:gd name="connsiteX18" fmla="*/ 228816 w 457758"/>
                    <a:gd name="connsiteY18" fmla="*/ 0 h 60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7758" h="604040">
                      <a:moveTo>
                        <a:pt x="228879" y="145647"/>
                      </a:moveTo>
                      <a:cubicBezTo>
                        <a:pt x="274730" y="145647"/>
                        <a:pt x="311899" y="182753"/>
                        <a:pt x="311899" y="228526"/>
                      </a:cubicBezTo>
                      <a:cubicBezTo>
                        <a:pt x="311899" y="274299"/>
                        <a:pt x="274730" y="311405"/>
                        <a:pt x="228879" y="311405"/>
                      </a:cubicBezTo>
                      <a:cubicBezTo>
                        <a:pt x="183028" y="311405"/>
                        <a:pt x="145859" y="274299"/>
                        <a:pt x="145859" y="228526"/>
                      </a:cubicBezTo>
                      <a:cubicBezTo>
                        <a:pt x="145859" y="182753"/>
                        <a:pt x="183028" y="145647"/>
                        <a:pt x="228879" y="145647"/>
                      </a:cubicBezTo>
                      <a:close/>
                      <a:moveTo>
                        <a:pt x="228816" y="50045"/>
                      </a:moveTo>
                      <a:cubicBezTo>
                        <a:pt x="130323" y="50045"/>
                        <a:pt x="50124" y="130116"/>
                        <a:pt x="50124" y="228454"/>
                      </a:cubicBezTo>
                      <a:cubicBezTo>
                        <a:pt x="50124" y="304397"/>
                        <a:pt x="165785" y="455157"/>
                        <a:pt x="228816" y="528723"/>
                      </a:cubicBezTo>
                      <a:cubicBezTo>
                        <a:pt x="291847" y="455157"/>
                        <a:pt x="407634" y="304397"/>
                        <a:pt x="407634" y="228454"/>
                      </a:cubicBezTo>
                      <a:cubicBezTo>
                        <a:pt x="407634" y="130116"/>
                        <a:pt x="327435" y="50045"/>
                        <a:pt x="228816" y="50045"/>
                      </a:cubicBezTo>
                      <a:close/>
                      <a:moveTo>
                        <a:pt x="228816" y="0"/>
                      </a:moveTo>
                      <a:cubicBezTo>
                        <a:pt x="355004" y="0"/>
                        <a:pt x="457758" y="102467"/>
                        <a:pt x="457758" y="228454"/>
                      </a:cubicBezTo>
                      <a:cubicBezTo>
                        <a:pt x="457758" y="280501"/>
                        <a:pt x="421794" y="356444"/>
                        <a:pt x="351119" y="454406"/>
                      </a:cubicBezTo>
                      <a:cubicBezTo>
                        <a:pt x="299867" y="525220"/>
                        <a:pt x="249618" y="581145"/>
                        <a:pt x="247488" y="583522"/>
                      </a:cubicBezTo>
                      <a:lnTo>
                        <a:pt x="228816" y="604040"/>
                      </a:lnTo>
                      <a:lnTo>
                        <a:pt x="210270" y="583522"/>
                      </a:lnTo>
                      <a:cubicBezTo>
                        <a:pt x="208140" y="581145"/>
                        <a:pt x="157765" y="525220"/>
                        <a:pt x="106639" y="454406"/>
                      </a:cubicBezTo>
                      <a:cubicBezTo>
                        <a:pt x="35839" y="356444"/>
                        <a:pt x="0" y="280501"/>
                        <a:pt x="0" y="228454"/>
                      </a:cubicBezTo>
                      <a:cubicBezTo>
                        <a:pt x="0" y="102467"/>
                        <a:pt x="102629" y="0"/>
                        <a:pt x="228816" y="0"/>
                      </a:cubicBez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p:cNvGrpSpPr/>
              <p:nvPr/>
            </p:nvGrpSpPr>
            <p:grpSpPr>
              <a:xfrm>
                <a:off x="720953" y="3650211"/>
                <a:ext cx="2936647" cy="2077492"/>
                <a:chOff x="720953" y="3650211"/>
                <a:chExt cx="2936647" cy="2077492"/>
              </a:xfrm>
            </p:grpSpPr>
            <p:sp>
              <p:nvSpPr>
                <p:cNvPr id="30" name="文本框 29"/>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1" name="文本框 30"/>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nvGrpSpPr>
            <p:cNvPr id="11" name="组合 10"/>
            <p:cNvGrpSpPr/>
            <p:nvPr/>
          </p:nvGrpSpPr>
          <p:grpSpPr>
            <a:xfrm>
              <a:off x="4678032" y="1934677"/>
              <a:ext cx="2936647" cy="3793026"/>
              <a:chOff x="4725063" y="1934677"/>
              <a:chExt cx="2936647" cy="3793026"/>
            </a:xfrm>
          </p:grpSpPr>
          <p:grpSp>
            <p:nvGrpSpPr>
              <p:cNvPr id="4" name="组合 3"/>
              <p:cNvGrpSpPr/>
              <p:nvPr/>
            </p:nvGrpSpPr>
            <p:grpSpPr>
              <a:xfrm>
                <a:off x="5576808" y="1934677"/>
                <a:ext cx="1233156" cy="1233146"/>
                <a:chOff x="1558309" y="1565291"/>
                <a:chExt cx="1586924" cy="1586910"/>
              </a:xfrm>
            </p:grpSpPr>
            <p:sp>
              <p:nvSpPr>
                <p:cNvPr id="13" name="椭圆 12"/>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椭圆 1"/>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wallet_115230"/>
                <p:cNvSpPr/>
                <p:nvPr/>
              </p:nvSpPr>
              <p:spPr>
                <a:xfrm>
                  <a:off x="2126516" y="2132051"/>
                  <a:ext cx="450511" cy="453390"/>
                </a:xfrm>
                <a:custGeom>
                  <a:avLst/>
                  <a:gdLst>
                    <a:gd name="T0" fmla="*/ 4000 w 4400"/>
                    <a:gd name="T1" fmla="*/ 832 h 4432"/>
                    <a:gd name="T2" fmla="*/ 4000 w 4400"/>
                    <a:gd name="T3" fmla="*/ 0 h 4432"/>
                    <a:gd name="T4" fmla="*/ 0 w 4400"/>
                    <a:gd name="T5" fmla="*/ 593 h 4432"/>
                    <a:gd name="T6" fmla="*/ 0 w 4400"/>
                    <a:gd name="T7" fmla="*/ 832 h 4432"/>
                    <a:gd name="T8" fmla="*/ 0 w 4400"/>
                    <a:gd name="T9" fmla="*/ 1298 h 4432"/>
                    <a:gd name="T10" fmla="*/ 0 w 4400"/>
                    <a:gd name="T11" fmla="*/ 4432 h 4432"/>
                    <a:gd name="T12" fmla="*/ 4400 w 4400"/>
                    <a:gd name="T13" fmla="*/ 4432 h 4432"/>
                    <a:gd name="T14" fmla="*/ 4400 w 4400"/>
                    <a:gd name="T15" fmla="*/ 3365 h 4432"/>
                    <a:gd name="T16" fmla="*/ 4400 w 4400"/>
                    <a:gd name="T17" fmla="*/ 1898 h 4432"/>
                    <a:gd name="T18" fmla="*/ 4400 w 4400"/>
                    <a:gd name="T19" fmla="*/ 832 h 4432"/>
                    <a:gd name="T20" fmla="*/ 4000 w 4400"/>
                    <a:gd name="T21" fmla="*/ 832 h 4432"/>
                    <a:gd name="T22" fmla="*/ 3600 w 4400"/>
                    <a:gd name="T23" fmla="*/ 464 h 4432"/>
                    <a:gd name="T24" fmla="*/ 3600 w 4400"/>
                    <a:gd name="T25" fmla="*/ 832 h 4432"/>
                    <a:gd name="T26" fmla="*/ 1115 w 4400"/>
                    <a:gd name="T27" fmla="*/ 832 h 4432"/>
                    <a:gd name="T28" fmla="*/ 3600 w 4400"/>
                    <a:gd name="T29" fmla="*/ 464 h 4432"/>
                    <a:gd name="T30" fmla="*/ 4000 w 4400"/>
                    <a:gd name="T31" fmla="*/ 2965 h 4432"/>
                    <a:gd name="T32" fmla="*/ 3067 w 4400"/>
                    <a:gd name="T33" fmla="*/ 2965 h 4432"/>
                    <a:gd name="T34" fmla="*/ 3067 w 4400"/>
                    <a:gd name="T35" fmla="*/ 2298 h 4432"/>
                    <a:gd name="T36" fmla="*/ 4000 w 4400"/>
                    <a:gd name="T37" fmla="*/ 2298 h 4432"/>
                    <a:gd name="T38" fmla="*/ 4000 w 4400"/>
                    <a:gd name="T39" fmla="*/ 2965 h 4432"/>
                    <a:gd name="T40" fmla="*/ 2667 w 4400"/>
                    <a:gd name="T41" fmla="*/ 1898 h 4432"/>
                    <a:gd name="T42" fmla="*/ 2667 w 4400"/>
                    <a:gd name="T43" fmla="*/ 3365 h 4432"/>
                    <a:gd name="T44" fmla="*/ 4000 w 4400"/>
                    <a:gd name="T45" fmla="*/ 3365 h 4432"/>
                    <a:gd name="T46" fmla="*/ 4000 w 4400"/>
                    <a:gd name="T47" fmla="*/ 4032 h 4432"/>
                    <a:gd name="T48" fmla="*/ 400 w 4400"/>
                    <a:gd name="T49" fmla="*/ 4032 h 4432"/>
                    <a:gd name="T50" fmla="*/ 400 w 4400"/>
                    <a:gd name="T51" fmla="*/ 1298 h 4432"/>
                    <a:gd name="T52" fmla="*/ 400 w 4400"/>
                    <a:gd name="T53" fmla="*/ 1232 h 4432"/>
                    <a:gd name="T54" fmla="*/ 4000 w 4400"/>
                    <a:gd name="T55" fmla="*/ 1232 h 4432"/>
                    <a:gd name="T56" fmla="*/ 4000 w 4400"/>
                    <a:gd name="T57" fmla="*/ 1898 h 4432"/>
                    <a:gd name="T58" fmla="*/ 2667 w 4400"/>
                    <a:gd name="T59" fmla="*/ 1898 h 4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0" h="4432">
                      <a:moveTo>
                        <a:pt x="4000" y="832"/>
                      </a:moveTo>
                      <a:lnTo>
                        <a:pt x="4000" y="0"/>
                      </a:lnTo>
                      <a:lnTo>
                        <a:pt x="0" y="593"/>
                      </a:lnTo>
                      <a:lnTo>
                        <a:pt x="0" y="832"/>
                      </a:lnTo>
                      <a:lnTo>
                        <a:pt x="0" y="1298"/>
                      </a:lnTo>
                      <a:lnTo>
                        <a:pt x="0" y="4432"/>
                      </a:lnTo>
                      <a:lnTo>
                        <a:pt x="4400" y="4432"/>
                      </a:lnTo>
                      <a:lnTo>
                        <a:pt x="4400" y="3365"/>
                      </a:lnTo>
                      <a:lnTo>
                        <a:pt x="4400" y="1898"/>
                      </a:lnTo>
                      <a:lnTo>
                        <a:pt x="4400" y="832"/>
                      </a:lnTo>
                      <a:lnTo>
                        <a:pt x="4000" y="832"/>
                      </a:lnTo>
                      <a:close/>
                      <a:moveTo>
                        <a:pt x="3600" y="464"/>
                      </a:moveTo>
                      <a:lnTo>
                        <a:pt x="3600" y="832"/>
                      </a:lnTo>
                      <a:lnTo>
                        <a:pt x="1115" y="832"/>
                      </a:lnTo>
                      <a:lnTo>
                        <a:pt x="3600" y="464"/>
                      </a:lnTo>
                      <a:close/>
                      <a:moveTo>
                        <a:pt x="4000" y="2965"/>
                      </a:moveTo>
                      <a:lnTo>
                        <a:pt x="3067" y="2965"/>
                      </a:lnTo>
                      <a:lnTo>
                        <a:pt x="3067" y="2298"/>
                      </a:lnTo>
                      <a:lnTo>
                        <a:pt x="4000" y="2298"/>
                      </a:lnTo>
                      <a:lnTo>
                        <a:pt x="4000" y="2965"/>
                      </a:lnTo>
                      <a:close/>
                      <a:moveTo>
                        <a:pt x="2667" y="1898"/>
                      </a:moveTo>
                      <a:lnTo>
                        <a:pt x="2667" y="3365"/>
                      </a:lnTo>
                      <a:lnTo>
                        <a:pt x="4000" y="3365"/>
                      </a:lnTo>
                      <a:lnTo>
                        <a:pt x="4000" y="4032"/>
                      </a:lnTo>
                      <a:lnTo>
                        <a:pt x="400" y="4032"/>
                      </a:lnTo>
                      <a:lnTo>
                        <a:pt x="400" y="1298"/>
                      </a:lnTo>
                      <a:lnTo>
                        <a:pt x="400" y="1232"/>
                      </a:lnTo>
                      <a:lnTo>
                        <a:pt x="4000" y="1232"/>
                      </a:lnTo>
                      <a:lnTo>
                        <a:pt x="4000" y="1898"/>
                      </a:lnTo>
                      <a:lnTo>
                        <a:pt x="2667" y="1898"/>
                      </a:ln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组合 32"/>
              <p:cNvGrpSpPr/>
              <p:nvPr/>
            </p:nvGrpSpPr>
            <p:grpSpPr>
              <a:xfrm>
                <a:off x="4725063" y="3650211"/>
                <a:ext cx="2936647" cy="2077492"/>
                <a:chOff x="720953" y="3650211"/>
                <a:chExt cx="2936647" cy="2077492"/>
              </a:xfrm>
            </p:grpSpPr>
            <p:sp>
              <p:nvSpPr>
                <p:cNvPr id="34" name="文本框 33"/>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5" name="文本框 34"/>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nvGrpSpPr>
            <p:cNvPr id="9" name="组合 8"/>
            <p:cNvGrpSpPr/>
            <p:nvPr/>
          </p:nvGrpSpPr>
          <p:grpSpPr>
            <a:xfrm>
              <a:off x="8635111" y="1934677"/>
              <a:ext cx="2936647" cy="3793026"/>
              <a:chOff x="8635111" y="1934677"/>
              <a:chExt cx="2936647" cy="3793026"/>
            </a:xfrm>
          </p:grpSpPr>
          <p:grpSp>
            <p:nvGrpSpPr>
              <p:cNvPr id="5" name="组合 4"/>
              <p:cNvGrpSpPr/>
              <p:nvPr/>
            </p:nvGrpSpPr>
            <p:grpSpPr>
              <a:xfrm>
                <a:off x="9486856" y="1934677"/>
                <a:ext cx="1233156" cy="1233146"/>
                <a:chOff x="5105961" y="3730975"/>
                <a:chExt cx="1586924" cy="1586910"/>
              </a:xfrm>
            </p:grpSpPr>
            <p:grpSp>
              <p:nvGrpSpPr>
                <p:cNvPr id="25" name="组合 24"/>
                <p:cNvGrpSpPr/>
                <p:nvPr/>
              </p:nvGrpSpPr>
              <p:grpSpPr>
                <a:xfrm>
                  <a:off x="5105961" y="3730975"/>
                  <a:ext cx="1586924" cy="1586910"/>
                  <a:chOff x="1558309" y="1565291"/>
                  <a:chExt cx="1586924" cy="1586910"/>
                </a:xfrm>
              </p:grpSpPr>
              <p:sp>
                <p:nvSpPr>
                  <p:cNvPr id="26" name="椭圆 25"/>
                  <p:cNvSpPr/>
                  <p:nvPr/>
                </p:nvSpPr>
                <p:spPr>
                  <a:xfrm rot="12450734">
                    <a:off x="1558309" y="1565291"/>
                    <a:ext cx="1586924" cy="1586910"/>
                  </a:xfrm>
                  <a:prstGeom prst="ellipse">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7" name="椭圆 26"/>
                  <p:cNvSpPr/>
                  <p:nvPr/>
                </p:nvSpPr>
                <p:spPr>
                  <a:xfrm>
                    <a:off x="1762222" y="1769197"/>
                    <a:ext cx="1179098" cy="1179098"/>
                  </a:xfrm>
                  <a:prstGeom prst="ellipse">
                    <a:avLst/>
                  </a:prstGeom>
                  <a:solidFill>
                    <a:srgbClr val="92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wireless-connection_14303"/>
                <p:cNvSpPr/>
                <p:nvPr/>
              </p:nvSpPr>
              <p:spPr>
                <a:xfrm>
                  <a:off x="5640027" y="4278315"/>
                  <a:ext cx="518792" cy="492230"/>
                </a:xfrm>
                <a:custGeom>
                  <a:avLst/>
                  <a:gdLst>
                    <a:gd name="connsiteX0" fmla="*/ 328263 w 609120"/>
                    <a:gd name="connsiteY0" fmla="*/ 307992 h 577932"/>
                    <a:gd name="connsiteX1" fmla="*/ 307720 w 609120"/>
                    <a:gd name="connsiteY1" fmla="*/ 328498 h 577932"/>
                    <a:gd name="connsiteX2" fmla="*/ 328263 w 609120"/>
                    <a:gd name="connsiteY2" fmla="*/ 349095 h 577932"/>
                    <a:gd name="connsiteX3" fmla="*/ 348807 w 609120"/>
                    <a:gd name="connsiteY3" fmla="*/ 328498 h 577932"/>
                    <a:gd name="connsiteX4" fmla="*/ 328263 w 609120"/>
                    <a:gd name="connsiteY4" fmla="*/ 307992 h 577932"/>
                    <a:gd name="connsiteX5" fmla="*/ 307981 w 609120"/>
                    <a:gd name="connsiteY5" fmla="*/ 283221 h 577932"/>
                    <a:gd name="connsiteX6" fmla="*/ 350715 w 609120"/>
                    <a:gd name="connsiteY6" fmla="*/ 300914 h 577932"/>
                    <a:gd name="connsiteX7" fmla="*/ 350715 w 609120"/>
                    <a:gd name="connsiteY7" fmla="*/ 386297 h 577932"/>
                    <a:gd name="connsiteX8" fmla="*/ 330536 w 609120"/>
                    <a:gd name="connsiteY8" fmla="*/ 399635 h 577932"/>
                    <a:gd name="connsiteX9" fmla="*/ 330536 w 609120"/>
                    <a:gd name="connsiteY9" fmla="*/ 577932 h 577932"/>
                    <a:gd name="connsiteX10" fmla="*/ 278632 w 609120"/>
                    <a:gd name="connsiteY10" fmla="*/ 577932 h 577932"/>
                    <a:gd name="connsiteX11" fmla="*/ 278632 w 609120"/>
                    <a:gd name="connsiteY11" fmla="*/ 396006 h 577932"/>
                    <a:gd name="connsiteX12" fmla="*/ 265179 w 609120"/>
                    <a:gd name="connsiteY12" fmla="*/ 386206 h 577932"/>
                    <a:gd name="connsiteX13" fmla="*/ 265179 w 609120"/>
                    <a:gd name="connsiteY13" fmla="*/ 300914 h 577932"/>
                    <a:gd name="connsiteX14" fmla="*/ 307981 w 609120"/>
                    <a:gd name="connsiteY14" fmla="*/ 283221 h 577932"/>
                    <a:gd name="connsiteX15" fmla="*/ 304525 w 609120"/>
                    <a:gd name="connsiteY15" fmla="*/ 144456 h 577932"/>
                    <a:gd name="connsiteX16" fmla="*/ 505164 w 609120"/>
                    <a:gd name="connsiteY16" fmla="*/ 228657 h 577932"/>
                    <a:gd name="connsiteX17" fmla="*/ 506800 w 609120"/>
                    <a:gd name="connsiteY17" fmla="*/ 230290 h 577932"/>
                    <a:gd name="connsiteX18" fmla="*/ 455720 w 609120"/>
                    <a:gd name="connsiteY18" fmla="*/ 281275 h 577932"/>
                    <a:gd name="connsiteX19" fmla="*/ 454084 w 609120"/>
                    <a:gd name="connsiteY19" fmla="*/ 279551 h 577932"/>
                    <a:gd name="connsiteX20" fmla="*/ 153329 w 609120"/>
                    <a:gd name="connsiteY20" fmla="*/ 274471 h 577932"/>
                    <a:gd name="connsiteX21" fmla="*/ 102249 w 609120"/>
                    <a:gd name="connsiteY21" fmla="*/ 223485 h 577932"/>
                    <a:gd name="connsiteX22" fmla="*/ 304525 w 609120"/>
                    <a:gd name="connsiteY22" fmla="*/ 144456 h 577932"/>
                    <a:gd name="connsiteX23" fmla="*/ 304515 w 609120"/>
                    <a:gd name="connsiteY23" fmla="*/ 13 h 577932"/>
                    <a:gd name="connsiteX24" fmla="*/ 607393 w 609120"/>
                    <a:gd name="connsiteY24" fmla="*/ 126447 h 577932"/>
                    <a:gd name="connsiteX25" fmla="*/ 609120 w 609120"/>
                    <a:gd name="connsiteY25" fmla="*/ 128262 h 577932"/>
                    <a:gd name="connsiteX26" fmla="*/ 558042 w 609120"/>
                    <a:gd name="connsiteY26" fmla="*/ 179167 h 577932"/>
                    <a:gd name="connsiteX27" fmla="*/ 556406 w 609120"/>
                    <a:gd name="connsiteY27" fmla="*/ 177443 h 577932"/>
                    <a:gd name="connsiteX28" fmla="*/ 51078 w 609120"/>
                    <a:gd name="connsiteY28" fmla="*/ 172362 h 577932"/>
                    <a:gd name="connsiteX29" fmla="*/ 0 w 609120"/>
                    <a:gd name="connsiteY29" fmla="*/ 121366 h 577932"/>
                    <a:gd name="connsiteX30" fmla="*/ 304515 w 609120"/>
                    <a:gd name="connsiteY30" fmla="*/ 13 h 577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120" h="577932">
                      <a:moveTo>
                        <a:pt x="328263" y="307992"/>
                      </a:moveTo>
                      <a:cubicBezTo>
                        <a:pt x="316901" y="307992"/>
                        <a:pt x="307720" y="317156"/>
                        <a:pt x="307720" y="328498"/>
                      </a:cubicBezTo>
                      <a:cubicBezTo>
                        <a:pt x="307720" y="339840"/>
                        <a:pt x="316901" y="349095"/>
                        <a:pt x="328263" y="349095"/>
                      </a:cubicBezTo>
                      <a:cubicBezTo>
                        <a:pt x="339626" y="349095"/>
                        <a:pt x="348807" y="339840"/>
                        <a:pt x="348807" y="328498"/>
                      </a:cubicBezTo>
                      <a:cubicBezTo>
                        <a:pt x="348807" y="317247"/>
                        <a:pt x="339626" y="307992"/>
                        <a:pt x="328263" y="307992"/>
                      </a:cubicBezTo>
                      <a:close/>
                      <a:moveTo>
                        <a:pt x="307981" y="283221"/>
                      </a:moveTo>
                      <a:cubicBezTo>
                        <a:pt x="323468" y="283221"/>
                        <a:pt x="338944" y="289119"/>
                        <a:pt x="350715" y="300914"/>
                      </a:cubicBezTo>
                      <a:cubicBezTo>
                        <a:pt x="374349" y="324506"/>
                        <a:pt x="374349" y="362706"/>
                        <a:pt x="350715" y="386297"/>
                      </a:cubicBezTo>
                      <a:cubicBezTo>
                        <a:pt x="344716" y="392195"/>
                        <a:pt x="337899" y="396641"/>
                        <a:pt x="330536" y="399635"/>
                      </a:cubicBezTo>
                      <a:lnTo>
                        <a:pt x="330536" y="577932"/>
                      </a:lnTo>
                      <a:lnTo>
                        <a:pt x="278632" y="577932"/>
                      </a:lnTo>
                      <a:lnTo>
                        <a:pt x="278632" y="396006"/>
                      </a:lnTo>
                      <a:cubicBezTo>
                        <a:pt x="273815" y="393375"/>
                        <a:pt x="269179" y="390290"/>
                        <a:pt x="265179" y="386206"/>
                      </a:cubicBezTo>
                      <a:cubicBezTo>
                        <a:pt x="241636" y="362706"/>
                        <a:pt x="241545" y="324415"/>
                        <a:pt x="265179" y="300914"/>
                      </a:cubicBezTo>
                      <a:cubicBezTo>
                        <a:pt x="276996" y="289119"/>
                        <a:pt x="292494" y="283221"/>
                        <a:pt x="307981" y="283221"/>
                      </a:cubicBezTo>
                      <a:close/>
                      <a:moveTo>
                        <a:pt x="304525" y="144456"/>
                      </a:moveTo>
                      <a:cubicBezTo>
                        <a:pt x="377282" y="145306"/>
                        <a:pt x="449767" y="173362"/>
                        <a:pt x="505164" y="228657"/>
                      </a:cubicBezTo>
                      <a:cubicBezTo>
                        <a:pt x="505710" y="229201"/>
                        <a:pt x="506255" y="229745"/>
                        <a:pt x="506800" y="230290"/>
                      </a:cubicBezTo>
                      <a:lnTo>
                        <a:pt x="455720" y="281275"/>
                      </a:lnTo>
                      <a:cubicBezTo>
                        <a:pt x="455175" y="280731"/>
                        <a:pt x="454629" y="280096"/>
                        <a:pt x="454084" y="279551"/>
                      </a:cubicBezTo>
                      <a:cubicBezTo>
                        <a:pt x="371465" y="197085"/>
                        <a:pt x="238039" y="195452"/>
                        <a:pt x="153329" y="274471"/>
                      </a:cubicBezTo>
                      <a:lnTo>
                        <a:pt x="102249" y="223485"/>
                      </a:lnTo>
                      <a:cubicBezTo>
                        <a:pt x="158737" y="169960"/>
                        <a:pt x="231767" y="143605"/>
                        <a:pt x="304525" y="144456"/>
                      </a:cubicBezTo>
                      <a:close/>
                      <a:moveTo>
                        <a:pt x="304515" y="13"/>
                      </a:moveTo>
                      <a:cubicBezTo>
                        <a:pt x="414305" y="841"/>
                        <a:pt x="523823" y="42967"/>
                        <a:pt x="607393" y="126447"/>
                      </a:cubicBezTo>
                      <a:cubicBezTo>
                        <a:pt x="608030" y="126992"/>
                        <a:pt x="608575" y="127627"/>
                        <a:pt x="609120" y="128262"/>
                      </a:cubicBezTo>
                      <a:lnTo>
                        <a:pt x="558042" y="179167"/>
                      </a:lnTo>
                      <a:cubicBezTo>
                        <a:pt x="557497" y="178713"/>
                        <a:pt x="556951" y="177987"/>
                        <a:pt x="556406" y="177443"/>
                      </a:cubicBezTo>
                      <a:cubicBezTo>
                        <a:pt x="417350" y="38611"/>
                        <a:pt x="192225" y="36978"/>
                        <a:pt x="51078" y="172362"/>
                      </a:cubicBezTo>
                      <a:lnTo>
                        <a:pt x="0" y="121366"/>
                      </a:lnTo>
                      <a:cubicBezTo>
                        <a:pt x="84661" y="39655"/>
                        <a:pt x="194724" y="-815"/>
                        <a:pt x="304515" y="13"/>
                      </a:cubicBezTo>
                      <a:close/>
                    </a:path>
                  </a:pathLst>
                </a:custGeom>
                <a:solidFill>
                  <a:srgbClr val="FFE3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组合 35"/>
              <p:cNvGrpSpPr/>
              <p:nvPr/>
            </p:nvGrpSpPr>
            <p:grpSpPr>
              <a:xfrm>
                <a:off x="8635111" y="3650211"/>
                <a:ext cx="2936647" cy="2077492"/>
                <a:chOff x="720953" y="3650211"/>
                <a:chExt cx="2936647" cy="2077492"/>
              </a:xfrm>
            </p:grpSpPr>
            <p:sp>
              <p:nvSpPr>
                <p:cNvPr id="43" name="文本框 42"/>
                <p:cNvSpPr txBox="1"/>
                <p:nvPr/>
              </p:nvSpPr>
              <p:spPr>
                <a:xfrm>
                  <a:off x="720953" y="4019543"/>
                  <a:ext cx="2936647" cy="17081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44" name="文本框 43"/>
                <p:cNvSpPr txBox="1"/>
                <p:nvPr/>
              </p:nvSpPr>
              <p:spPr>
                <a:xfrm>
                  <a:off x="1289029" y="3650211"/>
                  <a:ext cx="1800494"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爱国的具体表现</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0" name="组合 9"/>
          <p:cNvGrpSpPr/>
          <p:nvPr/>
        </p:nvGrpSpPr>
        <p:grpSpPr>
          <a:xfrm>
            <a:off x="956478" y="1857677"/>
            <a:ext cx="10279044" cy="1268716"/>
            <a:chOff x="956478" y="1684422"/>
            <a:chExt cx="10279044" cy="1268716"/>
          </a:xfrm>
        </p:grpSpPr>
        <p:grpSp>
          <p:nvGrpSpPr>
            <p:cNvPr id="8" name="组合 7"/>
            <p:cNvGrpSpPr/>
            <p:nvPr/>
          </p:nvGrpSpPr>
          <p:grpSpPr>
            <a:xfrm>
              <a:off x="956478" y="1684422"/>
              <a:ext cx="10279044" cy="1268716"/>
              <a:chOff x="956478" y="1617045"/>
              <a:chExt cx="10279044" cy="1268716"/>
            </a:xfrm>
          </p:grpSpPr>
          <p:sp>
            <p:nvSpPr>
              <p:cNvPr id="32" name="矩形 31"/>
              <p:cNvSpPr/>
              <p:nvPr/>
            </p:nvSpPr>
            <p:spPr>
              <a:xfrm>
                <a:off x="956478" y="1617045"/>
                <a:ext cx="10279044" cy="1268716"/>
              </a:xfrm>
              <a:prstGeom prst="rect">
                <a:avLst/>
              </a:prstGeom>
              <a:noFill/>
              <a:ln w="19050">
                <a:gradFill>
                  <a:gsLst>
                    <a:gs pos="0">
                      <a:srgbClr val="FFE3C1">
                        <a:alpha val="45000"/>
                      </a:srgbClr>
                    </a:gs>
                    <a:gs pos="40000">
                      <a:srgbClr val="FFE3C1">
                        <a:alpha val="34000"/>
                      </a:srgbClr>
                    </a:gs>
                    <a:gs pos="75000">
                      <a:srgbClr val="FFE3C1"/>
                    </a:gs>
                    <a:gs pos="100000">
                      <a:srgbClr val="FFE3C1">
                        <a:alpha val="38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Picture 2" descr="免费 亞洲建築, 屋頂, 旅行目的地 的 免费素材图片 素材图片"/>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9839" b="55514"/>
              <a:stretch>
                <a:fillRect/>
              </a:stretch>
            </p:blipFill>
            <p:spPr bwMode="auto">
              <a:xfrm>
                <a:off x="1081426" y="1759927"/>
                <a:ext cx="2027533" cy="982952"/>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文本框 37"/>
            <p:cNvSpPr txBox="1"/>
            <p:nvPr/>
          </p:nvSpPr>
          <p:spPr>
            <a:xfrm>
              <a:off x="3332904" y="1787866"/>
              <a:ext cx="749551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正文文字是您思想的提炼，为了最终演示发布的良好效果尽量言简意赅的阐述观点</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grpSp>
        <p:nvGrpSpPr>
          <p:cNvPr id="42" name="组合 41"/>
          <p:cNvGrpSpPr/>
          <p:nvPr/>
        </p:nvGrpSpPr>
        <p:grpSpPr>
          <a:xfrm>
            <a:off x="956478" y="4331370"/>
            <a:ext cx="10279044" cy="1268716"/>
            <a:chOff x="956478" y="1684422"/>
            <a:chExt cx="10279044" cy="1268716"/>
          </a:xfrm>
        </p:grpSpPr>
        <p:grpSp>
          <p:nvGrpSpPr>
            <p:cNvPr id="45" name="组合 44"/>
            <p:cNvGrpSpPr/>
            <p:nvPr/>
          </p:nvGrpSpPr>
          <p:grpSpPr>
            <a:xfrm>
              <a:off x="956478" y="1684422"/>
              <a:ext cx="10279044" cy="1268716"/>
              <a:chOff x="956478" y="1617045"/>
              <a:chExt cx="10279044" cy="1268716"/>
            </a:xfrm>
          </p:grpSpPr>
          <p:sp>
            <p:nvSpPr>
              <p:cNvPr id="47" name="矩形 46"/>
              <p:cNvSpPr/>
              <p:nvPr/>
            </p:nvSpPr>
            <p:spPr>
              <a:xfrm>
                <a:off x="956478" y="1617045"/>
                <a:ext cx="10279044" cy="1268716"/>
              </a:xfrm>
              <a:prstGeom prst="rect">
                <a:avLst/>
              </a:prstGeom>
              <a:noFill/>
              <a:ln w="19050">
                <a:gradFill>
                  <a:gsLst>
                    <a:gs pos="0">
                      <a:srgbClr val="FFE3C1">
                        <a:alpha val="45000"/>
                      </a:srgbClr>
                    </a:gs>
                    <a:gs pos="40000">
                      <a:srgbClr val="FFE3C1">
                        <a:alpha val="34000"/>
                      </a:srgbClr>
                    </a:gs>
                    <a:gs pos="75000">
                      <a:srgbClr val="FFE3C1"/>
                    </a:gs>
                    <a:gs pos="100000">
                      <a:srgbClr val="FFE3C1">
                        <a:alpha val="38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Picture 2" descr="免费 亞洲建築, 屋頂, 旅行目的地 的 免费素材图片 素材图片"/>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9839" b="55514"/>
              <a:stretch>
                <a:fillRect/>
              </a:stretch>
            </p:blipFill>
            <p:spPr bwMode="auto">
              <a:xfrm>
                <a:off x="1081426" y="1759927"/>
                <a:ext cx="2027533" cy="982952"/>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文本框 45"/>
            <p:cNvSpPr txBox="1"/>
            <p:nvPr/>
          </p:nvSpPr>
          <p:spPr>
            <a:xfrm>
              <a:off x="3332904" y="1787866"/>
              <a:ext cx="7495517" cy="1061829"/>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正文文字是您思想的提炼，为了最终演示发布的良好效果尽量言简意赅的阐述观点</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8" name="矩形 7"/>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674444" y="1900472"/>
            <a:ext cx="4843112" cy="2288503"/>
            <a:chOff x="2929506" y="1869706"/>
            <a:chExt cx="4843112" cy="2288503"/>
          </a:xfrm>
        </p:grpSpPr>
        <p:sp>
          <p:nvSpPr>
            <p:cNvPr id="24" name="文本框 23"/>
            <p:cNvSpPr txBox="1"/>
            <p:nvPr/>
          </p:nvSpPr>
          <p:spPr>
            <a:xfrm>
              <a:off x="3284403" y="2337998"/>
              <a:ext cx="4133319" cy="646331"/>
            </a:xfrm>
            <a:prstGeom prst="rect">
              <a:avLst/>
            </a:prstGeom>
            <a:noFill/>
          </p:spPr>
          <p:txBody>
            <a:bodyPr vert="horz" wrap="square" rtlCol="0">
              <a:spAutoFit/>
            </a:bodyPr>
            <a:lstStyle/>
            <a:p>
              <a:pPr algn="ctr"/>
              <a:r>
                <a:rPr lang="zh-CN" altLang="en-US" sz="3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a:t>
              </a:r>
              <a:r>
                <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思想觉悟</a:t>
              </a:r>
              <a:endParaRPr lang="zh-CN" altLang="en-US" sz="3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8" name="文本框 27"/>
            <p:cNvSpPr txBox="1"/>
            <p:nvPr/>
          </p:nvSpPr>
          <p:spPr>
            <a:xfrm>
              <a:off x="4643176" y="1869706"/>
              <a:ext cx="1415772" cy="461665"/>
            </a:xfrm>
            <a:prstGeom prst="rect">
              <a:avLst/>
            </a:prstGeom>
            <a:noFill/>
          </p:spPr>
          <p:txBody>
            <a:bodyPr vert="horz" wrap="none" rtlCol="0">
              <a:spAutoFit/>
            </a:bodyPr>
            <a:lstStyle/>
            <a:p>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第</a:t>
              </a:r>
              <a:r>
                <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三</a:t>
              </a:r>
              <a:r>
                <a:rPr lang="zh-CN" altLang="en-US" sz="24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部分</a:t>
              </a:r>
              <a:endParaRPr lang="zh-CN" altLang="en-US" sz="24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40" name="文本框 39"/>
            <p:cNvSpPr txBox="1"/>
            <p:nvPr/>
          </p:nvSpPr>
          <p:spPr>
            <a:xfrm>
              <a:off x="2929506" y="3096380"/>
              <a:ext cx="4843112"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a:t>
              </a:r>
              <a:r>
                <a:rPr lang="zh-CN" altLang="en-US" sz="140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grpSp>
      <p:cxnSp>
        <p:nvCxnSpPr>
          <p:cNvPr id="41" name="直接连接符 40"/>
          <p:cNvCxnSpPr/>
          <p:nvPr/>
        </p:nvCxnSpPr>
        <p:spPr>
          <a:xfrm flipV="1">
            <a:off x="4451350" y="3065462"/>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1" name="组合 10"/>
          <p:cNvGrpSpPr/>
          <p:nvPr/>
        </p:nvGrpSpPr>
        <p:grpSpPr>
          <a:xfrm>
            <a:off x="1026881" y="1859716"/>
            <a:ext cx="10138239" cy="3830288"/>
            <a:chOff x="1026881" y="1859716"/>
            <a:chExt cx="10138239" cy="3830288"/>
          </a:xfrm>
        </p:grpSpPr>
        <p:grpSp>
          <p:nvGrpSpPr>
            <p:cNvPr id="4" name="组合 3"/>
            <p:cNvGrpSpPr/>
            <p:nvPr/>
          </p:nvGrpSpPr>
          <p:grpSpPr>
            <a:xfrm>
              <a:off x="1362719" y="1859716"/>
              <a:ext cx="3488905" cy="2020768"/>
              <a:chOff x="1111971" y="1482808"/>
              <a:chExt cx="3508154" cy="2031917"/>
            </a:xfrm>
          </p:grpSpPr>
          <p:sp>
            <p:nvSpPr>
              <p:cNvPr id="2" name="矩形 1"/>
              <p:cNvSpPr/>
              <p:nvPr/>
            </p:nvSpPr>
            <p:spPr>
              <a:xfrm>
                <a:off x="1111971" y="1482808"/>
                <a:ext cx="3298512" cy="1946191"/>
              </a:xfrm>
              <a:prstGeom prst="rect">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pic>
            <p:nvPicPr>
              <p:cNvPr id="4098" name="Picture 2" descr="免费 中国古代建筑设计的五彩寺 素材图片"/>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rcRect t="19596" r="17269"/>
              <a:stretch>
                <a:fillRect/>
              </a:stretch>
            </p:blipFill>
            <p:spPr bwMode="auto">
              <a:xfrm>
                <a:off x="1299408" y="1698709"/>
                <a:ext cx="3320717" cy="1816016"/>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圆角矩形 4"/>
            <p:cNvSpPr/>
            <p:nvPr/>
          </p:nvSpPr>
          <p:spPr>
            <a:xfrm>
              <a:off x="2072455" y="2646138"/>
              <a:ext cx="2069432" cy="447924"/>
            </a:xfrm>
            <a:prstGeom prst="roundRect">
              <a:avLst>
                <a:gd name="adj" fmla="val 50000"/>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1026881" y="4120344"/>
              <a:ext cx="4189827" cy="15696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19" name="文本框 18"/>
            <p:cNvSpPr txBox="1"/>
            <p:nvPr/>
          </p:nvSpPr>
          <p:spPr>
            <a:xfrm>
              <a:off x="2206925" y="2685434"/>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6" name="矩形 25"/>
            <p:cNvSpPr/>
            <p:nvPr/>
          </p:nvSpPr>
          <p:spPr>
            <a:xfrm>
              <a:off x="7263005" y="1859716"/>
              <a:ext cx="3280413" cy="1935512"/>
            </a:xfrm>
            <a:prstGeom prst="rect">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4" name="文本框 23"/>
            <p:cNvSpPr txBox="1"/>
            <p:nvPr/>
          </p:nvSpPr>
          <p:spPr>
            <a:xfrm>
              <a:off x="6975293" y="4120344"/>
              <a:ext cx="4189827" cy="1569660"/>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gn="ctr">
                <a:lnSpc>
                  <a:spcPct val="150000"/>
                </a:lnSpc>
              </a:pP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正文文字是您思想的提炼</a:t>
              </a:r>
              <a:endParaRPr lang="zh-CN" altLang="en-US" sz="16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pic>
          <p:nvPicPr>
            <p:cNvPr id="4100" name="Picture 4" descr="免费 亞洲, 傳統, 北京 的 免费素材图片 素材图片"/>
            <p:cNvPicPr>
              <a:picLocks noChangeAspect="1" noChangeArrowheads="1"/>
            </p:cNvPicPr>
            <p:nvPr/>
          </p:nvPicPr>
          <p:blipFill rotWithShape="1">
            <a:blip r:embed="rId3">
              <a:extLst>
                <a:ext uri="{28A0092B-C50C-407E-A947-70E740481C1C}">
                  <a14:useLocalDpi xmlns:a14="http://schemas.microsoft.com/office/drawing/2010/main" val="0"/>
                </a:ext>
              </a:extLst>
            </a:blip>
            <a:srcRect b="14850"/>
            <a:stretch>
              <a:fillRect/>
            </a:stretch>
          </p:blipFill>
          <p:spPr bwMode="auto">
            <a:xfrm>
              <a:off x="7449414" y="2006138"/>
              <a:ext cx="3302496" cy="187284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p:cNvGrpSpPr/>
            <p:nvPr/>
          </p:nvGrpSpPr>
          <p:grpSpPr>
            <a:xfrm>
              <a:off x="7972741" y="2646138"/>
              <a:ext cx="2069432" cy="447924"/>
              <a:chOff x="7972741" y="2646138"/>
              <a:chExt cx="2069432" cy="447924"/>
            </a:xfrm>
          </p:grpSpPr>
          <p:sp>
            <p:nvSpPr>
              <p:cNvPr id="23" name="圆角矩形 22"/>
              <p:cNvSpPr/>
              <p:nvPr/>
            </p:nvSpPr>
            <p:spPr>
              <a:xfrm>
                <a:off x="7972741" y="2646138"/>
                <a:ext cx="2069432" cy="447924"/>
              </a:xfrm>
              <a:prstGeom prst="roundRect">
                <a:avLst>
                  <a:gd name="adj" fmla="val 50000"/>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107211" y="2685434"/>
                <a:ext cx="1800493" cy="369332"/>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r>
                  <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爱国主义重要性</a:t>
                </a:r>
                <a:endParaRPr lang="zh-CN" altLang="en-US" sz="18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8" name="组合 17"/>
          <p:cNvGrpSpPr/>
          <p:nvPr/>
        </p:nvGrpSpPr>
        <p:grpSpPr>
          <a:xfrm>
            <a:off x="945400" y="2147429"/>
            <a:ext cx="10301201" cy="3003012"/>
            <a:chOff x="945400" y="1935762"/>
            <a:chExt cx="10301201" cy="3003012"/>
          </a:xfrm>
        </p:grpSpPr>
        <p:sp>
          <p:nvSpPr>
            <p:cNvPr id="19" name="右箭头 18"/>
            <p:cNvSpPr/>
            <p:nvPr/>
          </p:nvSpPr>
          <p:spPr>
            <a:xfrm>
              <a:off x="945400" y="3133023"/>
              <a:ext cx="10301201" cy="591954"/>
            </a:xfrm>
            <a:prstGeom prst="rightArrow">
              <a:avLst/>
            </a:prstGeom>
            <a:gradFill>
              <a:gsLst>
                <a:gs pos="0">
                  <a:srgbClr val="FFE3C1"/>
                </a:gs>
                <a:gs pos="100000">
                  <a:srgbClr val="FFE3C1">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0" name="圆角矩形 49"/>
            <p:cNvSpPr/>
            <p:nvPr/>
          </p:nvSpPr>
          <p:spPr>
            <a:xfrm>
              <a:off x="1438817" y="2290233"/>
              <a:ext cx="905933" cy="2277534"/>
            </a:xfrm>
            <a:prstGeom prst="roundRect">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1" name="组合 20"/>
            <p:cNvGrpSpPr/>
            <p:nvPr/>
          </p:nvGrpSpPr>
          <p:grpSpPr>
            <a:xfrm>
              <a:off x="3031066" y="1935762"/>
              <a:ext cx="7913451" cy="3003012"/>
              <a:chOff x="3031066" y="1935762"/>
              <a:chExt cx="7913451" cy="3003012"/>
            </a:xfrm>
          </p:grpSpPr>
          <p:grpSp>
            <p:nvGrpSpPr>
              <p:cNvPr id="23" name="组合 22"/>
              <p:cNvGrpSpPr/>
              <p:nvPr/>
            </p:nvGrpSpPr>
            <p:grpSpPr>
              <a:xfrm>
                <a:off x="3031066" y="2579981"/>
                <a:ext cx="2164584" cy="2358793"/>
                <a:chOff x="3031066" y="2579981"/>
                <a:chExt cx="2164584" cy="2358793"/>
              </a:xfrm>
            </p:grpSpPr>
            <p:grpSp>
              <p:nvGrpSpPr>
                <p:cNvPr id="45" name="组合 44"/>
                <p:cNvGrpSpPr/>
                <p:nvPr/>
              </p:nvGrpSpPr>
              <p:grpSpPr>
                <a:xfrm>
                  <a:off x="3791624" y="3117149"/>
                  <a:ext cx="643468" cy="643468"/>
                  <a:chOff x="3791624" y="3117149"/>
                  <a:chExt cx="643468" cy="643468"/>
                </a:xfrm>
              </p:grpSpPr>
              <p:sp>
                <p:nvSpPr>
                  <p:cNvPr id="48" name="椭圆 47"/>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9" name="文本框 48"/>
                  <p:cNvSpPr txBox="1"/>
                  <p:nvPr/>
                </p:nvSpPr>
                <p:spPr>
                  <a:xfrm>
                    <a:off x="3825254" y="3177273"/>
                    <a:ext cx="543739"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01</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46" name="文本框 45"/>
                <p:cNvSpPr txBox="1"/>
                <p:nvPr/>
              </p:nvSpPr>
              <p:spPr>
                <a:xfrm>
                  <a:off x="3031066" y="3900028"/>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47" name="文本框 46"/>
                <p:cNvSpPr txBox="1"/>
                <p:nvPr/>
              </p:nvSpPr>
              <p:spPr>
                <a:xfrm>
                  <a:off x="3559360" y="2579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nvGrpSpPr>
              <p:cNvPr id="24" name="组合 23"/>
              <p:cNvGrpSpPr/>
              <p:nvPr/>
            </p:nvGrpSpPr>
            <p:grpSpPr>
              <a:xfrm>
                <a:off x="5905499" y="1935762"/>
                <a:ext cx="2164584" cy="2410551"/>
                <a:chOff x="5968999" y="1935762"/>
                <a:chExt cx="2164584" cy="2410551"/>
              </a:xfrm>
            </p:grpSpPr>
            <p:grpSp>
              <p:nvGrpSpPr>
                <p:cNvPr id="40" name="组合 39"/>
                <p:cNvGrpSpPr/>
                <p:nvPr/>
              </p:nvGrpSpPr>
              <p:grpSpPr>
                <a:xfrm>
                  <a:off x="6729557" y="3117149"/>
                  <a:ext cx="643468" cy="643468"/>
                  <a:chOff x="3791624" y="3117149"/>
                  <a:chExt cx="643468" cy="643468"/>
                </a:xfrm>
              </p:grpSpPr>
              <p:sp>
                <p:nvSpPr>
                  <p:cNvPr id="43" name="椭圆 42"/>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文本框 43"/>
                  <p:cNvSpPr txBox="1"/>
                  <p:nvPr/>
                </p:nvSpPr>
                <p:spPr>
                  <a:xfrm>
                    <a:off x="3825254" y="3177273"/>
                    <a:ext cx="543739"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02</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41" name="文本框 40"/>
                <p:cNvSpPr txBox="1"/>
                <p:nvPr/>
              </p:nvSpPr>
              <p:spPr>
                <a:xfrm>
                  <a:off x="5968999" y="1935762"/>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42" name="文本框 41"/>
                <p:cNvSpPr txBox="1"/>
                <p:nvPr/>
              </p:nvSpPr>
              <p:spPr>
                <a:xfrm>
                  <a:off x="6497293" y="3976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nvGrpSpPr>
              <p:cNvPr id="25" name="组合 24"/>
              <p:cNvGrpSpPr/>
              <p:nvPr/>
            </p:nvGrpSpPr>
            <p:grpSpPr>
              <a:xfrm>
                <a:off x="8779933" y="2579981"/>
                <a:ext cx="2164584" cy="2358793"/>
                <a:chOff x="8779933" y="2579981"/>
                <a:chExt cx="2164584" cy="2358793"/>
              </a:xfrm>
            </p:grpSpPr>
            <p:grpSp>
              <p:nvGrpSpPr>
                <p:cNvPr id="26" name="组合 25"/>
                <p:cNvGrpSpPr/>
                <p:nvPr/>
              </p:nvGrpSpPr>
              <p:grpSpPr>
                <a:xfrm>
                  <a:off x="9540491" y="3117149"/>
                  <a:ext cx="643468" cy="643468"/>
                  <a:chOff x="3791624" y="3117149"/>
                  <a:chExt cx="643468" cy="643468"/>
                </a:xfrm>
              </p:grpSpPr>
              <p:sp>
                <p:nvSpPr>
                  <p:cNvPr id="38" name="椭圆 37"/>
                  <p:cNvSpPr/>
                  <p:nvPr/>
                </p:nvSpPr>
                <p:spPr>
                  <a:xfrm>
                    <a:off x="3791624" y="3117149"/>
                    <a:ext cx="643468" cy="643468"/>
                  </a:xfrm>
                  <a:prstGeom prst="ellipse">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文本框 38"/>
                  <p:cNvSpPr txBox="1"/>
                  <p:nvPr/>
                </p:nvSpPr>
                <p:spPr>
                  <a:xfrm>
                    <a:off x="3825254" y="3177273"/>
                    <a:ext cx="561372" cy="523220"/>
                  </a:xfrm>
                  <a:prstGeom prst="rect">
                    <a:avLst/>
                  </a:prstGeom>
                  <a:noFill/>
                </p:spPr>
                <p:txBody>
                  <a:bodyPr wrap="none" rtlCol="0">
                    <a:spAutoFit/>
                  </a:bodyPr>
                  <a:lstStyle>
                    <a:defPPr>
                      <a:defRPr lang="zh-CN"/>
                    </a:defPPr>
                    <a:lvl1pPr>
                      <a:defRPr sz="6000">
                        <a:gradFill>
                          <a:gsLst>
                            <a:gs pos="0">
                              <a:srgbClr val="F9DFBF"/>
                            </a:gs>
                            <a:gs pos="100000">
                              <a:srgbClr val="DF9157"/>
                            </a:gs>
                          </a:gsLst>
                          <a:lin ang="5400000" scaled="1"/>
                        </a:gra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en-US" altLang="zh-CN" sz="2800" dirty="0" smtClean="0">
                        <a:solidFill>
                          <a:srgbClr val="FFE3C1"/>
                        </a:solidFill>
                        <a:latin typeface="汉仪书宋一简" panose="02010600000101010101" pitchFamily="2" charset="-122"/>
                        <a:ea typeface="汉仪书宋一简" panose="02010600000101010101" pitchFamily="2" charset="-122"/>
                      </a:rPr>
                      <a:t>03</a:t>
                    </a:r>
                    <a:endParaRPr lang="zh-CN" altLang="en-US" sz="2800" dirty="0">
                      <a:solidFill>
                        <a:srgbClr val="FFE3C1"/>
                      </a:solidFill>
                      <a:latin typeface="汉仪书宋一简" panose="02010600000101010101" pitchFamily="2" charset="-122"/>
                      <a:ea typeface="汉仪书宋一简" panose="02010600000101010101" pitchFamily="2" charset="-122"/>
                    </a:endParaRPr>
                  </a:p>
                </p:txBody>
              </p:sp>
            </p:grpSp>
            <p:sp>
              <p:nvSpPr>
                <p:cNvPr id="36" name="文本框 35"/>
                <p:cNvSpPr txBox="1"/>
                <p:nvPr/>
              </p:nvSpPr>
              <p:spPr>
                <a:xfrm>
                  <a:off x="8779933" y="3900028"/>
                  <a:ext cx="2164584" cy="1038746"/>
                </a:xfrm>
                <a:prstGeom prst="rect">
                  <a:avLst/>
                </a:prstGeom>
                <a:noFill/>
              </p:spPr>
              <p:txBody>
                <a:bodyPr wrap="square" rtlCol="0">
                  <a:spAutoFit/>
                </a:bodyPr>
                <a:lstStyle/>
                <a:p>
                  <a:pPr algn="ctr">
                    <a:lnSpc>
                      <a:spcPct val="130000"/>
                    </a:lnSpc>
                  </a:pPr>
                  <a:r>
                    <a:rPr lang="zh-CN" altLang="en-US" sz="12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a:t>
                  </a:r>
                  <a:endParaRPr lang="zh-CN" altLang="en-US" sz="1200" dirty="0" smtClean="0">
                    <a:solidFill>
                      <a:srgbClr val="FFE3C1"/>
                    </a:solidFill>
                    <a:latin typeface="汉仪全唐诗简" panose="00020600040101010101" pitchFamily="18" charset="-122"/>
                    <a:ea typeface="汉仪全唐诗简" panose="00020600040101010101" pitchFamily="18" charset="-122"/>
                  </a:endParaRPr>
                </a:p>
              </p:txBody>
            </p:sp>
            <p:sp>
              <p:nvSpPr>
                <p:cNvPr id="37" name="文本框 36"/>
                <p:cNvSpPr txBox="1"/>
                <p:nvPr/>
              </p:nvSpPr>
              <p:spPr>
                <a:xfrm>
                  <a:off x="9308227" y="2579981"/>
                  <a:ext cx="1107996" cy="369332"/>
                </a:xfrm>
                <a:prstGeom prst="rect">
                  <a:avLst/>
                </a:prstGeom>
                <a:noFill/>
              </p:spPr>
              <p:txBody>
                <a:bodyPr wrap="none" rtlCol="0">
                  <a:spAutoFit/>
                </a:bodyPr>
                <a:lstStyle>
                  <a:defPPr>
                    <a:defRPr lang="zh-CN"/>
                  </a:defPPr>
                  <a:lvl1pPr>
                    <a:defRPr sz="2000">
                      <a:solidFill>
                        <a:srgbClr val="9A0000"/>
                      </a:solidFill>
                      <a:latin typeface="汉仪尚巍手书W" panose="00020600040101010101" pitchFamily="18" charset="-122"/>
                      <a:ea typeface="汉仪尚巍手书W" panose="00020600040101010101" pitchFamily="18" charset="-122"/>
                      <a:cs typeface="汉仪全唐诗简" panose="00020600040101010101" pitchFamily="18" charset="-122"/>
                    </a:defRPr>
                  </a:lvl1pPr>
                </a:lstStyle>
                <a:p>
                  <a:pPr algn="ctr"/>
                  <a:r>
                    <a:rPr lang="zh-CN" altLang="en-US" sz="1800" dirty="0">
                      <a:solidFill>
                        <a:srgbClr val="FFE3C1"/>
                      </a:solidFill>
                      <a:latin typeface="汉仪书宋一简" panose="02010600000101010101" pitchFamily="2" charset="-122"/>
                      <a:ea typeface="汉仪书宋一简" panose="02010600000101010101" pitchFamily="2" charset="-122"/>
                    </a:rPr>
                    <a:t>发展过程</a:t>
                  </a:r>
                  <a:endParaRPr lang="zh-CN" altLang="en-US" sz="1800" dirty="0">
                    <a:solidFill>
                      <a:srgbClr val="FFE3C1"/>
                    </a:solidFill>
                    <a:latin typeface="汉仪书宋一简" panose="02010600000101010101" pitchFamily="2" charset="-122"/>
                    <a:ea typeface="汉仪书宋一简" panose="02010600000101010101" pitchFamily="2" charset="-122"/>
                  </a:endParaRPr>
                </a:p>
              </p:txBody>
            </p:sp>
          </p:grpSp>
        </p:grpSp>
      </p:grpSp>
      <p:sp>
        <p:nvSpPr>
          <p:cNvPr id="52" name="文本框 51"/>
          <p:cNvSpPr txBox="1"/>
          <p:nvPr/>
        </p:nvSpPr>
        <p:spPr>
          <a:xfrm>
            <a:off x="1475813" y="2789296"/>
            <a:ext cx="800219" cy="1516119"/>
          </a:xfrm>
          <a:prstGeom prst="rect">
            <a:avLst/>
          </a:prstGeom>
          <a:noFill/>
        </p:spPr>
        <p:txBody>
          <a:bodyPr vert="eaVert" wrap="square" rtlCol="0">
            <a:spAutoFit/>
          </a:bodyPr>
          <a:lstStyle/>
          <a:p>
            <a:pPr algn="ctr"/>
            <a:r>
              <a:rPr lang="zh-CN" altLang="en-US" sz="2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29341" y="349464"/>
            <a:ext cx="4133319" cy="584775"/>
          </a:xfrm>
          <a:prstGeom prst="rect">
            <a:avLst/>
          </a:prstGeom>
          <a:noFill/>
        </p:spPr>
        <p:txBody>
          <a:bodyPr vert="horz" wrap="square" rtlCol="0">
            <a:spAutoFit/>
          </a:bodyPr>
          <a:lstStyle/>
          <a:p>
            <a:pPr algn="ctr"/>
            <a:r>
              <a:rPr lang="zh-CN" altLang="en-US" sz="32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32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nvGrpSpPr>
          <p:cNvPr id="13" name="组合 12"/>
          <p:cNvGrpSpPr/>
          <p:nvPr/>
        </p:nvGrpSpPr>
        <p:grpSpPr>
          <a:xfrm>
            <a:off x="902775" y="1597794"/>
            <a:ext cx="10386451" cy="4321743"/>
            <a:chOff x="1038736" y="1597794"/>
            <a:chExt cx="10386451" cy="4321743"/>
          </a:xfrm>
        </p:grpSpPr>
        <p:grpSp>
          <p:nvGrpSpPr>
            <p:cNvPr id="8" name="组合 7"/>
            <p:cNvGrpSpPr/>
            <p:nvPr/>
          </p:nvGrpSpPr>
          <p:grpSpPr>
            <a:xfrm>
              <a:off x="1038736" y="1597794"/>
              <a:ext cx="4070675" cy="4321743"/>
              <a:chOff x="1038736" y="1703672"/>
              <a:chExt cx="4070675" cy="4321743"/>
            </a:xfrm>
          </p:grpSpPr>
          <p:pic>
            <p:nvPicPr>
              <p:cNvPr id="22" name="图片 21"/>
              <p:cNvPicPr>
                <a:picLocks noChangeAspect="1"/>
              </p:cNvPicPr>
              <p:nvPr/>
            </p:nvPicPr>
            <p:blipFill rotWithShape="1">
              <a:blip r:embed="rId1" cstate="print">
                <a:extLst>
                  <a:ext uri="{28A0092B-C50C-407E-A947-70E740481C1C}">
                    <a14:useLocalDpi xmlns:a14="http://schemas.microsoft.com/office/drawing/2010/main" val="0"/>
                  </a:ext>
                </a:extLst>
              </a:blip>
              <a:srcRect l="10195" t="739" r="10149"/>
              <a:stretch>
                <a:fillRect/>
              </a:stretch>
            </p:blipFill>
            <p:spPr>
              <a:xfrm>
                <a:off x="1038736" y="2176139"/>
                <a:ext cx="4070675" cy="3381743"/>
              </a:xfrm>
              <a:custGeom>
                <a:avLst/>
                <a:gdLst>
                  <a:gd name="connsiteX0" fmla="*/ 190020 w 4070675"/>
                  <a:gd name="connsiteY0" fmla="*/ 0 h 3381743"/>
                  <a:gd name="connsiteX1" fmla="*/ 3880655 w 4070675"/>
                  <a:gd name="connsiteY1" fmla="*/ 0 h 3381743"/>
                  <a:gd name="connsiteX2" fmla="*/ 4070675 w 4070675"/>
                  <a:gd name="connsiteY2" fmla="*/ 190020 h 3381743"/>
                  <a:gd name="connsiteX3" fmla="*/ 4070675 w 4070675"/>
                  <a:gd name="connsiteY3" fmla="*/ 3191723 h 3381743"/>
                  <a:gd name="connsiteX4" fmla="*/ 3880655 w 4070675"/>
                  <a:gd name="connsiteY4" fmla="*/ 3381743 h 3381743"/>
                  <a:gd name="connsiteX5" fmla="*/ 190020 w 4070675"/>
                  <a:gd name="connsiteY5" fmla="*/ 3381743 h 3381743"/>
                  <a:gd name="connsiteX6" fmla="*/ 0 w 4070675"/>
                  <a:gd name="connsiteY6" fmla="*/ 3191723 h 3381743"/>
                  <a:gd name="connsiteX7" fmla="*/ 0 w 4070675"/>
                  <a:gd name="connsiteY7" fmla="*/ 190020 h 3381743"/>
                  <a:gd name="connsiteX8" fmla="*/ 190020 w 4070675"/>
                  <a:gd name="connsiteY8" fmla="*/ 0 h 338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0675" h="3381743">
                    <a:moveTo>
                      <a:pt x="190020" y="0"/>
                    </a:moveTo>
                    <a:lnTo>
                      <a:pt x="3880655" y="0"/>
                    </a:lnTo>
                    <a:cubicBezTo>
                      <a:pt x="3985600" y="0"/>
                      <a:pt x="4070675" y="85075"/>
                      <a:pt x="4070675" y="190020"/>
                    </a:cubicBezTo>
                    <a:lnTo>
                      <a:pt x="4070675" y="3191723"/>
                    </a:lnTo>
                    <a:cubicBezTo>
                      <a:pt x="4070675" y="3296668"/>
                      <a:pt x="3985600" y="3381743"/>
                      <a:pt x="3880655" y="3381743"/>
                    </a:cubicBezTo>
                    <a:lnTo>
                      <a:pt x="190020" y="3381743"/>
                    </a:lnTo>
                    <a:cubicBezTo>
                      <a:pt x="85075" y="3381743"/>
                      <a:pt x="0" y="3296668"/>
                      <a:pt x="0" y="3191723"/>
                    </a:cubicBezTo>
                    <a:lnTo>
                      <a:pt x="0" y="190020"/>
                    </a:lnTo>
                    <a:cubicBezTo>
                      <a:pt x="0" y="85075"/>
                      <a:pt x="85075" y="0"/>
                      <a:pt x="190020" y="0"/>
                    </a:cubicBezTo>
                    <a:close/>
                  </a:path>
                </a:pathLst>
              </a:custGeom>
            </p:spPr>
          </p:pic>
          <p:sp>
            <p:nvSpPr>
              <p:cNvPr id="7" name="上下箭头 6"/>
              <p:cNvSpPr/>
              <p:nvPr/>
            </p:nvSpPr>
            <p:spPr>
              <a:xfrm>
                <a:off x="3859731" y="1703672"/>
                <a:ext cx="943275" cy="4321743"/>
              </a:xfrm>
              <a:prstGeom prst="upDownArrow">
                <a:avLst/>
              </a:prstGeom>
              <a:solidFill>
                <a:srgbClr val="921F1F"/>
              </a:solidFill>
              <a:ln>
                <a:solidFill>
                  <a:srgbClr val="FFD3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4085147" y="2306848"/>
                <a:ext cx="492443" cy="3115390"/>
              </a:xfrm>
              <a:prstGeom prst="rect">
                <a:avLst/>
              </a:prstGeom>
              <a:noFill/>
            </p:spPr>
            <p:txBody>
              <a:bodyPr vert="eaVert" wrap="square" rtlCol="0">
                <a:spAutoFit/>
              </a:bodyPr>
              <a:lstStyle/>
              <a:p>
                <a:pPr algn="ctr"/>
                <a:r>
                  <a:rPr lang="zh-CN" altLang="en-US" sz="20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爱国的思想觉悟</a:t>
                </a:r>
                <a:endParaRPr lang="zh-CN" altLang="en-US" sz="20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12" name="组合 11"/>
            <p:cNvGrpSpPr/>
            <p:nvPr/>
          </p:nvGrpSpPr>
          <p:grpSpPr>
            <a:xfrm>
              <a:off x="5513079" y="1731855"/>
              <a:ext cx="5912108" cy="4053621"/>
              <a:chOff x="5513079" y="1731707"/>
              <a:chExt cx="5912108" cy="4053621"/>
            </a:xfrm>
          </p:grpSpPr>
          <p:grpSp>
            <p:nvGrpSpPr>
              <p:cNvPr id="10" name="组合 9"/>
              <p:cNvGrpSpPr/>
              <p:nvPr/>
            </p:nvGrpSpPr>
            <p:grpSpPr>
              <a:xfrm>
                <a:off x="5513079" y="1731707"/>
                <a:ext cx="5912108" cy="1107996"/>
                <a:chOff x="5513079" y="1731707"/>
                <a:chExt cx="5912108" cy="1107996"/>
              </a:xfrm>
            </p:grpSpPr>
            <p:sp>
              <p:nvSpPr>
                <p:cNvPr id="28" name="文本框 27"/>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9" name="文本框 28"/>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0" name="组合 29"/>
              <p:cNvGrpSpPr/>
              <p:nvPr/>
            </p:nvGrpSpPr>
            <p:grpSpPr>
              <a:xfrm>
                <a:off x="5513079" y="3204519"/>
                <a:ext cx="5912108" cy="1107996"/>
                <a:chOff x="5513079" y="1731707"/>
                <a:chExt cx="5912108" cy="1107996"/>
              </a:xfrm>
            </p:grpSpPr>
            <p:sp>
              <p:nvSpPr>
                <p:cNvPr id="31" name="文本框 30"/>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2" name="文本框 31"/>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nvGrpSpPr>
              <p:cNvPr id="33" name="组合 32"/>
              <p:cNvGrpSpPr/>
              <p:nvPr/>
            </p:nvGrpSpPr>
            <p:grpSpPr>
              <a:xfrm>
                <a:off x="5513079" y="4677332"/>
                <a:ext cx="5912108" cy="1107996"/>
                <a:chOff x="5513079" y="1731707"/>
                <a:chExt cx="5912108" cy="1107996"/>
              </a:xfrm>
            </p:grpSpPr>
            <p:sp>
              <p:nvSpPr>
                <p:cNvPr id="34" name="文本框 33"/>
                <p:cNvSpPr txBox="1"/>
                <p:nvPr/>
              </p:nvSpPr>
              <p:spPr>
                <a:xfrm>
                  <a:off x="5513079" y="2101039"/>
                  <a:ext cx="5912108" cy="738664"/>
                </a:xfrm>
                <a:prstGeom prst="rect">
                  <a:avLst/>
                </a:prstGeom>
                <a:noFill/>
              </p:spPr>
              <p:txBody>
                <a:bodyPr wrap="square" rtlCol="0">
                  <a:spAutoFit/>
                </a:bodyPr>
                <a:lstStyle>
                  <a:defPPr>
                    <a:defRPr lang="zh-CN"/>
                  </a:defPPr>
                  <a:lvl1pPr>
                    <a:defRPr sz="4800" b="1">
                      <a:gradFill>
                        <a:gsLst>
                          <a:gs pos="85000">
                            <a:srgbClr val="E57F60"/>
                          </a:gs>
                          <a:gs pos="0">
                            <a:srgbClr val="B9031E"/>
                          </a:gs>
                          <a:gs pos="100000">
                            <a:srgbClr val="FADB7E"/>
                          </a:gs>
                        </a:gsLst>
                        <a:lin ang="5400000" scaled="1"/>
                      </a:gradFill>
                      <a:latin typeface="汉仪长宋简" panose="02010600000101010101" pitchFamily="2" charset="-122"/>
                      <a:ea typeface="汉仪长宋简" panose="02010600000101010101" pitchFamily="2" charset="-122"/>
                      <a:cs typeface="阿里巴巴普惠体 B" panose="00020600040101010101" pitchFamily="18" charset="-122"/>
                    </a:defRPr>
                  </a:lvl1pPr>
                </a:lstStyle>
                <a:p>
                  <a:pPr>
                    <a:lnSpc>
                      <a:spcPct val="150000"/>
                    </a:lnSpc>
                  </a:pPr>
                  <a:r>
                    <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单击此处输入你的正文，文字是您思想的提炼，为了最终演示发布的良好效果尽量言简意赅的阐述观点单击此处输入你的</a:t>
                  </a:r>
                  <a:r>
                    <a:rPr lang="zh-CN" altLang="en-US" sz="1400" b="0" dirty="0" smtClean="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正文</a:t>
                  </a:r>
                  <a:endParaRPr lang="zh-CN" altLang="en-US" sz="1400" b="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35" name="文本框 34"/>
                <p:cNvSpPr txBox="1"/>
                <p:nvPr/>
              </p:nvSpPr>
              <p:spPr>
                <a:xfrm>
                  <a:off x="5513080" y="1731707"/>
                  <a:ext cx="1415772" cy="338554"/>
                </a:xfrm>
                <a:prstGeom prst="rect">
                  <a:avLst/>
                </a:prstGeom>
                <a:noFill/>
              </p:spPr>
              <p:txBody>
                <a:bodyPr wrap="none" rtlCol="0">
                  <a:spAutoFit/>
                </a:bodyPr>
                <a:lstStyle>
                  <a:defPPr>
                    <a:defRPr lang="zh-CN"/>
                  </a:defPPr>
                  <a:lvl1pPr algn="ctr">
                    <a:defRPr sz="7200">
                      <a:solidFill>
                        <a:srgbClr val="00487B"/>
                      </a:solidFill>
                      <a:latin typeface="汉仪雪君体简" panose="02010600000101010101" pitchFamily="2" charset="-122"/>
                      <a:ea typeface="汉仪雪君体简" panose="02010600000101010101" pitchFamily="2" charset="-122"/>
                    </a:defRPr>
                  </a:lvl1pPr>
                </a:lstStyle>
                <a:p>
                  <a:pPr algn="l"/>
                  <a:r>
                    <a:rPr lang="zh-CN" altLang="en-US" sz="1600" b="1"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爱国思想觉悟</a:t>
                  </a:r>
                  <a:endParaRPr lang="zh-CN" altLang="en-US" sz="1600" b="1"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grp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7080"/>
          <a:stretch>
            <a:fillRect/>
          </a:stretch>
        </p:blipFill>
        <p:spPr>
          <a:xfrm>
            <a:off x="-38501" y="-594"/>
            <a:ext cx="12230501" cy="6858594"/>
          </a:xfrm>
          <a:prstGeom prst="rect">
            <a:avLst/>
          </a:prstGeom>
        </p:spPr>
      </p:pic>
      <p:sp>
        <p:nvSpPr>
          <p:cNvPr id="32" name="矩形 31"/>
          <p:cNvSpPr/>
          <p:nvPr/>
        </p:nvSpPr>
        <p:spPr>
          <a:xfrm>
            <a:off x="-38501" y="-12352"/>
            <a:ext cx="12230501" cy="6870351"/>
          </a:xfrm>
          <a:prstGeom prst="rect">
            <a:avLst/>
          </a:prstGeom>
          <a:solidFill>
            <a:srgbClr val="921F1F">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335997" y="1778248"/>
            <a:ext cx="7447280" cy="1445260"/>
          </a:xfrm>
          <a:prstGeom prst="rect">
            <a:avLst/>
          </a:prstGeom>
          <a:noFill/>
        </p:spPr>
        <p:txBody>
          <a:bodyPr wrap="none" rtlCol="0">
            <a:spAutoFit/>
          </a:bodyPr>
          <a:lstStyle/>
          <a:p>
            <a:r>
              <a:rPr lang="zh-CN" altLang="en-US" sz="6600" dirty="0" smtClean="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非常感谢</a:t>
            </a:r>
            <a:r>
              <a:rPr lang="zh-CN" altLang="en-US" sz="8800" dirty="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您</a:t>
            </a:r>
            <a:r>
              <a:rPr lang="zh-CN" altLang="en-US" sz="8800" dirty="0" smtClean="0">
                <a:solidFill>
                  <a:srgbClr val="FFE3C1"/>
                </a:solidFill>
                <a:latin typeface="汉仪心海行楷W" panose="00020600040101010101" pitchFamily="18" charset="-122"/>
                <a:ea typeface="汉仪心海行楷W" panose="00020600040101010101" pitchFamily="18" charset="-122"/>
                <a:cs typeface="汉仪全唐诗简" panose="00020600040101010101" pitchFamily="18" charset="-122"/>
              </a:rPr>
              <a:t>们</a:t>
            </a:r>
            <a:r>
              <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rPr>
              <a:t>观看</a:t>
            </a:r>
            <a:endParaRPr lang="zh-CN" altLang="en-US" sz="6600" dirty="0">
              <a:solidFill>
                <a:srgbClr val="FFE3C1"/>
              </a:solidFill>
              <a:latin typeface="汉仪书宋一简" panose="02010600000101010101" pitchFamily="2" charset="-122"/>
              <a:ea typeface="汉仪书宋一简" panose="02010600000101010101" pitchFamily="2" charset="-122"/>
              <a:cs typeface="汉仪全唐诗简" panose="00020600040101010101" pitchFamily="18" charset="-122"/>
            </a:endParaRPr>
          </a:p>
        </p:txBody>
      </p:sp>
      <p:sp>
        <p:nvSpPr>
          <p:cNvPr id="20" name="文本框 19"/>
          <p:cNvSpPr txBox="1"/>
          <p:nvPr/>
        </p:nvSpPr>
        <p:spPr>
          <a:xfrm>
            <a:off x="2539465" y="3224798"/>
            <a:ext cx="7113070"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rPr>
              <a:t>单击此处输入你的正文，文字是您思想的提炼，为了最终演示发布的良好效果，请尽量言简意赅的阐述观点单击此处输入你的正文，文字是您思想的提炼单击此处输入你的正文文字是您思想的提炼</a:t>
            </a:r>
            <a:endParaRPr lang="zh-CN" altLang="en-US" sz="1400" dirty="0">
              <a:solidFill>
                <a:srgbClr val="FFE3C1"/>
              </a:solidFill>
              <a:latin typeface="汉仪全唐诗简" panose="00020600040101010101" pitchFamily="18" charset="-122"/>
              <a:ea typeface="汉仪全唐诗简" panose="00020600040101010101" pitchFamily="18" charset="-122"/>
              <a:cs typeface="汉仪全唐诗简" panose="00020600040101010101" pitchFamily="18" charset="-122"/>
            </a:endParaRPr>
          </a:p>
        </p:txBody>
      </p:sp>
      <p:sp>
        <p:nvSpPr>
          <p:cNvPr id="21" name="文本框 20"/>
          <p:cNvSpPr txBox="1"/>
          <p:nvPr/>
        </p:nvSpPr>
        <p:spPr>
          <a:xfrm>
            <a:off x="4336544" y="1135895"/>
            <a:ext cx="3518912" cy="400110"/>
          </a:xfrm>
          <a:prstGeom prst="rect">
            <a:avLst/>
          </a:prstGeom>
          <a:noFill/>
        </p:spPr>
        <p:txBody>
          <a:bodyPr wrap="none" rtlCol="0">
            <a:spAutoFit/>
          </a:bodyPr>
          <a:lstStyle/>
          <a:p>
            <a:r>
              <a:rPr lang="zh-CN" altLang="en-US" sz="2000" dirty="0" smtClean="0">
                <a:solidFill>
                  <a:srgbClr val="FFE3C1"/>
                </a:solidFill>
                <a:latin typeface="汉仪书宋一简" panose="02010600000101010101" pitchFamily="2" charset="-122"/>
                <a:ea typeface="汉仪书宋一简" panose="02010600000101010101" pitchFamily="2" charset="-122"/>
              </a:rPr>
              <a:t>中小学爱国主义党政教育模板</a:t>
            </a:r>
            <a:endParaRPr lang="zh-CN" altLang="en-US" sz="2000" dirty="0">
              <a:solidFill>
                <a:srgbClr val="FFE3C1"/>
              </a:solidFill>
              <a:latin typeface="汉仪书宋一简" panose="02010600000101010101" pitchFamily="2" charset="-122"/>
              <a:ea typeface="汉仪书宋一简" panose="02010600000101010101" pitchFamily="2" charset="-122"/>
            </a:endParaRPr>
          </a:p>
        </p:txBody>
      </p:sp>
      <p:sp>
        <p:nvSpPr>
          <p:cNvPr id="22" name="文本框 21"/>
          <p:cNvSpPr txBox="1"/>
          <p:nvPr/>
        </p:nvSpPr>
        <p:spPr>
          <a:xfrm>
            <a:off x="5285522" y="4834363"/>
            <a:ext cx="1620957" cy="338554"/>
          </a:xfrm>
          <a:prstGeom prst="rect">
            <a:avLst/>
          </a:prstGeom>
          <a:solidFill>
            <a:srgbClr val="FFE3C1"/>
          </a:solidFill>
        </p:spPr>
        <p:txBody>
          <a:bodyPr wrap="none" rtlCol="0">
            <a:spAutoFit/>
          </a:bodyPr>
          <a:lstStyle>
            <a:defPPr>
              <a:defRPr lang="zh-CN"/>
            </a:defPPr>
            <a:lvl1pPr>
              <a:defRPr sz="2000">
                <a:solidFill>
                  <a:srgbClr val="B00606"/>
                </a:solidFill>
                <a:latin typeface="汉仪书宋一简" panose="02010600000101010101" pitchFamily="2" charset="-122"/>
                <a:ea typeface="汉仪书宋一简" panose="02010600000101010101" pitchFamily="2" charset="-122"/>
              </a:defRPr>
            </a:lvl1pPr>
          </a:lstStyle>
          <a:p>
            <a:r>
              <a:rPr lang="zh-CN" altLang="en-US" sz="1600" dirty="0">
                <a:solidFill>
                  <a:srgbClr val="C00000"/>
                </a:solidFill>
              </a:rPr>
              <a:t>汇报人：稻小壳</a:t>
            </a:r>
            <a:endParaRPr lang="zh-CN" altLang="en-US" sz="1600" dirty="0">
              <a:solidFill>
                <a:srgbClr val="C00000"/>
              </a:solidFill>
            </a:endParaRPr>
          </a:p>
        </p:txBody>
      </p:sp>
      <p:cxnSp>
        <p:nvCxnSpPr>
          <p:cNvPr id="24" name="直接连接符 23"/>
          <p:cNvCxnSpPr/>
          <p:nvPr/>
        </p:nvCxnSpPr>
        <p:spPr>
          <a:xfrm flipV="1">
            <a:off x="4451350" y="101263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4451350" y="1658885"/>
            <a:ext cx="3257550" cy="3365"/>
          </a:xfrm>
          <a:prstGeom prst="line">
            <a:avLst/>
          </a:prstGeom>
          <a:ln>
            <a:solidFill>
              <a:srgbClr val="FFE3C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29" name="组合 28"/>
          <p:cNvGrpSpPr/>
          <p:nvPr/>
        </p:nvGrpSpPr>
        <p:grpSpPr>
          <a:xfrm>
            <a:off x="651566" y="3275475"/>
            <a:ext cx="3161665" cy="639445"/>
            <a:chOff x="1163" y="3615"/>
            <a:chExt cx="4979" cy="1007"/>
          </a:xfrm>
        </p:grpSpPr>
        <p:sp>
          <p:nvSpPr>
            <p:cNvPr id="31" name="文本框 30"/>
            <p:cNvSpPr txBox="1"/>
            <p:nvPr/>
          </p:nvSpPr>
          <p:spPr>
            <a:xfrm>
              <a:off x="1193" y="3615"/>
              <a:ext cx="2288" cy="339"/>
            </a:xfrm>
            <a:prstGeom prst="rect">
              <a:avLst/>
            </a:prstGeom>
            <a:noFill/>
          </p:spPr>
          <p:txBody>
            <a:bodyPr wrap="square" rtlCol="0">
              <a:sp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37" name="文本框 36"/>
            <p:cNvSpPr txBox="1"/>
            <p:nvPr/>
          </p:nvSpPr>
          <p:spPr>
            <a:xfrm>
              <a:off x="1163" y="3992"/>
              <a:ext cx="4972" cy="630"/>
            </a:xfrm>
            <a:prstGeom prst="rect">
              <a:avLst/>
            </a:prstGeom>
            <a:noFill/>
          </p:spPr>
          <p:txBody>
            <a:bodyPr wrap="square" rtlCol="0">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汉仪全唐诗简</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38" name="直接连接符 37"/>
            <p:cNvCxnSpPr/>
            <p:nvPr/>
          </p:nvCxnSpPr>
          <p:spPr>
            <a:xfrm>
              <a:off x="1323"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651566" y="2341219"/>
            <a:ext cx="3161665" cy="640715"/>
            <a:chOff x="1022" y="3613"/>
            <a:chExt cx="4979" cy="1009"/>
          </a:xfrm>
        </p:grpSpPr>
        <p:sp>
          <p:nvSpPr>
            <p:cNvPr id="18" name="文本框 17"/>
            <p:cNvSpPr txBox="1"/>
            <p:nvPr/>
          </p:nvSpPr>
          <p:spPr>
            <a:xfrm>
              <a:off x="1051" y="3613"/>
              <a:ext cx="1702" cy="344"/>
            </a:xfrm>
            <a:prstGeom prst="rect">
              <a:avLst/>
            </a:prstGeom>
            <a:noFill/>
          </p:spPr>
          <p:txBody>
            <a:bodyPr wrap="square" rtlCol="0" anchor="t">
              <a:no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24" name="文本框 23"/>
            <p:cNvSpPr txBox="1"/>
            <p:nvPr/>
          </p:nvSpPr>
          <p:spPr>
            <a:xfrm>
              <a:off x="1022" y="3992"/>
              <a:ext cx="4972" cy="630"/>
            </a:xfrm>
            <a:prstGeom prst="rect">
              <a:avLst/>
            </a:prstGeom>
            <a:noFill/>
          </p:spPr>
          <p:txBody>
            <a:bodyPr wrap="square" rtlCol="0" anchor="t">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汉仪书宋一简</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25" name="直接连接符 24"/>
            <p:cNvCxnSpPr/>
            <p:nvPr/>
          </p:nvCxnSpPr>
          <p:spPr>
            <a:xfrm>
              <a:off x="1182"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0" y="546736"/>
            <a:ext cx="7324090" cy="467995"/>
            <a:chOff x="0" y="861"/>
            <a:chExt cx="11534" cy="737"/>
          </a:xfrm>
        </p:grpSpPr>
        <p:sp>
          <p:nvSpPr>
            <p:cNvPr id="12" name="矩形 11"/>
            <p:cNvSpPr/>
            <p:nvPr/>
          </p:nvSpPr>
          <p:spPr>
            <a:xfrm>
              <a:off x="0" y="861"/>
              <a:ext cx="170" cy="737"/>
            </a:xfrm>
            <a:prstGeom prst="rect">
              <a:avLst/>
            </a:prstGeom>
            <a:solidFill>
              <a:srgbClr val="FF28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黑体" panose="02010609060101010101" charset="-122"/>
              </a:endParaRPr>
            </a:p>
          </p:txBody>
        </p:sp>
        <p:sp>
          <p:nvSpPr>
            <p:cNvPr id="13" name="文本框 12"/>
            <p:cNvSpPr txBox="1"/>
            <p:nvPr/>
          </p:nvSpPr>
          <p:spPr>
            <a:xfrm>
              <a:off x="166" y="869"/>
              <a:ext cx="6631" cy="724"/>
            </a:xfrm>
            <a:prstGeom prst="rect">
              <a:avLst/>
            </a:prstGeom>
            <a:noFill/>
          </p:spPr>
          <p:txBody>
            <a:bodyPr wrap="square" rtlCol="0">
              <a:noAutofit/>
            </a:bodyPr>
            <a:lstStyle/>
            <a:p>
              <a:r>
                <a:rPr lang="zh-CN" altLang="en-US" sz="2400" b="1">
                  <a:solidFill>
                    <a:srgbClr val="222222"/>
                  </a:solidFill>
                  <a:latin typeface="黑体" panose="02010609060101010101" charset="-122"/>
                  <a:ea typeface="黑体" panose="02010609060101010101" charset="-122"/>
                  <a:cs typeface="黑体" panose="02010609060101010101" charset="-122"/>
                </a:rPr>
                <a:t>稻壳儿</a:t>
              </a:r>
              <a:r>
                <a:rPr lang="en-US" altLang="zh-CN" sz="2400" b="1">
                  <a:solidFill>
                    <a:srgbClr val="222222"/>
                  </a:solidFill>
                  <a:latin typeface="黑体" panose="02010609060101010101" charset="-122"/>
                  <a:ea typeface="黑体" panose="02010609060101010101" charset="-122"/>
                  <a:cs typeface="黑体" panose="02010609060101010101" charset="-122"/>
                </a:rPr>
                <a:t>PPT</a:t>
              </a:r>
              <a:r>
                <a:rPr lang="zh-CN" altLang="en-US" sz="2400" b="1">
                  <a:solidFill>
                    <a:srgbClr val="222222"/>
                  </a:solidFill>
                  <a:latin typeface="黑体" panose="02010609060101010101" charset="-122"/>
                  <a:ea typeface="黑体" panose="02010609060101010101" charset="-122"/>
                  <a:cs typeface="黑体" panose="02010609060101010101" charset="-122"/>
                </a:rPr>
                <a:t>模板使用说明</a:t>
              </a:r>
              <a:endParaRPr lang="zh-CN" altLang="en-US" sz="2400" b="1">
                <a:solidFill>
                  <a:srgbClr val="222222"/>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5474" y="1013"/>
              <a:ext cx="6060" cy="436"/>
            </a:xfrm>
            <a:prstGeom prst="rect">
              <a:avLst/>
            </a:prstGeom>
            <a:noFill/>
          </p:spPr>
          <p:txBody>
            <a:bodyPr wrap="square" rtlCol="0">
              <a:spAutoFit/>
            </a:bodyPr>
            <a:lstStyle/>
            <a:p>
              <a:r>
                <a:rPr lang="zh-CN" altLang="en-US" sz="1200" spc="100">
                  <a:solidFill>
                    <a:srgbClr val="222222">
                      <a:alpha val="60000"/>
                    </a:srgbClr>
                  </a:solidFill>
                  <a:latin typeface="黑体" panose="02010609060101010101" charset="-122"/>
                  <a:ea typeface="黑体" panose="02010609060101010101" charset="-122"/>
                  <a:cs typeface="黑体" panose="02010609060101010101" charset="-122"/>
                </a:rPr>
                <a:t>（本页为说明页，用户使用模板时可删除本页内容）</a:t>
              </a:r>
              <a:endParaRPr lang="zh-CN" altLang="en-US" sz="1200" spc="100">
                <a:solidFill>
                  <a:srgbClr val="222222">
                    <a:alpha val="60000"/>
                  </a:srgbClr>
                </a:solidFill>
                <a:latin typeface="黑体" panose="02010609060101010101" charset="-122"/>
                <a:ea typeface="黑体" panose="02010609060101010101" charset="-122"/>
                <a:cs typeface="黑体" panose="02010609060101010101" charset="-122"/>
              </a:endParaRPr>
            </a:p>
          </p:txBody>
        </p:sp>
      </p:grpSp>
      <p:sp>
        <p:nvSpPr>
          <p:cNvPr id="56" name="文本框 55"/>
          <p:cNvSpPr txBox="1"/>
          <p:nvPr/>
        </p:nvSpPr>
        <p:spPr>
          <a:xfrm>
            <a:off x="631191" y="5476232"/>
            <a:ext cx="3298190" cy="577659"/>
          </a:xfrm>
          <a:prstGeom prst="rect">
            <a:avLst/>
          </a:prstGeom>
          <a:noFill/>
        </p:spPr>
        <p:txBody>
          <a:bodyPr wrap="square" rtlCol="0">
            <a:spAutoFit/>
          </a:bodyPr>
          <a:lstStyle/>
          <a:p>
            <a:pPr algn="l" fontAlgn="auto">
              <a:lnSpc>
                <a:spcPct val="150000"/>
              </a:lnSpc>
            </a:pP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rPr>
              <a:t>【说明】</a:t>
            </a:r>
            <a:endPar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endParaRPr>
          </a:p>
          <a:p>
            <a:pPr defTabSz="0">
              <a:lnSpc>
                <a:spcPct val="150000"/>
              </a:lnSpc>
            </a:pPr>
            <a:r>
              <a:rPr sz="700" dirty="0" err="1">
                <a:solidFill>
                  <a:srgbClr val="222222">
                    <a:alpha val="60000"/>
                  </a:srgbClr>
                </a:solidFill>
                <a:latin typeface="黑体" panose="02010609060101010101" charset="-122"/>
                <a:ea typeface="黑体" panose="02010609060101010101" charset="-122"/>
                <a:cs typeface="黑体" panose="02010609060101010101" charset="-122"/>
                <a:sym typeface="黑体" panose="02010609060101010101" charset="-122"/>
              </a:rPr>
              <a:t>模板中使用的字体</a:t>
            </a: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sz="700" dirty="0" err="1">
                <a:solidFill>
                  <a:srgbClr val="222222">
                    <a:alpha val="60000"/>
                  </a:srgbClr>
                </a:solidFill>
                <a:latin typeface="黑体" panose="02010609060101010101" charset="-122"/>
                <a:ea typeface="黑体" panose="02010609060101010101" charset="-122"/>
                <a:cs typeface="黑体" panose="02010609060101010101" charset="-122"/>
                <a:sym typeface="黑体" panose="02010609060101010101" charset="-122"/>
              </a:rPr>
              <a:t>仅限于个人学习、研究或欣赏目的使用，如需商用请您自</a:t>
            </a:r>
            <a:r>
              <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rPr>
              <a:t>行向版权方购买、获取商用版权。</a:t>
            </a:r>
            <a:endParaRPr lang="zh-CN" altLang="en-US" sz="700" dirty="0">
              <a:solidFill>
                <a:srgbClr val="222222">
                  <a:alpha val="60000"/>
                </a:srgbClr>
              </a:solidFill>
              <a:latin typeface="黑体" panose="02010609060101010101" charset="-122"/>
              <a:ea typeface="黑体" panose="02010609060101010101" charset="-122"/>
              <a:cs typeface="黑体" panose="02010609060101010101" charset="-122"/>
            </a:endParaRPr>
          </a:p>
        </p:txBody>
      </p:sp>
      <p:cxnSp>
        <p:nvCxnSpPr>
          <p:cNvPr id="57" name="直接连接符 56"/>
          <p:cNvCxnSpPr/>
          <p:nvPr/>
        </p:nvCxnSpPr>
        <p:spPr>
          <a:xfrm>
            <a:off x="4179570" y="2048511"/>
            <a:ext cx="0" cy="4319905"/>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78" name="组合 77"/>
          <p:cNvGrpSpPr/>
          <p:nvPr/>
        </p:nvGrpSpPr>
        <p:grpSpPr>
          <a:xfrm>
            <a:off x="4480560" y="2218057"/>
            <a:ext cx="3230880" cy="696595"/>
            <a:chOff x="7197" y="4715"/>
            <a:chExt cx="5088" cy="1097"/>
          </a:xfrm>
        </p:grpSpPr>
        <p:sp>
          <p:nvSpPr>
            <p:cNvPr id="75" name="文本框 74"/>
            <p:cNvSpPr txBox="1"/>
            <p:nvPr/>
          </p:nvSpPr>
          <p:spPr>
            <a:xfrm>
              <a:off x="7197" y="4715"/>
              <a:ext cx="1287" cy="388"/>
            </a:xfrm>
            <a:prstGeom prst="rect">
              <a:avLst/>
            </a:prstGeom>
            <a:noFill/>
          </p:spPr>
          <p:txBody>
            <a:bodyPr wrap="square" rtlCol="0">
              <a:spAutoFit/>
            </a:bodyPr>
            <a:lstStyle/>
            <a:p>
              <a:pPr algn="l"/>
              <a:r>
                <a:rPr lang="zh-CN" altLang="en-US" sz="1000" b="1" dirty="0">
                  <a:solidFill>
                    <a:srgbClr val="222222"/>
                  </a:solidFill>
                  <a:latin typeface="黑体" panose="02010609060101010101" charset="-122"/>
                  <a:ea typeface="黑体" panose="02010609060101010101" charset="-122"/>
                  <a:cs typeface="黑体" panose="02010609060101010101" charset="-122"/>
                </a:rPr>
                <a:t>图片</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rPr>
                <a:t>：</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77" name="文本框 76"/>
            <p:cNvSpPr txBox="1"/>
            <p:nvPr/>
          </p:nvSpPr>
          <p:spPr>
            <a:xfrm>
              <a:off x="7197" y="5101"/>
              <a:ext cx="5088" cy="711"/>
            </a:xfrm>
            <a:prstGeom prst="rect">
              <a:avLst/>
            </a:prstGeom>
            <a:noFill/>
          </p:spPr>
          <p:txBody>
            <a:bodyPr wrap="square" rtlCol="0">
              <a:spAutoFit/>
            </a:bodyPr>
            <a:lstStyle/>
            <a:p>
              <a:pPr>
                <a:lnSpc>
                  <a:spcPts val="1400"/>
                </a:lnSpc>
              </a:pP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模板中使用的素材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插画来源于【</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en-US" altLang="zh-CN" sz="800" dirty="0" err="1">
                  <a:solidFill>
                    <a:srgbClr val="222222">
                      <a:alpha val="60000"/>
                    </a:srgbClr>
                  </a:solidFill>
                  <a:latin typeface="黑体" panose="02010609060101010101" charset="-122"/>
                  <a:ea typeface="黑体" panose="02010609060101010101" charset="-122"/>
                  <a:cs typeface="黑体" panose="02010609060101010101" charset="-122"/>
                </a:rPr>
                <a:t>Pexels</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】，该素材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插画具有CC0共享协议，您可在遵循CC0共享协议的情况下使用。</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grpSp>
      <p:cxnSp>
        <p:nvCxnSpPr>
          <p:cNvPr id="85" name="直接连接符 84"/>
          <p:cNvCxnSpPr/>
          <p:nvPr/>
        </p:nvCxnSpPr>
        <p:spPr>
          <a:xfrm>
            <a:off x="8001635" y="2048511"/>
            <a:ext cx="0" cy="4319905"/>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291196" y="1403351"/>
            <a:ext cx="3253105" cy="4365625"/>
            <a:chOff x="13198" y="2210"/>
            <a:chExt cx="5123" cy="6875"/>
          </a:xfrm>
        </p:grpSpPr>
        <p:grpSp>
          <p:nvGrpSpPr>
            <p:cNvPr id="90" name="组合 89"/>
            <p:cNvGrpSpPr/>
            <p:nvPr/>
          </p:nvGrpSpPr>
          <p:grpSpPr>
            <a:xfrm>
              <a:off x="13198" y="2210"/>
              <a:ext cx="3253" cy="1018"/>
              <a:chOff x="1213" y="2210"/>
              <a:chExt cx="3253" cy="1018"/>
            </a:xfrm>
          </p:grpSpPr>
          <p:sp>
            <p:nvSpPr>
              <p:cNvPr id="91" name="文本框 90"/>
              <p:cNvSpPr txBox="1"/>
              <p:nvPr/>
            </p:nvSpPr>
            <p:spPr>
              <a:xfrm>
                <a:off x="1213"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03</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92" name="文本框 91"/>
              <p:cNvSpPr txBox="1"/>
              <p:nvPr/>
            </p:nvSpPr>
            <p:spPr>
              <a:xfrm>
                <a:off x="2180"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母版说明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sp>
          <p:nvSpPr>
            <p:cNvPr id="95" name="文本框 94"/>
            <p:cNvSpPr txBox="1"/>
            <p:nvPr/>
          </p:nvSpPr>
          <p:spPr>
            <a:xfrm>
              <a:off x="13233" y="3478"/>
              <a:ext cx="5088" cy="670"/>
            </a:xfrm>
            <a:prstGeom prst="rect">
              <a:avLst/>
            </a:prstGeom>
            <a:noFill/>
          </p:spPr>
          <p:txBody>
            <a:bodyPr wrap="square" rtlCol="0">
              <a:spAutoFit/>
            </a:bodyPr>
            <a:lstStyle/>
            <a:p>
              <a:pPr>
                <a:lnSpc>
                  <a:spcPts val="1300"/>
                </a:lnSpc>
              </a:pP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使用本套PPT模板时，若在操作界面鼠标不可选取的内容，可以在幻灯片母版中进行查看和编辑，具体操作如下：</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endParaRPr>
            </a:p>
          </p:txBody>
        </p:sp>
        <p:sp>
          <p:nvSpPr>
            <p:cNvPr id="97" name="文本框 96"/>
            <p:cNvSpPr txBox="1"/>
            <p:nvPr/>
          </p:nvSpPr>
          <p:spPr>
            <a:xfrm>
              <a:off x="13199" y="4314"/>
              <a:ext cx="5088" cy="994"/>
            </a:xfrm>
            <a:prstGeom prst="rect">
              <a:avLst/>
            </a:prstGeom>
            <a:noFill/>
          </p:spPr>
          <p:txBody>
            <a:bodyPr wrap="square" rtlCol="0">
              <a:spAutoFit/>
            </a:bodyPr>
            <a:lstStyle/>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1、点击【视图】</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2、选择【幻灯片母版】，即可查看母版内容</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a:p>
              <a:pPr>
                <a:lnSpc>
                  <a:spcPts val="1400"/>
                </a:lnSpc>
              </a:pPr>
              <a:r>
                <a:rPr lang="zh-CN" altLang="en-US" sz="800" b="1">
                  <a:solidFill>
                    <a:srgbClr val="222222"/>
                  </a:solidFill>
                  <a:latin typeface="黑体" panose="02010609060101010101" charset="-122"/>
                  <a:ea typeface="黑体" panose="02010609060101010101" charset="-122"/>
                  <a:cs typeface="黑体" panose="02010609060101010101" charset="-122"/>
                  <a:sym typeface="+mn-ea"/>
                </a:rPr>
                <a:t>3、查看/编辑完成后，点击【关闭】即可</a:t>
              </a:r>
              <a:endParaRPr lang="zh-CN" altLang="en-US" sz="800" b="1">
                <a:solidFill>
                  <a:srgbClr val="222222"/>
                </a:solidFill>
                <a:latin typeface="黑体" panose="02010609060101010101" charset="-122"/>
                <a:ea typeface="黑体" panose="02010609060101010101" charset="-122"/>
                <a:cs typeface="黑体" panose="02010609060101010101" charset="-122"/>
                <a:sym typeface="+mn-ea"/>
              </a:endParaRPr>
            </a:p>
          </p:txBody>
        </p:sp>
        <p:pic>
          <p:nvPicPr>
            <p:cNvPr id="105" name="图片 104" descr="母版说明配图"/>
            <p:cNvPicPr>
              <a:picLocks noChangeAspect="1"/>
            </p:cNvPicPr>
            <p:nvPr/>
          </p:nvPicPr>
          <p:blipFill>
            <a:blip r:embed="rId1"/>
            <a:stretch>
              <a:fillRect/>
            </a:stretch>
          </p:blipFill>
          <p:spPr>
            <a:xfrm>
              <a:off x="13347" y="5578"/>
              <a:ext cx="4825" cy="3507"/>
            </a:xfrm>
            <a:prstGeom prst="rect">
              <a:avLst/>
            </a:prstGeom>
          </p:spPr>
        </p:pic>
      </p:grpSp>
      <p:grpSp>
        <p:nvGrpSpPr>
          <p:cNvPr id="5" name="组合 4"/>
          <p:cNvGrpSpPr/>
          <p:nvPr userDrawn="1"/>
        </p:nvGrpSpPr>
        <p:grpSpPr>
          <a:xfrm>
            <a:off x="650875" y="1403348"/>
            <a:ext cx="1988820" cy="646430"/>
            <a:chOff x="1025" y="2210"/>
            <a:chExt cx="3132" cy="1018"/>
          </a:xfrm>
        </p:grpSpPr>
        <p:sp>
          <p:nvSpPr>
            <p:cNvPr id="17" name="文本框 16"/>
            <p:cNvSpPr txBox="1"/>
            <p:nvPr/>
          </p:nvSpPr>
          <p:spPr>
            <a:xfrm>
              <a:off x="1025"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01</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1871"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字体说明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grpSp>
        <p:nvGrpSpPr>
          <p:cNvPr id="6" name="组合 5"/>
          <p:cNvGrpSpPr/>
          <p:nvPr userDrawn="1"/>
        </p:nvGrpSpPr>
        <p:grpSpPr>
          <a:xfrm>
            <a:off x="4480561" y="1403348"/>
            <a:ext cx="2051685" cy="646430"/>
            <a:chOff x="7056" y="2210"/>
            <a:chExt cx="3231" cy="1018"/>
          </a:xfrm>
        </p:grpSpPr>
        <p:sp>
          <p:nvSpPr>
            <p:cNvPr id="63" name="文本框 62"/>
            <p:cNvSpPr txBox="1"/>
            <p:nvPr/>
          </p:nvSpPr>
          <p:spPr>
            <a:xfrm>
              <a:off x="7056" y="2210"/>
              <a:ext cx="1555" cy="1018"/>
            </a:xfrm>
            <a:prstGeom prst="rect">
              <a:avLst/>
            </a:prstGeom>
            <a:noFill/>
          </p:spPr>
          <p:txBody>
            <a:bodyPr wrap="square" rtlCol="0">
              <a:spAutoFit/>
            </a:bodyPr>
            <a:lstStyle/>
            <a:p>
              <a:r>
                <a:rPr lang="en-US" sz="3600" b="1">
                  <a:solidFill>
                    <a:srgbClr val="FF2832"/>
                  </a:solidFill>
                  <a:latin typeface="黑体" panose="02010609060101010101" charset="-122"/>
                  <a:ea typeface="黑体" panose="02010609060101010101" charset="-122"/>
                  <a:cs typeface="黑体" panose="02010609060101010101" charset="-122"/>
                </a:rPr>
                <a:t>02</a:t>
              </a:r>
              <a:endParaRPr lang="en-US" sz="3600" b="1">
                <a:solidFill>
                  <a:srgbClr val="FF2832"/>
                </a:solidFill>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8001" y="2404"/>
              <a:ext cx="2286" cy="630"/>
            </a:xfrm>
            <a:prstGeom prst="rect">
              <a:avLst/>
            </a:prstGeom>
            <a:noFill/>
          </p:spPr>
          <p:txBody>
            <a:bodyPr wrap="square" rtlCol="0">
              <a:spAutoFit/>
            </a:bodyPr>
            <a:lstStyle/>
            <a:p>
              <a:r>
                <a:rPr lang="zh-CN" altLang="en-US" sz="2000" b="1">
                  <a:solidFill>
                    <a:srgbClr val="222222"/>
                  </a:solidFill>
                  <a:latin typeface="黑体" panose="02010609060101010101" charset="-122"/>
                  <a:ea typeface="黑体" panose="02010609060101010101" charset="-122"/>
                  <a:cs typeface="黑体" panose="02010609060101010101" charset="-122"/>
                </a:rPr>
                <a:t>素材说明</a:t>
              </a:r>
              <a:endParaRPr lang="zh-CN" altLang="en-US" sz="2000" b="1">
                <a:solidFill>
                  <a:srgbClr val="222222"/>
                </a:solidFill>
                <a:latin typeface="黑体" panose="02010609060101010101" charset="-122"/>
                <a:ea typeface="黑体" panose="02010609060101010101" charset="-122"/>
                <a:cs typeface="黑体" panose="02010609060101010101" charset="-122"/>
              </a:endParaRPr>
            </a:p>
          </p:txBody>
        </p:sp>
      </p:grpSp>
      <p:grpSp>
        <p:nvGrpSpPr>
          <p:cNvPr id="33" name="组合 32"/>
          <p:cNvGrpSpPr/>
          <p:nvPr/>
        </p:nvGrpSpPr>
        <p:grpSpPr>
          <a:xfrm>
            <a:off x="4480560" y="3369313"/>
            <a:ext cx="3230880" cy="696595"/>
            <a:chOff x="7197" y="4715"/>
            <a:chExt cx="5088" cy="1097"/>
          </a:xfrm>
        </p:grpSpPr>
        <p:sp>
          <p:nvSpPr>
            <p:cNvPr id="34" name="文本框 33"/>
            <p:cNvSpPr txBox="1"/>
            <p:nvPr/>
          </p:nvSpPr>
          <p:spPr>
            <a:xfrm>
              <a:off x="7197" y="4715"/>
              <a:ext cx="1287" cy="388"/>
            </a:xfrm>
            <a:prstGeom prst="rect">
              <a:avLst/>
            </a:prstGeom>
            <a:noFill/>
          </p:spPr>
          <p:txBody>
            <a:bodyPr wrap="square" rtlCol="0">
              <a:spAutoFit/>
            </a:bodyPr>
            <a:lstStyle/>
            <a:p>
              <a:pPr algn="l"/>
              <a:r>
                <a:rPr lang="zh-CN" altLang="en-US" sz="1000" b="1" dirty="0">
                  <a:solidFill>
                    <a:srgbClr val="222222"/>
                  </a:solidFill>
                  <a:latin typeface="黑体" panose="02010609060101010101" charset="-122"/>
                  <a:ea typeface="黑体" panose="02010609060101010101" charset="-122"/>
                  <a:cs typeface="黑体" panose="02010609060101010101" charset="-122"/>
                </a:rPr>
                <a:t>素材</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rPr>
                <a:t>：</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35" name="文本框 34"/>
            <p:cNvSpPr txBox="1"/>
            <p:nvPr/>
          </p:nvSpPr>
          <p:spPr>
            <a:xfrm>
              <a:off x="7197" y="5101"/>
              <a:ext cx="5088" cy="711"/>
            </a:xfrm>
            <a:prstGeom prst="rect">
              <a:avLst/>
            </a:prstGeom>
            <a:noFill/>
          </p:spPr>
          <p:txBody>
            <a:bodyPr wrap="square" rtlCol="0">
              <a:spAutoFit/>
            </a:bodyPr>
            <a:lstStyle/>
            <a:p>
              <a:pPr>
                <a:lnSpc>
                  <a:spcPts val="1400"/>
                </a:lnSpc>
              </a:pP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模板中使用的素材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插画来源于【</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en-US" altLang="zh-CN" sz="800" dirty="0" err="1">
                  <a:solidFill>
                    <a:srgbClr val="222222">
                      <a:alpha val="60000"/>
                    </a:srgbClr>
                  </a:solidFill>
                  <a:latin typeface="黑体" panose="02010609060101010101" charset="-122"/>
                  <a:ea typeface="黑体" panose="02010609060101010101" charset="-122"/>
                  <a:cs typeface="黑体" panose="02010609060101010101" charset="-122"/>
                </a:rPr>
                <a:t>Freepik</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rPr>
                <a:t> </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】，该素材</a:t>
              </a:r>
              <a:r>
                <a:rPr lang="en-US" altLang="zh-CN" sz="800" dirty="0">
                  <a:solidFill>
                    <a:srgbClr val="222222">
                      <a:alpha val="60000"/>
                    </a:srgbClr>
                  </a:solidFill>
                  <a:latin typeface="黑体" panose="02010609060101010101" charset="-122"/>
                  <a:ea typeface="黑体" panose="02010609060101010101" charset="-122"/>
                  <a:cs typeface="黑体" panose="02010609060101010101" charset="-122"/>
                  <a:sym typeface="+mn-ea"/>
                </a:rPr>
                <a:t>/</a:t>
              </a:r>
              <a:r>
                <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sym typeface="+mn-ea"/>
                </a:rPr>
                <a:t>插画具有CC0共享协议，您可在遵循CC0共享协议的情况下使用。</a:t>
              </a:r>
              <a:endParaRPr lang="zh-CN" altLang="en-US" sz="800" dirty="0">
                <a:solidFill>
                  <a:srgbClr val="222222">
                    <a:alpha val="60000"/>
                  </a:srgbClr>
                </a:solidFill>
                <a:latin typeface="黑体" panose="02010609060101010101" charset="-122"/>
                <a:ea typeface="黑体" panose="02010609060101010101" charset="-122"/>
                <a:cs typeface="黑体" panose="02010609060101010101" charset="-122"/>
              </a:endParaRPr>
            </a:p>
          </p:txBody>
        </p:sp>
      </p:grpSp>
      <p:grpSp>
        <p:nvGrpSpPr>
          <p:cNvPr id="8" name="组合 7"/>
          <p:cNvGrpSpPr/>
          <p:nvPr/>
        </p:nvGrpSpPr>
        <p:grpSpPr>
          <a:xfrm>
            <a:off x="652042" y="4240834"/>
            <a:ext cx="3161665" cy="639445"/>
            <a:chOff x="1163" y="3615"/>
            <a:chExt cx="4979" cy="1007"/>
          </a:xfrm>
        </p:grpSpPr>
        <p:sp>
          <p:nvSpPr>
            <p:cNvPr id="9" name="文本框 8"/>
            <p:cNvSpPr txBox="1"/>
            <p:nvPr/>
          </p:nvSpPr>
          <p:spPr>
            <a:xfrm>
              <a:off x="1193" y="3615"/>
              <a:ext cx="2288" cy="339"/>
            </a:xfrm>
            <a:prstGeom prst="rect">
              <a:avLst/>
            </a:prstGeom>
            <a:noFill/>
          </p:spPr>
          <p:txBody>
            <a:bodyPr wrap="square" rtlCol="0">
              <a:spAutoFit/>
            </a:bodyPr>
            <a:lstStyle/>
            <a:p>
              <a:pPr algn="l"/>
              <a:r>
                <a:rPr lang="zh-CN" altLang="en-US" sz="800">
                  <a:solidFill>
                    <a:srgbClr val="222222">
                      <a:alpha val="60000"/>
                    </a:srgbClr>
                  </a:solidFill>
                  <a:latin typeface="黑体" panose="02010609060101010101" charset="-122"/>
                  <a:ea typeface="黑体" panose="02010609060101010101" charset="-122"/>
                  <a:cs typeface="黑体" panose="02010609060101010101" charset="-122"/>
                </a:rPr>
                <a:t>中文｜</a:t>
              </a:r>
              <a:r>
                <a:rPr lang="zh-CN" altLang="en-US" sz="800">
                  <a:solidFill>
                    <a:srgbClr val="222222">
                      <a:alpha val="60000"/>
                    </a:srgbClr>
                  </a:solidFill>
                  <a:latin typeface="黑体" panose="02010609060101010101" charset="-122"/>
                  <a:ea typeface="黑体" panose="02010609060101010101" charset="-122"/>
                  <a:cs typeface="黑体" panose="02010609060101010101" charset="-122"/>
                  <a:sym typeface="+mn-ea"/>
                </a:rPr>
                <a:t>字体名称</a:t>
              </a:r>
              <a:endParaRPr lang="zh-CN" altLang="en-US" sz="800">
                <a:solidFill>
                  <a:srgbClr val="222222">
                    <a:alpha val="6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1163" y="3992"/>
              <a:ext cx="4972" cy="630"/>
            </a:xfrm>
            <a:prstGeom prst="rect">
              <a:avLst/>
            </a:prstGeom>
            <a:noFill/>
          </p:spPr>
          <p:txBody>
            <a:bodyPr wrap="square" rtlCol="0">
              <a:spAutoFit/>
            </a:bodyPr>
            <a:lstStyle/>
            <a:p>
              <a:r>
                <a:rPr lang="zh-CN" altLang="en-US" sz="2000" dirty="0">
                  <a:solidFill>
                    <a:srgbClr val="222222"/>
                  </a:solidFill>
                  <a:latin typeface="黑体" panose="02010609060101010101" charset="-122"/>
                  <a:ea typeface="黑体" panose="02010609060101010101" charset="-122"/>
                  <a:cs typeface="黑体" panose="02010609060101010101" charset="-122"/>
                  <a:sym typeface="+mn-ea"/>
                </a:rPr>
                <a:t>汉仪心海行楷</a:t>
              </a:r>
              <a:r>
                <a:rPr lang="en-US" altLang="zh-CN" sz="2000" dirty="0">
                  <a:solidFill>
                    <a:srgbClr val="222222"/>
                  </a:solidFill>
                  <a:latin typeface="黑体" panose="02010609060101010101" charset="-122"/>
                  <a:ea typeface="黑体" panose="02010609060101010101" charset="-122"/>
                  <a:cs typeface="黑体" panose="02010609060101010101" charset="-122"/>
                  <a:sym typeface="+mn-ea"/>
                </a:rPr>
                <a:t>W</a:t>
              </a:r>
              <a:endParaRPr lang="zh-CN" altLang="en-US" sz="2000" dirty="0">
                <a:solidFill>
                  <a:srgbClr val="222222"/>
                </a:solidFill>
                <a:latin typeface="黑体" panose="02010609060101010101" charset="-122"/>
                <a:ea typeface="黑体" panose="02010609060101010101" charset="-122"/>
                <a:cs typeface="黑体" panose="02010609060101010101" charset="-122"/>
                <a:sym typeface="+mn-ea"/>
              </a:endParaRPr>
            </a:p>
          </p:txBody>
        </p:sp>
        <p:cxnSp>
          <p:nvCxnSpPr>
            <p:cNvPr id="11" name="直接连接符 10"/>
            <p:cNvCxnSpPr/>
            <p:nvPr/>
          </p:nvCxnSpPr>
          <p:spPr>
            <a:xfrm>
              <a:off x="1323" y="4621"/>
              <a:ext cx="4819"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NDIzOTVjNWY4M2FjMjI2MmNiZDAwM2ZlYTliYTBmMj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全唐诗简"/>
        <a:ea typeface=""/>
        <a:cs typeface=""/>
        <a:font script="Jpan" typeface="游ゴシック Light"/>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游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全唐诗简"/>
        <a:ea typeface=""/>
        <a:cs typeface=""/>
        <a:font script="Jpan" typeface="游ゴシック Light"/>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游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全唐诗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全唐诗简"/>
        <a:ea typeface=""/>
        <a:cs typeface=""/>
        <a:font script="Jpan" typeface="ＭＳ Ｐゴシック"/>
        <a:font script="Hang" typeface="맑은 고딕"/>
        <a:font script="Hans" typeface="汉仪全唐诗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2818</Words>
  <Application>WPS 演示</Application>
  <PresentationFormat>宽屏</PresentationFormat>
  <Paragraphs>231</Paragraphs>
  <Slides>16</Slides>
  <Notes>1</Notes>
  <HiddenSlides>1</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16</vt:i4>
      </vt:variant>
    </vt:vector>
  </HeadingPairs>
  <TitlesOfParts>
    <vt:vector size="37" baseType="lpstr">
      <vt:lpstr>Arial</vt:lpstr>
      <vt:lpstr>宋体</vt:lpstr>
      <vt:lpstr>Wingdings</vt:lpstr>
      <vt:lpstr>汉仪瑞意宋 45 Text W</vt:lpstr>
      <vt:lpstr>汉仪全唐诗简</vt:lpstr>
      <vt:lpstr>汉仪心海行楷W</vt:lpstr>
      <vt:lpstr>汉仪书宋一简</vt:lpstr>
      <vt:lpstr>汉仪长宋简</vt:lpstr>
      <vt:lpstr>阿里巴巴普惠体 B</vt:lpstr>
      <vt:lpstr>汉仪雪君体简</vt:lpstr>
      <vt:lpstr>汉仪尚巍手书W</vt:lpstr>
      <vt:lpstr>黑体</vt:lpstr>
      <vt:lpstr>等线</vt:lpstr>
      <vt:lpstr>微软雅黑</vt:lpstr>
      <vt:lpstr>Arial Unicode MS</vt:lpstr>
      <vt:lpstr>等线 Light</vt:lpstr>
      <vt:lpstr>Calibri</vt:lpstr>
      <vt:lpstr>汉仪迪升英雄体W</vt:lpstr>
      <vt:lpstr>汉仪仿宋简</vt:lpstr>
      <vt:lpstr>华文仿宋</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胥清</dc:creator>
  <cp:lastModifiedBy>WPS_1663233013</cp:lastModifiedBy>
  <cp:revision>41</cp:revision>
  <dcterms:created xsi:type="dcterms:W3CDTF">2022-09-20T09:19:00Z</dcterms:created>
  <dcterms:modified xsi:type="dcterms:W3CDTF">2022-09-21T07:46:04Z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B89298EEA4BA41188A2372C3625757C1</vt:lpwstr>
  </property>
  <property fmtid="{D5CDD505-2E9C-101B-9397-08002B2CF9AE}" pid="3" name="KSOProductBuildVer">
    <vt:lpwstr>2052-11.1.0.12358</vt:lpwstr>
  </property>
  <property fmtid="{D5CDD505-2E9C-101B-9397-08002B2CF9AE}" pid="4" name="KSOTemplateUUID">
    <vt:lpwstr>v1.0_mb_w2Se8CLhyAhysuzRcYDHDA==</vt:lpwstr>
  </property>
</Properties>
</file>